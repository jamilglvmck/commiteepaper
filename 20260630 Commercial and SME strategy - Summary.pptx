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b" ContentType="application/vnd.ms-excel.sheet.binary.macroEnabled.12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webextensions/webextension2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heme/theme2.xml" ContentType="application/vnd.openxmlformats-officedocument.theme+xml"/>
  <Override PartName="/ppt/theme/theme3.xml" ContentType="application/vnd.openxmlformats-officedocument.theme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notesSlides/notesSlide1.xml" ContentType="application/vnd.openxmlformats-officedocument.presentationml.notesSlide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charts/chart7.xml" ContentType="application/vnd.openxmlformats-officedocument.drawingml.chart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notesSlides/notesSlide2.xml" ContentType="application/vnd.openxmlformats-officedocument.presentationml.notesSlide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notesSlides/notesSlide3.xml" ContentType="application/vnd.openxmlformats-officedocument.presentationml.notesSlide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notesSlides/notesSlide4.xml" ContentType="application/vnd.openxmlformats-officedocument.presentationml.notesSlide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notesSlides/notesSlide5.xml" ContentType="application/vnd.openxmlformats-officedocument.presentationml.notesSlide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notesSlides/notesSlide6.xml" ContentType="application/vnd.openxmlformats-officedocument.presentationml.notesSlide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notesSlides/notesSlide7.xml" ContentType="application/vnd.openxmlformats-officedocument.presentationml.notesSlide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notesSlides/notesSlide8.xml" ContentType="application/vnd.openxmlformats-officedocument.presentationml.notesSlide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notesSlides/notesSlide9.xml" ContentType="application/vnd.openxmlformats-officedocument.presentationml.notesSlide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notesSlides/notesSlide11.xml" ContentType="application/vnd.openxmlformats-officedocument.presentationml.notesSlide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notesSlides/notesSlide12.xml" ContentType="application/vnd.openxmlformats-officedocument.presentationml.notesSlide+xml"/>
  <Override PartName="/ppt/charts/chart13.xml" ContentType="application/vnd.openxmlformats-officedocument.drawingml.chart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notesSlides/notesSlide13.xml" ContentType="application/vnd.openxmlformats-officedocument.presentationml.notesSlide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notesSlides/notesSlide14.xml" ContentType="application/vnd.openxmlformats-officedocument.presentationml.notesSlide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notesSlides/notesSlide15.xml" ContentType="application/vnd.openxmlformats-officedocument.presentationml.notesSlide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notesSlides/notesSlide16.xml" ContentType="application/vnd.openxmlformats-officedocument.presentationml.notesSlide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notesSlides/notesSlide17.xml" ContentType="application/vnd.openxmlformats-officedocument.presentationml.notesSlide+xml"/>
  <Override PartName="/ppt/tags/tag719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notesSlides/notesSlide18.xml" ContentType="application/vnd.openxmlformats-officedocument.presentationml.notesSlide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notesSlides/notesSlide19.xml" ContentType="application/vnd.openxmlformats-officedocument.presentationml.notesSlide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notesSlides/notesSlide20.xml" ContentType="application/vnd.openxmlformats-officedocument.presentationml.notesSlide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0.xml" ContentType="application/vnd.openxmlformats-officedocument.presentationml.tags+xml"/>
  <Override PartName="/ppt/notesSlides/notesSlide21.xml" ContentType="application/vnd.openxmlformats-officedocument.presentationml.notesSlide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0.xml" ContentType="application/vnd.openxmlformats-officedocument.presentationml.tags+xml"/>
  <Override PartName="/ppt/notesSlides/notesSlide22.xml" ContentType="application/vnd.openxmlformats-officedocument.presentationml.notesSlide+xml"/>
  <Override PartName="/ppt/charts/chart18.xml" ContentType="application/vnd.openxmlformats-officedocument.drawingml.chart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notesSlides/notesSlide23.xml" ContentType="application/vnd.openxmlformats-officedocument.presentationml.notesSlid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notesSlides/notesSlide24.xml" ContentType="application/vnd.openxmlformats-officedocument.presentationml.notesSlide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notesSlides/notesSlide25.xml" ContentType="application/vnd.openxmlformats-officedocument.presentationml.notesSlide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notesSlides/notesSlide26.xml" ContentType="application/vnd.openxmlformats-officedocument.presentationml.notesSlide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notesSlides/notesSlide27.xml" ContentType="application/vnd.openxmlformats-officedocument.presentationml.notesSlide+xml"/>
  <Override PartName="/ppt/charts/chart56.xml" ContentType="application/vnd.openxmlformats-officedocument.drawingml.chart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notesSlides/notesSlide28.xml" ContentType="application/vnd.openxmlformats-officedocument.presentationml.notesSlide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notesSlides/notesSlide29.xml" ContentType="application/vnd.openxmlformats-officedocument.presentationml.notesSlide+xml"/>
  <Override PartName="/ppt/charts/chart60.xml" ContentType="application/vnd.openxmlformats-officedocument.drawingml.chart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tags/tag1359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tags/tag1424.xml" ContentType="application/vnd.openxmlformats-officedocument.presentationml.tags+xml"/>
  <Override PartName="/ppt/tags/tag1425.xml" ContentType="application/vnd.openxmlformats-officedocument.presentationml.tags+xml"/>
  <Override PartName="/ppt/tags/tag1426.xml" ContentType="application/vnd.openxmlformats-officedocument.presentationml.tags+xml"/>
  <Override PartName="/ppt/tags/tag1427.xml" ContentType="application/vnd.openxmlformats-officedocument.presentationml.tags+xml"/>
  <Override PartName="/ppt/notesSlides/notesSlide30.xml" ContentType="application/vnd.openxmlformats-officedocument.presentationml.notesSlide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tags/tag1428.xml" ContentType="application/vnd.openxmlformats-officedocument.presentationml.tags+xml"/>
  <Override PartName="/ppt/tags/tag1429.xml" ContentType="application/vnd.openxmlformats-officedocument.presentationml.tags+xml"/>
  <Override PartName="/ppt/tags/tag1430.xml" ContentType="application/vnd.openxmlformats-officedocument.presentationml.tags+xml"/>
  <Override PartName="/ppt/tags/tag1431.xml" ContentType="application/vnd.openxmlformats-officedocument.presentationml.tags+xml"/>
  <Override PartName="/ppt/tags/tag1432.xml" ContentType="application/vnd.openxmlformats-officedocument.presentationml.tags+xml"/>
  <Override PartName="/ppt/tags/tag1433.xml" ContentType="application/vnd.openxmlformats-officedocument.presentationml.tags+xml"/>
  <Override PartName="/ppt/tags/tag1434.xml" ContentType="application/vnd.openxmlformats-officedocument.presentationml.tags+xml"/>
  <Override PartName="/ppt/tags/tag1435.xml" ContentType="application/vnd.openxmlformats-officedocument.presentationml.tags+xml"/>
  <Override PartName="/ppt/tags/tag1436.xml" ContentType="application/vnd.openxmlformats-officedocument.presentationml.tags+xml"/>
  <Override PartName="/ppt/tags/tag1437.xml" ContentType="application/vnd.openxmlformats-officedocument.presentationml.tags+xml"/>
  <Override PartName="/ppt/tags/tag1438.xml" ContentType="application/vnd.openxmlformats-officedocument.presentationml.tags+xml"/>
  <Override PartName="/ppt/tags/tag1439.xml" ContentType="application/vnd.openxmlformats-officedocument.presentationml.tags+xml"/>
  <Override PartName="/ppt/tags/tag1440.xml" ContentType="application/vnd.openxmlformats-officedocument.presentationml.tags+xml"/>
  <Override PartName="/ppt/tags/tag1441.xml" ContentType="application/vnd.openxmlformats-officedocument.presentationml.tags+xml"/>
  <Override PartName="/ppt/tags/tag1442.xml" ContentType="application/vnd.openxmlformats-officedocument.presentationml.tags+xml"/>
  <Override PartName="/ppt/tags/tag1443.xml" ContentType="application/vnd.openxmlformats-officedocument.presentationml.tags+xml"/>
  <Override PartName="/ppt/tags/tag1444.xml" ContentType="application/vnd.openxmlformats-officedocument.presentationml.tags+xml"/>
  <Override PartName="/ppt/tags/tag1445.xml" ContentType="application/vnd.openxmlformats-officedocument.presentationml.tags+xml"/>
  <Override PartName="/ppt/tags/tag1446.xml" ContentType="application/vnd.openxmlformats-officedocument.presentationml.tags+xml"/>
  <Override PartName="/ppt/tags/tag1447.xml" ContentType="application/vnd.openxmlformats-officedocument.presentationml.tags+xml"/>
  <Override PartName="/ppt/tags/tag1448.xml" ContentType="application/vnd.openxmlformats-officedocument.presentationml.tags+xml"/>
  <Override PartName="/ppt/tags/tag1449.xml" ContentType="application/vnd.openxmlformats-officedocument.presentationml.tags+xml"/>
  <Override PartName="/ppt/tags/tag1450.xml" ContentType="application/vnd.openxmlformats-officedocument.presentationml.tags+xml"/>
  <Override PartName="/ppt/tags/tag1451.xml" ContentType="application/vnd.openxmlformats-officedocument.presentationml.tags+xml"/>
  <Override PartName="/ppt/tags/tag1452.xml" ContentType="application/vnd.openxmlformats-officedocument.presentationml.tags+xml"/>
  <Override PartName="/ppt/tags/tag1453.xml" ContentType="application/vnd.openxmlformats-officedocument.presentationml.tags+xml"/>
  <Override PartName="/ppt/tags/tag1454.xml" ContentType="application/vnd.openxmlformats-officedocument.presentationml.tags+xml"/>
  <Override PartName="/ppt/tags/tag1455.xml" ContentType="application/vnd.openxmlformats-officedocument.presentationml.tags+xml"/>
  <Override PartName="/ppt/tags/tag1456.xml" ContentType="application/vnd.openxmlformats-officedocument.presentationml.tags+xml"/>
  <Override PartName="/ppt/tags/tag1457.xml" ContentType="application/vnd.openxmlformats-officedocument.presentationml.tags+xml"/>
  <Override PartName="/ppt/tags/tag1458.xml" ContentType="application/vnd.openxmlformats-officedocument.presentationml.tags+xml"/>
  <Override PartName="/ppt/tags/tag1459.xml" ContentType="application/vnd.openxmlformats-officedocument.presentationml.tags+xml"/>
  <Override PartName="/ppt/tags/tag1460.xml" ContentType="application/vnd.openxmlformats-officedocument.presentationml.tags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tags/tag1461.xml" ContentType="application/vnd.openxmlformats-officedocument.presentationml.tags+xml"/>
  <Override PartName="/ppt/tags/tag1462.xml" ContentType="application/vnd.openxmlformats-officedocument.presentationml.tags+xml"/>
  <Override PartName="/ppt/tags/tag1463.xml" ContentType="application/vnd.openxmlformats-officedocument.presentationml.tags+xml"/>
  <Override PartName="/ppt/tags/tag1464.xml" ContentType="application/vnd.openxmlformats-officedocument.presentationml.tags+xml"/>
  <Override PartName="/ppt/tags/tag1465.xml" ContentType="application/vnd.openxmlformats-officedocument.presentationml.tags+xml"/>
  <Override PartName="/ppt/tags/tag1466.xml" ContentType="application/vnd.openxmlformats-officedocument.presentationml.tags+xml"/>
  <Override PartName="/ppt/tags/tag1467.xml" ContentType="application/vnd.openxmlformats-officedocument.presentationml.tags+xml"/>
  <Override PartName="/ppt/tags/tag1468.xml" ContentType="application/vnd.openxmlformats-officedocument.presentationml.tags+xml"/>
  <Override PartName="/ppt/tags/tag1469.xml" ContentType="application/vnd.openxmlformats-officedocument.presentationml.tags+xml"/>
  <Override PartName="/ppt/tags/tag1470.xml" ContentType="application/vnd.openxmlformats-officedocument.presentationml.tags+xml"/>
  <Override PartName="/ppt/tags/tag1471.xml" ContentType="application/vnd.openxmlformats-officedocument.presentationml.tags+xml"/>
  <Override PartName="/ppt/tags/tag1472.xml" ContentType="application/vnd.openxmlformats-officedocument.presentationml.tags+xml"/>
  <Override PartName="/ppt/tags/tag1473.xml" ContentType="application/vnd.openxmlformats-officedocument.presentationml.tags+xml"/>
  <Override PartName="/ppt/tags/tag1474.xml" ContentType="application/vnd.openxmlformats-officedocument.presentationml.tags+xml"/>
  <Override PartName="/ppt/tags/tag1475.xml" ContentType="application/vnd.openxmlformats-officedocument.presentationml.tags+xml"/>
  <Override PartName="/ppt/notesSlides/notesSlide31.xml" ContentType="application/vnd.openxmlformats-officedocument.presentationml.notesSlide+xml"/>
  <Override PartName="/ppt/tags/tag1476.xml" ContentType="application/vnd.openxmlformats-officedocument.presentationml.tags+xml"/>
  <Override PartName="/ppt/tags/tag1477.xml" ContentType="application/vnd.openxmlformats-officedocument.presentationml.tags+xml"/>
  <Override PartName="/ppt/tags/tag1478.xml" ContentType="application/vnd.openxmlformats-officedocument.presentationml.tags+xml"/>
  <Override PartName="/ppt/tags/tag1479.xml" ContentType="application/vnd.openxmlformats-officedocument.presentationml.tags+xml"/>
  <Override PartName="/ppt/tags/tag1480.xml" ContentType="application/vnd.openxmlformats-officedocument.presentationml.tags+xml"/>
  <Override PartName="/ppt/tags/tag1481.xml" ContentType="application/vnd.openxmlformats-officedocument.presentationml.tags+xml"/>
  <Override PartName="/ppt/tags/tag1482.xml" ContentType="application/vnd.openxmlformats-officedocument.presentationml.tags+xml"/>
  <Override PartName="/ppt/tags/tag1483.xml" ContentType="application/vnd.openxmlformats-officedocument.presentationml.tags+xml"/>
  <Override PartName="/ppt/tags/tag1484.xml" ContentType="application/vnd.openxmlformats-officedocument.presentationml.tags+xml"/>
  <Override PartName="/ppt/tags/tag1485.xml" ContentType="application/vnd.openxmlformats-officedocument.presentationml.tags+xml"/>
  <Override PartName="/ppt/tags/tag1486.xml" ContentType="application/vnd.openxmlformats-officedocument.presentationml.tags+xml"/>
  <Override PartName="/ppt/tags/tag1487.xml" ContentType="application/vnd.openxmlformats-officedocument.presentationml.tags+xml"/>
  <Override PartName="/ppt/tags/tag1488.xml" ContentType="application/vnd.openxmlformats-officedocument.presentationml.tags+xml"/>
  <Override PartName="/ppt/tags/tag1489.xml" ContentType="application/vnd.openxmlformats-officedocument.presentationml.tags+xml"/>
  <Override PartName="/ppt/tags/tag1490.xml" ContentType="application/vnd.openxmlformats-officedocument.presentationml.tags+xml"/>
  <Override PartName="/ppt/tags/tag1491.xml" ContentType="application/vnd.openxmlformats-officedocument.presentationml.tags+xml"/>
  <Override PartName="/ppt/tags/tag1492.xml" ContentType="application/vnd.openxmlformats-officedocument.presentationml.tags+xml"/>
  <Override PartName="/ppt/tags/tag1493.xml" ContentType="application/vnd.openxmlformats-officedocument.presentationml.tags+xml"/>
  <Override PartName="/ppt/tags/tag1494.xml" ContentType="application/vnd.openxmlformats-officedocument.presentationml.tags+xml"/>
  <Override PartName="/ppt/tags/tag1495.xml" ContentType="application/vnd.openxmlformats-officedocument.presentationml.tags+xml"/>
  <Override PartName="/ppt/tags/tag1496.xml" ContentType="application/vnd.openxmlformats-officedocument.presentationml.tags+xml"/>
  <Override PartName="/ppt/tags/tag1497.xml" ContentType="application/vnd.openxmlformats-officedocument.presentationml.tags+xml"/>
  <Override PartName="/ppt/tags/tag1498.xml" ContentType="application/vnd.openxmlformats-officedocument.presentationml.tags+xml"/>
  <Override PartName="/ppt/tags/tag1499.xml" ContentType="application/vnd.openxmlformats-officedocument.presentationml.tags+xml"/>
  <Override PartName="/ppt/tags/tag1500.xml" ContentType="application/vnd.openxmlformats-officedocument.presentationml.tags+xml"/>
  <Override PartName="/ppt/tags/tag1501.xml" ContentType="application/vnd.openxmlformats-officedocument.presentationml.tags+xml"/>
  <Override PartName="/ppt/tags/tag1502.xml" ContentType="application/vnd.openxmlformats-officedocument.presentationml.tags+xml"/>
  <Override PartName="/ppt/tags/tag1503.xml" ContentType="application/vnd.openxmlformats-officedocument.presentationml.tags+xml"/>
  <Override PartName="/ppt/tags/tag1504.xml" ContentType="application/vnd.openxmlformats-officedocument.presentationml.tags+xml"/>
  <Override PartName="/ppt/tags/tag1505.xml" ContentType="application/vnd.openxmlformats-officedocument.presentationml.tags+xml"/>
  <Override PartName="/ppt/tags/tag1506.xml" ContentType="application/vnd.openxmlformats-officedocument.presentationml.tags+xml"/>
  <Override PartName="/ppt/tags/tag1507.xml" ContentType="application/vnd.openxmlformats-officedocument.presentationml.tags+xml"/>
  <Override PartName="/ppt/tags/tag1508.xml" ContentType="application/vnd.openxmlformats-officedocument.presentationml.tags+xml"/>
  <Override PartName="/ppt/tags/tag1509.xml" ContentType="application/vnd.openxmlformats-officedocument.presentationml.tags+xml"/>
  <Override PartName="/ppt/notesSlides/notesSlide32.xml" ContentType="application/vnd.openxmlformats-officedocument.presentationml.notesSlide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tags/tag1510.xml" ContentType="application/vnd.openxmlformats-officedocument.presentationml.tags+xml"/>
  <Override PartName="/ppt/tags/tag1511.xml" ContentType="application/vnd.openxmlformats-officedocument.presentationml.tags+xml"/>
  <Override PartName="/ppt/tags/tag1512.xml" ContentType="application/vnd.openxmlformats-officedocument.presentationml.tags+xml"/>
  <Override PartName="/ppt/tags/tag1513.xml" ContentType="application/vnd.openxmlformats-officedocument.presentationml.tags+xml"/>
  <Override PartName="/ppt/tags/tag1514.xml" ContentType="application/vnd.openxmlformats-officedocument.presentationml.tags+xml"/>
  <Override PartName="/ppt/tags/tag1515.xml" ContentType="application/vnd.openxmlformats-officedocument.presentationml.tags+xml"/>
  <Override PartName="/ppt/tags/tag1516.xml" ContentType="application/vnd.openxmlformats-officedocument.presentationml.tags+xml"/>
  <Override PartName="/ppt/tags/tag1517.xml" ContentType="application/vnd.openxmlformats-officedocument.presentationml.tags+xml"/>
  <Override PartName="/ppt/tags/tag1518.xml" ContentType="application/vnd.openxmlformats-officedocument.presentationml.tags+xml"/>
  <Override PartName="/ppt/tags/tag1519.xml" ContentType="application/vnd.openxmlformats-officedocument.presentationml.tags+xml"/>
  <Override PartName="/ppt/tags/tag1520.xml" ContentType="application/vnd.openxmlformats-officedocument.presentationml.tags+xml"/>
  <Override PartName="/ppt/tags/tag1521.xml" ContentType="application/vnd.openxmlformats-officedocument.presentationml.tags+xml"/>
  <Override PartName="/ppt/tags/tag1522.xml" ContentType="application/vnd.openxmlformats-officedocument.presentationml.tags+xml"/>
  <Override PartName="/ppt/tags/tag1523.xml" ContentType="application/vnd.openxmlformats-officedocument.presentationml.tags+xml"/>
  <Override PartName="/ppt/tags/tag1524.xml" ContentType="application/vnd.openxmlformats-officedocument.presentationml.tags+xml"/>
  <Override PartName="/ppt/tags/tag1525.xml" ContentType="application/vnd.openxmlformats-officedocument.presentationml.tags+xml"/>
  <Override PartName="/ppt/tags/tag1526.xml" ContentType="application/vnd.openxmlformats-officedocument.presentationml.tags+xml"/>
  <Override PartName="/ppt/tags/tag1527.xml" ContentType="application/vnd.openxmlformats-officedocument.presentationml.tags+xml"/>
  <Override PartName="/ppt/tags/tag1528.xml" ContentType="application/vnd.openxmlformats-officedocument.presentationml.tags+xml"/>
  <Override PartName="/ppt/tags/tag1529.xml" ContentType="application/vnd.openxmlformats-officedocument.presentationml.tags+xml"/>
  <Override PartName="/ppt/tags/tag1530.xml" ContentType="application/vnd.openxmlformats-officedocument.presentationml.tags+xml"/>
  <Override PartName="/ppt/tags/tag1531.xml" ContentType="application/vnd.openxmlformats-officedocument.presentationml.tags+xml"/>
  <Override PartName="/ppt/tags/tag1532.xml" ContentType="application/vnd.openxmlformats-officedocument.presentationml.tags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tags/tag1533.xml" ContentType="application/vnd.openxmlformats-officedocument.presentationml.tags+xml"/>
  <Override PartName="/ppt/tags/tag1534.xml" ContentType="application/vnd.openxmlformats-officedocument.presentationml.tags+xml"/>
  <Override PartName="/ppt/tags/tag1535.xml" ContentType="application/vnd.openxmlformats-officedocument.presentationml.tags+xml"/>
  <Override PartName="/ppt/tags/tag1536.xml" ContentType="application/vnd.openxmlformats-officedocument.presentationml.tags+xml"/>
  <Override PartName="/ppt/tags/tag1537.xml" ContentType="application/vnd.openxmlformats-officedocument.presentationml.tags+xml"/>
  <Override PartName="/ppt/tags/tag1538.xml" ContentType="application/vnd.openxmlformats-officedocument.presentationml.tags+xml"/>
  <Override PartName="/ppt/tags/tag1539.xml" ContentType="application/vnd.openxmlformats-officedocument.presentationml.tags+xml"/>
  <Override PartName="/ppt/tags/tag1540.xml" ContentType="application/vnd.openxmlformats-officedocument.presentationml.tags+xml"/>
  <Override PartName="/ppt/tags/tag1541.xml" ContentType="application/vnd.openxmlformats-officedocument.presentationml.tags+xml"/>
  <Override PartName="/ppt/tags/tag1542.xml" ContentType="application/vnd.openxmlformats-officedocument.presentationml.tags+xml"/>
  <Override PartName="/ppt/tags/tag1543.xml" ContentType="application/vnd.openxmlformats-officedocument.presentationml.tags+xml"/>
  <Override PartName="/ppt/tags/tag1544.xml" ContentType="application/vnd.openxmlformats-officedocument.presentationml.tags+xml"/>
  <Override PartName="/ppt/tags/tag1545.xml" ContentType="application/vnd.openxmlformats-officedocument.presentationml.tags+xml"/>
  <Override PartName="/ppt/tags/tag1546.xml" ContentType="application/vnd.openxmlformats-officedocument.presentationml.tags+xml"/>
  <Override PartName="/ppt/tags/tag1547.xml" ContentType="application/vnd.openxmlformats-officedocument.presentationml.tags+xml"/>
  <Override PartName="/ppt/tags/tag1548.xml" ContentType="application/vnd.openxmlformats-officedocument.presentationml.tags+xml"/>
  <Override PartName="/ppt/notesSlides/notesSlide33.xml" ContentType="application/vnd.openxmlformats-officedocument.presentationml.notesSlide+xml"/>
  <Override PartName="/ppt/tags/tag1549.xml" ContentType="application/vnd.openxmlformats-officedocument.presentationml.tags+xml"/>
  <Override PartName="/ppt/tags/tag1550.xml" ContentType="application/vnd.openxmlformats-officedocument.presentationml.tags+xml"/>
  <Override PartName="/ppt/tags/tag1551.xml" ContentType="application/vnd.openxmlformats-officedocument.presentationml.tags+xml"/>
  <Override PartName="/ppt/tags/tag1552.xml" ContentType="application/vnd.openxmlformats-officedocument.presentationml.tags+xml"/>
  <Override PartName="/ppt/tags/tag1553.xml" ContentType="application/vnd.openxmlformats-officedocument.presentationml.tags+xml"/>
  <Override PartName="/ppt/tags/tag1554.xml" ContentType="application/vnd.openxmlformats-officedocument.presentationml.tags+xml"/>
  <Override PartName="/ppt/tags/tag1555.xml" ContentType="application/vnd.openxmlformats-officedocument.presentationml.tags+xml"/>
  <Override PartName="/ppt/tags/tag1556.xml" ContentType="application/vnd.openxmlformats-officedocument.presentationml.tags+xml"/>
  <Override PartName="/ppt/tags/tag1557.xml" ContentType="application/vnd.openxmlformats-officedocument.presentationml.tags+xml"/>
  <Override PartName="/ppt/tags/tag1558.xml" ContentType="application/vnd.openxmlformats-officedocument.presentationml.tags+xml"/>
  <Override PartName="/ppt/tags/tag1559.xml" ContentType="application/vnd.openxmlformats-officedocument.presentationml.tags+xml"/>
  <Override PartName="/ppt/tags/tag1560.xml" ContentType="application/vnd.openxmlformats-officedocument.presentationml.tags+xml"/>
  <Override PartName="/ppt/tags/tag1561.xml" ContentType="application/vnd.openxmlformats-officedocument.presentationml.tags+xml"/>
  <Override PartName="/ppt/tags/tag1562.xml" ContentType="application/vnd.openxmlformats-officedocument.presentationml.tags+xml"/>
  <Override PartName="/ppt/tags/tag1563.xml" ContentType="application/vnd.openxmlformats-officedocument.presentationml.tags+xml"/>
  <Override PartName="/ppt/tags/tag1564.xml" ContentType="application/vnd.openxmlformats-officedocument.presentationml.tags+xml"/>
  <Override PartName="/ppt/tags/tag1565.xml" ContentType="application/vnd.openxmlformats-officedocument.presentationml.tags+xml"/>
  <Override PartName="/ppt/tags/tag1566.xml" ContentType="application/vnd.openxmlformats-officedocument.presentationml.tags+xml"/>
  <Override PartName="/ppt/tags/tag1567.xml" ContentType="application/vnd.openxmlformats-officedocument.presentationml.tags+xml"/>
  <Override PartName="/ppt/tags/tag1568.xml" ContentType="application/vnd.openxmlformats-officedocument.presentationml.tags+xml"/>
  <Override PartName="/ppt/tags/tag1569.xml" ContentType="application/vnd.openxmlformats-officedocument.presentationml.tags+xml"/>
  <Override PartName="/ppt/tags/tag1570.xml" ContentType="application/vnd.openxmlformats-officedocument.presentationml.tags+xml"/>
  <Override PartName="/ppt/tags/tag1571.xml" ContentType="application/vnd.openxmlformats-officedocument.presentationml.tags+xml"/>
  <Override PartName="/ppt/tags/tag1572.xml" ContentType="application/vnd.openxmlformats-officedocument.presentationml.tags+xml"/>
  <Override PartName="/ppt/tags/tag1573.xml" ContentType="application/vnd.openxmlformats-officedocument.presentationml.tags+xml"/>
  <Override PartName="/ppt/tags/tag1574.xml" ContentType="application/vnd.openxmlformats-officedocument.presentationml.tags+xml"/>
  <Override PartName="/ppt/tags/tag1575.xml" ContentType="application/vnd.openxmlformats-officedocument.presentationml.tags+xml"/>
  <Override PartName="/ppt/tags/tag1576.xml" ContentType="application/vnd.openxmlformats-officedocument.presentationml.tags+xml"/>
  <Override PartName="/ppt/tags/tag1577.xml" ContentType="application/vnd.openxmlformats-officedocument.presentationml.tags+xml"/>
  <Override PartName="/ppt/tags/tag1578.xml" ContentType="application/vnd.openxmlformats-officedocument.presentationml.tags+xml"/>
  <Override PartName="/ppt/tags/tag1579.xml" ContentType="application/vnd.openxmlformats-officedocument.presentationml.tags+xml"/>
  <Override PartName="/ppt/tags/tag1580.xml" ContentType="application/vnd.openxmlformats-officedocument.presentationml.tags+xml"/>
  <Override PartName="/ppt/tags/tag1581.xml" ContentType="application/vnd.openxmlformats-officedocument.presentationml.tags+xml"/>
  <Override PartName="/ppt/tags/tag1582.xml" ContentType="application/vnd.openxmlformats-officedocument.presentationml.tags+xml"/>
  <Override PartName="/ppt/tags/tag1583.xml" ContentType="application/vnd.openxmlformats-officedocument.presentationml.tags+xml"/>
  <Override PartName="/ppt/tags/tag1584.xml" ContentType="application/vnd.openxmlformats-officedocument.presentationml.tags+xml"/>
  <Override PartName="/ppt/tags/tag1585.xml" ContentType="application/vnd.openxmlformats-officedocument.presentationml.tags+xml"/>
  <Override PartName="/ppt/tags/tag1586.xml" ContentType="application/vnd.openxmlformats-officedocument.presentationml.tags+xml"/>
  <Override PartName="/ppt/tags/tag1587.xml" ContentType="application/vnd.openxmlformats-officedocument.presentationml.tags+xml"/>
  <Override PartName="/ppt/tags/tag1588.xml" ContentType="application/vnd.openxmlformats-officedocument.presentationml.tags+xml"/>
  <Override PartName="/ppt/tags/tag1589.xml" ContentType="application/vnd.openxmlformats-officedocument.presentationml.tags+xml"/>
  <Override PartName="/ppt/tags/tag1590.xml" ContentType="application/vnd.openxmlformats-officedocument.presentationml.tags+xml"/>
  <Override PartName="/ppt/tags/tag1591.xml" ContentType="application/vnd.openxmlformats-officedocument.presentationml.tags+xml"/>
  <Override PartName="/ppt/tags/tag1592.xml" ContentType="application/vnd.openxmlformats-officedocument.presentationml.tags+xml"/>
  <Override PartName="/ppt/tags/tag1593.xml" ContentType="application/vnd.openxmlformats-officedocument.presentationml.tags+xml"/>
  <Override PartName="/ppt/tags/tag1594.xml" ContentType="application/vnd.openxmlformats-officedocument.presentationml.tags+xml"/>
  <Override PartName="/ppt/tags/tag1595.xml" ContentType="application/vnd.openxmlformats-officedocument.presentationml.tags+xml"/>
  <Override PartName="/ppt/tags/tag1596.xml" ContentType="application/vnd.openxmlformats-officedocument.presentationml.tags+xml"/>
  <Override PartName="/ppt/tags/tag1597.xml" ContentType="application/vnd.openxmlformats-officedocument.presentationml.tags+xml"/>
  <Override PartName="/ppt/tags/tag1598.xml" ContentType="application/vnd.openxmlformats-officedocument.presentationml.tags+xml"/>
  <Override PartName="/ppt/tags/tag1599.xml" ContentType="application/vnd.openxmlformats-officedocument.presentationml.tags+xml"/>
  <Override PartName="/ppt/tags/tag1600.xml" ContentType="application/vnd.openxmlformats-officedocument.presentationml.tags+xml"/>
  <Override PartName="/ppt/tags/tag1601.xml" ContentType="application/vnd.openxmlformats-officedocument.presentationml.tags+xml"/>
  <Override PartName="/ppt/tags/tag1602.xml" ContentType="application/vnd.openxmlformats-officedocument.presentationml.tags+xml"/>
  <Override PartName="/ppt/tags/tag1603.xml" ContentType="application/vnd.openxmlformats-officedocument.presentationml.tags+xml"/>
  <Override PartName="/ppt/tags/tag1604.xml" ContentType="application/vnd.openxmlformats-officedocument.presentationml.tags+xml"/>
  <Override PartName="/ppt/tags/tag1605.xml" ContentType="application/vnd.openxmlformats-officedocument.presentationml.tags+xml"/>
  <Override PartName="/ppt/tags/tag1606.xml" ContentType="application/vnd.openxmlformats-officedocument.presentationml.tags+xml"/>
  <Override PartName="/ppt/tags/tag1607.xml" ContentType="application/vnd.openxmlformats-officedocument.presentationml.tags+xml"/>
  <Override PartName="/ppt/tags/tag1608.xml" ContentType="application/vnd.openxmlformats-officedocument.presentationml.tags+xml"/>
  <Override PartName="/ppt/tags/tag1609.xml" ContentType="application/vnd.openxmlformats-officedocument.presentationml.tags+xml"/>
  <Override PartName="/ppt/tags/tag1610.xml" ContentType="application/vnd.openxmlformats-officedocument.presentationml.tags+xml"/>
  <Override PartName="/ppt/tags/tag1611.xml" ContentType="application/vnd.openxmlformats-officedocument.presentationml.tags+xml"/>
  <Override PartName="/ppt/tags/tag1612.xml" ContentType="application/vnd.openxmlformats-officedocument.presentationml.tags+xml"/>
  <Override PartName="/ppt/tags/tag1613.xml" ContentType="application/vnd.openxmlformats-officedocument.presentationml.tags+xml"/>
  <Override PartName="/ppt/tags/tag1614.xml" ContentType="application/vnd.openxmlformats-officedocument.presentationml.tags+xml"/>
  <Override PartName="/ppt/tags/tag1615.xml" ContentType="application/vnd.openxmlformats-officedocument.presentationml.tags+xml"/>
  <Override PartName="/ppt/tags/tag1616.xml" ContentType="application/vnd.openxmlformats-officedocument.presentationml.tags+xml"/>
  <Override PartName="/ppt/tags/tag1617.xml" ContentType="application/vnd.openxmlformats-officedocument.presentationml.tags+xml"/>
  <Override PartName="/ppt/tags/tag1618.xml" ContentType="application/vnd.openxmlformats-officedocument.presentationml.tags+xml"/>
  <Override PartName="/ppt/tags/tag1619.xml" ContentType="application/vnd.openxmlformats-officedocument.presentationml.tags+xml"/>
  <Override PartName="/ppt/tags/tag1620.xml" ContentType="application/vnd.openxmlformats-officedocument.presentationml.tags+xml"/>
  <Override PartName="/ppt/tags/tag1621.xml" ContentType="application/vnd.openxmlformats-officedocument.presentationml.tags+xml"/>
  <Override PartName="/ppt/tags/tag1622.xml" ContentType="application/vnd.openxmlformats-officedocument.presentationml.tags+xml"/>
  <Override PartName="/ppt/tags/tag1623.xml" ContentType="application/vnd.openxmlformats-officedocument.presentationml.tags+xml"/>
  <Override PartName="/ppt/tags/tag1624.xml" ContentType="application/vnd.openxmlformats-officedocument.presentationml.tags+xml"/>
  <Override PartName="/ppt/tags/tag1625.xml" ContentType="application/vnd.openxmlformats-officedocument.presentationml.tags+xml"/>
  <Override PartName="/ppt/tags/tag1626.xml" ContentType="application/vnd.openxmlformats-officedocument.presentationml.tags+xml"/>
  <Override PartName="/ppt/tags/tag1627.xml" ContentType="application/vnd.openxmlformats-officedocument.presentationml.tags+xml"/>
  <Override PartName="/ppt/tags/tag1628.xml" ContentType="application/vnd.openxmlformats-officedocument.presentationml.tags+xml"/>
  <Override PartName="/ppt/tags/tag1629.xml" ContentType="application/vnd.openxmlformats-officedocument.presentationml.tags+xml"/>
  <Override PartName="/ppt/tags/tag1630.xml" ContentType="application/vnd.openxmlformats-officedocument.presentationml.tags+xml"/>
  <Override PartName="/ppt/tags/tag1631.xml" ContentType="application/vnd.openxmlformats-officedocument.presentationml.tags+xml"/>
  <Override PartName="/ppt/tags/tag1632.xml" ContentType="application/vnd.openxmlformats-officedocument.presentationml.tags+xml"/>
  <Override PartName="/ppt/tags/tag1633.xml" ContentType="application/vnd.openxmlformats-officedocument.presentationml.tags+xml"/>
  <Override PartName="/ppt/tags/tag1634.xml" ContentType="application/vnd.openxmlformats-officedocument.presentationml.tags+xml"/>
  <Override PartName="/ppt/tags/tag1635.xml" ContentType="application/vnd.openxmlformats-officedocument.presentationml.tags+xml"/>
  <Override PartName="/ppt/tags/tag1636.xml" ContentType="application/vnd.openxmlformats-officedocument.presentationml.tags+xml"/>
  <Override PartName="/ppt/tags/tag1637.xml" ContentType="application/vnd.openxmlformats-officedocument.presentationml.tags+xml"/>
  <Override PartName="/ppt/tags/tag1638.xml" ContentType="application/vnd.openxmlformats-officedocument.presentationml.tags+xml"/>
  <Override PartName="/ppt/tags/tag1639.xml" ContentType="application/vnd.openxmlformats-officedocument.presentationml.tags+xml"/>
  <Override PartName="/ppt/tags/tag1640.xml" ContentType="application/vnd.openxmlformats-officedocument.presentationml.tags+xml"/>
  <Override PartName="/ppt/tags/tag1641.xml" ContentType="application/vnd.openxmlformats-officedocument.presentationml.tags+xml"/>
  <Override PartName="/ppt/tags/tag1642.xml" ContentType="application/vnd.openxmlformats-officedocument.presentationml.tags+xml"/>
  <Override PartName="/ppt/tags/tag1643.xml" ContentType="application/vnd.openxmlformats-officedocument.presentationml.tags+xml"/>
  <Override PartName="/ppt/tags/tag1644.xml" ContentType="application/vnd.openxmlformats-officedocument.presentationml.tags+xml"/>
  <Override PartName="/ppt/tags/tag1645.xml" ContentType="application/vnd.openxmlformats-officedocument.presentationml.tags+xml"/>
  <Override PartName="/ppt/tags/tag1646.xml" ContentType="application/vnd.openxmlformats-officedocument.presentationml.tags+xml"/>
  <Override PartName="/ppt/tags/tag1647.xml" ContentType="application/vnd.openxmlformats-officedocument.presentationml.tags+xml"/>
  <Override PartName="/ppt/tags/tag1648.xml" ContentType="application/vnd.openxmlformats-officedocument.presentationml.tags+xml"/>
  <Override PartName="/ppt/tags/tag1649.xml" ContentType="application/vnd.openxmlformats-officedocument.presentationml.tags+xml"/>
  <Override PartName="/ppt/tags/tag1650.xml" ContentType="application/vnd.openxmlformats-officedocument.presentationml.tags+xml"/>
  <Override PartName="/ppt/tags/tag1651.xml" ContentType="application/vnd.openxmlformats-officedocument.presentationml.tags+xml"/>
  <Override PartName="/ppt/tags/tag1652.xml" ContentType="application/vnd.openxmlformats-officedocument.presentationml.tags+xml"/>
  <Override PartName="/ppt/tags/tag1653.xml" ContentType="application/vnd.openxmlformats-officedocument.presentationml.tags+xml"/>
  <Override PartName="/ppt/tags/tag1654.xml" ContentType="application/vnd.openxmlformats-officedocument.presentationml.tags+xml"/>
  <Override PartName="/ppt/tags/tag1655.xml" ContentType="application/vnd.openxmlformats-officedocument.presentationml.tags+xml"/>
  <Override PartName="/ppt/tags/tag1656.xml" ContentType="application/vnd.openxmlformats-officedocument.presentationml.tags+xml"/>
  <Override PartName="/ppt/tags/tag1657.xml" ContentType="application/vnd.openxmlformats-officedocument.presentationml.tags+xml"/>
  <Override PartName="/ppt/tags/tag1658.xml" ContentType="application/vnd.openxmlformats-officedocument.presentationml.tags+xml"/>
  <Override PartName="/ppt/tags/tag1659.xml" ContentType="application/vnd.openxmlformats-officedocument.presentationml.tags+xml"/>
  <Override PartName="/ppt/tags/tag1660.xml" ContentType="application/vnd.openxmlformats-officedocument.presentationml.tags+xml"/>
  <Override PartName="/ppt/tags/tag1661.xml" ContentType="application/vnd.openxmlformats-officedocument.presentationml.tags+xml"/>
  <Override PartName="/ppt/tags/tag1662.xml" ContentType="application/vnd.openxmlformats-officedocument.presentationml.tags+xml"/>
  <Override PartName="/ppt/tags/tag1663.xml" ContentType="application/vnd.openxmlformats-officedocument.presentationml.tags+xml"/>
  <Override PartName="/ppt/tags/tag1664.xml" ContentType="application/vnd.openxmlformats-officedocument.presentationml.tags+xml"/>
  <Override PartName="/ppt/tags/tag1665.xml" ContentType="application/vnd.openxmlformats-officedocument.presentationml.tags+xml"/>
  <Override PartName="/ppt/tags/tag1666.xml" ContentType="application/vnd.openxmlformats-officedocument.presentationml.tags+xml"/>
  <Override PartName="/ppt/tags/tag1667.xml" ContentType="application/vnd.openxmlformats-officedocument.presentationml.tags+xml"/>
  <Override PartName="/ppt/tags/tag1668.xml" ContentType="application/vnd.openxmlformats-officedocument.presentationml.tags+xml"/>
  <Override PartName="/ppt/tags/tag1669.xml" ContentType="application/vnd.openxmlformats-officedocument.presentationml.tags+xml"/>
  <Override PartName="/ppt/tags/tag1670.xml" ContentType="application/vnd.openxmlformats-officedocument.presentationml.tags+xml"/>
  <Override PartName="/ppt/tags/tag1671.xml" ContentType="application/vnd.openxmlformats-officedocument.presentationml.tags+xml"/>
  <Override PartName="/ppt/tags/tag1672.xml" ContentType="application/vnd.openxmlformats-officedocument.presentationml.tags+xml"/>
  <Override PartName="/ppt/tags/tag1673.xml" ContentType="application/vnd.openxmlformats-officedocument.presentationml.tags+xml"/>
  <Override PartName="/ppt/tags/tag1674.xml" ContentType="application/vnd.openxmlformats-officedocument.presentationml.tags+xml"/>
  <Override PartName="/ppt/tags/tag1675.xml" ContentType="application/vnd.openxmlformats-officedocument.presentationml.tags+xml"/>
  <Override PartName="/ppt/tags/tag1676.xml" ContentType="application/vnd.openxmlformats-officedocument.presentationml.tags+xml"/>
  <Override PartName="/ppt/tags/tag1677.xml" ContentType="application/vnd.openxmlformats-officedocument.presentationml.tags+xml"/>
  <Override PartName="/ppt/tags/tag1678.xml" ContentType="application/vnd.openxmlformats-officedocument.presentationml.tags+xml"/>
  <Override PartName="/ppt/tags/tag1679.xml" ContentType="application/vnd.openxmlformats-officedocument.presentationml.tags+xml"/>
  <Override PartName="/ppt/tags/tag1680.xml" ContentType="application/vnd.openxmlformats-officedocument.presentationml.tags+xml"/>
  <Override PartName="/ppt/tags/tag1681.xml" ContentType="application/vnd.openxmlformats-officedocument.presentationml.tags+xml"/>
  <Override PartName="/ppt/tags/tag1682.xml" ContentType="application/vnd.openxmlformats-officedocument.presentationml.tags+xml"/>
  <Override PartName="/ppt/tags/tag1683.xml" ContentType="application/vnd.openxmlformats-officedocument.presentationml.tags+xml"/>
  <Override PartName="/ppt/tags/tag1684.xml" ContentType="application/vnd.openxmlformats-officedocument.presentationml.tags+xml"/>
  <Override PartName="/ppt/tags/tag1685.xml" ContentType="application/vnd.openxmlformats-officedocument.presentationml.tags+xml"/>
  <Override PartName="/ppt/tags/tag1686.xml" ContentType="application/vnd.openxmlformats-officedocument.presentationml.tags+xml"/>
  <Override PartName="/ppt/tags/tag1687.xml" ContentType="application/vnd.openxmlformats-officedocument.presentationml.tags+xml"/>
  <Override PartName="/ppt/tags/tag1688.xml" ContentType="application/vnd.openxmlformats-officedocument.presentationml.tags+xml"/>
  <Override PartName="/ppt/tags/tag1689.xml" ContentType="application/vnd.openxmlformats-officedocument.presentationml.tags+xml"/>
  <Override PartName="/ppt/tags/tag1690.xml" ContentType="application/vnd.openxmlformats-officedocument.presentationml.tags+xml"/>
  <Override PartName="/ppt/tags/tag1691.xml" ContentType="application/vnd.openxmlformats-officedocument.presentationml.tags+xml"/>
  <Override PartName="/ppt/tags/tag1692.xml" ContentType="application/vnd.openxmlformats-officedocument.presentationml.tags+xml"/>
  <Override PartName="/ppt/tags/tag1693.xml" ContentType="application/vnd.openxmlformats-officedocument.presentationml.tags+xml"/>
  <Override PartName="/ppt/tags/tag1694.xml" ContentType="application/vnd.openxmlformats-officedocument.presentationml.tags+xml"/>
  <Override PartName="/ppt/tags/tag1695.xml" ContentType="application/vnd.openxmlformats-officedocument.presentationml.tags+xml"/>
  <Override PartName="/ppt/tags/tag1696.xml" ContentType="application/vnd.openxmlformats-officedocument.presentationml.tags+xml"/>
  <Override PartName="/ppt/tags/tag1697.xml" ContentType="application/vnd.openxmlformats-officedocument.presentationml.tags+xml"/>
  <Override PartName="/ppt/tags/tag1698.xml" ContentType="application/vnd.openxmlformats-officedocument.presentationml.tags+xml"/>
  <Override PartName="/ppt/tags/tag1699.xml" ContentType="application/vnd.openxmlformats-officedocument.presentationml.tags+xml"/>
  <Override PartName="/ppt/tags/tag1700.xml" ContentType="application/vnd.openxmlformats-officedocument.presentationml.tags+xml"/>
  <Override PartName="/ppt/tags/tag1701.xml" ContentType="application/vnd.openxmlformats-officedocument.presentationml.tags+xml"/>
  <Override PartName="/ppt/tags/tag1702.xml" ContentType="application/vnd.openxmlformats-officedocument.presentationml.tags+xml"/>
  <Override PartName="/ppt/tags/tag1703.xml" ContentType="application/vnd.openxmlformats-officedocument.presentationml.tags+xml"/>
  <Override PartName="/ppt/tags/tag1704.xml" ContentType="application/vnd.openxmlformats-officedocument.presentationml.tags+xml"/>
  <Override PartName="/ppt/tags/tag1705.xml" ContentType="application/vnd.openxmlformats-officedocument.presentationml.tags+xml"/>
  <Override PartName="/ppt/tags/tag1706.xml" ContentType="application/vnd.openxmlformats-officedocument.presentationml.tags+xml"/>
  <Override PartName="/ppt/tags/tag1707.xml" ContentType="application/vnd.openxmlformats-officedocument.presentationml.tags+xml"/>
  <Override PartName="/ppt/tags/tag1708.xml" ContentType="application/vnd.openxmlformats-officedocument.presentationml.tags+xml"/>
  <Override PartName="/ppt/tags/tag1709.xml" ContentType="application/vnd.openxmlformats-officedocument.presentationml.tags+xml"/>
  <Override PartName="/ppt/tags/tag1710.xml" ContentType="application/vnd.openxmlformats-officedocument.presentationml.tags+xml"/>
  <Override PartName="/ppt/tags/tag1711.xml" ContentType="application/vnd.openxmlformats-officedocument.presentationml.tags+xml"/>
  <Override PartName="/ppt/tags/tag1712.xml" ContentType="application/vnd.openxmlformats-officedocument.presentationml.tags+xml"/>
  <Override PartName="/ppt/tags/tag1713.xml" ContentType="application/vnd.openxmlformats-officedocument.presentationml.tags+xml"/>
  <Override PartName="/ppt/tags/tag1714.xml" ContentType="application/vnd.openxmlformats-officedocument.presentationml.tags+xml"/>
  <Override PartName="/ppt/tags/tag1715.xml" ContentType="application/vnd.openxmlformats-officedocument.presentationml.tags+xml"/>
  <Override PartName="/ppt/tags/tag1716.xml" ContentType="application/vnd.openxmlformats-officedocument.presentationml.tags+xml"/>
  <Override PartName="/ppt/tags/tag1717.xml" ContentType="application/vnd.openxmlformats-officedocument.presentationml.tags+xml"/>
  <Override PartName="/ppt/tags/tag1718.xml" ContentType="application/vnd.openxmlformats-officedocument.presentationml.tags+xml"/>
  <Override PartName="/ppt/tags/tag1719.xml" ContentType="application/vnd.openxmlformats-officedocument.presentationml.tags+xml"/>
  <Override PartName="/ppt/tags/tag1720.xml" ContentType="application/vnd.openxmlformats-officedocument.presentationml.tags+xml"/>
  <Override PartName="/ppt/tags/tag1721.xml" ContentType="application/vnd.openxmlformats-officedocument.presentationml.tags+xml"/>
  <Override PartName="/ppt/tags/tag1722.xml" ContentType="application/vnd.openxmlformats-officedocument.presentationml.tags+xml"/>
  <Override PartName="/ppt/tags/tag1723.xml" ContentType="application/vnd.openxmlformats-officedocument.presentationml.tags+xml"/>
  <Override PartName="/ppt/tags/tag1724.xml" ContentType="application/vnd.openxmlformats-officedocument.presentationml.tags+xml"/>
  <Override PartName="/ppt/tags/tag1725.xml" ContentType="application/vnd.openxmlformats-officedocument.presentationml.tags+xml"/>
  <Override PartName="/ppt/tags/tag1726.xml" ContentType="application/vnd.openxmlformats-officedocument.presentationml.tags+xml"/>
  <Override PartName="/ppt/tags/tag1727.xml" ContentType="application/vnd.openxmlformats-officedocument.presentationml.tags+xml"/>
  <Override PartName="/ppt/tags/tag1728.xml" ContentType="application/vnd.openxmlformats-officedocument.presentationml.tags+xml"/>
  <Override PartName="/ppt/tags/tag1729.xml" ContentType="application/vnd.openxmlformats-officedocument.presentationml.tags+xml"/>
  <Override PartName="/ppt/tags/tag1730.xml" ContentType="application/vnd.openxmlformats-officedocument.presentationml.tags+xml"/>
  <Override PartName="/ppt/tags/tag1731.xml" ContentType="application/vnd.openxmlformats-officedocument.presentationml.tags+xml"/>
  <Override PartName="/ppt/tags/tag1732.xml" ContentType="application/vnd.openxmlformats-officedocument.presentationml.tags+xml"/>
  <Override PartName="/ppt/notesSlides/notesSlide34.xml" ContentType="application/vnd.openxmlformats-officedocument.presentationml.notesSlide+xml"/>
  <Override PartName="/ppt/tags/tag1733.xml" ContentType="application/vnd.openxmlformats-officedocument.presentationml.tags+xml"/>
  <Override PartName="/ppt/tags/tag1734.xml" ContentType="application/vnd.openxmlformats-officedocument.presentationml.tags+xml"/>
  <Override PartName="/ppt/tags/tag1735.xml" ContentType="application/vnd.openxmlformats-officedocument.presentationml.tags+xml"/>
  <Override PartName="/ppt/tags/tag1736.xml" ContentType="application/vnd.openxmlformats-officedocument.presentationml.tags+xml"/>
  <Override PartName="/ppt/tags/tag1737.xml" ContentType="application/vnd.openxmlformats-officedocument.presentationml.tags+xml"/>
  <Override PartName="/ppt/tags/tag1738.xml" ContentType="application/vnd.openxmlformats-officedocument.presentationml.tags+xml"/>
  <Override PartName="/ppt/tags/tag1739.xml" ContentType="application/vnd.openxmlformats-officedocument.presentationml.tags+xml"/>
  <Override PartName="/ppt/tags/tag1740.xml" ContentType="application/vnd.openxmlformats-officedocument.presentationml.tags+xml"/>
  <Override PartName="/ppt/tags/tag1741.xml" ContentType="application/vnd.openxmlformats-officedocument.presentationml.tags+xml"/>
  <Override PartName="/ppt/tags/tag1742.xml" ContentType="application/vnd.openxmlformats-officedocument.presentationml.tags+xml"/>
  <Override PartName="/ppt/tags/tag1743.xml" ContentType="application/vnd.openxmlformats-officedocument.presentationml.tags+xml"/>
  <Override PartName="/ppt/tags/tag1744.xml" ContentType="application/vnd.openxmlformats-officedocument.presentationml.tags+xml"/>
  <Override PartName="/ppt/tags/tag1745.xml" ContentType="application/vnd.openxmlformats-officedocument.presentationml.tags+xml"/>
  <Override PartName="/ppt/tags/tag1746.xml" ContentType="application/vnd.openxmlformats-officedocument.presentationml.tags+xml"/>
  <Override PartName="/ppt/tags/tag1747.xml" ContentType="application/vnd.openxmlformats-officedocument.presentationml.tags+xml"/>
  <Override PartName="/ppt/tags/tag1748.xml" ContentType="application/vnd.openxmlformats-officedocument.presentationml.tags+xml"/>
  <Override PartName="/ppt/tags/tag1749.xml" ContentType="application/vnd.openxmlformats-officedocument.presentationml.tags+xml"/>
  <Override PartName="/ppt/tags/tag1750.xml" ContentType="application/vnd.openxmlformats-officedocument.presentationml.tags+xml"/>
  <Override PartName="/ppt/tags/tag1751.xml" ContentType="application/vnd.openxmlformats-officedocument.presentationml.tags+xml"/>
  <Override PartName="/ppt/tags/tag1752.xml" ContentType="application/vnd.openxmlformats-officedocument.presentationml.tags+xml"/>
  <Override PartName="/ppt/tags/tag1753.xml" ContentType="application/vnd.openxmlformats-officedocument.presentationml.tags+xml"/>
  <Override PartName="/ppt/tags/tag1754.xml" ContentType="application/vnd.openxmlformats-officedocument.presentationml.tags+xml"/>
  <Override PartName="/ppt/tags/tag1755.xml" ContentType="application/vnd.openxmlformats-officedocument.presentationml.tags+xml"/>
  <Override PartName="/ppt/tags/tag1756.xml" ContentType="application/vnd.openxmlformats-officedocument.presentationml.tags+xml"/>
  <Override PartName="/ppt/tags/tag1757.xml" ContentType="application/vnd.openxmlformats-officedocument.presentationml.tags+xml"/>
  <Override PartName="/ppt/notesSlides/notesSlide35.xml" ContentType="application/vnd.openxmlformats-officedocument.presentationml.notesSlide+xml"/>
  <Override PartName="/ppt/tags/tag1758.xml" ContentType="application/vnd.openxmlformats-officedocument.presentationml.tags+xml"/>
  <Override PartName="/ppt/tags/tag1759.xml" ContentType="application/vnd.openxmlformats-officedocument.presentationml.tags+xml"/>
  <Override PartName="/ppt/tags/tag1760.xml" ContentType="application/vnd.openxmlformats-officedocument.presentationml.tags+xml"/>
  <Override PartName="/ppt/tags/tag1761.xml" ContentType="application/vnd.openxmlformats-officedocument.presentationml.tags+xml"/>
  <Override PartName="/ppt/notesSlides/notesSlide36.xml" ContentType="application/vnd.openxmlformats-officedocument.presentationml.notesSlide+xml"/>
  <Override PartName="/ppt/tags/tag1762.xml" ContentType="application/vnd.openxmlformats-officedocument.presentationml.tags+xml"/>
  <Override PartName="/ppt/tags/tag1763.xml" ContentType="application/vnd.openxmlformats-officedocument.presentationml.tags+xml"/>
  <Override PartName="/ppt/tags/tag1764.xml" ContentType="application/vnd.openxmlformats-officedocument.presentationml.tags+xml"/>
  <Override PartName="/ppt/tags/tag1765.xml" ContentType="application/vnd.openxmlformats-officedocument.presentationml.tags+xml"/>
  <Override PartName="/ppt/tags/tag1766.xml" ContentType="application/vnd.openxmlformats-officedocument.presentationml.tags+xml"/>
  <Override PartName="/ppt/tags/tag1767.xml" ContentType="application/vnd.openxmlformats-officedocument.presentationml.tags+xml"/>
  <Override PartName="/ppt/tags/tag1768.xml" ContentType="application/vnd.openxmlformats-officedocument.presentationml.tags+xml"/>
  <Override PartName="/ppt/tags/tag1769.xml" ContentType="application/vnd.openxmlformats-officedocument.presentationml.tags+xml"/>
  <Override PartName="/ppt/tags/tag1770.xml" ContentType="application/vnd.openxmlformats-officedocument.presentationml.tags+xml"/>
  <Override PartName="/ppt/tags/tag1771.xml" ContentType="application/vnd.openxmlformats-officedocument.presentationml.tags+xml"/>
  <Override PartName="/ppt/tags/tag1772.xml" ContentType="application/vnd.openxmlformats-officedocument.presentationml.tags+xml"/>
  <Override PartName="/ppt/tags/tag1773.xml" ContentType="application/vnd.openxmlformats-officedocument.presentationml.tags+xml"/>
  <Override PartName="/ppt/tags/tag1774.xml" ContentType="application/vnd.openxmlformats-officedocument.presentationml.tags+xml"/>
  <Override PartName="/ppt/tags/tag1775.xml" ContentType="application/vnd.openxmlformats-officedocument.presentationml.tags+xml"/>
  <Override PartName="/ppt/tags/tag1776.xml" ContentType="application/vnd.openxmlformats-officedocument.presentationml.tags+xml"/>
  <Override PartName="/ppt/tags/tag1777.xml" ContentType="application/vnd.openxmlformats-officedocument.presentationml.tags+xml"/>
  <Override PartName="/ppt/tags/tag1778.xml" ContentType="application/vnd.openxmlformats-officedocument.presentationml.tags+xml"/>
  <Override PartName="/ppt/tags/tag1779.xml" ContentType="application/vnd.openxmlformats-officedocument.presentationml.tags+xml"/>
  <Override PartName="/ppt/tags/tag1780.xml" ContentType="application/vnd.openxmlformats-officedocument.presentationml.tags+xml"/>
  <Override PartName="/ppt/tags/tag1781.xml" ContentType="application/vnd.openxmlformats-officedocument.presentationml.tags+xml"/>
  <Override PartName="/ppt/tags/tag1782.xml" ContentType="application/vnd.openxmlformats-officedocument.presentationml.tags+xml"/>
  <Override PartName="/ppt/tags/tag1783.xml" ContentType="application/vnd.openxmlformats-officedocument.presentationml.tags+xml"/>
  <Override PartName="/ppt/tags/tag1784.xml" ContentType="application/vnd.openxmlformats-officedocument.presentationml.tags+xml"/>
  <Override PartName="/ppt/tags/tag1785.xml" ContentType="application/vnd.openxmlformats-officedocument.presentationml.tags+xml"/>
  <Override PartName="/ppt/tags/tag1786.xml" ContentType="application/vnd.openxmlformats-officedocument.presentationml.tags+xml"/>
  <Override PartName="/ppt/tags/tag1787.xml" ContentType="application/vnd.openxmlformats-officedocument.presentationml.tags+xml"/>
  <Override PartName="/ppt/tags/tag1788.xml" ContentType="application/vnd.openxmlformats-officedocument.presentationml.tags+xml"/>
  <Override PartName="/ppt/tags/tag1789.xml" ContentType="application/vnd.openxmlformats-officedocument.presentationml.tags+xml"/>
  <Override PartName="/ppt/tags/tag1790.xml" ContentType="application/vnd.openxmlformats-officedocument.presentationml.tags+xml"/>
  <Override PartName="/ppt/tags/tag1791.xml" ContentType="application/vnd.openxmlformats-officedocument.presentationml.tags+xml"/>
  <Override PartName="/ppt/tags/tag1792.xml" ContentType="application/vnd.openxmlformats-officedocument.presentationml.tags+xml"/>
  <Override PartName="/ppt/tags/tag1793.xml" ContentType="application/vnd.openxmlformats-officedocument.presentationml.tags+xml"/>
  <Override PartName="/ppt/tags/tag1794.xml" ContentType="application/vnd.openxmlformats-officedocument.presentationml.tags+xml"/>
  <Override PartName="/ppt/tags/tag1795.xml" ContentType="application/vnd.openxmlformats-officedocument.presentationml.tags+xml"/>
  <Override PartName="/ppt/tags/tag1796.xml" ContentType="application/vnd.openxmlformats-officedocument.presentationml.tags+xml"/>
  <Override PartName="/ppt/tags/tag1797.xml" ContentType="application/vnd.openxmlformats-officedocument.presentationml.tags+xml"/>
  <Override PartName="/ppt/tags/tag1798.xml" ContentType="application/vnd.openxmlformats-officedocument.presentationml.tags+xml"/>
  <Override PartName="/ppt/tags/tag1799.xml" ContentType="application/vnd.openxmlformats-officedocument.presentationml.tags+xml"/>
  <Override PartName="/ppt/tags/tag1800.xml" ContentType="application/vnd.openxmlformats-officedocument.presentationml.tags+xml"/>
  <Override PartName="/ppt/tags/tag1801.xml" ContentType="application/vnd.openxmlformats-officedocument.presentationml.tags+xml"/>
  <Override PartName="/ppt/tags/tag1802.xml" ContentType="application/vnd.openxmlformats-officedocument.presentationml.tags+xml"/>
  <Override PartName="/ppt/tags/tag1803.xml" ContentType="application/vnd.openxmlformats-officedocument.presentationml.tags+xml"/>
  <Override PartName="/ppt/tags/tag1804.xml" ContentType="application/vnd.openxmlformats-officedocument.presentationml.tags+xml"/>
  <Override PartName="/ppt/tags/tag1805.xml" ContentType="application/vnd.openxmlformats-officedocument.presentationml.tags+xml"/>
  <Override PartName="/ppt/tags/tag1806.xml" ContentType="application/vnd.openxmlformats-officedocument.presentationml.tags+xml"/>
  <Override PartName="/ppt/tags/tag1807.xml" ContentType="application/vnd.openxmlformats-officedocument.presentationml.tags+xml"/>
  <Override PartName="/ppt/tags/tag1808.xml" ContentType="application/vnd.openxmlformats-officedocument.presentationml.tags+xml"/>
  <Override PartName="/ppt/tags/tag1809.xml" ContentType="application/vnd.openxmlformats-officedocument.presentationml.tags+xml"/>
  <Override PartName="/ppt/tags/tag1810.xml" ContentType="application/vnd.openxmlformats-officedocument.presentationml.tags+xml"/>
  <Override PartName="/ppt/tags/tag1811.xml" ContentType="application/vnd.openxmlformats-officedocument.presentationml.tags+xml"/>
  <Override PartName="/ppt/tags/tag1812.xml" ContentType="application/vnd.openxmlformats-officedocument.presentationml.tags+xml"/>
  <Override PartName="/ppt/tags/tag1813.xml" ContentType="application/vnd.openxmlformats-officedocument.presentationml.tags+xml"/>
  <Override PartName="/ppt/tags/tag1814.xml" ContentType="application/vnd.openxmlformats-officedocument.presentationml.tags+xml"/>
  <Override PartName="/ppt/tags/tag1815.xml" ContentType="application/vnd.openxmlformats-officedocument.presentationml.tags+xml"/>
  <Override PartName="/ppt/tags/tag1816.xml" ContentType="application/vnd.openxmlformats-officedocument.presentationml.tags+xml"/>
  <Override PartName="/ppt/tags/tag1817.xml" ContentType="application/vnd.openxmlformats-officedocument.presentationml.tags+xml"/>
  <Override PartName="/ppt/tags/tag1818.xml" ContentType="application/vnd.openxmlformats-officedocument.presentationml.tags+xml"/>
  <Override PartName="/ppt/tags/tag1819.xml" ContentType="application/vnd.openxmlformats-officedocument.presentationml.tags+xml"/>
  <Override PartName="/ppt/tags/tag1820.xml" ContentType="application/vnd.openxmlformats-officedocument.presentationml.tags+xml"/>
  <Override PartName="/ppt/tags/tag1821.xml" ContentType="application/vnd.openxmlformats-officedocument.presentationml.tags+xml"/>
  <Override PartName="/ppt/tags/tag1822.xml" ContentType="application/vnd.openxmlformats-officedocument.presentationml.tags+xml"/>
  <Override PartName="/ppt/tags/tag1823.xml" ContentType="application/vnd.openxmlformats-officedocument.presentationml.tags+xml"/>
  <Override PartName="/ppt/notesSlides/notesSlide37.xml" ContentType="application/vnd.openxmlformats-officedocument.presentationml.notesSlide+xml"/>
  <Override PartName="/ppt/tags/tag1824.xml" ContentType="application/vnd.openxmlformats-officedocument.presentationml.tags+xml"/>
  <Override PartName="/ppt/tags/tag1825.xml" ContentType="application/vnd.openxmlformats-officedocument.presentationml.tags+xml"/>
  <Override PartName="/ppt/tags/tag1826.xml" ContentType="application/vnd.openxmlformats-officedocument.presentationml.tags+xml"/>
  <Override PartName="/ppt/tags/tag1827.xml" ContentType="application/vnd.openxmlformats-officedocument.presentationml.tags+xml"/>
  <Override PartName="/ppt/tags/tag1828.xml" ContentType="application/vnd.openxmlformats-officedocument.presentationml.tags+xml"/>
  <Override PartName="/ppt/tags/tag1829.xml" ContentType="application/vnd.openxmlformats-officedocument.presentationml.tags+xml"/>
  <Override PartName="/ppt/tags/tag1830.xml" ContentType="application/vnd.openxmlformats-officedocument.presentationml.tags+xml"/>
  <Override PartName="/ppt/tags/tag1831.xml" ContentType="application/vnd.openxmlformats-officedocument.presentationml.tags+xml"/>
  <Override PartName="/ppt/tags/tag1832.xml" ContentType="application/vnd.openxmlformats-officedocument.presentationml.tags+xml"/>
  <Override PartName="/ppt/tags/tag1833.xml" ContentType="application/vnd.openxmlformats-officedocument.presentationml.tags+xml"/>
  <Override PartName="/ppt/tags/tag1834.xml" ContentType="application/vnd.openxmlformats-officedocument.presentationml.tags+xml"/>
  <Override PartName="/ppt/tags/tag1835.xml" ContentType="application/vnd.openxmlformats-officedocument.presentationml.tags+xml"/>
  <Override PartName="/ppt/tags/tag1836.xml" ContentType="application/vnd.openxmlformats-officedocument.presentationml.tags+xml"/>
  <Override PartName="/ppt/tags/tag1837.xml" ContentType="application/vnd.openxmlformats-officedocument.presentationml.tags+xml"/>
  <Override PartName="/ppt/tags/tag1838.xml" ContentType="application/vnd.openxmlformats-officedocument.presentationml.tags+xml"/>
  <Override PartName="/ppt/tags/tag1839.xml" ContentType="application/vnd.openxmlformats-officedocument.presentationml.tags+xml"/>
  <Override PartName="/ppt/tags/tag1840.xml" ContentType="application/vnd.openxmlformats-officedocument.presentationml.tags+xml"/>
  <Override PartName="/ppt/tags/tag1841.xml" ContentType="application/vnd.openxmlformats-officedocument.presentationml.tags+xml"/>
  <Override PartName="/ppt/tags/tag1842.xml" ContentType="application/vnd.openxmlformats-officedocument.presentationml.tags+xml"/>
  <Override PartName="/ppt/tags/tag1843.xml" ContentType="application/vnd.openxmlformats-officedocument.presentationml.tags+xml"/>
  <Override PartName="/ppt/tags/tag1844.xml" ContentType="application/vnd.openxmlformats-officedocument.presentationml.tags+xml"/>
  <Override PartName="/ppt/tags/tag1845.xml" ContentType="application/vnd.openxmlformats-officedocument.presentationml.tags+xml"/>
  <Override PartName="/ppt/tags/tag1846.xml" ContentType="application/vnd.openxmlformats-officedocument.presentationml.tags+xml"/>
  <Override PartName="/ppt/tags/tag1847.xml" ContentType="application/vnd.openxmlformats-officedocument.presentationml.tags+xml"/>
  <Override PartName="/ppt/tags/tag1848.xml" ContentType="application/vnd.openxmlformats-officedocument.presentationml.tags+xml"/>
  <Override PartName="/ppt/tags/tag1849.xml" ContentType="application/vnd.openxmlformats-officedocument.presentationml.tags+xml"/>
  <Override PartName="/ppt/tags/tag1850.xml" ContentType="application/vnd.openxmlformats-officedocument.presentationml.tags+xml"/>
  <Override PartName="/ppt/tags/tag1851.xml" ContentType="application/vnd.openxmlformats-officedocument.presentationml.tags+xml"/>
  <Override PartName="/ppt/tags/tag1852.xml" ContentType="application/vnd.openxmlformats-officedocument.presentationml.tags+xml"/>
  <Override PartName="/ppt/tags/tag1853.xml" ContentType="application/vnd.openxmlformats-officedocument.presentationml.tags+xml"/>
  <Override PartName="/ppt/tags/tag1854.xml" ContentType="application/vnd.openxmlformats-officedocument.presentationml.tags+xml"/>
  <Override PartName="/ppt/tags/tag1855.xml" ContentType="application/vnd.openxmlformats-officedocument.presentationml.tags+xml"/>
  <Override PartName="/ppt/tags/tag1856.xml" ContentType="application/vnd.openxmlformats-officedocument.presentationml.tags+xml"/>
  <Override PartName="/ppt/tags/tag1857.xml" ContentType="application/vnd.openxmlformats-officedocument.presentationml.tags+xml"/>
  <Override PartName="/ppt/tags/tag1858.xml" ContentType="application/vnd.openxmlformats-officedocument.presentationml.tags+xml"/>
  <Override PartName="/ppt/tags/tag1859.xml" ContentType="application/vnd.openxmlformats-officedocument.presentationml.tags+xml"/>
  <Override PartName="/ppt/tags/tag1860.xml" ContentType="application/vnd.openxmlformats-officedocument.presentationml.tags+xml"/>
  <Override PartName="/ppt/tags/tag1861.xml" ContentType="application/vnd.openxmlformats-officedocument.presentationml.tags+xml"/>
  <Override PartName="/ppt/tags/tag1862.xml" ContentType="application/vnd.openxmlformats-officedocument.presentationml.tags+xml"/>
  <Override PartName="/ppt/tags/tag1863.xml" ContentType="application/vnd.openxmlformats-officedocument.presentationml.tags+xml"/>
  <Override PartName="/ppt/tags/tag1864.xml" ContentType="application/vnd.openxmlformats-officedocument.presentationml.tags+xml"/>
  <Override PartName="/ppt/tags/tag1865.xml" ContentType="application/vnd.openxmlformats-officedocument.presentationml.tags+xml"/>
  <Override PartName="/ppt/tags/tag1866.xml" ContentType="application/vnd.openxmlformats-officedocument.presentationml.tags+xml"/>
  <Override PartName="/ppt/tags/tag1867.xml" ContentType="application/vnd.openxmlformats-officedocument.presentationml.tags+xml"/>
  <Override PartName="/ppt/tags/tag1868.xml" ContentType="application/vnd.openxmlformats-officedocument.presentationml.tags+xml"/>
  <Override PartName="/ppt/tags/tag1869.xml" ContentType="application/vnd.openxmlformats-officedocument.presentationml.tags+xml"/>
  <Override PartName="/ppt/tags/tag1870.xml" ContentType="application/vnd.openxmlformats-officedocument.presentationml.tags+xml"/>
  <Override PartName="/ppt/tags/tag1871.xml" ContentType="application/vnd.openxmlformats-officedocument.presentationml.tags+xml"/>
  <Override PartName="/ppt/tags/tag1872.xml" ContentType="application/vnd.openxmlformats-officedocument.presentationml.tags+xml"/>
  <Override PartName="/ppt/tags/tag1873.xml" ContentType="application/vnd.openxmlformats-officedocument.presentationml.tags+xml"/>
  <Override PartName="/ppt/tags/tag1874.xml" ContentType="application/vnd.openxmlformats-officedocument.presentationml.tags+xml"/>
  <Override PartName="/ppt/tags/tag1875.xml" ContentType="application/vnd.openxmlformats-officedocument.presentationml.tags+xml"/>
  <Override PartName="/ppt/tags/tag1876.xml" ContentType="application/vnd.openxmlformats-officedocument.presentationml.tags+xml"/>
  <Override PartName="/ppt/tags/tag1877.xml" ContentType="application/vnd.openxmlformats-officedocument.presentationml.tags+xml"/>
  <Override PartName="/ppt/tags/tag1878.xml" ContentType="application/vnd.openxmlformats-officedocument.presentationml.tags+xml"/>
  <Override PartName="/ppt/tags/tag1879.xml" ContentType="application/vnd.openxmlformats-officedocument.presentationml.tags+xml"/>
  <Override PartName="/ppt/tags/tag1880.xml" ContentType="application/vnd.openxmlformats-officedocument.presentationml.tags+xml"/>
  <Override PartName="/ppt/tags/tag1881.xml" ContentType="application/vnd.openxmlformats-officedocument.presentationml.tags+xml"/>
  <Override PartName="/ppt/tags/tag1882.xml" ContentType="application/vnd.openxmlformats-officedocument.presentationml.tags+xml"/>
  <Override PartName="/ppt/tags/tag1883.xml" ContentType="application/vnd.openxmlformats-officedocument.presentationml.tags+xml"/>
  <Override PartName="/ppt/tags/tag1884.xml" ContentType="application/vnd.openxmlformats-officedocument.presentationml.tags+xml"/>
  <Override PartName="/ppt/tags/tag1885.xml" ContentType="application/vnd.openxmlformats-officedocument.presentationml.tags+xml"/>
  <Override PartName="/ppt/tags/tag1886.xml" ContentType="application/vnd.openxmlformats-officedocument.presentationml.tags+xml"/>
  <Override PartName="/ppt/tags/tag1887.xml" ContentType="application/vnd.openxmlformats-officedocument.presentationml.tags+xml"/>
  <Override PartName="/ppt/tags/tag1888.xml" ContentType="application/vnd.openxmlformats-officedocument.presentationml.tags+xml"/>
  <Override PartName="/ppt/tags/tag1889.xml" ContentType="application/vnd.openxmlformats-officedocument.presentationml.tags+xml"/>
  <Override PartName="/ppt/tags/tag1890.xml" ContentType="application/vnd.openxmlformats-officedocument.presentationml.tags+xml"/>
  <Override PartName="/ppt/tags/tag1891.xml" ContentType="application/vnd.openxmlformats-officedocument.presentationml.tags+xml"/>
  <Override PartName="/ppt/tags/tag1892.xml" ContentType="application/vnd.openxmlformats-officedocument.presentationml.tags+xml"/>
  <Override PartName="/ppt/tags/tag1893.xml" ContentType="application/vnd.openxmlformats-officedocument.presentationml.tags+xml"/>
  <Override PartName="/ppt/tags/tag1894.xml" ContentType="application/vnd.openxmlformats-officedocument.presentationml.tags+xml"/>
  <Override PartName="/ppt/tags/tag1895.xml" ContentType="application/vnd.openxmlformats-officedocument.presentationml.tags+xml"/>
  <Override PartName="/ppt/tags/tag1896.xml" ContentType="application/vnd.openxmlformats-officedocument.presentationml.tags+xml"/>
  <Override PartName="/ppt/tags/tag1897.xml" ContentType="application/vnd.openxmlformats-officedocument.presentationml.tags+xml"/>
  <Override PartName="/ppt/tags/tag1898.xml" ContentType="application/vnd.openxmlformats-officedocument.presentationml.tags+xml"/>
  <Override PartName="/ppt/tags/tag1899.xml" ContentType="application/vnd.openxmlformats-officedocument.presentationml.tags+xml"/>
  <Override PartName="/ppt/tags/tag1900.xml" ContentType="application/vnd.openxmlformats-officedocument.presentationml.tags+xml"/>
  <Override PartName="/ppt/tags/tag1901.xml" ContentType="application/vnd.openxmlformats-officedocument.presentationml.tags+xml"/>
  <Override PartName="/ppt/notesSlides/notesSlide38.xml" ContentType="application/vnd.openxmlformats-officedocument.presentationml.notesSlide+xml"/>
  <Override PartName="/ppt/tags/tag1902.xml" ContentType="application/vnd.openxmlformats-officedocument.presentationml.tags+xml"/>
  <Override PartName="/ppt/tags/tag1903.xml" ContentType="application/vnd.openxmlformats-officedocument.presentationml.tags+xml"/>
  <Override PartName="/ppt/tags/tag1904.xml" ContentType="application/vnd.openxmlformats-officedocument.presentationml.tags+xml"/>
  <Override PartName="/ppt/tags/tag1905.xml" ContentType="application/vnd.openxmlformats-officedocument.presentationml.tags+xml"/>
  <Override PartName="/ppt/tags/tag1906.xml" ContentType="application/vnd.openxmlformats-officedocument.presentationml.tags+xml"/>
  <Override PartName="/ppt/tags/tag1907.xml" ContentType="application/vnd.openxmlformats-officedocument.presentationml.tags+xml"/>
  <Override PartName="/ppt/tags/tag1908.xml" ContentType="application/vnd.openxmlformats-officedocument.presentationml.tags+xml"/>
  <Override PartName="/ppt/tags/tag1909.xml" ContentType="application/vnd.openxmlformats-officedocument.presentationml.tags+xml"/>
  <Override PartName="/ppt/tags/tag1910.xml" ContentType="application/vnd.openxmlformats-officedocument.presentationml.tags+xml"/>
  <Override PartName="/ppt/tags/tag1911.xml" ContentType="application/vnd.openxmlformats-officedocument.presentationml.tags+xml"/>
  <Override PartName="/ppt/tags/tag1912.xml" ContentType="application/vnd.openxmlformats-officedocument.presentationml.tags+xml"/>
  <Override PartName="/ppt/tags/tag1913.xml" ContentType="application/vnd.openxmlformats-officedocument.presentationml.tags+xml"/>
  <Override PartName="/ppt/tags/tag1914.xml" ContentType="application/vnd.openxmlformats-officedocument.presentationml.tags+xml"/>
  <Override PartName="/ppt/tags/tag1915.xml" ContentType="application/vnd.openxmlformats-officedocument.presentationml.tags+xml"/>
  <Override PartName="/ppt/tags/tag1916.xml" ContentType="application/vnd.openxmlformats-officedocument.presentationml.tags+xml"/>
  <Override PartName="/ppt/tags/tag1917.xml" ContentType="application/vnd.openxmlformats-officedocument.presentationml.tags+xml"/>
  <Override PartName="/ppt/tags/tag1918.xml" ContentType="application/vnd.openxmlformats-officedocument.presentationml.tags+xml"/>
  <Override PartName="/ppt/tags/tag1919.xml" ContentType="application/vnd.openxmlformats-officedocument.presentationml.tags+xml"/>
  <Override PartName="/ppt/tags/tag1920.xml" ContentType="application/vnd.openxmlformats-officedocument.presentationml.tags+xml"/>
  <Override PartName="/ppt/tags/tag1921.xml" ContentType="application/vnd.openxmlformats-officedocument.presentationml.tags+xml"/>
  <Override PartName="/ppt/tags/tag1922.xml" ContentType="application/vnd.openxmlformats-officedocument.presentationml.tags+xml"/>
  <Override PartName="/ppt/tags/tag1923.xml" ContentType="application/vnd.openxmlformats-officedocument.presentationml.tags+xml"/>
  <Override PartName="/ppt/tags/tag1924.xml" ContentType="application/vnd.openxmlformats-officedocument.presentationml.tags+xml"/>
  <Override PartName="/ppt/tags/tag1925.xml" ContentType="application/vnd.openxmlformats-officedocument.presentationml.tags+xml"/>
  <Override PartName="/ppt/tags/tag1926.xml" ContentType="application/vnd.openxmlformats-officedocument.presentationml.tags+xml"/>
  <Override PartName="/ppt/tags/tag1927.xml" ContentType="application/vnd.openxmlformats-officedocument.presentationml.tags+xml"/>
  <Override PartName="/ppt/tags/tag1928.xml" ContentType="application/vnd.openxmlformats-officedocument.presentationml.tags+xml"/>
  <Override PartName="/ppt/tags/tag1929.xml" ContentType="application/vnd.openxmlformats-officedocument.presentationml.tags+xml"/>
  <Override PartName="/ppt/tags/tag1930.xml" ContentType="application/vnd.openxmlformats-officedocument.presentationml.tags+xml"/>
  <Override PartName="/ppt/tags/tag1931.xml" ContentType="application/vnd.openxmlformats-officedocument.presentationml.tags+xml"/>
  <Override PartName="/ppt/tags/tag1932.xml" ContentType="application/vnd.openxmlformats-officedocument.presentationml.tags+xml"/>
  <Override PartName="/ppt/tags/tag1933.xml" ContentType="application/vnd.openxmlformats-officedocument.presentationml.tags+xml"/>
  <Override PartName="/ppt/tags/tag1934.xml" ContentType="application/vnd.openxmlformats-officedocument.presentationml.tags+xml"/>
  <Override PartName="/ppt/tags/tag1935.xml" ContentType="application/vnd.openxmlformats-officedocument.presentationml.tags+xml"/>
  <Override PartName="/ppt/tags/tag1936.xml" ContentType="application/vnd.openxmlformats-officedocument.presentationml.tags+xml"/>
  <Override PartName="/ppt/tags/tag1937.xml" ContentType="application/vnd.openxmlformats-officedocument.presentationml.tags+xml"/>
  <Override PartName="/ppt/tags/tag1938.xml" ContentType="application/vnd.openxmlformats-officedocument.presentationml.tags+xml"/>
  <Override PartName="/ppt/tags/tag1939.xml" ContentType="application/vnd.openxmlformats-officedocument.presentationml.tags+xml"/>
  <Override PartName="/ppt/tags/tag1940.xml" ContentType="application/vnd.openxmlformats-officedocument.presentationml.tags+xml"/>
  <Override PartName="/ppt/tags/tag1941.xml" ContentType="application/vnd.openxmlformats-officedocument.presentationml.tags+xml"/>
  <Override PartName="/ppt/tags/tag1942.xml" ContentType="application/vnd.openxmlformats-officedocument.presentationml.tags+xml"/>
  <Override PartName="/ppt/tags/tag1943.xml" ContentType="application/vnd.openxmlformats-officedocument.presentationml.tags+xml"/>
  <Override PartName="/ppt/tags/tag1944.xml" ContentType="application/vnd.openxmlformats-officedocument.presentationml.tags+xml"/>
  <Override PartName="/ppt/tags/tag1945.xml" ContentType="application/vnd.openxmlformats-officedocument.presentationml.tags+xml"/>
  <Override PartName="/ppt/tags/tag1946.xml" ContentType="application/vnd.openxmlformats-officedocument.presentationml.tags+xml"/>
  <Override PartName="/ppt/tags/tag1947.xml" ContentType="application/vnd.openxmlformats-officedocument.presentationml.tags+xml"/>
  <Override PartName="/ppt/tags/tag1948.xml" ContentType="application/vnd.openxmlformats-officedocument.presentationml.tags+xml"/>
  <Override PartName="/ppt/tags/tag1949.xml" ContentType="application/vnd.openxmlformats-officedocument.presentationml.tags+xml"/>
  <Override PartName="/ppt/tags/tag1950.xml" ContentType="application/vnd.openxmlformats-officedocument.presentationml.tags+xml"/>
  <Override PartName="/ppt/tags/tag1951.xml" ContentType="application/vnd.openxmlformats-officedocument.presentationml.tags+xml"/>
  <Override PartName="/ppt/tags/tag1952.xml" ContentType="application/vnd.openxmlformats-officedocument.presentationml.tags+xml"/>
  <Override PartName="/ppt/tags/tag1953.xml" ContentType="application/vnd.openxmlformats-officedocument.presentationml.tags+xml"/>
  <Override PartName="/ppt/tags/tag1954.xml" ContentType="application/vnd.openxmlformats-officedocument.presentationml.tags+xml"/>
  <Override PartName="/ppt/tags/tag1955.xml" ContentType="application/vnd.openxmlformats-officedocument.presentationml.tags+xml"/>
  <Override PartName="/ppt/tags/tag1956.xml" ContentType="application/vnd.openxmlformats-officedocument.presentationml.tags+xml"/>
  <Override PartName="/ppt/tags/tag1957.xml" ContentType="application/vnd.openxmlformats-officedocument.presentationml.tags+xml"/>
  <Override PartName="/ppt/tags/tag1958.xml" ContentType="application/vnd.openxmlformats-officedocument.presentationml.tags+xml"/>
  <Override PartName="/ppt/tags/tag1959.xml" ContentType="application/vnd.openxmlformats-officedocument.presentationml.tags+xml"/>
  <Override PartName="/ppt/tags/tag1960.xml" ContentType="application/vnd.openxmlformats-officedocument.presentationml.tags+xml"/>
  <Override PartName="/ppt/tags/tag1961.xml" ContentType="application/vnd.openxmlformats-officedocument.presentationml.tags+xml"/>
  <Override PartName="/ppt/tags/tag1962.xml" ContentType="application/vnd.openxmlformats-officedocument.presentationml.tags+xml"/>
  <Override PartName="/ppt/tags/tag1963.xml" ContentType="application/vnd.openxmlformats-officedocument.presentationml.tags+xml"/>
  <Override PartName="/ppt/tags/tag1964.xml" ContentType="application/vnd.openxmlformats-officedocument.presentationml.tags+xml"/>
  <Override PartName="/ppt/tags/tag1965.xml" ContentType="application/vnd.openxmlformats-officedocument.presentationml.tags+xml"/>
  <Override PartName="/ppt/tags/tag1966.xml" ContentType="application/vnd.openxmlformats-officedocument.presentationml.tags+xml"/>
  <Override PartName="/ppt/tags/tag1967.xml" ContentType="application/vnd.openxmlformats-officedocument.presentationml.tags+xml"/>
  <Override PartName="/ppt/tags/tag1968.xml" ContentType="application/vnd.openxmlformats-officedocument.presentationml.tags+xml"/>
  <Override PartName="/ppt/tags/tag1969.xml" ContentType="application/vnd.openxmlformats-officedocument.presentationml.tags+xml"/>
  <Override PartName="/ppt/tags/tag1970.xml" ContentType="application/vnd.openxmlformats-officedocument.presentationml.tags+xml"/>
  <Override PartName="/ppt/tags/tag1971.xml" ContentType="application/vnd.openxmlformats-officedocument.presentationml.tags+xml"/>
  <Override PartName="/ppt/tags/tag1972.xml" ContentType="application/vnd.openxmlformats-officedocument.presentationml.tags+xml"/>
  <Override PartName="/ppt/tags/tag1973.xml" ContentType="application/vnd.openxmlformats-officedocument.presentationml.tags+xml"/>
  <Override PartName="/ppt/tags/tag1974.xml" ContentType="application/vnd.openxmlformats-officedocument.presentationml.tags+xml"/>
  <Override PartName="/ppt/tags/tag1975.xml" ContentType="application/vnd.openxmlformats-officedocument.presentationml.tags+xml"/>
  <Override PartName="/ppt/tags/tag1976.xml" ContentType="application/vnd.openxmlformats-officedocument.presentationml.tags+xml"/>
  <Override PartName="/ppt/tags/tag1977.xml" ContentType="application/vnd.openxmlformats-officedocument.presentationml.tags+xml"/>
  <Override PartName="/ppt/tags/tag1978.xml" ContentType="application/vnd.openxmlformats-officedocument.presentationml.tags+xml"/>
  <Override PartName="/ppt/tags/tag1979.xml" ContentType="application/vnd.openxmlformats-officedocument.presentationml.tags+xml"/>
  <Override PartName="/ppt/tags/tag1980.xml" ContentType="application/vnd.openxmlformats-officedocument.presentationml.tags+xml"/>
  <Override PartName="/ppt/tags/tag1981.xml" ContentType="application/vnd.openxmlformats-officedocument.presentationml.tags+xml"/>
  <Override PartName="/ppt/tags/tag1982.xml" ContentType="application/vnd.openxmlformats-officedocument.presentationml.tags+xml"/>
  <Override PartName="/ppt/tags/tag1983.xml" ContentType="application/vnd.openxmlformats-officedocument.presentationml.tags+xml"/>
  <Override PartName="/ppt/tags/tag1984.xml" ContentType="application/vnd.openxmlformats-officedocument.presentationml.tags+xml"/>
  <Override PartName="/ppt/tags/tag1985.xml" ContentType="application/vnd.openxmlformats-officedocument.presentationml.tags+xml"/>
  <Override PartName="/ppt/tags/tag1986.xml" ContentType="application/vnd.openxmlformats-officedocument.presentationml.tags+xml"/>
  <Override PartName="/ppt/tags/tag1987.xml" ContentType="application/vnd.openxmlformats-officedocument.presentationml.tags+xml"/>
  <Override PartName="/ppt/tags/tag1988.xml" ContentType="application/vnd.openxmlformats-officedocument.presentationml.tags+xml"/>
  <Override PartName="/ppt/tags/tag1989.xml" ContentType="application/vnd.openxmlformats-officedocument.presentationml.tags+xml"/>
  <Override PartName="/ppt/tags/tag1990.xml" ContentType="application/vnd.openxmlformats-officedocument.presentationml.tags+xml"/>
  <Override PartName="/ppt/tags/tag1991.xml" ContentType="application/vnd.openxmlformats-officedocument.presentationml.tags+xml"/>
  <Override PartName="/ppt/tags/tag1992.xml" ContentType="application/vnd.openxmlformats-officedocument.presentationml.tags+xml"/>
  <Override PartName="/ppt/tags/tag1993.xml" ContentType="application/vnd.openxmlformats-officedocument.presentationml.tags+xml"/>
  <Override PartName="/ppt/tags/tag1994.xml" ContentType="application/vnd.openxmlformats-officedocument.presentationml.tags+xml"/>
  <Override PartName="/ppt/tags/tag1995.xml" ContentType="application/vnd.openxmlformats-officedocument.presentationml.tags+xml"/>
  <Override PartName="/ppt/tags/tag1996.xml" ContentType="application/vnd.openxmlformats-officedocument.presentationml.tags+xml"/>
  <Override PartName="/ppt/tags/tag1997.xml" ContentType="application/vnd.openxmlformats-officedocument.presentationml.tags+xml"/>
  <Override PartName="/ppt/tags/tag1998.xml" ContentType="application/vnd.openxmlformats-officedocument.presentationml.tags+xml"/>
  <Override PartName="/ppt/tags/tag1999.xml" ContentType="application/vnd.openxmlformats-officedocument.presentationml.tags+xml"/>
  <Override PartName="/ppt/tags/tag2000.xml" ContentType="application/vnd.openxmlformats-officedocument.presentationml.tags+xml"/>
  <Override PartName="/ppt/tags/tag2001.xml" ContentType="application/vnd.openxmlformats-officedocument.presentationml.tags+xml"/>
  <Override PartName="/ppt/tags/tag2002.xml" ContentType="application/vnd.openxmlformats-officedocument.presentationml.tags+xml"/>
  <Override PartName="/ppt/tags/tag2003.xml" ContentType="application/vnd.openxmlformats-officedocument.presentationml.tags+xml"/>
  <Override PartName="/ppt/tags/tag2004.xml" ContentType="application/vnd.openxmlformats-officedocument.presentationml.tags+xml"/>
  <Override PartName="/ppt/tags/tag2005.xml" ContentType="application/vnd.openxmlformats-officedocument.presentationml.tags+xml"/>
  <Override PartName="/ppt/tags/tag2006.xml" ContentType="application/vnd.openxmlformats-officedocument.presentationml.tags+xml"/>
  <Override PartName="/ppt/tags/tag2007.xml" ContentType="application/vnd.openxmlformats-officedocument.presentationml.tags+xml"/>
  <Override PartName="/ppt/tags/tag2008.xml" ContentType="application/vnd.openxmlformats-officedocument.presentationml.tags+xml"/>
  <Override PartName="/ppt/tags/tag2009.xml" ContentType="application/vnd.openxmlformats-officedocument.presentationml.tags+xml"/>
  <Override PartName="/ppt/tags/tag2010.xml" ContentType="application/vnd.openxmlformats-officedocument.presentationml.tags+xml"/>
  <Override PartName="/ppt/tags/tag2011.xml" ContentType="application/vnd.openxmlformats-officedocument.presentationml.tags+xml"/>
  <Override PartName="/ppt/tags/tag2012.xml" ContentType="application/vnd.openxmlformats-officedocument.presentationml.tags+xml"/>
  <Override PartName="/ppt/tags/tag2013.xml" ContentType="application/vnd.openxmlformats-officedocument.presentationml.tags+xml"/>
  <Override PartName="/ppt/tags/tag2014.xml" ContentType="application/vnd.openxmlformats-officedocument.presentationml.tags+xml"/>
  <Override PartName="/ppt/tags/tag2015.xml" ContentType="application/vnd.openxmlformats-officedocument.presentationml.tags+xml"/>
  <Override PartName="/ppt/tags/tag2016.xml" ContentType="application/vnd.openxmlformats-officedocument.presentationml.tags+xml"/>
  <Override PartName="/ppt/tags/tag2017.xml" ContentType="application/vnd.openxmlformats-officedocument.presentationml.tags+xml"/>
  <Override PartName="/ppt/tags/tag2018.xml" ContentType="application/vnd.openxmlformats-officedocument.presentationml.tags+xml"/>
  <Override PartName="/ppt/tags/tag2019.xml" ContentType="application/vnd.openxmlformats-officedocument.presentationml.tags+xml"/>
  <Override PartName="/ppt/tags/tag2020.xml" ContentType="application/vnd.openxmlformats-officedocument.presentationml.tags+xml"/>
  <Override PartName="/ppt/tags/tag2021.xml" ContentType="application/vnd.openxmlformats-officedocument.presentationml.tags+xml"/>
  <Override PartName="/ppt/tags/tag2022.xml" ContentType="application/vnd.openxmlformats-officedocument.presentationml.tags+xml"/>
  <Override PartName="/ppt/tags/tag2023.xml" ContentType="application/vnd.openxmlformats-officedocument.presentationml.tags+xml"/>
  <Override PartName="/ppt/tags/tag2024.xml" ContentType="application/vnd.openxmlformats-officedocument.presentationml.tags+xml"/>
  <Override PartName="/ppt/tags/tag2025.xml" ContentType="application/vnd.openxmlformats-officedocument.presentationml.tags+xml"/>
  <Override PartName="/ppt/tags/tag2026.xml" ContentType="application/vnd.openxmlformats-officedocument.presentationml.tags+xml"/>
  <Override PartName="/ppt/tags/tag2027.xml" ContentType="application/vnd.openxmlformats-officedocument.presentationml.tags+xml"/>
  <Override PartName="/ppt/tags/tag2028.xml" ContentType="application/vnd.openxmlformats-officedocument.presentationml.tags+xml"/>
  <Override PartName="/ppt/tags/tag2029.xml" ContentType="application/vnd.openxmlformats-officedocument.presentationml.tags+xml"/>
  <Override PartName="/ppt/tags/tag2030.xml" ContentType="application/vnd.openxmlformats-officedocument.presentationml.tags+xml"/>
  <Override PartName="/ppt/tags/tag2031.xml" ContentType="application/vnd.openxmlformats-officedocument.presentationml.tags+xml"/>
  <Override PartName="/ppt/tags/tag2032.xml" ContentType="application/vnd.openxmlformats-officedocument.presentationml.tags+xml"/>
  <Override PartName="/ppt/tags/tag2033.xml" ContentType="application/vnd.openxmlformats-officedocument.presentationml.tags+xml"/>
  <Override PartName="/ppt/tags/tag2034.xml" ContentType="application/vnd.openxmlformats-officedocument.presentationml.tags+xml"/>
  <Override PartName="/ppt/tags/tag2035.xml" ContentType="application/vnd.openxmlformats-officedocument.presentationml.tags+xml"/>
  <Override PartName="/ppt/tags/tag2036.xml" ContentType="application/vnd.openxmlformats-officedocument.presentationml.tags+xml"/>
  <Override PartName="/ppt/tags/tag2037.xml" ContentType="application/vnd.openxmlformats-officedocument.presentationml.tags+xml"/>
  <Override PartName="/ppt/tags/tag2038.xml" ContentType="application/vnd.openxmlformats-officedocument.presentationml.tags+xml"/>
  <Override PartName="/ppt/tags/tag2039.xml" ContentType="application/vnd.openxmlformats-officedocument.presentationml.tags+xml"/>
  <Override PartName="/ppt/tags/tag2040.xml" ContentType="application/vnd.openxmlformats-officedocument.presentationml.tags+xml"/>
  <Override PartName="/ppt/tags/tag2041.xml" ContentType="application/vnd.openxmlformats-officedocument.presentationml.tags+xml"/>
  <Override PartName="/ppt/tags/tag2042.xml" ContentType="application/vnd.openxmlformats-officedocument.presentationml.tags+xml"/>
  <Override PartName="/ppt/tags/tag2043.xml" ContentType="application/vnd.openxmlformats-officedocument.presentationml.tags+xml"/>
  <Override PartName="/ppt/tags/tag2044.xml" ContentType="application/vnd.openxmlformats-officedocument.presentationml.tags+xml"/>
  <Override PartName="/ppt/tags/tag2045.xml" ContentType="application/vnd.openxmlformats-officedocument.presentationml.tags+xml"/>
  <Override PartName="/ppt/tags/tag2046.xml" ContentType="application/vnd.openxmlformats-officedocument.presentationml.tags+xml"/>
  <Override PartName="/ppt/notesSlides/notesSlide39.xml" ContentType="application/vnd.openxmlformats-officedocument.presentationml.notesSlide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tags/tag2047.xml" ContentType="application/vnd.openxmlformats-officedocument.presentationml.tags+xml"/>
  <Override PartName="/ppt/tags/tag2048.xml" ContentType="application/vnd.openxmlformats-officedocument.presentationml.tags+xml"/>
  <Override PartName="/ppt/tags/tag2049.xml" ContentType="application/vnd.openxmlformats-officedocument.presentationml.tags+xml"/>
  <Override PartName="/ppt/tags/tag2050.xml" ContentType="application/vnd.openxmlformats-officedocument.presentationml.tags+xml"/>
  <Override PartName="/ppt/tags/tag2051.xml" ContentType="application/vnd.openxmlformats-officedocument.presentationml.tags+xml"/>
  <Override PartName="/ppt/tags/tag2052.xml" ContentType="application/vnd.openxmlformats-officedocument.presentationml.tags+xml"/>
  <Override PartName="/ppt/tags/tag2053.xml" ContentType="application/vnd.openxmlformats-officedocument.presentationml.tags+xml"/>
  <Override PartName="/ppt/tags/tag2054.xml" ContentType="application/vnd.openxmlformats-officedocument.presentationml.tags+xml"/>
  <Override PartName="/ppt/tags/tag2055.xml" ContentType="application/vnd.openxmlformats-officedocument.presentationml.tags+xml"/>
  <Override PartName="/ppt/tags/tag2056.xml" ContentType="application/vnd.openxmlformats-officedocument.presentationml.tags+xml"/>
  <Override PartName="/ppt/tags/tag2057.xml" ContentType="application/vnd.openxmlformats-officedocument.presentationml.tags+xml"/>
  <Override PartName="/ppt/tags/tag2058.xml" ContentType="application/vnd.openxmlformats-officedocument.presentationml.tags+xml"/>
  <Override PartName="/ppt/tags/tag2059.xml" ContentType="application/vnd.openxmlformats-officedocument.presentationml.tags+xml"/>
  <Override PartName="/ppt/tags/tag2060.xml" ContentType="application/vnd.openxmlformats-officedocument.presentationml.tags+xml"/>
  <Override PartName="/ppt/tags/tag2061.xml" ContentType="application/vnd.openxmlformats-officedocument.presentationml.tags+xml"/>
  <Override PartName="/ppt/tags/tag2062.xml" ContentType="application/vnd.openxmlformats-officedocument.presentationml.tags+xml"/>
  <Override PartName="/ppt/tags/tag2063.xml" ContentType="application/vnd.openxmlformats-officedocument.presentationml.tags+xml"/>
  <Override PartName="/ppt/tags/tag2064.xml" ContentType="application/vnd.openxmlformats-officedocument.presentationml.tags+xml"/>
  <Override PartName="/ppt/tags/tag2065.xml" ContentType="application/vnd.openxmlformats-officedocument.presentationml.tags+xml"/>
  <Override PartName="/ppt/tags/tag2066.xml" ContentType="application/vnd.openxmlformats-officedocument.presentationml.tags+xml"/>
  <Override PartName="/ppt/tags/tag2067.xml" ContentType="application/vnd.openxmlformats-officedocument.presentationml.tags+xml"/>
  <Override PartName="/ppt/tags/tag2068.xml" ContentType="application/vnd.openxmlformats-officedocument.presentationml.tags+xml"/>
  <Override PartName="/ppt/tags/tag2069.xml" ContentType="application/vnd.openxmlformats-officedocument.presentationml.tags+xml"/>
  <Override PartName="/ppt/tags/tag2070.xml" ContentType="application/vnd.openxmlformats-officedocument.presentationml.tags+xml"/>
  <Override PartName="/ppt/tags/tag2071.xml" ContentType="application/vnd.openxmlformats-officedocument.presentationml.tags+xml"/>
  <Override PartName="/ppt/tags/tag2072.xml" ContentType="application/vnd.openxmlformats-officedocument.presentationml.tags+xml"/>
  <Override PartName="/ppt/tags/tag2073.xml" ContentType="application/vnd.openxmlformats-officedocument.presentationml.tags+xml"/>
  <Override PartName="/ppt/tags/tag2074.xml" ContentType="application/vnd.openxmlformats-officedocument.presentationml.tags+xml"/>
  <Override PartName="/ppt/tags/tag2075.xml" ContentType="application/vnd.openxmlformats-officedocument.presentationml.tags+xml"/>
  <Override PartName="/ppt/tags/tag2076.xml" ContentType="application/vnd.openxmlformats-officedocument.presentationml.tags+xml"/>
  <Override PartName="/ppt/tags/tag2077.xml" ContentType="application/vnd.openxmlformats-officedocument.presentationml.tags+xml"/>
  <Override PartName="/ppt/tags/tag2078.xml" ContentType="application/vnd.openxmlformats-officedocument.presentationml.tags+xml"/>
  <Override PartName="/ppt/tags/tag2079.xml" ContentType="application/vnd.openxmlformats-officedocument.presentationml.tags+xml"/>
  <Override PartName="/ppt/tags/tag2080.xml" ContentType="application/vnd.openxmlformats-officedocument.presentationml.tags+xml"/>
  <Override PartName="/ppt/tags/tag2081.xml" ContentType="application/vnd.openxmlformats-officedocument.presentationml.tags+xml"/>
  <Override PartName="/ppt/tags/tag2082.xml" ContentType="application/vnd.openxmlformats-officedocument.presentationml.tags+xml"/>
  <Override PartName="/ppt/tags/tag2083.xml" ContentType="application/vnd.openxmlformats-officedocument.presentationml.tags+xml"/>
  <Override PartName="/ppt/tags/tag2084.xml" ContentType="application/vnd.openxmlformats-officedocument.presentationml.tags+xml"/>
  <Override PartName="/ppt/tags/tag2085.xml" ContentType="application/vnd.openxmlformats-officedocument.presentationml.tags+xml"/>
  <Override PartName="/ppt/tags/tag2086.xml" ContentType="application/vnd.openxmlformats-officedocument.presentationml.tags+xml"/>
  <Override PartName="/ppt/tags/tag2087.xml" ContentType="application/vnd.openxmlformats-officedocument.presentationml.tags+xml"/>
  <Override PartName="/ppt/tags/tag2088.xml" ContentType="application/vnd.openxmlformats-officedocument.presentationml.tags+xml"/>
  <Override PartName="/ppt/tags/tag2089.xml" ContentType="application/vnd.openxmlformats-officedocument.presentationml.tags+xml"/>
  <Override PartName="/ppt/tags/tag2090.xml" ContentType="application/vnd.openxmlformats-officedocument.presentationml.tags+xml"/>
  <Override PartName="/ppt/tags/tag2091.xml" ContentType="application/vnd.openxmlformats-officedocument.presentationml.tags+xml"/>
  <Override PartName="/ppt/tags/tag2092.xml" ContentType="application/vnd.openxmlformats-officedocument.presentationml.tags+xml"/>
  <Override PartName="/ppt/tags/tag2093.xml" ContentType="application/vnd.openxmlformats-officedocument.presentationml.tags+xml"/>
  <Override PartName="/ppt/tags/tag2094.xml" ContentType="application/vnd.openxmlformats-officedocument.presentationml.tags+xml"/>
  <Override PartName="/ppt/tags/tag2095.xml" ContentType="application/vnd.openxmlformats-officedocument.presentationml.tags+xml"/>
  <Override PartName="/ppt/tags/tag2096.xml" ContentType="application/vnd.openxmlformats-officedocument.presentationml.tags+xml"/>
  <Override PartName="/ppt/tags/tag2097.xml" ContentType="application/vnd.openxmlformats-officedocument.presentationml.tags+xml"/>
  <Override PartName="/ppt/tags/tag2098.xml" ContentType="application/vnd.openxmlformats-officedocument.presentationml.tags+xml"/>
  <Override PartName="/ppt/tags/tag2099.xml" ContentType="application/vnd.openxmlformats-officedocument.presentationml.tags+xml"/>
  <Override PartName="/ppt/tags/tag2100.xml" ContentType="application/vnd.openxmlformats-officedocument.presentationml.tags+xml"/>
  <Override PartName="/ppt/tags/tag2101.xml" ContentType="application/vnd.openxmlformats-officedocument.presentationml.tags+xml"/>
  <Override PartName="/ppt/tags/tag2102.xml" ContentType="application/vnd.openxmlformats-officedocument.presentationml.tags+xml"/>
  <Override PartName="/ppt/tags/tag2103.xml" ContentType="application/vnd.openxmlformats-officedocument.presentationml.tags+xml"/>
  <Override PartName="/ppt/tags/tag2104.xml" ContentType="application/vnd.openxmlformats-officedocument.presentationml.tags+xml"/>
  <Override PartName="/ppt/tags/tag2105.xml" ContentType="application/vnd.openxmlformats-officedocument.presentationml.tags+xml"/>
  <Override PartName="/ppt/tags/tag2106.xml" ContentType="application/vnd.openxmlformats-officedocument.presentationml.tags+xml"/>
  <Override PartName="/ppt/tags/tag2107.xml" ContentType="application/vnd.openxmlformats-officedocument.presentationml.tags+xml"/>
  <Override PartName="/ppt/tags/tag2108.xml" ContentType="application/vnd.openxmlformats-officedocument.presentationml.tags+xml"/>
  <Override PartName="/ppt/tags/tag2109.xml" ContentType="application/vnd.openxmlformats-officedocument.presentationml.tags+xml"/>
  <Override PartName="/ppt/tags/tag2110.xml" ContentType="application/vnd.openxmlformats-officedocument.presentationml.tags+xml"/>
  <Override PartName="/ppt/tags/tag2111.xml" ContentType="application/vnd.openxmlformats-officedocument.presentationml.tags+xml"/>
  <Override PartName="/ppt/tags/tag2112.xml" ContentType="application/vnd.openxmlformats-officedocument.presentationml.tags+xml"/>
  <Override PartName="/ppt/tags/tag2113.xml" ContentType="application/vnd.openxmlformats-officedocument.presentationml.tags+xml"/>
  <Override PartName="/ppt/tags/tag2114.xml" ContentType="application/vnd.openxmlformats-officedocument.presentationml.tags+xml"/>
  <Override PartName="/ppt/tags/tag2115.xml" ContentType="application/vnd.openxmlformats-officedocument.presentationml.tags+xml"/>
  <Override PartName="/ppt/tags/tag2116.xml" ContentType="application/vnd.openxmlformats-officedocument.presentationml.tags+xml"/>
  <Override PartName="/ppt/tags/tag2117.xml" ContentType="application/vnd.openxmlformats-officedocument.presentationml.tags+xml"/>
  <Override PartName="/ppt/tags/tag2118.xml" ContentType="application/vnd.openxmlformats-officedocument.presentationml.tags+xml"/>
  <Override PartName="/ppt/tags/tag2119.xml" ContentType="application/vnd.openxmlformats-officedocument.presentationml.tags+xml"/>
  <Override PartName="/ppt/tags/tag2120.xml" ContentType="application/vnd.openxmlformats-officedocument.presentationml.tags+xml"/>
  <Override PartName="/ppt/tags/tag2121.xml" ContentType="application/vnd.openxmlformats-officedocument.presentationml.tags+xml"/>
  <Override PartName="/ppt/tags/tag2122.xml" ContentType="application/vnd.openxmlformats-officedocument.presentationml.tags+xml"/>
  <Override PartName="/ppt/tags/tag2123.xml" ContentType="application/vnd.openxmlformats-officedocument.presentationml.tags+xml"/>
  <Override PartName="/ppt/tags/tag2124.xml" ContentType="application/vnd.openxmlformats-officedocument.presentationml.tags+xml"/>
  <Override PartName="/ppt/tags/tag2125.xml" ContentType="application/vnd.openxmlformats-officedocument.presentationml.tags+xml"/>
  <Override PartName="/ppt/tags/tag2126.xml" ContentType="application/vnd.openxmlformats-officedocument.presentationml.tags+xml"/>
  <Override PartName="/ppt/tags/tag2127.xml" ContentType="application/vnd.openxmlformats-officedocument.presentationml.tags+xml"/>
  <Override PartName="/ppt/tags/tag2128.xml" ContentType="application/vnd.openxmlformats-officedocument.presentationml.tags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charts/chart100.xml" ContentType="application/vnd.openxmlformats-officedocument.drawingml.chart+xml"/>
  <Override PartName="/ppt/tags/tag2129.xml" ContentType="application/vnd.openxmlformats-officedocument.presentationml.tags+xml"/>
  <Override PartName="/ppt/tags/tag2130.xml" ContentType="application/vnd.openxmlformats-officedocument.presentationml.tags+xml"/>
  <Override PartName="/ppt/tags/tag2131.xml" ContentType="application/vnd.openxmlformats-officedocument.presentationml.tags+xml"/>
  <Override PartName="/ppt/tags/tag2132.xml" ContentType="application/vnd.openxmlformats-officedocument.presentationml.tags+xml"/>
  <Override PartName="/ppt/tags/tag2133.xml" ContentType="application/vnd.openxmlformats-officedocument.presentationml.tags+xml"/>
  <Override PartName="/ppt/tags/tag2134.xml" ContentType="application/vnd.openxmlformats-officedocument.presentationml.tags+xml"/>
  <Override PartName="/ppt/tags/tag2135.xml" ContentType="application/vnd.openxmlformats-officedocument.presentationml.tags+xml"/>
  <Override PartName="/ppt/tags/tag2136.xml" ContentType="application/vnd.openxmlformats-officedocument.presentationml.tags+xml"/>
  <Override PartName="/ppt/tags/tag2137.xml" ContentType="application/vnd.openxmlformats-officedocument.presentationml.tags+xml"/>
  <Override PartName="/ppt/tags/tag2138.xml" ContentType="application/vnd.openxmlformats-officedocument.presentationml.tags+xml"/>
  <Override PartName="/ppt/tags/tag2139.xml" ContentType="application/vnd.openxmlformats-officedocument.presentationml.tags+xml"/>
  <Override PartName="/ppt/tags/tag2140.xml" ContentType="application/vnd.openxmlformats-officedocument.presentationml.tags+xml"/>
  <Override PartName="/ppt/tags/tag2141.xml" ContentType="application/vnd.openxmlformats-officedocument.presentationml.tags+xml"/>
  <Override PartName="/ppt/tags/tag2142.xml" ContentType="application/vnd.openxmlformats-officedocument.presentationml.tags+xml"/>
  <Override PartName="/ppt/tags/tag2143.xml" ContentType="application/vnd.openxmlformats-officedocument.presentationml.tags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900" r:id="rId5"/>
  </p:sldMasterIdLst>
  <p:notesMasterIdLst>
    <p:notesMasterId r:id="rId70"/>
  </p:notesMasterIdLst>
  <p:handoutMasterIdLst>
    <p:handoutMasterId r:id="rId71"/>
  </p:handoutMasterIdLst>
  <p:sldIdLst>
    <p:sldId id="2147483012" r:id="rId6"/>
    <p:sldId id="271" r:id="rId7"/>
    <p:sldId id="270" r:id="rId8"/>
    <p:sldId id="260" r:id="rId9"/>
    <p:sldId id="274" r:id="rId10"/>
    <p:sldId id="257" r:id="rId11"/>
    <p:sldId id="280" r:id="rId12"/>
    <p:sldId id="2147482988" r:id="rId13"/>
    <p:sldId id="259" r:id="rId14"/>
    <p:sldId id="281" r:id="rId15"/>
    <p:sldId id="2147482976" r:id="rId16"/>
    <p:sldId id="2147483646" r:id="rId17"/>
    <p:sldId id="2147482977" r:id="rId18"/>
    <p:sldId id="282" r:id="rId19"/>
    <p:sldId id="2147482978" r:id="rId20"/>
    <p:sldId id="283" r:id="rId21"/>
    <p:sldId id="261" r:id="rId22"/>
    <p:sldId id="263" r:id="rId23"/>
    <p:sldId id="264" r:id="rId24"/>
    <p:sldId id="2147482987" r:id="rId25"/>
    <p:sldId id="285" r:id="rId26"/>
    <p:sldId id="2147482847" r:id="rId27"/>
    <p:sldId id="2147482835" r:id="rId28"/>
    <p:sldId id="2147482982" r:id="rId29"/>
    <p:sldId id="262" r:id="rId30"/>
    <p:sldId id="279" r:id="rId31"/>
    <p:sldId id="284" r:id="rId32"/>
    <p:sldId id="2147482985" r:id="rId33"/>
    <p:sldId id="7074" r:id="rId34"/>
    <p:sldId id="2147483647" r:id="rId35"/>
    <p:sldId id="297" r:id="rId36"/>
    <p:sldId id="298" r:id="rId37"/>
    <p:sldId id="2134804410" r:id="rId38"/>
    <p:sldId id="266" r:id="rId39"/>
    <p:sldId id="2147483629" r:id="rId40"/>
    <p:sldId id="287" r:id="rId41"/>
    <p:sldId id="2134804404" r:id="rId42"/>
    <p:sldId id="2134804424" r:id="rId43"/>
    <p:sldId id="2147483625" r:id="rId44"/>
    <p:sldId id="2147480405" r:id="rId45"/>
    <p:sldId id="286" r:id="rId46"/>
    <p:sldId id="288" r:id="rId47"/>
    <p:sldId id="322" r:id="rId48"/>
    <p:sldId id="2147480383" r:id="rId49"/>
    <p:sldId id="2147479339" r:id="rId50"/>
    <p:sldId id="292" r:id="rId51"/>
    <p:sldId id="289" r:id="rId52"/>
    <p:sldId id="2147480381" r:id="rId53"/>
    <p:sldId id="2147480385" r:id="rId54"/>
    <p:sldId id="265" r:id="rId55"/>
    <p:sldId id="306" r:id="rId56"/>
    <p:sldId id="295" r:id="rId57"/>
    <p:sldId id="293" r:id="rId58"/>
    <p:sldId id="2147482973" r:id="rId59"/>
    <p:sldId id="294" r:id="rId60"/>
    <p:sldId id="2147483627" r:id="rId61"/>
    <p:sldId id="291" r:id="rId62"/>
    <p:sldId id="2147483628" r:id="rId63"/>
    <p:sldId id="256" r:id="rId64"/>
    <p:sldId id="2147483645" r:id="rId65"/>
    <p:sldId id="2147483638" r:id="rId66"/>
    <p:sldId id="268" r:id="rId67"/>
    <p:sldId id="305" r:id="rId68"/>
    <p:sldId id="258" r:id="rId69"/>
  </p:sldIdLst>
  <p:sldSz cx="12192000" cy="6858000"/>
  <p:notesSz cx="7102475" cy="9388475"/>
  <p:custDataLst>
    <p:tags r:id="rId72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CA497640-9F12-D0D7-23C7-745A10EB2387}" name="Srikanth Jayarajan" initials="SJ" userId="dMYpSlfjzFcYPEDsXjVgLmU1LCIkAjLNCqtAilE+2dM=" providerId="None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Haley Rich" initials="HR" lastIdx="1" clrIdx="0">
    <p:extLst>
      <p:ext uri="{19B8F6BF-5375-455C-9EA6-DF929625EA0E}">
        <p15:presenceInfo xmlns:p15="http://schemas.microsoft.com/office/powerpoint/2012/main" userId="S-1-5-21-1801674531-1788223648-725345543-11859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F7F7F"/>
    <a:srgbClr val="1C863F"/>
    <a:srgbClr val="D0D0D0"/>
    <a:srgbClr val="051C2C"/>
    <a:srgbClr val="000000"/>
    <a:srgbClr val="AFC3FF"/>
    <a:srgbClr val="0D3171"/>
    <a:srgbClr val="E6E6E6"/>
    <a:srgbClr val="4D4D4D"/>
    <a:srgbClr val="00A9F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254FFA1-EF77-4521-9C28-2DCD8A6DF4E8}" v="32" dt="2026-06-30T22:12:10.344"/>
    <p1510:client id="{0A3461D9-AD9E-4DEE-AD15-3C84A00D9E14}" v="7473" dt="2026-06-30T06:54:01.726"/>
    <p1510:client id="{0E8C4699-985F-0C6E-021D-67F1AEE1D302}" v="29" dt="2026-06-30T18:04:05.699"/>
    <p1510:client id="{28539E26-3E49-4400-998E-F33F70E37371}" v="18188" dt="2026-06-30T16:23:37.204"/>
    <p1510:client id="{29316A04-0EA0-48D8-8484-1F1D2D8FF242}" v="442" dt="2026-06-30T20:24:08.998"/>
    <p1510:client id="{80A0B475-4EE0-4F14-8E9D-BB7B143E1B51}" v="8" dt="2026-06-30T16:34:41.664"/>
    <p1510:client id="{AE4166EC-35D6-40FB-BF64-FF0A864B75B3}" v="635" dt="2026-06-30T18:12:13.296"/>
    <p1510:client id="{B1B197EC-3FB4-44CC-A6B9-9ACD818ECC81}" v="394" dt="2026-06-30T19:52:29.801"/>
    <p1510:client id="{C5C831FC-7CBE-47A7-914C-3CEA155DA813}" v="6209" dt="2026-06-30T18:22:14.885"/>
    <p1510:client id="{D4ACF128-494B-45DE-A0A1-9850E3BBDC11}" v="1136" dt="2026-06-30T18:12:58.896"/>
    <p1510:client id="{FC5D4404-8ED4-4400-99BC-7887CEB766B9}" v="925" dt="2026-06-30T16:14:57.981"/>
    <p1510:client id="{FEE09E50-3894-4809-9639-F3CCF07C69BD}" v="73" dt="2026-06-30T19:34:04.906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howGuides="1">
      <p:cViewPr varScale="1">
        <p:scale>
          <a:sx n="115" d="100"/>
          <a:sy n="115" d="100"/>
        </p:scale>
        <p:origin x="396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47" Type="http://schemas.openxmlformats.org/officeDocument/2006/relationships/slide" Target="slides/slide42.xml"/><Relationship Id="rId63" Type="http://schemas.openxmlformats.org/officeDocument/2006/relationships/slide" Target="slides/slide58.xml"/><Relationship Id="rId68" Type="http://schemas.openxmlformats.org/officeDocument/2006/relationships/slide" Target="slides/slide63.xml"/><Relationship Id="rId16" Type="http://schemas.openxmlformats.org/officeDocument/2006/relationships/slide" Target="slides/slide1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66" Type="http://schemas.openxmlformats.org/officeDocument/2006/relationships/slide" Target="slides/slide61.xml"/><Relationship Id="rId74" Type="http://schemas.openxmlformats.org/officeDocument/2006/relationships/presProps" Target="presProps.xml"/><Relationship Id="rId79" Type="http://schemas.microsoft.com/office/2015/10/relationships/revisionInfo" Target="revisionInfo.xml"/><Relationship Id="rId5" Type="http://schemas.openxmlformats.org/officeDocument/2006/relationships/slideMaster" Target="slideMasters/slideMaster1.xml"/><Relationship Id="rId61" Type="http://schemas.openxmlformats.org/officeDocument/2006/relationships/slide" Target="slides/slide56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56" Type="http://schemas.openxmlformats.org/officeDocument/2006/relationships/slide" Target="slides/slide51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77" Type="http://schemas.openxmlformats.org/officeDocument/2006/relationships/tableStyles" Target="tableStyles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tags" Target="tags/tag1.xml"/><Relationship Id="rId80" Type="http://schemas.microsoft.com/office/2018/10/relationships/authors" Target="authors.xml"/><Relationship Id="rId3" Type="http://schemas.openxmlformats.org/officeDocument/2006/relationships/customXml" Target="../customXml/item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46" Type="http://schemas.openxmlformats.org/officeDocument/2006/relationships/slide" Target="slides/slide41.xml"/><Relationship Id="rId59" Type="http://schemas.openxmlformats.org/officeDocument/2006/relationships/slide" Target="slides/slide54.xml"/><Relationship Id="rId67" Type="http://schemas.openxmlformats.org/officeDocument/2006/relationships/slide" Target="slides/slide62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54" Type="http://schemas.openxmlformats.org/officeDocument/2006/relationships/slide" Target="slides/slide49.xml"/><Relationship Id="rId62" Type="http://schemas.openxmlformats.org/officeDocument/2006/relationships/slide" Target="slides/slide57.xml"/><Relationship Id="rId70" Type="http://schemas.openxmlformats.org/officeDocument/2006/relationships/notesMaster" Target="notesMasters/notesMaster1.xml"/><Relationship Id="rId75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49" Type="http://schemas.openxmlformats.org/officeDocument/2006/relationships/slide" Target="slides/slide44.xml"/><Relationship Id="rId57" Type="http://schemas.openxmlformats.org/officeDocument/2006/relationships/slide" Target="slides/slide5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slide" Target="slides/slide39.xml"/><Relationship Id="rId52" Type="http://schemas.openxmlformats.org/officeDocument/2006/relationships/slide" Target="slides/slide47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73" Type="http://schemas.openxmlformats.org/officeDocument/2006/relationships/commentAuthors" Target="commentAuthors.xml"/><Relationship Id="rId78" Type="http://schemas.microsoft.com/office/2016/11/relationships/changesInfo" Target="changesInfos/changesInfo1.xml"/><Relationship Id="rId4" Type="http://schemas.openxmlformats.org/officeDocument/2006/relationships/customXml" Target="../customXml/item4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theme" Target="theme/theme1.xml"/><Relationship Id="rId7" Type="http://schemas.openxmlformats.org/officeDocument/2006/relationships/slide" Target="slides/slide2.xml"/><Relationship Id="rId71" Type="http://schemas.openxmlformats.org/officeDocument/2006/relationships/handoutMaster" Target="handoutMasters/handoutMaster1.xml"/><Relationship Id="rId2" Type="http://schemas.openxmlformats.org/officeDocument/2006/relationships/customXml" Target="../customXml/item2.xml"/><Relationship Id="rId29" Type="http://schemas.openxmlformats.org/officeDocument/2006/relationships/slide" Target="slides/slide2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Jamil Guliyev" userId="S::jamil_guliyev@mckinsey.com::5760343e-cb99-4051-af49-469a16ff9685" providerId="AD" clId="Web-{0E8C4699-985F-0C6E-021D-67F1AEE1D302}"/>
    <pc:docChg chg="modSld">
      <pc:chgData name="Jamil Guliyev" userId="S::jamil_guliyev@mckinsey.com::5760343e-cb99-4051-af49-469a16ff9685" providerId="AD" clId="Web-{0E8C4699-985F-0C6E-021D-67F1AEE1D302}" dt="2026-06-30T18:03:59.402" v="27"/>
      <pc:docMkLst>
        <pc:docMk/>
      </pc:docMkLst>
      <pc:sldChg chg="addSp delSp modSp">
        <pc:chgData name="Jamil Guliyev" userId="S::jamil_guliyev@mckinsey.com::5760343e-cb99-4051-af49-469a16ff9685" providerId="AD" clId="Web-{0E8C4699-985F-0C6E-021D-67F1AEE1D302}" dt="2026-06-30T18:03:49.167" v="24" actId="14100"/>
        <pc:sldMkLst>
          <pc:docMk/>
          <pc:sldMk cId="3208241092" sldId="266"/>
        </pc:sldMkLst>
        <pc:spChg chg="add del mod">
          <ac:chgData name="Jamil Guliyev" userId="S::jamil_guliyev@mckinsey.com::5760343e-cb99-4051-af49-469a16ff9685" providerId="AD" clId="Web-{0E8C4699-985F-0C6E-021D-67F1AEE1D302}" dt="2026-06-30T18:03:49.167" v="24" actId="14100"/>
          <ac:spMkLst>
            <pc:docMk/>
            <pc:sldMk cId="3208241092" sldId="266"/>
            <ac:spMk id="2" creationId="{759FA42A-A20A-3CD4-2A30-1A518A2BB859}"/>
          </ac:spMkLst>
        </pc:spChg>
      </pc:sldChg>
      <pc:sldChg chg="addSp delSp modSp">
        <pc:chgData name="Jamil Guliyev" userId="S::jamil_guliyev@mckinsey.com::5760343e-cb99-4051-af49-469a16ff9685" providerId="AD" clId="Web-{0E8C4699-985F-0C6E-021D-67F1AEE1D302}" dt="2026-06-30T18:03:59.402" v="27"/>
        <pc:sldMkLst>
          <pc:docMk/>
          <pc:sldMk cId="3823427399" sldId="2147483629"/>
        </pc:sldMkLst>
        <pc:spChg chg="add del mod">
          <ac:chgData name="Jamil Guliyev" userId="S::jamil_guliyev@mckinsey.com::5760343e-cb99-4051-af49-469a16ff9685" providerId="AD" clId="Web-{0E8C4699-985F-0C6E-021D-67F1AEE1D302}" dt="2026-06-30T18:03:59.402" v="27"/>
          <ac:spMkLst>
            <pc:docMk/>
            <pc:sldMk cId="3823427399" sldId="2147483629"/>
            <ac:spMk id="2" creationId="{1693315B-BCAE-0787-D50F-8A0B057FC50D}"/>
          </ac:spMkLst>
        </pc:spChg>
      </pc:sldChg>
    </pc:docChg>
  </pc:docChgLst>
  <pc:docChgLst>
    <pc:chgData name="Lala Guluzade" userId="2e684c3e-ad8a-47cf-b493-54606dd5dcb1" providerId="ADAL" clId="{A2BF9B08-964F-4531-B73D-668D4608DC8E}"/>
    <pc:docChg chg="undo redo custSel addSld delSld modSld sldOrd">
      <pc:chgData name="Lala Guluzade" userId="2e684c3e-ad8a-47cf-b493-54606dd5dcb1" providerId="ADAL" clId="{A2BF9B08-964F-4531-B73D-668D4608DC8E}" dt="2026-06-30T22:13:34.030" v="23369" actId="1035"/>
      <pc:docMkLst>
        <pc:docMk/>
      </pc:docMkLst>
      <pc:sldChg chg="add del">
        <pc:chgData name="Lala Guluzade" userId="2e684c3e-ad8a-47cf-b493-54606dd5dcb1" providerId="ADAL" clId="{A2BF9B08-964F-4531-B73D-668D4608DC8E}" dt="2026-06-30T15:54:29.022" v="19414" actId="47"/>
        <pc:sldMkLst>
          <pc:docMk/>
          <pc:sldMk cId="2078921018" sldId="257"/>
        </pc:sldMkLst>
      </pc:sldChg>
      <pc:sldChg chg="del">
        <pc:chgData name="Lala Guluzade" userId="2e684c3e-ad8a-47cf-b493-54606dd5dcb1" providerId="ADAL" clId="{A2BF9B08-964F-4531-B73D-668D4608DC8E}" dt="2026-06-30T15:51:09.073" v="19373" actId="47"/>
        <pc:sldMkLst>
          <pc:docMk/>
          <pc:sldMk cId="2585707852" sldId="257"/>
        </pc:sldMkLst>
      </pc:sldChg>
      <pc:sldChg chg="addSp delSp modSp add mod">
        <pc:chgData name="Lala Guluzade" userId="2e684c3e-ad8a-47cf-b493-54606dd5dcb1" providerId="ADAL" clId="{A2BF9B08-964F-4531-B73D-668D4608DC8E}" dt="2026-06-30T22:11:06.345" v="23274"/>
        <pc:sldMkLst>
          <pc:docMk/>
          <pc:sldMk cId="2858252222" sldId="257"/>
        </pc:sldMkLst>
        <pc:spChg chg="mod">
          <ac:chgData name="Lala Guluzade" userId="2e684c3e-ad8a-47cf-b493-54606dd5dcb1" providerId="ADAL" clId="{A2BF9B08-964F-4531-B73D-668D4608DC8E}" dt="2026-06-30T22:11:02.008" v="23249" actId="948"/>
          <ac:spMkLst>
            <pc:docMk/>
            <pc:sldMk cId="2858252222" sldId="257"/>
            <ac:spMk id="2" creationId="{F1DAAA41-569D-B3CF-C1BF-26F9C2400CA9}"/>
          </ac:spMkLst>
        </pc:spChg>
        <pc:spChg chg="add del mod modVis">
          <ac:chgData name="Lala Guluzade" userId="2e684c3e-ad8a-47cf-b493-54606dd5dcb1" providerId="ADAL" clId="{A2BF9B08-964F-4531-B73D-668D4608DC8E}" dt="2026-06-30T22:11:02.032" v="23271"/>
          <ac:spMkLst>
            <pc:docMk/>
            <pc:sldMk cId="2858252222" sldId="257"/>
            <ac:spMk id="4" creationId="{2E13A0FE-261F-921C-C5F7-9C2E10ED6968}"/>
          </ac:spMkLst>
        </pc:spChg>
        <pc:spChg chg="add mod">
          <ac:chgData name="Lala Guluzade" userId="2e684c3e-ad8a-47cf-b493-54606dd5dcb1" providerId="ADAL" clId="{A2BF9B08-964F-4531-B73D-668D4608DC8E}" dt="2026-06-30T22:11:06.345" v="23274"/>
          <ac:spMkLst>
            <pc:docMk/>
            <pc:sldMk cId="2858252222" sldId="257"/>
            <ac:spMk id="11" creationId="{37A105C7-1C31-6DD6-DF66-5042952D16E2}"/>
          </ac:spMkLst>
        </pc:spChg>
        <pc:graphicFrameChg chg="mod">
          <ac:chgData name="Lala Guluzade" userId="2e684c3e-ad8a-47cf-b493-54606dd5dcb1" providerId="ADAL" clId="{A2BF9B08-964F-4531-B73D-668D4608DC8E}" dt="2026-06-30T22:11:02.033" v="23273"/>
          <ac:graphicFrameMkLst>
            <pc:docMk/>
            <pc:sldMk cId="2858252222" sldId="257"/>
            <ac:graphicFrameMk id="5" creationId="{6D0E910E-BF04-FD13-152A-BF34937BF177}"/>
          </ac:graphicFrameMkLst>
        </pc:graphicFrameChg>
      </pc:sldChg>
      <pc:sldChg chg="modSp add del">
        <pc:chgData name="Lala Guluzade" userId="2e684c3e-ad8a-47cf-b493-54606dd5dcb1" providerId="ADAL" clId="{A2BF9B08-964F-4531-B73D-668D4608DC8E}" dt="2026-06-30T16:20:12.224" v="19982" actId="47"/>
        <pc:sldMkLst>
          <pc:docMk/>
          <pc:sldMk cId="4189815516" sldId="257"/>
        </pc:sldMkLst>
        <pc:spChg chg="mod">
          <ac:chgData name="Lala Guluzade" userId="2e684c3e-ad8a-47cf-b493-54606dd5dcb1" providerId="ADAL" clId="{A2BF9B08-964F-4531-B73D-668D4608DC8E}" dt="2026-06-30T15:57:22.906" v="19417"/>
          <ac:spMkLst>
            <pc:docMk/>
            <pc:sldMk cId="4189815516" sldId="257"/>
            <ac:spMk id="10" creationId="{7E8ABC88-C3AD-58DA-BD45-BDE1D6BEE778}"/>
          </ac:spMkLst>
        </pc:spChg>
        <pc:graphicFrameChg chg="mod">
          <ac:chgData name="Lala Guluzade" userId="2e684c3e-ad8a-47cf-b493-54606dd5dcb1" providerId="ADAL" clId="{A2BF9B08-964F-4531-B73D-668D4608DC8E}" dt="2026-06-30T15:57:22.905" v="19416"/>
          <ac:graphicFrameMkLst>
            <pc:docMk/>
            <pc:sldMk cId="4189815516" sldId="257"/>
            <ac:graphicFrameMk id="5" creationId="{950FCE75-9C68-8D35-BBCC-F484EE84AE88}"/>
          </ac:graphicFrameMkLst>
        </pc:graphicFrameChg>
      </pc:sldChg>
      <pc:sldChg chg="del">
        <pc:chgData name="Lala Guluzade" userId="2e684c3e-ad8a-47cf-b493-54606dd5dcb1" providerId="ADAL" clId="{A2BF9B08-964F-4531-B73D-668D4608DC8E}" dt="2026-06-30T15:51:09.653" v="19376" actId="47"/>
        <pc:sldMkLst>
          <pc:docMk/>
          <pc:sldMk cId="771735834" sldId="258"/>
        </pc:sldMkLst>
      </pc:sldChg>
      <pc:sldChg chg="addSp delSp modSp add mod">
        <pc:chgData name="Lala Guluzade" userId="2e684c3e-ad8a-47cf-b493-54606dd5dcb1" providerId="ADAL" clId="{A2BF9B08-964F-4531-B73D-668D4608DC8E}" dt="2026-06-30T16:20:48.030" v="20133"/>
        <pc:sldMkLst>
          <pc:docMk/>
          <pc:sldMk cId="2389536579" sldId="258"/>
        </pc:sldMkLst>
        <pc:spChg chg="mod">
          <ac:chgData name="Lala Guluzade" userId="2e684c3e-ad8a-47cf-b493-54606dd5dcb1" providerId="ADAL" clId="{A2BF9B08-964F-4531-B73D-668D4608DC8E}" dt="2026-06-30T16:20:47.990" v="20109" actId="948"/>
          <ac:spMkLst>
            <pc:docMk/>
            <pc:sldMk cId="2389536579" sldId="258"/>
            <ac:spMk id="2" creationId="{3A53C427-FF9A-70EC-8705-F0AE1C16F9D0}"/>
          </ac:spMkLst>
        </pc:spChg>
        <pc:spChg chg="add del mod modVis">
          <ac:chgData name="Lala Guluzade" userId="2e684c3e-ad8a-47cf-b493-54606dd5dcb1" providerId="ADAL" clId="{A2BF9B08-964F-4531-B73D-668D4608DC8E}" dt="2026-06-30T16:20:46.652" v="20101"/>
          <ac:spMkLst>
            <pc:docMk/>
            <pc:sldMk cId="2389536579" sldId="258"/>
            <ac:spMk id="5" creationId="{65E5D42C-35B4-50FB-62BF-B1BC12A81FD3}"/>
          </ac:spMkLst>
        </pc:spChg>
        <pc:spChg chg="add del mod modVis">
          <ac:chgData name="Lala Guluzade" userId="2e684c3e-ad8a-47cf-b493-54606dd5dcb1" providerId="ADAL" clId="{A2BF9B08-964F-4531-B73D-668D4608DC8E}" dt="2026-06-30T16:20:48.028" v="20131"/>
          <ac:spMkLst>
            <pc:docMk/>
            <pc:sldMk cId="2389536579" sldId="258"/>
            <ac:spMk id="6" creationId="{367A96A1-F739-2E53-7E7E-7C7D26BC1656}"/>
          </ac:spMkLst>
        </pc:spChg>
        <pc:graphicFrameChg chg="mod">
          <ac:chgData name="Lala Guluzade" userId="2e684c3e-ad8a-47cf-b493-54606dd5dcb1" providerId="ADAL" clId="{A2BF9B08-964F-4531-B73D-668D4608DC8E}" dt="2026-06-30T16:20:48.030" v="20133"/>
          <ac:graphicFrameMkLst>
            <pc:docMk/>
            <pc:sldMk cId="2389536579" sldId="258"/>
            <ac:graphicFrameMk id="38" creationId="{5523CFF9-78FA-1193-F19B-C65975E71A0B}"/>
          </ac:graphicFrameMkLst>
        </pc:graphicFrameChg>
      </pc:sldChg>
      <pc:sldChg chg="add del">
        <pc:chgData name="Lala Guluzade" userId="2e684c3e-ad8a-47cf-b493-54606dd5dcb1" providerId="ADAL" clId="{A2BF9B08-964F-4531-B73D-668D4608DC8E}" dt="2026-06-30T15:54:29.022" v="19414" actId="47"/>
        <pc:sldMkLst>
          <pc:docMk/>
          <pc:sldMk cId="2872164614" sldId="258"/>
        </pc:sldMkLst>
      </pc:sldChg>
      <pc:sldChg chg="modSp add del">
        <pc:chgData name="Lala Guluzade" userId="2e684c3e-ad8a-47cf-b493-54606dd5dcb1" providerId="ADAL" clId="{A2BF9B08-964F-4531-B73D-668D4608DC8E}" dt="2026-06-30T16:14:37.598" v="19762" actId="47"/>
        <pc:sldMkLst>
          <pc:docMk/>
          <pc:sldMk cId="1071960235" sldId="259"/>
        </pc:sldMkLst>
        <pc:spChg chg="mod">
          <ac:chgData name="Lala Guluzade" userId="2e684c3e-ad8a-47cf-b493-54606dd5dcb1" providerId="ADAL" clId="{A2BF9B08-964F-4531-B73D-668D4608DC8E}" dt="2026-06-30T16:02:50.014" v="19421"/>
          <ac:spMkLst>
            <pc:docMk/>
            <pc:sldMk cId="1071960235" sldId="259"/>
            <ac:spMk id="57" creationId="{F57C7877-5E8F-59B7-2F11-FEFE8310E721}"/>
          </ac:spMkLst>
        </pc:spChg>
        <pc:graphicFrameChg chg="mod">
          <ac:chgData name="Lala Guluzade" userId="2e684c3e-ad8a-47cf-b493-54606dd5dcb1" providerId="ADAL" clId="{A2BF9B08-964F-4531-B73D-668D4608DC8E}" dt="2026-06-30T16:02:50.011" v="19420"/>
          <ac:graphicFrameMkLst>
            <pc:docMk/>
            <pc:sldMk cId="1071960235" sldId="259"/>
            <ac:graphicFrameMk id="7" creationId="{9D47F480-FB77-021C-C09C-3419122BC627}"/>
          </ac:graphicFrameMkLst>
        </pc:graphicFrameChg>
      </pc:sldChg>
      <pc:sldChg chg="del">
        <pc:chgData name="Lala Guluzade" userId="2e684c3e-ad8a-47cf-b493-54606dd5dcb1" providerId="ADAL" clId="{A2BF9B08-964F-4531-B73D-668D4608DC8E}" dt="2026-06-30T15:51:09.453" v="19375" actId="47"/>
        <pc:sldMkLst>
          <pc:docMk/>
          <pc:sldMk cId="1941379659" sldId="259"/>
        </pc:sldMkLst>
      </pc:sldChg>
      <pc:sldChg chg="addSp delSp modSp add mod">
        <pc:chgData name="Lala Guluzade" userId="2e684c3e-ad8a-47cf-b493-54606dd5dcb1" providerId="ADAL" clId="{A2BF9B08-964F-4531-B73D-668D4608DC8E}" dt="2026-06-30T22:11:28.725" v="23307"/>
        <pc:sldMkLst>
          <pc:docMk/>
          <pc:sldMk cId="3545589829" sldId="259"/>
        </pc:sldMkLst>
        <pc:spChg chg="mod">
          <ac:chgData name="Lala Guluzade" userId="2e684c3e-ad8a-47cf-b493-54606dd5dcb1" providerId="ADAL" clId="{A2BF9B08-964F-4531-B73D-668D4608DC8E}" dt="2026-06-30T22:11:25.019" v="23281"/>
          <ac:spMkLst>
            <pc:docMk/>
            <pc:sldMk cId="3545589829" sldId="259"/>
            <ac:spMk id="2" creationId="{709B054F-1C42-B142-BEFA-A2558574A430}"/>
          </ac:spMkLst>
        </pc:spChg>
        <pc:spChg chg="add del mod modVis">
          <ac:chgData name="Lala Guluzade" userId="2e684c3e-ad8a-47cf-b493-54606dd5dcb1" providerId="ADAL" clId="{A2BF9B08-964F-4531-B73D-668D4608DC8E}" dt="2026-06-30T22:11:25.062" v="23303"/>
          <ac:spMkLst>
            <pc:docMk/>
            <pc:sldMk cId="3545589829" sldId="259"/>
            <ac:spMk id="3" creationId="{3DE10CC2-58AB-5A23-E551-948DF218E53C}"/>
          </ac:spMkLst>
        </pc:spChg>
        <pc:spChg chg="add mod">
          <ac:chgData name="Lala Guluzade" userId="2e684c3e-ad8a-47cf-b493-54606dd5dcb1" providerId="ADAL" clId="{A2BF9B08-964F-4531-B73D-668D4608DC8E}" dt="2026-06-30T22:11:28.725" v="23307"/>
          <ac:spMkLst>
            <pc:docMk/>
            <pc:sldMk cId="3545589829" sldId="259"/>
            <ac:spMk id="34" creationId="{AB684721-8385-D84B-1C19-A9B89259895F}"/>
          </ac:spMkLst>
        </pc:spChg>
        <pc:spChg chg="mod">
          <ac:chgData name="Lala Guluzade" userId="2e684c3e-ad8a-47cf-b493-54606dd5dcb1" providerId="ADAL" clId="{A2BF9B08-964F-4531-B73D-668D4608DC8E}" dt="2026-06-30T22:11:24.191" v="23279"/>
          <ac:spMkLst>
            <pc:docMk/>
            <pc:sldMk cId="3545589829" sldId="259"/>
            <ac:spMk id="325" creationId="{808A14AA-3B39-079D-1491-4D69A494FDDB}"/>
          </ac:spMkLst>
        </pc:spChg>
        <pc:spChg chg="mod">
          <ac:chgData name="Lala Guluzade" userId="2e684c3e-ad8a-47cf-b493-54606dd5dcb1" providerId="ADAL" clId="{A2BF9B08-964F-4531-B73D-668D4608DC8E}" dt="2026-06-30T22:11:24.192" v="23280"/>
          <ac:spMkLst>
            <pc:docMk/>
            <pc:sldMk cId="3545589829" sldId="259"/>
            <ac:spMk id="326" creationId="{C0D55781-59EE-6D8B-CBD5-BA07A8BF7EC3}"/>
          </ac:spMkLst>
        </pc:spChg>
        <pc:graphicFrameChg chg="mod">
          <ac:chgData name="Lala Guluzade" userId="2e684c3e-ad8a-47cf-b493-54606dd5dcb1" providerId="ADAL" clId="{A2BF9B08-964F-4531-B73D-668D4608DC8E}" dt="2026-06-30T22:11:25.063" v="23305"/>
          <ac:graphicFrameMkLst>
            <pc:docMk/>
            <pc:sldMk cId="3545589829" sldId="259"/>
            <ac:graphicFrameMk id="5" creationId="{E42B9CC9-D906-DAC6-3DC2-1640CD486126}"/>
          </ac:graphicFrameMkLst>
        </pc:graphicFrameChg>
      </pc:sldChg>
      <pc:sldChg chg="addSp delSp modSp mod">
        <pc:chgData name="Lala Guluzade" userId="2e684c3e-ad8a-47cf-b493-54606dd5dcb1" providerId="ADAL" clId="{A2BF9B08-964F-4531-B73D-668D4608DC8E}" dt="2026-06-30T16:34:10.253" v="21278" actId="478"/>
        <pc:sldMkLst>
          <pc:docMk/>
          <pc:sldMk cId="2285425356" sldId="260"/>
        </pc:sldMkLst>
        <pc:spChg chg="del mod">
          <ac:chgData name="Lala Guluzade" userId="2e684c3e-ad8a-47cf-b493-54606dd5dcb1" providerId="ADAL" clId="{A2BF9B08-964F-4531-B73D-668D4608DC8E}" dt="2026-06-30T16:34:10.253" v="21278" actId="478"/>
          <ac:spMkLst>
            <pc:docMk/>
            <pc:sldMk cId="2285425356" sldId="260"/>
            <ac:spMk id="7" creationId="{81C94156-C972-A608-C5DA-707654F0D1A7}"/>
          </ac:spMkLst>
        </pc:spChg>
        <pc:spChg chg="add del mod">
          <ac:chgData name="Lala Guluzade" userId="2e684c3e-ad8a-47cf-b493-54606dd5dcb1" providerId="ADAL" clId="{A2BF9B08-964F-4531-B73D-668D4608DC8E}" dt="2026-06-29T14:53:36.709" v="1336" actId="478"/>
          <ac:spMkLst>
            <pc:docMk/>
            <pc:sldMk cId="2285425356" sldId="260"/>
            <ac:spMk id="8" creationId="{DD217FF6-5556-F749-9827-6F5D1773F523}"/>
          </ac:spMkLst>
        </pc:spChg>
        <pc:spChg chg="add del mod">
          <ac:chgData name="Lala Guluzade" userId="2e684c3e-ad8a-47cf-b493-54606dd5dcb1" providerId="ADAL" clId="{A2BF9B08-964F-4531-B73D-668D4608DC8E}" dt="2026-06-29T20:33:43.920" v="5782" actId="478"/>
          <ac:spMkLst>
            <pc:docMk/>
            <pc:sldMk cId="2285425356" sldId="260"/>
            <ac:spMk id="9" creationId="{86A505ED-3080-4F68-8898-BD1C44F6D4CC}"/>
          </ac:spMkLst>
        </pc:spChg>
        <pc:spChg chg="mod">
          <ac:chgData name="Lala Guluzade" userId="2e684c3e-ad8a-47cf-b493-54606dd5dcb1" providerId="ADAL" clId="{A2BF9B08-964F-4531-B73D-668D4608DC8E}" dt="2026-06-30T10:36:41.316" v="6084" actId="20577"/>
          <ac:spMkLst>
            <pc:docMk/>
            <pc:sldMk cId="2285425356" sldId="260"/>
            <ac:spMk id="47" creationId="{55F51E81-B1F4-8ACC-D3E5-E25506525B67}"/>
          </ac:spMkLst>
        </pc:spChg>
      </pc:sldChg>
      <pc:sldChg chg="addSp delSp modSp del mod">
        <pc:chgData name="Lala Guluzade" userId="2e684c3e-ad8a-47cf-b493-54606dd5dcb1" providerId="ADAL" clId="{A2BF9B08-964F-4531-B73D-668D4608DC8E}" dt="2026-06-30T14:11:18.780" v="12346" actId="47"/>
        <pc:sldMkLst>
          <pc:docMk/>
          <pc:sldMk cId="1018953988" sldId="261"/>
        </pc:sldMkLst>
        <pc:spChg chg="mod ord">
          <ac:chgData name="Lala Guluzade" userId="2e684c3e-ad8a-47cf-b493-54606dd5dcb1" providerId="ADAL" clId="{A2BF9B08-964F-4531-B73D-668D4608DC8E}" dt="2026-06-29T14:53:45.005" v="1362"/>
          <ac:spMkLst>
            <pc:docMk/>
            <pc:sldMk cId="1018953988" sldId="261"/>
            <ac:spMk id="2" creationId="{F1DAAA41-569D-B3CF-C1BF-26F9C2400CA9}"/>
          </ac:spMkLst>
        </pc:spChg>
        <pc:spChg chg="mod ord">
          <ac:chgData name="Lala Guluzade" userId="2e684c3e-ad8a-47cf-b493-54606dd5dcb1" providerId="ADAL" clId="{A2BF9B08-964F-4531-B73D-668D4608DC8E}" dt="2026-06-29T17:09:48.208" v="1764" actId="20577"/>
          <ac:spMkLst>
            <pc:docMk/>
            <pc:sldMk cId="1018953988" sldId="261"/>
            <ac:spMk id="4" creationId="{344EF898-1A26-2B32-2F85-FF76B9B2068E}"/>
          </ac:spMkLst>
        </pc:spChg>
        <pc:spChg chg="mod ord">
          <ac:chgData name="Lala Guluzade" userId="2e684c3e-ad8a-47cf-b493-54606dd5dcb1" providerId="ADAL" clId="{A2BF9B08-964F-4531-B73D-668D4608DC8E}" dt="2026-06-29T14:53:45.043" v="1434"/>
          <ac:spMkLst>
            <pc:docMk/>
            <pc:sldMk cId="1018953988" sldId="261"/>
            <ac:spMk id="6" creationId="{3915100E-2947-2441-406B-7E65943FD53D}"/>
          </ac:spMkLst>
        </pc:spChg>
        <pc:spChg chg="mod ord">
          <ac:chgData name="Lala Guluzade" userId="2e684c3e-ad8a-47cf-b493-54606dd5dcb1" providerId="ADAL" clId="{A2BF9B08-964F-4531-B73D-668D4608DC8E}" dt="2026-06-29T14:53:45.044" v="1436"/>
          <ac:spMkLst>
            <pc:docMk/>
            <pc:sldMk cId="1018953988" sldId="261"/>
            <ac:spMk id="7" creationId="{07C5FC38-23E5-A571-9532-7BAFADC0FD80}"/>
          </ac:spMkLst>
        </pc:spChg>
        <pc:spChg chg="mod ord">
          <ac:chgData name="Lala Guluzade" userId="2e684c3e-ad8a-47cf-b493-54606dd5dcb1" providerId="ADAL" clId="{A2BF9B08-964F-4531-B73D-668D4608DC8E}" dt="2026-06-29T14:53:45.045" v="1438"/>
          <ac:spMkLst>
            <pc:docMk/>
            <pc:sldMk cId="1018953988" sldId="261"/>
            <ac:spMk id="8" creationId="{7FE3248B-7943-B834-F479-581536F55041}"/>
          </ac:spMkLst>
        </pc:spChg>
        <pc:spChg chg="mod ord">
          <ac:chgData name="Lala Guluzade" userId="2e684c3e-ad8a-47cf-b493-54606dd5dcb1" providerId="ADAL" clId="{A2BF9B08-964F-4531-B73D-668D4608DC8E}" dt="2026-06-29T14:53:45.046" v="1440"/>
          <ac:spMkLst>
            <pc:docMk/>
            <pc:sldMk cId="1018953988" sldId="261"/>
            <ac:spMk id="9" creationId="{4D9923B3-35CE-B79E-13A4-0A38EADFC158}"/>
          </ac:spMkLst>
        </pc:spChg>
        <pc:spChg chg="mod ord">
          <ac:chgData name="Lala Guluzade" userId="2e684c3e-ad8a-47cf-b493-54606dd5dcb1" providerId="ADAL" clId="{A2BF9B08-964F-4531-B73D-668D4608DC8E}" dt="2026-06-29T14:53:45.047" v="1442"/>
          <ac:spMkLst>
            <pc:docMk/>
            <pc:sldMk cId="1018953988" sldId="261"/>
            <ac:spMk id="10" creationId="{7869CB33-34FB-52A8-B2D8-B5EB0221FF9F}"/>
          </ac:spMkLst>
        </pc:spChg>
        <pc:spChg chg="mod ord">
          <ac:chgData name="Lala Guluzade" userId="2e684c3e-ad8a-47cf-b493-54606dd5dcb1" providerId="ADAL" clId="{A2BF9B08-964F-4531-B73D-668D4608DC8E}" dt="2026-06-29T14:53:45.047" v="1444"/>
          <ac:spMkLst>
            <pc:docMk/>
            <pc:sldMk cId="1018953988" sldId="261"/>
            <ac:spMk id="12" creationId="{521B2FE0-D5E5-C39E-2C9F-7C7234C4447C}"/>
          </ac:spMkLst>
        </pc:spChg>
        <pc:spChg chg="add del mod">
          <ac:chgData name="Lala Guluzade" userId="2e684c3e-ad8a-47cf-b493-54606dd5dcb1" providerId="ADAL" clId="{A2BF9B08-964F-4531-B73D-668D4608DC8E}" dt="2026-06-29T14:52:44.721" v="1281" actId="478"/>
          <ac:spMkLst>
            <pc:docMk/>
            <pc:sldMk cId="1018953988" sldId="261"/>
            <ac:spMk id="13" creationId="{BD86C7E0-102B-D024-1F26-5BA273E7BCD3}"/>
          </ac:spMkLst>
        </pc:spChg>
        <pc:spChg chg="mod ord">
          <ac:chgData name="Lala Guluzade" userId="2e684c3e-ad8a-47cf-b493-54606dd5dcb1" providerId="ADAL" clId="{A2BF9B08-964F-4531-B73D-668D4608DC8E}" dt="2026-06-29T14:53:45.049" v="1446"/>
          <ac:spMkLst>
            <pc:docMk/>
            <pc:sldMk cId="1018953988" sldId="261"/>
            <ac:spMk id="16" creationId="{7993AE74-BF05-F798-1A1E-750AB1C51618}"/>
          </ac:spMkLst>
        </pc:spChg>
        <pc:spChg chg="mod ord">
          <ac:chgData name="Lala Guluzade" userId="2e684c3e-ad8a-47cf-b493-54606dd5dcb1" providerId="ADAL" clId="{A2BF9B08-964F-4531-B73D-668D4608DC8E}" dt="2026-06-29T14:53:45.049" v="1448"/>
          <ac:spMkLst>
            <pc:docMk/>
            <pc:sldMk cId="1018953988" sldId="261"/>
            <ac:spMk id="17" creationId="{094654D1-A14E-B585-8783-F99D58169784}"/>
          </ac:spMkLst>
        </pc:spChg>
        <pc:spChg chg="add mod ord">
          <ac:chgData name="Lala Guluzade" userId="2e684c3e-ad8a-47cf-b493-54606dd5dcb1" providerId="ADAL" clId="{A2BF9B08-964F-4531-B73D-668D4608DC8E}" dt="2026-06-29T14:53:45.066" v="1482"/>
          <ac:spMkLst>
            <pc:docMk/>
            <pc:sldMk cId="1018953988" sldId="261"/>
            <ac:spMk id="19" creationId="{727C85AD-C5A3-96E8-FBF1-BE85AA4BE621}"/>
          </ac:spMkLst>
        </pc:spChg>
        <pc:spChg chg="add mod ord">
          <ac:chgData name="Lala Guluzade" userId="2e684c3e-ad8a-47cf-b493-54606dd5dcb1" providerId="ADAL" clId="{A2BF9B08-964F-4531-B73D-668D4608DC8E}" dt="2026-06-29T19:12:06.219" v="1766" actId="1035"/>
          <ac:spMkLst>
            <pc:docMk/>
            <pc:sldMk cId="1018953988" sldId="261"/>
            <ac:spMk id="21" creationId="{B61BC5B9-704B-E4DC-87FE-5C49A112313A}"/>
          </ac:spMkLst>
        </pc:spChg>
        <pc:spChg chg="add del mod modVis">
          <ac:chgData name="Lala Guluzade" userId="2e684c3e-ad8a-47cf-b493-54606dd5dcb1" providerId="ADAL" clId="{A2BF9B08-964F-4531-B73D-668D4608DC8E}" dt="2026-06-29T14:53:45.070" v="1484"/>
          <ac:spMkLst>
            <pc:docMk/>
            <pc:sldMk cId="1018953988" sldId="261"/>
            <ac:spMk id="22" creationId="{85CCCA0B-CE68-9169-309E-638AE28E530D}"/>
          </ac:spMkLst>
        </pc:spChg>
        <pc:spChg chg="mod ord">
          <ac:chgData name="Lala Guluzade" userId="2e684c3e-ad8a-47cf-b493-54606dd5dcb1" providerId="ADAL" clId="{A2BF9B08-964F-4531-B73D-668D4608DC8E}" dt="2026-06-29T14:53:45.052" v="1454"/>
          <ac:spMkLst>
            <pc:docMk/>
            <pc:sldMk cId="1018953988" sldId="261"/>
            <ac:spMk id="23" creationId="{C151E25F-9F0F-5490-FE45-A37E32D81B52}"/>
          </ac:spMkLst>
        </pc:spChg>
        <pc:spChg chg="mod ord">
          <ac:chgData name="Lala Guluzade" userId="2e684c3e-ad8a-47cf-b493-54606dd5dcb1" providerId="ADAL" clId="{A2BF9B08-964F-4531-B73D-668D4608DC8E}" dt="2026-06-29T14:53:45.053" v="1456"/>
          <ac:spMkLst>
            <pc:docMk/>
            <pc:sldMk cId="1018953988" sldId="261"/>
            <ac:spMk id="24" creationId="{2271338C-7D34-305B-9849-0BAE88647A6B}"/>
          </ac:spMkLst>
        </pc:spChg>
        <pc:spChg chg="mod ord">
          <ac:chgData name="Lala Guluzade" userId="2e684c3e-ad8a-47cf-b493-54606dd5dcb1" providerId="ADAL" clId="{A2BF9B08-964F-4531-B73D-668D4608DC8E}" dt="2026-06-29T14:53:45.054" v="1458"/>
          <ac:spMkLst>
            <pc:docMk/>
            <pc:sldMk cId="1018953988" sldId="261"/>
            <ac:spMk id="25" creationId="{6D4144F3-F081-243E-D1D8-738278397DC9}"/>
          </ac:spMkLst>
        </pc:spChg>
        <pc:spChg chg="mod ord">
          <ac:chgData name="Lala Guluzade" userId="2e684c3e-ad8a-47cf-b493-54606dd5dcb1" providerId="ADAL" clId="{A2BF9B08-964F-4531-B73D-668D4608DC8E}" dt="2026-06-29T14:53:45.055" v="1460"/>
          <ac:spMkLst>
            <pc:docMk/>
            <pc:sldMk cId="1018953988" sldId="261"/>
            <ac:spMk id="27" creationId="{BAA7F03D-D55E-A1F7-E4E8-8552FA9D4310}"/>
          </ac:spMkLst>
        </pc:spChg>
        <pc:spChg chg="mod ord">
          <ac:chgData name="Lala Guluzade" userId="2e684c3e-ad8a-47cf-b493-54606dd5dcb1" providerId="ADAL" clId="{A2BF9B08-964F-4531-B73D-668D4608DC8E}" dt="2026-06-29T14:53:45.057" v="1462"/>
          <ac:spMkLst>
            <pc:docMk/>
            <pc:sldMk cId="1018953988" sldId="261"/>
            <ac:spMk id="29" creationId="{372A5D24-9496-BD60-93B0-75BC5EDF5B39}"/>
          </ac:spMkLst>
        </pc:spChg>
        <pc:spChg chg="mod ord">
          <ac:chgData name="Lala Guluzade" userId="2e684c3e-ad8a-47cf-b493-54606dd5dcb1" providerId="ADAL" clId="{A2BF9B08-964F-4531-B73D-668D4608DC8E}" dt="2026-06-29T14:53:45.058" v="1464"/>
          <ac:spMkLst>
            <pc:docMk/>
            <pc:sldMk cId="1018953988" sldId="261"/>
            <ac:spMk id="30" creationId="{4918AD2A-AF08-F642-897A-C064E609DA50}"/>
          </ac:spMkLst>
        </pc:spChg>
        <pc:spChg chg="mod ord">
          <ac:chgData name="Lala Guluzade" userId="2e684c3e-ad8a-47cf-b493-54606dd5dcb1" providerId="ADAL" clId="{A2BF9B08-964F-4531-B73D-668D4608DC8E}" dt="2026-06-29T14:53:45.059" v="1466"/>
          <ac:spMkLst>
            <pc:docMk/>
            <pc:sldMk cId="1018953988" sldId="261"/>
            <ac:spMk id="31" creationId="{A1D817D0-8FCB-BD71-1640-F5248540421B}"/>
          </ac:spMkLst>
        </pc:spChg>
        <pc:spChg chg="mod ord">
          <ac:chgData name="Lala Guluzade" userId="2e684c3e-ad8a-47cf-b493-54606dd5dcb1" providerId="ADAL" clId="{A2BF9B08-964F-4531-B73D-668D4608DC8E}" dt="2026-06-29T14:53:45.060" v="1468"/>
          <ac:spMkLst>
            <pc:docMk/>
            <pc:sldMk cId="1018953988" sldId="261"/>
            <ac:spMk id="32" creationId="{FCB0599C-6777-8F06-FA0B-6A4E2808EBEF}"/>
          </ac:spMkLst>
        </pc:spChg>
        <pc:spChg chg="mod ord">
          <ac:chgData name="Lala Guluzade" userId="2e684c3e-ad8a-47cf-b493-54606dd5dcb1" providerId="ADAL" clId="{A2BF9B08-964F-4531-B73D-668D4608DC8E}" dt="2026-06-29T14:53:45.062" v="1472"/>
          <ac:spMkLst>
            <pc:docMk/>
            <pc:sldMk cId="1018953988" sldId="261"/>
            <ac:spMk id="35" creationId="{56235EA4-0E4F-AD73-CEE0-7D098A9E049E}"/>
          </ac:spMkLst>
        </pc:spChg>
        <pc:spChg chg="mod">
          <ac:chgData name="Lala Guluzade" userId="2e684c3e-ad8a-47cf-b493-54606dd5dcb1" providerId="ADAL" clId="{A2BF9B08-964F-4531-B73D-668D4608DC8E}" dt="2026-06-29T14:53:45.016" v="1383"/>
          <ac:spMkLst>
            <pc:docMk/>
            <pc:sldMk cId="1018953988" sldId="261"/>
            <ac:spMk id="36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29T14:53:45.063" v="1474"/>
          <ac:spMkLst>
            <pc:docMk/>
            <pc:sldMk cId="1018953988" sldId="261"/>
            <ac:spMk id="37" creationId="{390E4F95-4B50-0F63-FCC8-D9CB5C42B3E9}"/>
          </ac:spMkLst>
        </pc:spChg>
        <pc:spChg chg="mod">
          <ac:chgData name="Lala Guluzade" userId="2e684c3e-ad8a-47cf-b493-54606dd5dcb1" providerId="ADAL" clId="{A2BF9B08-964F-4531-B73D-668D4608DC8E}" dt="2026-06-29T14:53:45.017" v="1384"/>
          <ac:spMkLst>
            <pc:docMk/>
            <pc:sldMk cId="1018953988" sldId="261"/>
            <ac:spMk id="43" creationId="{4C1F3293-4EFE-461D-940D-7EE66BAE31C5}"/>
          </ac:spMkLst>
        </pc:spChg>
        <pc:spChg chg="add del mod">
          <ac:chgData name="Lala Guluzade" userId="2e684c3e-ad8a-47cf-b493-54606dd5dcb1" providerId="ADAL" clId="{A2BF9B08-964F-4531-B73D-668D4608DC8E}" dt="2026-06-29T20:33:50.486" v="5784" actId="478"/>
          <ac:spMkLst>
            <pc:docMk/>
            <pc:sldMk cId="1018953988" sldId="261"/>
            <ac:spMk id="44" creationId="{D5FBFDE3-6101-4999-AA18-4FE803B5A205}"/>
          </ac:spMkLst>
        </pc:spChg>
        <pc:spChg chg="mod ord">
          <ac:chgData name="Lala Guluzade" userId="2e684c3e-ad8a-47cf-b493-54606dd5dcb1" providerId="ADAL" clId="{A2BF9B08-964F-4531-B73D-668D4608DC8E}" dt="2026-06-29T14:53:45.023" v="1396"/>
          <ac:spMkLst>
            <pc:docMk/>
            <pc:sldMk cId="1018953988" sldId="261"/>
            <ac:spMk id="81" creationId="{57853A78-71C2-9EAA-E448-2F6A15379126}"/>
          </ac:spMkLst>
        </pc:spChg>
        <pc:spChg chg="mod ord">
          <ac:chgData name="Lala Guluzade" userId="2e684c3e-ad8a-47cf-b493-54606dd5dcb1" providerId="ADAL" clId="{A2BF9B08-964F-4531-B73D-668D4608DC8E}" dt="2026-06-29T14:53:45.024" v="1398"/>
          <ac:spMkLst>
            <pc:docMk/>
            <pc:sldMk cId="1018953988" sldId="261"/>
            <ac:spMk id="82" creationId="{2542A610-7A83-E948-7221-82D0E62B566D}"/>
          </ac:spMkLst>
        </pc:spChg>
        <pc:spChg chg="mod ord">
          <ac:chgData name="Lala Guluzade" userId="2e684c3e-ad8a-47cf-b493-54606dd5dcb1" providerId="ADAL" clId="{A2BF9B08-964F-4531-B73D-668D4608DC8E}" dt="2026-06-29T14:53:45.025" v="1400"/>
          <ac:spMkLst>
            <pc:docMk/>
            <pc:sldMk cId="1018953988" sldId="261"/>
            <ac:spMk id="87" creationId="{07BC2548-B9B7-2C8A-E2FB-022315430DA7}"/>
          </ac:spMkLst>
        </pc:spChg>
        <pc:spChg chg="mod ord">
          <ac:chgData name="Lala Guluzade" userId="2e684c3e-ad8a-47cf-b493-54606dd5dcb1" providerId="ADAL" clId="{A2BF9B08-964F-4531-B73D-668D4608DC8E}" dt="2026-06-29T14:53:45.026" v="1402"/>
          <ac:spMkLst>
            <pc:docMk/>
            <pc:sldMk cId="1018953988" sldId="261"/>
            <ac:spMk id="103" creationId="{186F7035-1B3E-3042-B882-D1CBE1EC4CE6}"/>
          </ac:spMkLst>
        </pc:spChg>
        <pc:spChg chg="mod ord">
          <ac:chgData name="Lala Guluzade" userId="2e684c3e-ad8a-47cf-b493-54606dd5dcb1" providerId="ADAL" clId="{A2BF9B08-964F-4531-B73D-668D4608DC8E}" dt="2026-06-29T14:53:45.027" v="1404"/>
          <ac:spMkLst>
            <pc:docMk/>
            <pc:sldMk cId="1018953988" sldId="261"/>
            <ac:spMk id="105" creationId="{F9FFC6C0-009F-2101-F018-993D835C91BE}"/>
          </ac:spMkLst>
        </pc:spChg>
        <pc:spChg chg="mod ord">
          <ac:chgData name="Lala Guluzade" userId="2e684c3e-ad8a-47cf-b493-54606dd5dcb1" providerId="ADAL" clId="{A2BF9B08-964F-4531-B73D-668D4608DC8E}" dt="2026-06-29T14:53:45.028" v="1406"/>
          <ac:spMkLst>
            <pc:docMk/>
            <pc:sldMk cId="1018953988" sldId="261"/>
            <ac:spMk id="107" creationId="{642FD663-4D1B-75EA-E612-205BA2045E29}"/>
          </ac:spMkLst>
        </pc:spChg>
        <pc:spChg chg="mod ord">
          <ac:chgData name="Lala Guluzade" userId="2e684c3e-ad8a-47cf-b493-54606dd5dcb1" providerId="ADAL" clId="{A2BF9B08-964F-4531-B73D-668D4608DC8E}" dt="2026-06-29T14:53:45.029" v="1408"/>
          <ac:spMkLst>
            <pc:docMk/>
            <pc:sldMk cId="1018953988" sldId="261"/>
            <ac:spMk id="108" creationId="{7E5388EF-1C18-72EF-AF29-E34ADD9A5FDF}"/>
          </ac:spMkLst>
        </pc:spChg>
        <pc:spChg chg="mod ord">
          <ac:chgData name="Lala Guluzade" userId="2e684c3e-ad8a-47cf-b493-54606dd5dcb1" providerId="ADAL" clId="{A2BF9B08-964F-4531-B73D-668D4608DC8E}" dt="2026-06-29T14:53:45.030" v="1410"/>
          <ac:spMkLst>
            <pc:docMk/>
            <pc:sldMk cId="1018953988" sldId="261"/>
            <ac:spMk id="109" creationId="{CAF6357C-AF9A-C544-D557-924CCBC8C795}"/>
          </ac:spMkLst>
        </pc:spChg>
        <pc:spChg chg="mod ord">
          <ac:chgData name="Lala Guluzade" userId="2e684c3e-ad8a-47cf-b493-54606dd5dcb1" providerId="ADAL" clId="{A2BF9B08-964F-4531-B73D-668D4608DC8E}" dt="2026-06-29T14:53:45.031" v="1412"/>
          <ac:spMkLst>
            <pc:docMk/>
            <pc:sldMk cId="1018953988" sldId="261"/>
            <ac:spMk id="110" creationId="{D1EC44F5-FC6A-786E-1CC0-E853678A1E18}"/>
          </ac:spMkLst>
        </pc:spChg>
        <pc:spChg chg="mod ord">
          <ac:chgData name="Lala Guluzade" userId="2e684c3e-ad8a-47cf-b493-54606dd5dcb1" providerId="ADAL" clId="{A2BF9B08-964F-4531-B73D-668D4608DC8E}" dt="2026-06-29T14:53:45.032" v="1414"/>
          <ac:spMkLst>
            <pc:docMk/>
            <pc:sldMk cId="1018953988" sldId="261"/>
            <ac:spMk id="111" creationId="{0B5444F1-8747-FE6A-4AAC-700599B8A8E8}"/>
          </ac:spMkLst>
        </pc:spChg>
        <pc:spChg chg="mod ord">
          <ac:chgData name="Lala Guluzade" userId="2e684c3e-ad8a-47cf-b493-54606dd5dcb1" providerId="ADAL" clId="{A2BF9B08-964F-4531-B73D-668D4608DC8E}" dt="2026-06-29T14:53:45.033" v="1416"/>
          <ac:spMkLst>
            <pc:docMk/>
            <pc:sldMk cId="1018953988" sldId="261"/>
            <ac:spMk id="112" creationId="{2915C162-5980-0FD7-1B41-2E82BD4DAFED}"/>
          </ac:spMkLst>
        </pc:spChg>
        <pc:spChg chg="mod ord">
          <ac:chgData name="Lala Guluzade" userId="2e684c3e-ad8a-47cf-b493-54606dd5dcb1" providerId="ADAL" clId="{A2BF9B08-964F-4531-B73D-668D4608DC8E}" dt="2026-06-29T14:53:45.034" v="1418"/>
          <ac:spMkLst>
            <pc:docMk/>
            <pc:sldMk cId="1018953988" sldId="261"/>
            <ac:spMk id="115" creationId="{4A937CB5-3505-085C-9A8C-B1E15172AD00}"/>
          </ac:spMkLst>
        </pc:spChg>
        <pc:spChg chg="mod ord">
          <ac:chgData name="Lala Guluzade" userId="2e684c3e-ad8a-47cf-b493-54606dd5dcb1" providerId="ADAL" clId="{A2BF9B08-964F-4531-B73D-668D4608DC8E}" dt="2026-06-29T14:53:45.035" v="1420"/>
          <ac:spMkLst>
            <pc:docMk/>
            <pc:sldMk cId="1018953988" sldId="261"/>
            <ac:spMk id="116" creationId="{50575081-F3C4-CBE1-7610-063236F4D312}"/>
          </ac:spMkLst>
        </pc:spChg>
        <pc:spChg chg="mod ord">
          <ac:chgData name="Lala Guluzade" userId="2e684c3e-ad8a-47cf-b493-54606dd5dcb1" providerId="ADAL" clId="{A2BF9B08-964F-4531-B73D-668D4608DC8E}" dt="2026-06-29T14:53:45.036" v="1422"/>
          <ac:spMkLst>
            <pc:docMk/>
            <pc:sldMk cId="1018953988" sldId="261"/>
            <ac:spMk id="117" creationId="{16F93312-984B-0DB6-1C45-1416AADC726C}"/>
          </ac:spMkLst>
        </pc:spChg>
        <pc:spChg chg="mod ord">
          <ac:chgData name="Lala Guluzade" userId="2e684c3e-ad8a-47cf-b493-54606dd5dcb1" providerId="ADAL" clId="{A2BF9B08-964F-4531-B73D-668D4608DC8E}" dt="2026-06-29T14:53:45.037" v="1424"/>
          <ac:spMkLst>
            <pc:docMk/>
            <pc:sldMk cId="1018953988" sldId="261"/>
            <ac:spMk id="118" creationId="{28F839A9-E44F-9FBA-E6D2-7018A915A2AF}"/>
          </ac:spMkLst>
        </pc:spChg>
        <pc:spChg chg="mod ord">
          <ac:chgData name="Lala Guluzade" userId="2e684c3e-ad8a-47cf-b493-54606dd5dcb1" providerId="ADAL" clId="{A2BF9B08-964F-4531-B73D-668D4608DC8E}" dt="2026-06-29T14:53:45.038" v="1426"/>
          <ac:spMkLst>
            <pc:docMk/>
            <pc:sldMk cId="1018953988" sldId="261"/>
            <ac:spMk id="119" creationId="{A4882042-2400-A5FB-48FA-BD730EBBA65D}"/>
          </ac:spMkLst>
        </pc:spChg>
        <pc:spChg chg="mod ord">
          <ac:chgData name="Lala Guluzade" userId="2e684c3e-ad8a-47cf-b493-54606dd5dcb1" providerId="ADAL" clId="{A2BF9B08-964F-4531-B73D-668D4608DC8E}" dt="2026-06-29T14:53:45.039" v="1428"/>
          <ac:spMkLst>
            <pc:docMk/>
            <pc:sldMk cId="1018953988" sldId="261"/>
            <ac:spMk id="120" creationId="{F4E4F42E-BE66-1B89-17F1-11E157C4F2AA}"/>
          </ac:spMkLst>
        </pc:spChg>
        <pc:grpChg chg="mod ord">
          <ac:chgData name="Lala Guluzade" userId="2e684c3e-ad8a-47cf-b493-54606dd5dcb1" providerId="ADAL" clId="{A2BF9B08-964F-4531-B73D-668D4608DC8E}" dt="2026-06-29T14:53:45.040" v="1430"/>
          <ac:grpSpMkLst>
            <pc:docMk/>
            <pc:sldMk cId="1018953988" sldId="261"/>
            <ac:grpSpMk id="125" creationId="{2298F10F-5BF4-9322-8F6D-55CDC5EC0FF1}"/>
          </ac:grpSpMkLst>
        </pc:grpChg>
        <pc:graphicFrameChg chg="mod">
          <ac:chgData name="Lala Guluzade" userId="2e684c3e-ad8a-47cf-b493-54606dd5dcb1" providerId="ADAL" clId="{A2BF9B08-964F-4531-B73D-668D4608DC8E}" dt="2026-06-29T14:53:45.075" v="1486"/>
          <ac:graphicFrameMkLst>
            <pc:docMk/>
            <pc:sldMk cId="1018953988" sldId="261"/>
            <ac:graphicFrameMk id="5" creationId="{6D0E910E-BF04-FD13-152A-BF34937BF177}"/>
          </ac:graphicFrameMkLst>
        </pc:graphicFrameChg>
        <pc:graphicFrameChg chg="mod ord">
          <ac:chgData name="Lala Guluzade" userId="2e684c3e-ad8a-47cf-b493-54606dd5dcb1" providerId="ADAL" clId="{A2BF9B08-964F-4531-B73D-668D4608DC8E}" dt="2026-06-29T14:53:45.015" v="1382"/>
          <ac:graphicFrameMkLst>
            <pc:docMk/>
            <pc:sldMk cId="1018953988" sldId="261"/>
            <ac:graphicFrameMk id="136" creationId="{C6708428-B1EC-E714-BF07-C41361116CD2}"/>
          </ac:graphicFrameMkLst>
        </pc:graphicFrameChg>
        <pc:cxnChg chg="mod ord">
          <ac:chgData name="Lala Guluzade" userId="2e684c3e-ad8a-47cf-b493-54606dd5dcb1" providerId="ADAL" clId="{A2BF9B08-964F-4531-B73D-668D4608DC8E}" dt="2026-06-29T14:53:45.012" v="1374"/>
          <ac:cxnSpMkLst>
            <pc:docMk/>
            <pc:sldMk cId="1018953988" sldId="261"/>
            <ac:cxnSpMk id="11" creationId="{77B25EF0-7F9C-7B26-27F7-E3F089F07DF5}"/>
          </ac:cxnSpMkLst>
        </pc:cxnChg>
        <pc:cxnChg chg="mod ord">
          <ac:chgData name="Lala Guluzade" userId="2e684c3e-ad8a-47cf-b493-54606dd5dcb1" providerId="ADAL" clId="{A2BF9B08-964F-4531-B73D-668D4608DC8E}" dt="2026-06-29T14:53:45.008" v="1366"/>
          <ac:cxnSpMkLst>
            <pc:docMk/>
            <pc:sldMk cId="1018953988" sldId="261"/>
            <ac:cxnSpMk id="14" creationId="{A5DBCAB0-FC94-492C-7C0C-261F1DA189DE}"/>
          </ac:cxnSpMkLst>
        </pc:cxnChg>
        <pc:cxnChg chg="mod ord">
          <ac:chgData name="Lala Guluzade" userId="2e684c3e-ad8a-47cf-b493-54606dd5dcb1" providerId="ADAL" clId="{A2BF9B08-964F-4531-B73D-668D4608DC8E}" dt="2026-06-29T14:53:45.012" v="1376"/>
          <ac:cxnSpMkLst>
            <pc:docMk/>
            <pc:sldMk cId="1018953988" sldId="261"/>
            <ac:cxnSpMk id="15" creationId="{F423761C-23F4-B40F-4C14-0792AC0BF26D}"/>
          </ac:cxnSpMkLst>
        </pc:cxnChg>
        <pc:cxnChg chg="mod ord">
          <ac:chgData name="Lala Guluzade" userId="2e684c3e-ad8a-47cf-b493-54606dd5dcb1" providerId="ADAL" clId="{A2BF9B08-964F-4531-B73D-668D4608DC8E}" dt="2026-06-29T14:53:45.051" v="1450"/>
          <ac:cxnSpMkLst>
            <pc:docMk/>
            <pc:sldMk cId="1018953988" sldId="261"/>
            <ac:cxnSpMk id="18" creationId="{6A0364D9-E8DE-DFAC-C1FD-F978709A4A97}"/>
          </ac:cxnSpMkLst>
        </pc:cxnChg>
        <pc:cxnChg chg="mod ord">
          <ac:chgData name="Lala Guluzade" userId="2e684c3e-ad8a-47cf-b493-54606dd5dcb1" providerId="ADAL" clId="{A2BF9B08-964F-4531-B73D-668D4608DC8E}" dt="2026-06-29T14:53:45.051" v="1452"/>
          <ac:cxnSpMkLst>
            <pc:docMk/>
            <pc:sldMk cId="1018953988" sldId="261"/>
            <ac:cxnSpMk id="20" creationId="{4FB8CF5D-380D-C276-2510-B3B4AC93D6BE}"/>
          </ac:cxnSpMkLst>
        </pc:cxnChg>
        <pc:cxnChg chg="mod ord">
          <ac:chgData name="Lala Guluzade" userId="2e684c3e-ad8a-47cf-b493-54606dd5dcb1" providerId="ADAL" clId="{A2BF9B08-964F-4531-B73D-668D4608DC8E}" dt="2026-06-29T14:53:45.006" v="1364"/>
          <ac:cxnSpMkLst>
            <pc:docMk/>
            <pc:sldMk cId="1018953988" sldId="261"/>
            <ac:cxnSpMk id="26" creationId="{4C9D5D80-90CB-A767-43AC-44DDA0FD263E}"/>
          </ac:cxnSpMkLst>
        </pc:cxnChg>
        <pc:cxnChg chg="mod ord">
          <ac:chgData name="Lala Guluzade" userId="2e684c3e-ad8a-47cf-b493-54606dd5dcb1" providerId="ADAL" clId="{A2BF9B08-964F-4531-B73D-668D4608DC8E}" dt="2026-06-29T14:53:45.061" v="1470"/>
          <ac:cxnSpMkLst>
            <pc:docMk/>
            <pc:sldMk cId="1018953988" sldId="261"/>
            <ac:cxnSpMk id="33" creationId="{DC2CB028-C7E2-6E64-93E6-D5012EEE04E2}"/>
          </ac:cxnSpMkLst>
        </pc:cxnChg>
        <pc:cxnChg chg="mod ord">
          <ac:chgData name="Lala Guluzade" userId="2e684c3e-ad8a-47cf-b493-54606dd5dcb1" providerId="ADAL" clId="{A2BF9B08-964F-4531-B73D-668D4608DC8E}" dt="2026-06-29T14:53:45.009" v="1368"/>
          <ac:cxnSpMkLst>
            <pc:docMk/>
            <pc:sldMk cId="1018953988" sldId="261"/>
            <ac:cxnSpMk id="34" creationId="{7AF0776D-415A-A95A-7979-F79900339A06}"/>
          </ac:cxnSpMkLst>
        </pc:cxnChg>
        <pc:cxnChg chg="mod ord">
          <ac:chgData name="Lala Guluzade" userId="2e684c3e-ad8a-47cf-b493-54606dd5dcb1" providerId="ADAL" clId="{A2BF9B08-964F-4531-B73D-668D4608DC8E}" dt="2026-06-29T14:53:45.063" v="1476"/>
          <ac:cxnSpMkLst>
            <pc:docMk/>
            <pc:sldMk cId="1018953988" sldId="261"/>
            <ac:cxnSpMk id="38" creationId="{FB1271D9-2672-503D-CEF9-480DC53AE967}"/>
          </ac:cxnSpMkLst>
        </pc:cxnChg>
        <pc:cxnChg chg="mod ord">
          <ac:chgData name="Lala Guluzade" userId="2e684c3e-ad8a-47cf-b493-54606dd5dcb1" providerId="ADAL" clId="{A2BF9B08-964F-4531-B73D-668D4608DC8E}" dt="2026-06-29T14:53:45.064" v="1478"/>
          <ac:cxnSpMkLst>
            <pc:docMk/>
            <pc:sldMk cId="1018953988" sldId="261"/>
            <ac:cxnSpMk id="39" creationId="{8E7E77AE-6A75-25AB-C9ED-6510E7A64331}"/>
          </ac:cxnSpMkLst>
        </pc:cxnChg>
        <pc:cxnChg chg="mod ord">
          <ac:chgData name="Lala Guluzade" userId="2e684c3e-ad8a-47cf-b493-54606dd5dcb1" providerId="ADAL" clId="{A2BF9B08-964F-4531-B73D-668D4608DC8E}" dt="2026-06-29T14:53:45.010" v="1370"/>
          <ac:cxnSpMkLst>
            <pc:docMk/>
            <pc:sldMk cId="1018953988" sldId="261"/>
            <ac:cxnSpMk id="51" creationId="{0FF88700-E004-A1C3-FD17-DC3FA6410DF7}"/>
          </ac:cxnSpMkLst>
        </pc:cxnChg>
        <pc:cxnChg chg="mod ord">
          <ac:chgData name="Lala Guluzade" userId="2e684c3e-ad8a-47cf-b493-54606dd5dcb1" providerId="ADAL" clId="{A2BF9B08-964F-4531-B73D-668D4608DC8E}" dt="2026-06-29T14:53:45.011" v="1372"/>
          <ac:cxnSpMkLst>
            <pc:docMk/>
            <pc:sldMk cId="1018953988" sldId="261"/>
            <ac:cxnSpMk id="52" creationId="{AA70C11A-55BE-D4E2-C346-D4928F69F518}"/>
          </ac:cxnSpMkLst>
        </pc:cxnChg>
        <pc:cxnChg chg="mod ord">
          <ac:chgData name="Lala Guluzade" userId="2e684c3e-ad8a-47cf-b493-54606dd5dcb1" providerId="ADAL" clId="{A2BF9B08-964F-4531-B73D-668D4608DC8E}" dt="2026-06-29T14:53:45.021" v="1392"/>
          <ac:cxnSpMkLst>
            <pc:docMk/>
            <pc:sldMk cId="1018953988" sldId="261"/>
            <ac:cxnSpMk id="61" creationId="{E92A6EA9-06BA-1D50-7261-AA33CF45B912}"/>
          </ac:cxnSpMkLst>
        </pc:cxnChg>
        <pc:cxnChg chg="mod ord">
          <ac:chgData name="Lala Guluzade" userId="2e684c3e-ad8a-47cf-b493-54606dd5dcb1" providerId="ADAL" clId="{A2BF9B08-964F-4531-B73D-668D4608DC8E}" dt="2026-06-29T14:53:45.013" v="1378"/>
          <ac:cxnSpMkLst>
            <pc:docMk/>
            <pc:sldMk cId="1018953988" sldId="261"/>
            <ac:cxnSpMk id="65" creationId="{D29ED000-E119-AAC7-8B04-F6747CCC7EF3}"/>
          </ac:cxnSpMkLst>
        </pc:cxnChg>
        <pc:cxnChg chg="mod ord">
          <ac:chgData name="Lala Guluzade" userId="2e684c3e-ad8a-47cf-b493-54606dd5dcb1" providerId="ADAL" clId="{A2BF9B08-964F-4531-B73D-668D4608DC8E}" dt="2026-06-29T14:53:45.014" v="1380"/>
          <ac:cxnSpMkLst>
            <pc:docMk/>
            <pc:sldMk cId="1018953988" sldId="261"/>
            <ac:cxnSpMk id="66" creationId="{E8128A77-DAD5-5969-1EB1-CF7CE3D7A663}"/>
          </ac:cxnSpMkLst>
        </pc:cxnChg>
        <pc:cxnChg chg="mod ord">
          <ac:chgData name="Lala Guluzade" userId="2e684c3e-ad8a-47cf-b493-54606dd5dcb1" providerId="ADAL" clId="{A2BF9B08-964F-4531-B73D-668D4608DC8E}" dt="2026-06-29T14:53:45.018" v="1386"/>
          <ac:cxnSpMkLst>
            <pc:docMk/>
            <pc:sldMk cId="1018953988" sldId="261"/>
            <ac:cxnSpMk id="74" creationId="{55C1D671-D394-2ED3-B0D4-2E92E5EC0F3A}"/>
          </ac:cxnSpMkLst>
        </pc:cxnChg>
        <pc:cxnChg chg="mod ord">
          <ac:chgData name="Lala Guluzade" userId="2e684c3e-ad8a-47cf-b493-54606dd5dcb1" providerId="ADAL" clId="{A2BF9B08-964F-4531-B73D-668D4608DC8E}" dt="2026-06-29T14:53:45.019" v="1388"/>
          <ac:cxnSpMkLst>
            <pc:docMk/>
            <pc:sldMk cId="1018953988" sldId="261"/>
            <ac:cxnSpMk id="75" creationId="{8828FABB-F15D-3D74-E62E-F43F186E953F}"/>
          </ac:cxnSpMkLst>
        </pc:cxnChg>
        <pc:cxnChg chg="mod ord">
          <ac:chgData name="Lala Guluzade" userId="2e684c3e-ad8a-47cf-b493-54606dd5dcb1" providerId="ADAL" clId="{A2BF9B08-964F-4531-B73D-668D4608DC8E}" dt="2026-06-29T14:53:45.020" v="1390"/>
          <ac:cxnSpMkLst>
            <pc:docMk/>
            <pc:sldMk cId="1018953988" sldId="261"/>
            <ac:cxnSpMk id="77" creationId="{8D505D9D-18E2-F146-BEB7-45351FFC03D5}"/>
          </ac:cxnSpMkLst>
        </pc:cxnChg>
        <pc:cxnChg chg="mod ord">
          <ac:chgData name="Lala Guluzade" userId="2e684c3e-ad8a-47cf-b493-54606dd5dcb1" providerId="ADAL" clId="{A2BF9B08-964F-4531-B73D-668D4608DC8E}" dt="2026-06-29T14:53:45.022" v="1394"/>
          <ac:cxnSpMkLst>
            <pc:docMk/>
            <pc:sldMk cId="1018953988" sldId="261"/>
            <ac:cxnSpMk id="79" creationId="{2C129BA2-C6FE-08A1-6F09-25FF1C51F801}"/>
          </ac:cxnSpMkLst>
        </pc:cxnChg>
      </pc:sldChg>
      <pc:sldChg chg="addSp delSp modSp add del mod">
        <pc:chgData name="Lala Guluzade" userId="2e684c3e-ad8a-47cf-b493-54606dd5dcb1" providerId="ADAL" clId="{A2BF9B08-964F-4531-B73D-668D4608DC8E}" dt="2026-06-30T19:32:23.011" v="22451" actId="47"/>
        <pc:sldMkLst>
          <pc:docMk/>
          <pc:sldMk cId="1376457991" sldId="261"/>
        </pc:sldMkLst>
        <pc:spChg chg="mod">
          <ac:chgData name="Lala Guluzade" userId="2e684c3e-ad8a-47cf-b493-54606dd5dcb1" providerId="ADAL" clId="{A2BF9B08-964F-4531-B73D-668D4608DC8E}" dt="2026-06-30T14:21:52.150" v="14550"/>
          <ac:spMkLst>
            <pc:docMk/>
            <pc:sldMk cId="1376457991" sldId="261"/>
            <ac:spMk id="2" creationId="{B51966CC-A2E4-6A95-EE20-7D9A47291204}"/>
          </ac:spMkLst>
        </pc:spChg>
        <pc:spChg chg="add mod">
          <ac:chgData name="Lala Guluzade" userId="2e684c3e-ad8a-47cf-b493-54606dd5dcb1" providerId="ADAL" clId="{A2BF9B08-964F-4531-B73D-668D4608DC8E}" dt="2026-06-30T14:21:46.266" v="14537"/>
          <ac:spMkLst>
            <pc:docMk/>
            <pc:sldMk cId="1376457991" sldId="261"/>
            <ac:spMk id="3" creationId="{C4C08D61-6CCE-09C8-AB47-97EABA2FB238}"/>
          </ac:spMkLst>
        </pc:spChg>
        <pc:spChg chg="del">
          <ac:chgData name="Lala Guluzade" userId="2e684c3e-ad8a-47cf-b493-54606dd5dcb1" providerId="ADAL" clId="{A2BF9B08-964F-4531-B73D-668D4608DC8E}" dt="2026-06-30T14:21:47.897" v="14538" actId="478"/>
          <ac:spMkLst>
            <pc:docMk/>
            <pc:sldMk cId="1376457991" sldId="261"/>
            <ac:spMk id="4" creationId="{A7C46996-C1E0-4B9D-C380-1C405E01A5CE}"/>
          </ac:spMkLst>
        </pc:spChg>
        <pc:spChg chg="add del mod modVis">
          <ac:chgData name="Lala Guluzade" userId="2e684c3e-ad8a-47cf-b493-54606dd5dcb1" providerId="ADAL" clId="{A2BF9B08-964F-4531-B73D-668D4608DC8E}" dt="2026-06-30T14:21:52.194" v="14572"/>
          <ac:spMkLst>
            <pc:docMk/>
            <pc:sldMk cId="1376457991" sldId="261"/>
            <ac:spMk id="5" creationId="{95CA0945-AD29-34E2-C38E-36846AA410DA}"/>
          </ac:spMkLst>
        </pc:spChg>
        <pc:spChg chg="mod">
          <ac:chgData name="Lala Guluzade" userId="2e684c3e-ad8a-47cf-b493-54606dd5dcb1" providerId="ADAL" clId="{A2BF9B08-964F-4531-B73D-668D4608DC8E}" dt="2026-06-30T15:16:42.860" v="19197" actId="20577"/>
          <ac:spMkLst>
            <pc:docMk/>
            <pc:sldMk cId="1376457991" sldId="261"/>
            <ac:spMk id="89" creationId="{C81CC595-A8CB-0877-9754-BC75D0119E66}"/>
          </ac:spMkLst>
        </pc:spChg>
        <pc:spChg chg="mod">
          <ac:chgData name="Lala Guluzade" userId="2e684c3e-ad8a-47cf-b493-54606dd5dcb1" providerId="ADAL" clId="{A2BF9B08-964F-4531-B73D-668D4608DC8E}" dt="2026-06-30T14:21:27.821" v="14532"/>
          <ac:spMkLst>
            <pc:docMk/>
            <pc:sldMk cId="1376457991" sldId="261"/>
            <ac:spMk id="205" creationId="{8903E7C3-B256-494B-3568-F78570241BF1}"/>
          </ac:spMkLst>
        </pc:spChg>
        <pc:graphicFrameChg chg="mod">
          <ac:chgData name="Lala Guluzade" userId="2e684c3e-ad8a-47cf-b493-54606dd5dcb1" providerId="ADAL" clId="{A2BF9B08-964F-4531-B73D-668D4608DC8E}" dt="2026-06-30T14:21:52.196" v="14574"/>
          <ac:graphicFrameMkLst>
            <pc:docMk/>
            <pc:sldMk cId="1376457991" sldId="261"/>
            <ac:graphicFrameMk id="6" creationId="{CBE6262D-8883-4387-2976-3DFAD683B556}"/>
          </ac:graphicFrameMkLst>
        </pc:graphicFrameChg>
      </pc:sldChg>
      <pc:sldChg chg="addSp delSp modSp add mod">
        <pc:chgData name="Lala Guluzade" userId="2e684c3e-ad8a-47cf-b493-54606dd5dcb1" providerId="ADAL" clId="{A2BF9B08-964F-4531-B73D-668D4608DC8E}" dt="2026-06-30T22:11:51.221" v="23339"/>
        <pc:sldMkLst>
          <pc:docMk/>
          <pc:sldMk cId="1569305183" sldId="261"/>
        </pc:sldMkLst>
        <pc:spChg chg="add del mod modVis">
          <ac:chgData name="Lala Guluzade" userId="2e684c3e-ad8a-47cf-b493-54606dd5dcb1" providerId="ADAL" clId="{A2BF9B08-964F-4531-B73D-668D4608DC8E}" dt="2026-06-30T22:11:51.219" v="23337"/>
          <ac:spMkLst>
            <pc:docMk/>
            <pc:sldMk cId="1569305183" sldId="261"/>
            <ac:spMk id="3" creationId="{BC8743AD-94D3-15E1-51C3-B0D7936BA3D9}"/>
          </ac:spMkLst>
        </pc:spChg>
        <pc:spChg chg="mod">
          <ac:chgData name="Lala Guluzade" userId="2e684c3e-ad8a-47cf-b493-54606dd5dcb1" providerId="ADAL" clId="{A2BF9B08-964F-4531-B73D-668D4608DC8E}" dt="2026-06-30T22:11:50.473" v="23312"/>
          <ac:spMkLst>
            <pc:docMk/>
            <pc:sldMk cId="1569305183" sldId="261"/>
            <ac:spMk id="4" creationId="{6FCA158B-52FE-2E62-8991-B4BB85D43F1D}"/>
          </ac:spMkLst>
        </pc:spChg>
        <pc:spChg chg="mod">
          <ac:chgData name="Lala Guluzade" userId="2e684c3e-ad8a-47cf-b493-54606dd5dcb1" providerId="ADAL" clId="{A2BF9B08-964F-4531-B73D-668D4608DC8E}" dt="2026-06-30T22:11:51.164" v="23315"/>
          <ac:spMkLst>
            <pc:docMk/>
            <pc:sldMk cId="1569305183" sldId="261"/>
            <ac:spMk id="7" creationId="{A23B22AB-9297-4658-D6D0-D1293BCC82CB}"/>
          </ac:spMkLst>
        </pc:spChg>
        <pc:spChg chg="mod">
          <ac:chgData name="Lala Guluzade" userId="2e684c3e-ad8a-47cf-b493-54606dd5dcb1" providerId="ADAL" clId="{A2BF9B08-964F-4531-B73D-668D4608DC8E}" dt="2026-06-30T22:11:50.474" v="23313"/>
          <ac:spMkLst>
            <pc:docMk/>
            <pc:sldMk cId="1569305183" sldId="261"/>
            <ac:spMk id="8" creationId="{7C596B90-95A8-007B-3298-8A1ED210196E}"/>
          </ac:spMkLst>
        </pc:spChg>
        <pc:spChg chg="mod">
          <ac:chgData name="Lala Guluzade" userId="2e684c3e-ad8a-47cf-b493-54606dd5dcb1" providerId="ADAL" clId="{A2BF9B08-964F-4531-B73D-668D4608DC8E}" dt="2026-06-30T22:11:50.479" v="23314"/>
          <ac:spMkLst>
            <pc:docMk/>
            <pc:sldMk cId="1569305183" sldId="261"/>
            <ac:spMk id="282" creationId="{25A40324-C5F6-FA18-1B2B-8FB43FEFA13C}"/>
          </ac:spMkLst>
        </pc:spChg>
        <pc:graphicFrameChg chg="mod">
          <ac:chgData name="Lala Guluzade" userId="2e684c3e-ad8a-47cf-b493-54606dd5dcb1" providerId="ADAL" clId="{A2BF9B08-964F-4531-B73D-668D4608DC8E}" dt="2026-06-30T22:11:51.221" v="23339"/>
          <ac:graphicFrameMkLst>
            <pc:docMk/>
            <pc:sldMk cId="1569305183" sldId="261"/>
            <ac:graphicFrameMk id="10" creationId="{24A730DC-DB84-9E9D-9850-1F21F9CFD0F0}"/>
          </ac:graphicFrameMkLst>
        </pc:graphicFrameChg>
      </pc:sldChg>
      <pc:sldChg chg="addSp delSp modSp add mod">
        <pc:chgData name="Lala Guluzade" userId="2e684c3e-ad8a-47cf-b493-54606dd5dcb1" providerId="ADAL" clId="{A2BF9B08-964F-4531-B73D-668D4608DC8E}" dt="2026-06-29T20:35:08.701" v="5895"/>
        <pc:sldMkLst>
          <pc:docMk/>
          <pc:sldMk cId="1926936009" sldId="262"/>
        </pc:sldMkLst>
        <pc:spChg chg="mod">
          <ac:chgData name="Lala Guluzade" userId="2e684c3e-ad8a-47cf-b493-54606dd5dcb1" providerId="ADAL" clId="{A2BF9B08-964F-4531-B73D-668D4608DC8E}" dt="2026-06-29T20:20:07.665" v="5057"/>
          <ac:spMkLst>
            <pc:docMk/>
            <pc:sldMk cId="1926936009" sldId="262"/>
            <ac:spMk id="3" creationId="{5AFEEC70-D9FE-5548-E63D-95F916B2519E}"/>
          </ac:spMkLst>
        </pc:spChg>
        <pc:spChg chg="del">
          <ac:chgData name="Lala Guluzade" userId="2e684c3e-ad8a-47cf-b493-54606dd5dcb1" providerId="ADAL" clId="{A2BF9B08-964F-4531-B73D-668D4608DC8E}" dt="2026-06-29T20:20:19.886" v="5058" actId="478"/>
          <ac:spMkLst>
            <pc:docMk/>
            <pc:sldMk cId="1926936009" sldId="262"/>
            <ac:spMk id="7" creationId="{015A8EC4-63BF-74DD-716C-75CC50ADF692}"/>
          </ac:spMkLst>
        </pc:spChg>
        <pc:spChg chg="del">
          <ac:chgData name="Lala Guluzade" userId="2e684c3e-ad8a-47cf-b493-54606dd5dcb1" providerId="ADAL" clId="{A2BF9B08-964F-4531-B73D-668D4608DC8E}" dt="2026-06-29T20:20:19.886" v="5058" actId="478"/>
          <ac:spMkLst>
            <pc:docMk/>
            <pc:sldMk cId="1926936009" sldId="262"/>
            <ac:spMk id="8" creationId="{0CA1C32C-D617-621C-5C12-91380EDF00BB}"/>
          </ac:spMkLst>
        </pc:spChg>
        <pc:spChg chg="del">
          <ac:chgData name="Lala Guluzade" userId="2e684c3e-ad8a-47cf-b493-54606dd5dcb1" providerId="ADAL" clId="{A2BF9B08-964F-4531-B73D-668D4608DC8E}" dt="2026-06-29T20:20:19.886" v="5058" actId="478"/>
          <ac:spMkLst>
            <pc:docMk/>
            <pc:sldMk cId="1926936009" sldId="262"/>
            <ac:spMk id="9" creationId="{2CE2E093-28CB-0344-BFB7-8B62464631B3}"/>
          </ac:spMkLst>
        </pc:spChg>
        <pc:spChg chg="del">
          <ac:chgData name="Lala Guluzade" userId="2e684c3e-ad8a-47cf-b493-54606dd5dcb1" providerId="ADAL" clId="{A2BF9B08-964F-4531-B73D-668D4608DC8E}" dt="2026-06-29T20:20:19.886" v="5058" actId="478"/>
          <ac:spMkLst>
            <pc:docMk/>
            <pc:sldMk cId="1926936009" sldId="262"/>
            <ac:spMk id="10" creationId="{FA7127EE-A1D8-F86A-48AB-136CEA6A86F6}"/>
          </ac:spMkLst>
        </pc:spChg>
        <pc:spChg chg="del">
          <ac:chgData name="Lala Guluzade" userId="2e684c3e-ad8a-47cf-b493-54606dd5dcb1" providerId="ADAL" clId="{A2BF9B08-964F-4531-B73D-668D4608DC8E}" dt="2026-06-29T20:20:19.886" v="5058" actId="478"/>
          <ac:spMkLst>
            <pc:docMk/>
            <pc:sldMk cId="1926936009" sldId="262"/>
            <ac:spMk id="11" creationId="{9669461D-8851-B409-4356-E331BE4E682E}"/>
          </ac:spMkLst>
        </pc:spChg>
        <pc:spChg chg="add del mod">
          <ac:chgData name="Lala Guluzade" userId="2e684c3e-ad8a-47cf-b493-54606dd5dcb1" providerId="ADAL" clId="{A2BF9B08-964F-4531-B73D-668D4608DC8E}" dt="2026-06-29T20:23:04.612" v="5173"/>
          <ac:spMkLst>
            <pc:docMk/>
            <pc:sldMk cId="1926936009" sldId="262"/>
            <ac:spMk id="13" creationId="{1641105C-A930-3B14-C859-77B91E869A75}"/>
          </ac:spMkLst>
        </pc:spChg>
        <pc:spChg chg="add mod topLvl">
          <ac:chgData name="Lala Guluzade" userId="2e684c3e-ad8a-47cf-b493-54606dd5dcb1" providerId="ADAL" clId="{A2BF9B08-964F-4531-B73D-668D4608DC8E}" dt="2026-06-29T20:24:12.672" v="5327" actId="113"/>
          <ac:spMkLst>
            <pc:docMk/>
            <pc:sldMk cId="1926936009" sldId="262"/>
            <ac:spMk id="14" creationId="{CBED5F9B-A3CC-52AB-CD66-E3EAA124FAEE}"/>
          </ac:spMkLst>
        </pc:spChg>
        <pc:spChg chg="add mod topLvl">
          <ac:chgData name="Lala Guluzade" userId="2e684c3e-ad8a-47cf-b493-54606dd5dcb1" providerId="ADAL" clId="{A2BF9B08-964F-4531-B73D-668D4608DC8E}" dt="2026-06-29T20:23:59.728" v="5293" actId="1035"/>
          <ac:spMkLst>
            <pc:docMk/>
            <pc:sldMk cId="1926936009" sldId="262"/>
            <ac:spMk id="15" creationId="{73D74F93-6D8A-CB98-050F-262014F47B11}"/>
          </ac:spMkLst>
        </pc:spChg>
        <pc:spChg chg="add mod">
          <ac:chgData name="Lala Guluzade" userId="2e684c3e-ad8a-47cf-b493-54606dd5dcb1" providerId="ADAL" clId="{A2BF9B08-964F-4531-B73D-668D4608DC8E}" dt="2026-06-29T20:23:10.048" v="5241" actId="139"/>
          <ac:spMkLst>
            <pc:docMk/>
            <pc:sldMk cId="1926936009" sldId="262"/>
            <ac:spMk id="16" creationId="{845E2D2A-210D-5E64-E08C-50EC2C35787A}"/>
          </ac:spMkLst>
        </pc:spChg>
        <pc:spChg chg="add mod">
          <ac:chgData name="Lala Guluzade" userId="2e684c3e-ad8a-47cf-b493-54606dd5dcb1" providerId="ADAL" clId="{A2BF9B08-964F-4531-B73D-668D4608DC8E}" dt="2026-06-29T20:23:10.057" v="5242" actId="139"/>
          <ac:spMkLst>
            <pc:docMk/>
            <pc:sldMk cId="1926936009" sldId="262"/>
            <ac:spMk id="17" creationId="{25481480-53B5-2123-963B-A7B9A6C2F650}"/>
          </ac:spMkLst>
        </pc:spChg>
        <pc:spChg chg="add mod topLvl">
          <ac:chgData name="Lala Guluzade" userId="2e684c3e-ad8a-47cf-b493-54606dd5dcb1" providerId="ADAL" clId="{A2BF9B08-964F-4531-B73D-668D4608DC8E}" dt="2026-06-29T20:23:59.728" v="5293" actId="1035"/>
          <ac:spMkLst>
            <pc:docMk/>
            <pc:sldMk cId="1926936009" sldId="262"/>
            <ac:spMk id="18" creationId="{99012E0B-E6EB-DC93-FD78-5FC8C1B9B0BF}"/>
          </ac:spMkLst>
        </pc:spChg>
        <pc:spChg chg="add mod topLvl">
          <ac:chgData name="Lala Guluzade" userId="2e684c3e-ad8a-47cf-b493-54606dd5dcb1" providerId="ADAL" clId="{A2BF9B08-964F-4531-B73D-668D4608DC8E}" dt="2026-06-29T20:24:12.672" v="5327" actId="113"/>
          <ac:spMkLst>
            <pc:docMk/>
            <pc:sldMk cId="1926936009" sldId="262"/>
            <ac:spMk id="19" creationId="{ED6D3BBA-B62F-C982-72D8-73CF575DB2C5}"/>
          </ac:spMkLst>
        </pc:spChg>
        <pc:spChg chg="add mod topLvl">
          <ac:chgData name="Lala Guluzade" userId="2e684c3e-ad8a-47cf-b493-54606dd5dcb1" providerId="ADAL" clId="{A2BF9B08-964F-4531-B73D-668D4608DC8E}" dt="2026-06-29T20:24:22.893" v="5330" actId="20577"/>
          <ac:spMkLst>
            <pc:docMk/>
            <pc:sldMk cId="1926936009" sldId="262"/>
            <ac:spMk id="20" creationId="{730E80E3-B660-942A-15D1-DF86AE733993}"/>
          </ac:spMkLst>
        </pc:spChg>
        <pc:spChg chg="add mod topLvl">
          <ac:chgData name="Lala Guluzade" userId="2e684c3e-ad8a-47cf-b493-54606dd5dcb1" providerId="ADAL" clId="{A2BF9B08-964F-4531-B73D-668D4608DC8E}" dt="2026-06-29T20:24:31.491" v="5340" actId="20577"/>
          <ac:spMkLst>
            <pc:docMk/>
            <pc:sldMk cId="1926936009" sldId="262"/>
            <ac:spMk id="21" creationId="{A916AE9E-2E6E-DE13-E3B9-CE9A29A5F701}"/>
          </ac:spMkLst>
        </pc:spChg>
        <pc:spChg chg="add mod">
          <ac:chgData name="Lala Guluzade" userId="2e684c3e-ad8a-47cf-b493-54606dd5dcb1" providerId="ADAL" clId="{A2BF9B08-964F-4531-B73D-668D4608DC8E}" dt="2026-06-29T20:24:28.946" v="5336" actId="20577"/>
          <ac:spMkLst>
            <pc:docMk/>
            <pc:sldMk cId="1926936009" sldId="262"/>
            <ac:spMk id="22" creationId="{1177CB60-FC31-B2D9-CC96-F58E29C1FB35}"/>
          </ac:spMkLst>
        </pc:spChg>
        <pc:spChg chg="add mod topLvl">
          <ac:chgData name="Lala Guluzade" userId="2e684c3e-ad8a-47cf-b493-54606dd5dcb1" providerId="ADAL" clId="{A2BF9B08-964F-4531-B73D-668D4608DC8E}" dt="2026-06-29T20:24:25.852" v="5333" actId="20577"/>
          <ac:spMkLst>
            <pc:docMk/>
            <pc:sldMk cId="1926936009" sldId="262"/>
            <ac:spMk id="23" creationId="{E0E7A7D6-63AE-37FC-81FD-8B3C5F902B52}"/>
          </ac:spMkLst>
        </pc:spChg>
        <pc:spChg chg="add mod topLvl">
          <ac:chgData name="Lala Guluzade" userId="2e684c3e-ad8a-47cf-b493-54606dd5dcb1" providerId="ADAL" clId="{A2BF9B08-964F-4531-B73D-668D4608DC8E}" dt="2026-06-29T20:24:12.672" v="5327" actId="113"/>
          <ac:spMkLst>
            <pc:docMk/>
            <pc:sldMk cId="1926936009" sldId="262"/>
            <ac:spMk id="24" creationId="{BE6E5097-06B6-9222-5EC1-61D7C85BC7A7}"/>
          </ac:spMkLst>
        </pc:spChg>
        <pc:spChg chg="add mod topLvl">
          <ac:chgData name="Lala Guluzade" userId="2e684c3e-ad8a-47cf-b493-54606dd5dcb1" providerId="ADAL" clId="{A2BF9B08-964F-4531-B73D-668D4608DC8E}" dt="2026-06-29T20:24:34.255" v="5343" actId="20577"/>
          <ac:spMkLst>
            <pc:docMk/>
            <pc:sldMk cId="1926936009" sldId="262"/>
            <ac:spMk id="25" creationId="{7648EB81-CAA3-8EAE-6563-61CCE678E1D2}"/>
          </ac:spMkLst>
        </pc:spChg>
        <pc:spChg chg="add mod">
          <ac:chgData name="Lala Guluzade" userId="2e684c3e-ad8a-47cf-b493-54606dd5dcb1" providerId="ADAL" clId="{A2BF9B08-964F-4531-B73D-668D4608DC8E}" dt="2026-06-29T20:24:36.617" v="5346" actId="20577"/>
          <ac:spMkLst>
            <pc:docMk/>
            <pc:sldMk cId="1926936009" sldId="262"/>
            <ac:spMk id="26" creationId="{6D2A0E05-A44D-A605-262B-403F0DE718E2}"/>
          </ac:spMkLst>
        </pc:spChg>
        <pc:spChg chg="add mod topLvl">
          <ac:chgData name="Lala Guluzade" userId="2e684c3e-ad8a-47cf-b493-54606dd5dcb1" providerId="ADAL" clId="{A2BF9B08-964F-4531-B73D-668D4608DC8E}" dt="2026-06-29T20:24:39.672" v="5349" actId="20577"/>
          <ac:spMkLst>
            <pc:docMk/>
            <pc:sldMk cId="1926936009" sldId="262"/>
            <ac:spMk id="28" creationId="{8A2C47FA-312E-F462-CE7C-E0DAA8103D87}"/>
          </ac:spMkLst>
        </pc:spChg>
        <pc:spChg chg="add mod">
          <ac:chgData name="Lala Guluzade" userId="2e684c3e-ad8a-47cf-b493-54606dd5dcb1" providerId="ADAL" clId="{A2BF9B08-964F-4531-B73D-668D4608DC8E}" dt="2026-06-29T20:24:43.444" v="5353" actId="20577"/>
          <ac:spMkLst>
            <pc:docMk/>
            <pc:sldMk cId="1926936009" sldId="262"/>
            <ac:spMk id="31" creationId="{D6EC7847-7736-9D97-FFF8-FB677138016F}"/>
          </ac:spMkLst>
        </pc:spChg>
        <pc:spChg chg="del">
          <ac:chgData name="Lala Guluzade" userId="2e684c3e-ad8a-47cf-b493-54606dd5dcb1" providerId="ADAL" clId="{A2BF9B08-964F-4531-B73D-668D4608DC8E}" dt="2026-06-29T20:20:19.886" v="5058" actId="478"/>
          <ac:spMkLst>
            <pc:docMk/>
            <pc:sldMk cId="1926936009" sldId="262"/>
            <ac:spMk id="37" creationId="{3616B701-4B4C-CB57-FB86-C97F57227457}"/>
          </ac:spMkLst>
        </pc:spChg>
        <pc:spChg chg="add del mod">
          <ac:chgData name="Lala Guluzade" userId="2e684c3e-ad8a-47cf-b493-54606dd5dcb1" providerId="ADAL" clId="{A2BF9B08-964F-4531-B73D-668D4608DC8E}" dt="2026-06-29T20:34:13.231" v="5793" actId="478"/>
          <ac:spMkLst>
            <pc:docMk/>
            <pc:sldMk cId="1926936009" sldId="262"/>
            <ac:spMk id="41" creationId="{F99AA081-48B6-49A2-B222-AF63D265C5B1}"/>
          </ac:spMkLst>
        </pc:spChg>
        <pc:spChg chg="add mod">
          <ac:chgData name="Lala Guluzade" userId="2e684c3e-ad8a-47cf-b493-54606dd5dcb1" providerId="ADAL" clId="{A2BF9B08-964F-4531-B73D-668D4608DC8E}" dt="2026-06-29T20:35:08.701" v="5895"/>
          <ac:spMkLst>
            <pc:docMk/>
            <pc:sldMk cId="1926936009" sldId="262"/>
            <ac:spMk id="42" creationId="{B9EDD7BC-4B5F-42CF-BCF8-BD30A41AE52D}"/>
          </ac:spMkLst>
        </pc:spChg>
        <pc:grpChg chg="del">
          <ac:chgData name="Lala Guluzade" userId="2e684c3e-ad8a-47cf-b493-54606dd5dcb1" providerId="ADAL" clId="{A2BF9B08-964F-4531-B73D-668D4608DC8E}" dt="2026-06-29T20:20:19.886" v="5058" actId="478"/>
          <ac:grpSpMkLst>
            <pc:docMk/>
            <pc:sldMk cId="1926936009" sldId="262"/>
            <ac:grpSpMk id="30" creationId="{E196F0E6-16F6-09CC-DC7C-103D3DE9037A}"/>
          </ac:grpSpMkLst>
        </pc:grpChg>
        <pc:grpChg chg="del">
          <ac:chgData name="Lala Guluzade" userId="2e684c3e-ad8a-47cf-b493-54606dd5dcb1" providerId="ADAL" clId="{A2BF9B08-964F-4531-B73D-668D4608DC8E}" dt="2026-06-29T20:20:19.886" v="5058" actId="478"/>
          <ac:grpSpMkLst>
            <pc:docMk/>
            <pc:sldMk cId="1926936009" sldId="262"/>
            <ac:grpSpMk id="36" creationId="{27AE8C13-CE4A-4BE4-13AC-1A7846D97667}"/>
          </ac:grpSpMkLst>
        </pc:grpChg>
        <pc:grpChg chg="mod">
          <ac:chgData name="Lala Guluzade" userId="2e684c3e-ad8a-47cf-b493-54606dd5dcb1" providerId="ADAL" clId="{A2BF9B08-964F-4531-B73D-668D4608DC8E}" dt="2026-06-29T20:23:47.544" v="5270" actId="1038"/>
          <ac:grpSpMkLst>
            <pc:docMk/>
            <pc:sldMk cId="1926936009" sldId="262"/>
            <ac:grpSpMk id="40" creationId="{FB8C2B1D-2A1E-C6DC-79F9-83F929B2B21A}"/>
          </ac:grpSpMkLst>
        </pc:grpChg>
        <pc:graphicFrameChg chg="mod">
          <ac:chgData name="Lala Guluzade" userId="2e684c3e-ad8a-47cf-b493-54606dd5dcb1" providerId="ADAL" clId="{A2BF9B08-964F-4531-B73D-668D4608DC8E}" dt="2026-06-29T20:20:07.663" v="5056"/>
          <ac:graphicFrameMkLst>
            <pc:docMk/>
            <pc:sldMk cId="1926936009" sldId="262"/>
            <ac:graphicFrameMk id="5" creationId="{CCA95252-5E97-FE43-369C-13E6407948C8}"/>
          </ac:graphicFrameMkLst>
        </pc:graphicFrameChg>
        <pc:cxnChg chg="add mod">
          <ac:chgData name="Lala Guluzade" userId="2e684c3e-ad8a-47cf-b493-54606dd5dcb1" providerId="ADAL" clId="{A2BF9B08-964F-4531-B73D-668D4608DC8E}" dt="2026-06-29T20:23:04.719" v="5212"/>
          <ac:cxnSpMkLst>
            <pc:docMk/>
            <pc:sldMk cId="1926936009" sldId="262"/>
            <ac:cxnSpMk id="32" creationId="{7E38AB33-64EE-D8F0-4829-D6C2BAB57495}"/>
          </ac:cxnSpMkLst>
        </pc:cxnChg>
        <pc:cxnChg chg="add mod">
          <ac:chgData name="Lala Guluzade" userId="2e684c3e-ad8a-47cf-b493-54606dd5dcb1" providerId="ADAL" clId="{A2BF9B08-964F-4531-B73D-668D4608DC8E}" dt="2026-06-29T20:23:04.724" v="5220"/>
          <ac:cxnSpMkLst>
            <pc:docMk/>
            <pc:sldMk cId="1926936009" sldId="262"/>
            <ac:cxnSpMk id="34" creationId="{B91EC3CA-FB84-6587-DBA5-7A187BE85C32}"/>
          </ac:cxnSpMkLst>
        </pc:cxnChg>
        <pc:cxnChg chg="add mod">
          <ac:chgData name="Lala Guluzade" userId="2e684c3e-ad8a-47cf-b493-54606dd5dcb1" providerId="ADAL" clId="{A2BF9B08-964F-4531-B73D-668D4608DC8E}" dt="2026-06-29T20:23:04.727" v="5228"/>
          <ac:cxnSpMkLst>
            <pc:docMk/>
            <pc:sldMk cId="1926936009" sldId="262"/>
            <ac:cxnSpMk id="38" creationId="{4136A1A1-C89B-2FCA-1E89-0CF21C383DBB}"/>
          </ac:cxnSpMkLst>
        </pc:cxnChg>
        <pc:cxnChg chg="add mod">
          <ac:chgData name="Lala Guluzade" userId="2e684c3e-ad8a-47cf-b493-54606dd5dcb1" providerId="ADAL" clId="{A2BF9B08-964F-4531-B73D-668D4608DC8E}" dt="2026-06-29T20:23:04.731" v="5236"/>
          <ac:cxnSpMkLst>
            <pc:docMk/>
            <pc:sldMk cId="1926936009" sldId="262"/>
            <ac:cxnSpMk id="39" creationId="{E4C6CEAA-1BDB-E124-E588-B24596378C59}"/>
          </ac:cxnSpMkLst>
        </pc:cxnChg>
      </pc:sldChg>
      <pc:sldChg chg="addSp delSp modSp add del mod">
        <pc:chgData name="Lala Guluzade" userId="2e684c3e-ad8a-47cf-b493-54606dd5dcb1" providerId="ADAL" clId="{A2BF9B08-964F-4531-B73D-668D4608DC8E}" dt="2026-06-29T19:47:03.663" v="3508" actId="47"/>
        <pc:sldMkLst>
          <pc:docMk/>
          <pc:sldMk cId="4051008021" sldId="262"/>
        </pc:sldMkLst>
        <pc:spChg chg="del">
          <ac:chgData name="Lala Guluzade" userId="2e684c3e-ad8a-47cf-b493-54606dd5dcb1" providerId="ADAL" clId="{A2BF9B08-964F-4531-B73D-668D4608DC8E}" dt="2026-06-29T14:47:01.403" v="1168" actId="478"/>
          <ac:spMkLst>
            <pc:docMk/>
            <pc:sldMk cId="4051008021" sldId="262"/>
            <ac:spMk id="3" creationId="{C7B66245-6B44-1FE6-0679-147716309105}"/>
          </ac:spMkLst>
        </pc:spChg>
        <pc:spChg chg="del">
          <ac:chgData name="Lala Guluzade" userId="2e684c3e-ad8a-47cf-b493-54606dd5dcb1" providerId="ADAL" clId="{A2BF9B08-964F-4531-B73D-668D4608DC8E}" dt="2026-06-29T14:47:01.403" v="1168" actId="478"/>
          <ac:spMkLst>
            <pc:docMk/>
            <pc:sldMk cId="4051008021" sldId="262"/>
            <ac:spMk id="4" creationId="{E1E2F67C-6F4A-3399-022B-F8AEA107B503}"/>
          </ac:spMkLst>
        </pc:spChg>
        <pc:spChg chg="del">
          <ac:chgData name="Lala Guluzade" userId="2e684c3e-ad8a-47cf-b493-54606dd5dcb1" providerId="ADAL" clId="{A2BF9B08-964F-4531-B73D-668D4608DC8E}" dt="2026-06-29T14:47:01.403" v="1168" actId="478"/>
          <ac:spMkLst>
            <pc:docMk/>
            <pc:sldMk cId="4051008021" sldId="262"/>
            <ac:spMk id="6" creationId="{D2DAFCF0-7A65-4F81-4777-4AC5EC0EC2A7}"/>
          </ac:spMkLst>
        </pc:spChg>
        <pc:spChg chg="add del mod">
          <ac:chgData name="Lala Guluzade" userId="2e684c3e-ad8a-47cf-b493-54606dd5dcb1" providerId="ADAL" clId="{A2BF9B08-964F-4531-B73D-668D4608DC8E}" dt="2026-06-29T14:20:01.437" v="971" actId="478"/>
          <ac:spMkLst>
            <pc:docMk/>
            <pc:sldMk cId="4051008021" sldId="262"/>
            <ac:spMk id="8" creationId="{5AA0E508-3970-874F-2C1C-B7FD3BE7FF67}"/>
          </ac:spMkLst>
        </pc:spChg>
        <pc:spChg chg="add mod">
          <ac:chgData name="Lala Guluzade" userId="2e684c3e-ad8a-47cf-b493-54606dd5dcb1" providerId="ADAL" clId="{A2BF9B08-964F-4531-B73D-668D4608DC8E}" dt="2026-06-29T15:12:56.130" v="1617" actId="20577"/>
          <ac:spMkLst>
            <pc:docMk/>
            <pc:sldMk cId="4051008021" sldId="262"/>
            <ac:spMk id="9" creationId="{19491A39-9FBD-4B73-B59D-E8B6A122671C}"/>
          </ac:spMkLst>
        </pc:spChg>
        <pc:spChg chg="mod">
          <ac:chgData name="Lala Guluzade" userId="2e684c3e-ad8a-47cf-b493-54606dd5dcb1" providerId="ADAL" clId="{A2BF9B08-964F-4531-B73D-668D4608DC8E}" dt="2026-06-29T12:34:45.024" v="5" actId="20577"/>
          <ac:spMkLst>
            <pc:docMk/>
            <pc:sldMk cId="4051008021" sldId="262"/>
            <ac:spMk id="10" creationId="{F892B9FF-C7BA-92D4-1037-0F4E07BABB32}"/>
          </ac:spMkLst>
        </pc:spChg>
        <pc:spChg chg="mod">
          <ac:chgData name="Lala Guluzade" userId="2e684c3e-ad8a-47cf-b493-54606dd5dcb1" providerId="ADAL" clId="{A2BF9B08-964F-4531-B73D-668D4608DC8E}" dt="2026-06-29T12:34:40.769" v="2"/>
          <ac:spMkLst>
            <pc:docMk/>
            <pc:sldMk cId="4051008021" sldId="262"/>
            <ac:spMk id="11" creationId="{DCB9D33C-BF66-22BF-BA7F-EB0C723AB42F}"/>
          </ac:spMkLst>
        </pc:spChg>
        <pc:spChg chg="add mod">
          <ac:chgData name="Lala Guluzade" userId="2e684c3e-ad8a-47cf-b493-54606dd5dcb1" providerId="ADAL" clId="{A2BF9B08-964F-4531-B73D-668D4608DC8E}" dt="2026-06-29T15:19:06.145" v="1755"/>
          <ac:spMkLst>
            <pc:docMk/>
            <pc:sldMk cId="4051008021" sldId="262"/>
            <ac:spMk id="12" creationId="{46F28BBE-FCB4-C86E-ADFF-DC6A2F389E80}"/>
          </ac:spMkLst>
        </pc:spChg>
        <pc:spChg chg="mod">
          <ac:chgData name="Lala Guluzade" userId="2e684c3e-ad8a-47cf-b493-54606dd5dcb1" providerId="ADAL" clId="{A2BF9B08-964F-4531-B73D-668D4608DC8E}" dt="2026-06-29T12:34:40.770" v="3"/>
          <ac:spMkLst>
            <pc:docMk/>
            <pc:sldMk cId="4051008021" sldId="262"/>
            <ac:spMk id="14" creationId="{B1B189C6-34C2-86A6-10AC-DBF9A3C589AA}"/>
          </ac:spMkLst>
        </pc:spChg>
        <pc:spChg chg="mod">
          <ac:chgData name="Lala Guluzade" userId="2e684c3e-ad8a-47cf-b493-54606dd5dcb1" providerId="ADAL" clId="{A2BF9B08-964F-4531-B73D-668D4608DC8E}" dt="2026-06-29T14:46:54.799" v="1167" actId="1038"/>
          <ac:spMkLst>
            <pc:docMk/>
            <pc:sldMk cId="4051008021" sldId="262"/>
            <ac:spMk id="18" creationId="{4C41FEA4-35DE-2648-0413-8647F3F509FE}"/>
          </ac:spMkLst>
        </pc:spChg>
        <pc:spChg chg="mod">
          <ac:chgData name="Lala Guluzade" userId="2e684c3e-ad8a-47cf-b493-54606dd5dcb1" providerId="ADAL" clId="{A2BF9B08-964F-4531-B73D-668D4608DC8E}" dt="2026-06-29T14:46:54.799" v="1167" actId="1038"/>
          <ac:spMkLst>
            <pc:docMk/>
            <pc:sldMk cId="4051008021" sldId="262"/>
            <ac:spMk id="35" creationId="{BC8E741C-3A00-6459-8EF6-1497114FA014}"/>
          </ac:spMkLst>
        </pc:spChg>
        <pc:spChg chg="del">
          <ac:chgData name="Lala Guluzade" userId="2e684c3e-ad8a-47cf-b493-54606dd5dcb1" providerId="ADAL" clId="{A2BF9B08-964F-4531-B73D-668D4608DC8E}" dt="2026-06-29T14:47:01.403" v="1168" actId="478"/>
          <ac:spMkLst>
            <pc:docMk/>
            <pc:sldMk cId="4051008021" sldId="262"/>
            <ac:spMk id="64" creationId="{320776AF-EB7A-C1EB-5FF4-E0E27CEBB1A5}"/>
          </ac:spMkLst>
        </pc:spChg>
        <pc:spChg chg="del">
          <ac:chgData name="Lala Guluzade" userId="2e684c3e-ad8a-47cf-b493-54606dd5dcb1" providerId="ADAL" clId="{A2BF9B08-964F-4531-B73D-668D4608DC8E}" dt="2026-06-29T14:47:01.403" v="1168" actId="478"/>
          <ac:spMkLst>
            <pc:docMk/>
            <pc:sldMk cId="4051008021" sldId="262"/>
            <ac:spMk id="65" creationId="{2BCE7610-1C18-5D10-7F92-FE167333744C}"/>
          </ac:spMkLst>
        </pc:spChg>
        <pc:spChg chg="mod">
          <ac:chgData name="Lala Guluzade" userId="2e684c3e-ad8a-47cf-b493-54606dd5dcb1" providerId="ADAL" clId="{A2BF9B08-964F-4531-B73D-668D4608DC8E}" dt="2026-06-29T14:46:54.799" v="1167" actId="1038"/>
          <ac:spMkLst>
            <pc:docMk/>
            <pc:sldMk cId="4051008021" sldId="262"/>
            <ac:spMk id="71" creationId="{642BA599-5FB6-0CF4-9939-618C151086A6}"/>
          </ac:spMkLst>
        </pc:spChg>
        <pc:spChg chg="del">
          <ac:chgData name="Lala Guluzade" userId="2e684c3e-ad8a-47cf-b493-54606dd5dcb1" providerId="ADAL" clId="{A2BF9B08-964F-4531-B73D-668D4608DC8E}" dt="2026-06-29T14:46:41.997" v="1155" actId="478"/>
          <ac:spMkLst>
            <pc:docMk/>
            <pc:sldMk cId="4051008021" sldId="262"/>
            <ac:spMk id="77" creationId="{A643FF4A-7636-2E4F-B66C-FA772ACDBEF8}"/>
          </ac:spMkLst>
        </pc:spChg>
        <pc:spChg chg="mod">
          <ac:chgData name="Lala Guluzade" userId="2e684c3e-ad8a-47cf-b493-54606dd5dcb1" providerId="ADAL" clId="{A2BF9B08-964F-4531-B73D-668D4608DC8E}" dt="2026-06-29T14:46:54.799" v="1167" actId="1038"/>
          <ac:spMkLst>
            <pc:docMk/>
            <pc:sldMk cId="4051008021" sldId="262"/>
            <ac:spMk id="78" creationId="{F31EDEA0-21DD-4FD2-CD63-6F3B5EB2D069}"/>
          </ac:spMkLst>
        </pc:spChg>
        <pc:spChg chg="del">
          <ac:chgData name="Lala Guluzade" userId="2e684c3e-ad8a-47cf-b493-54606dd5dcb1" providerId="ADAL" clId="{A2BF9B08-964F-4531-B73D-668D4608DC8E}" dt="2026-06-29T14:46:41.997" v="1155" actId="478"/>
          <ac:spMkLst>
            <pc:docMk/>
            <pc:sldMk cId="4051008021" sldId="262"/>
            <ac:spMk id="84" creationId="{79525765-B35A-B040-8DB9-1E82ABB29FAF}"/>
          </ac:spMkLst>
        </pc:spChg>
        <pc:spChg chg="mod">
          <ac:chgData name="Lala Guluzade" userId="2e684c3e-ad8a-47cf-b493-54606dd5dcb1" providerId="ADAL" clId="{A2BF9B08-964F-4531-B73D-668D4608DC8E}" dt="2026-06-29T14:46:54.799" v="1167" actId="1038"/>
          <ac:spMkLst>
            <pc:docMk/>
            <pc:sldMk cId="4051008021" sldId="262"/>
            <ac:spMk id="85" creationId="{3AB7B3B6-6A10-F216-272F-84D8D001A3A0}"/>
          </ac:spMkLst>
        </pc:spChg>
        <pc:spChg chg="del">
          <ac:chgData name="Lala Guluzade" userId="2e684c3e-ad8a-47cf-b493-54606dd5dcb1" providerId="ADAL" clId="{A2BF9B08-964F-4531-B73D-668D4608DC8E}" dt="2026-06-29T14:46:41.997" v="1155" actId="478"/>
          <ac:spMkLst>
            <pc:docMk/>
            <pc:sldMk cId="4051008021" sldId="262"/>
            <ac:spMk id="89" creationId="{093211A9-2E51-FF66-6B81-6A7183F8368D}"/>
          </ac:spMkLst>
        </pc:spChg>
        <pc:spChg chg="del mod">
          <ac:chgData name="Lala Guluzade" userId="2e684c3e-ad8a-47cf-b493-54606dd5dcb1" providerId="ADAL" clId="{A2BF9B08-964F-4531-B73D-668D4608DC8E}" dt="2026-06-29T14:46:41.997" v="1155" actId="478"/>
          <ac:spMkLst>
            <pc:docMk/>
            <pc:sldMk cId="4051008021" sldId="262"/>
            <ac:spMk id="91" creationId="{8D3767DB-2347-8103-8C56-DCF289D08D4A}"/>
          </ac:spMkLst>
        </pc:spChg>
        <pc:graphicFrameChg chg="mod">
          <ac:chgData name="Lala Guluzade" userId="2e684c3e-ad8a-47cf-b493-54606dd5dcb1" providerId="ADAL" clId="{A2BF9B08-964F-4531-B73D-668D4608DC8E}" dt="2026-06-29T12:34:40.767" v="1"/>
          <ac:graphicFrameMkLst>
            <pc:docMk/>
            <pc:sldMk cId="4051008021" sldId="262"/>
            <ac:graphicFrameMk id="5" creationId="{6ADB20FA-B865-FA4B-B018-03C7354204C7}"/>
          </ac:graphicFrameMkLst>
        </pc:graphicFrameChg>
        <pc:cxnChg chg="del">
          <ac:chgData name="Lala Guluzade" userId="2e684c3e-ad8a-47cf-b493-54606dd5dcb1" providerId="ADAL" clId="{A2BF9B08-964F-4531-B73D-668D4608DC8E}" dt="2026-06-29T14:19:50.979" v="953" actId="478"/>
          <ac:cxnSpMkLst>
            <pc:docMk/>
            <pc:sldMk cId="4051008021" sldId="262"/>
            <ac:cxnSpMk id="72" creationId="{E50DA4DB-B02B-2F08-E485-1348999A6886}"/>
          </ac:cxnSpMkLst>
        </pc:cxnChg>
      </pc:sldChg>
      <pc:sldChg chg="addSp modSp add">
        <pc:chgData name="Lala Guluzade" userId="2e684c3e-ad8a-47cf-b493-54606dd5dcb1" providerId="ADAL" clId="{A2BF9B08-964F-4531-B73D-668D4608DC8E}" dt="2026-06-30T22:12:10.343" v="23352"/>
        <pc:sldMkLst>
          <pc:docMk/>
          <pc:sldMk cId="0" sldId="263"/>
        </pc:sldMkLst>
        <pc:spChg chg="add mod">
          <ac:chgData name="Lala Guluzade" userId="2e684c3e-ad8a-47cf-b493-54606dd5dcb1" providerId="ADAL" clId="{A2BF9B08-964F-4531-B73D-668D4608DC8E}" dt="2026-06-30T22:12:10.343" v="23352"/>
          <ac:spMkLst>
            <pc:docMk/>
            <pc:sldMk cId="0" sldId="263"/>
            <ac:spMk id="2" creationId="{23835D52-0B4C-2568-81B1-063718F8EE02}"/>
          </ac:spMkLst>
        </pc:spChg>
      </pc:sldChg>
      <pc:sldChg chg="addSp modSp add del mod ord">
        <pc:chgData name="Lala Guluzade" userId="2e684c3e-ad8a-47cf-b493-54606dd5dcb1" providerId="ADAL" clId="{A2BF9B08-964F-4531-B73D-668D4608DC8E}" dt="2026-06-30T19:35:14.110" v="22695" actId="2696"/>
        <pc:sldMkLst>
          <pc:docMk/>
          <pc:sldMk cId="611458245" sldId="263"/>
        </pc:sldMkLst>
        <pc:spChg chg="mod">
          <ac:chgData name="Lala Guluzade" userId="2e684c3e-ad8a-47cf-b493-54606dd5dcb1" providerId="ADAL" clId="{A2BF9B08-964F-4531-B73D-668D4608DC8E}" dt="2026-06-29T15:15:19.019" v="1680"/>
          <ac:spMkLst>
            <pc:docMk/>
            <pc:sldMk cId="611458245" sldId="263"/>
            <ac:spMk id="2" creationId="{2D30B272-484B-21C0-D5F8-F9A680A55E0E}"/>
          </ac:spMkLst>
        </pc:spChg>
        <pc:spChg chg="mod">
          <ac:chgData name="Lala Guluzade" userId="2e684c3e-ad8a-47cf-b493-54606dd5dcb1" providerId="ADAL" clId="{A2BF9B08-964F-4531-B73D-668D4608DC8E}" dt="2026-06-29T15:15:19.023" v="1681"/>
          <ac:spMkLst>
            <pc:docMk/>
            <pc:sldMk cId="611458245" sldId="263"/>
            <ac:spMk id="3" creationId="{F40738D6-9F70-2067-CD3B-8B0601BBBF44}"/>
          </ac:spMkLst>
        </pc:spChg>
        <pc:spChg chg="mod">
          <ac:chgData name="Lala Guluzade" userId="2e684c3e-ad8a-47cf-b493-54606dd5dcb1" providerId="ADAL" clId="{A2BF9B08-964F-4531-B73D-668D4608DC8E}" dt="2026-06-29T15:15:19.026" v="1682"/>
          <ac:spMkLst>
            <pc:docMk/>
            <pc:sldMk cId="611458245" sldId="263"/>
            <ac:spMk id="4" creationId="{199C3341-B880-4B7A-267D-F96512AA1FD5}"/>
          </ac:spMkLst>
        </pc:spChg>
        <pc:spChg chg="add mod">
          <ac:chgData name="Lala Guluzade" userId="2e684c3e-ad8a-47cf-b493-54606dd5dcb1" providerId="ADAL" clId="{A2BF9B08-964F-4531-B73D-668D4608DC8E}" dt="2026-06-30T16:21:25.395" v="20182" actId="20577"/>
          <ac:spMkLst>
            <pc:docMk/>
            <pc:sldMk cId="611458245" sldId="263"/>
            <ac:spMk id="6" creationId="{BDB479EB-084A-1CE8-D406-3D66D9B42EA3}"/>
          </ac:spMkLst>
        </pc:spChg>
        <pc:graphicFrameChg chg="add mod ord modVis">
          <ac:chgData name="Lala Guluzade" userId="2e684c3e-ad8a-47cf-b493-54606dd5dcb1" providerId="ADAL" clId="{A2BF9B08-964F-4531-B73D-668D4608DC8E}" dt="2026-06-29T15:15:19.557" v="1696"/>
          <ac:graphicFrameMkLst>
            <pc:docMk/>
            <pc:sldMk cId="611458245" sldId="263"/>
            <ac:graphicFrameMk id="5" creationId="{FD1683A5-7045-0829-5A12-4199E7243014}"/>
          </ac:graphicFrameMkLst>
        </pc:graphicFrameChg>
      </pc:sldChg>
      <pc:sldChg chg="del">
        <pc:chgData name="Lala Guluzade" userId="2e684c3e-ad8a-47cf-b493-54606dd5dcb1" providerId="ADAL" clId="{A2BF9B08-964F-4531-B73D-668D4608DC8E}" dt="2026-06-29T13:43:45.699" v="781" actId="47"/>
        <pc:sldMkLst>
          <pc:docMk/>
          <pc:sldMk cId="2251589793" sldId="263"/>
        </pc:sldMkLst>
      </pc:sldChg>
      <pc:sldChg chg="addSp modSp add mod">
        <pc:chgData name="Lala Guluzade" userId="2e684c3e-ad8a-47cf-b493-54606dd5dcb1" providerId="ADAL" clId="{A2BF9B08-964F-4531-B73D-668D4608DC8E}" dt="2026-06-30T22:13:34.030" v="23369" actId="1035"/>
        <pc:sldMkLst>
          <pc:docMk/>
          <pc:sldMk cId="1939967558" sldId="264"/>
        </pc:sldMkLst>
        <pc:spChg chg="add mod">
          <ac:chgData name="Lala Guluzade" userId="2e684c3e-ad8a-47cf-b493-54606dd5dcb1" providerId="ADAL" clId="{A2BF9B08-964F-4531-B73D-668D4608DC8E}" dt="2026-06-30T22:13:34.030" v="23369" actId="1035"/>
          <ac:spMkLst>
            <pc:docMk/>
            <pc:sldMk cId="1939967558" sldId="264"/>
            <ac:spMk id="5" creationId="{C5B11046-EBB6-DFB8-8530-BC9472B00EB7}"/>
          </ac:spMkLst>
        </pc:spChg>
        <pc:spChg chg="mod">
          <ac:chgData name="Lala Guluzade" userId="2e684c3e-ad8a-47cf-b493-54606dd5dcb1" providerId="ADAL" clId="{A2BF9B08-964F-4531-B73D-668D4608DC8E}" dt="2026-06-30T22:12:19.984" v="23363" actId="1036"/>
          <ac:spMkLst>
            <pc:docMk/>
            <pc:sldMk cId="1939967558" sldId="264"/>
            <ac:spMk id="59" creationId="{B0D7474B-741F-CD14-BAEA-DD0AA3F99BF2}"/>
          </ac:spMkLst>
        </pc:spChg>
      </pc:sldChg>
      <pc:sldChg chg="add del">
        <pc:chgData name="Lala Guluzade" userId="2e684c3e-ad8a-47cf-b493-54606dd5dcb1" providerId="ADAL" clId="{A2BF9B08-964F-4531-B73D-668D4608DC8E}" dt="2026-06-30T16:14:37.598" v="19762" actId="47"/>
        <pc:sldMkLst>
          <pc:docMk/>
          <pc:sldMk cId="2831213910" sldId="264"/>
        </pc:sldMkLst>
      </pc:sldChg>
      <pc:sldChg chg="del">
        <pc:chgData name="Lala Guluzade" userId="2e684c3e-ad8a-47cf-b493-54606dd5dcb1" providerId="ADAL" clId="{A2BF9B08-964F-4531-B73D-668D4608DC8E}" dt="2026-06-30T15:51:08.646" v="19371" actId="47"/>
        <pc:sldMkLst>
          <pc:docMk/>
          <pc:sldMk cId="3335851601" sldId="264"/>
        </pc:sldMkLst>
      </pc:sldChg>
      <pc:sldChg chg="del">
        <pc:chgData name="Lala Guluzade" userId="2e684c3e-ad8a-47cf-b493-54606dd5dcb1" providerId="ADAL" clId="{A2BF9B08-964F-4531-B73D-668D4608DC8E}" dt="2026-06-30T15:51:08.077" v="19368" actId="47"/>
        <pc:sldMkLst>
          <pc:docMk/>
          <pc:sldMk cId="1178535916" sldId="265"/>
        </pc:sldMkLst>
      </pc:sldChg>
      <pc:sldChg chg="addSp delSp modSp add mod ord modTransition">
        <pc:chgData name="Lala Guluzade" userId="2e684c3e-ad8a-47cf-b493-54606dd5dcb1" providerId="ADAL" clId="{A2BF9B08-964F-4531-B73D-668D4608DC8E}" dt="2026-06-30T16:15:08.125" v="19873"/>
        <pc:sldMkLst>
          <pc:docMk/>
          <pc:sldMk cId="3138188943" sldId="265"/>
        </pc:sldMkLst>
        <pc:spChg chg="mod">
          <ac:chgData name="Lala Guluzade" userId="2e684c3e-ad8a-47cf-b493-54606dd5dcb1" providerId="ADAL" clId="{A2BF9B08-964F-4531-B73D-668D4608DC8E}" dt="2026-06-30T16:15:08.111" v="19858"/>
          <ac:spMkLst>
            <pc:docMk/>
            <pc:sldMk cId="3138188943" sldId="265"/>
            <ac:spMk id="2" creationId="{46F17F8A-67FA-6854-A159-2297D5EDFE23}"/>
          </ac:spMkLst>
        </pc:spChg>
        <pc:spChg chg="add mod">
          <ac:chgData name="Lala Guluzade" userId="2e684c3e-ad8a-47cf-b493-54606dd5dcb1" providerId="ADAL" clId="{A2BF9B08-964F-4531-B73D-668D4608DC8E}" dt="2026-06-30T16:15:08.114" v="19861"/>
          <ac:spMkLst>
            <pc:docMk/>
            <pc:sldMk cId="3138188943" sldId="265"/>
            <ac:spMk id="3" creationId="{C879B9D2-0AF6-F5CC-58B4-61C38BAA046B}"/>
          </ac:spMkLst>
        </pc:spChg>
        <pc:spChg chg="mod ord">
          <ac:chgData name="Lala Guluzade" userId="2e684c3e-ad8a-47cf-b493-54606dd5dcb1" providerId="ADAL" clId="{A2BF9B08-964F-4531-B73D-668D4608DC8E}" dt="2026-06-30T16:15:08.116" v="19863"/>
          <ac:spMkLst>
            <pc:docMk/>
            <pc:sldMk cId="3138188943" sldId="265"/>
            <ac:spMk id="4" creationId="{77476870-D65B-A34C-20CC-7EED44EA9FE1}"/>
          </ac:spMkLst>
        </pc:spChg>
        <pc:spChg chg="add del mod modVis">
          <ac:chgData name="Lala Guluzade" userId="2e684c3e-ad8a-47cf-b493-54606dd5dcb1" providerId="ADAL" clId="{A2BF9B08-964F-4531-B73D-668D4608DC8E}" dt="2026-06-30T16:13:30.179" v="19527"/>
          <ac:spMkLst>
            <pc:docMk/>
            <pc:sldMk cId="3138188943" sldId="265"/>
            <ac:spMk id="5" creationId="{54E44713-AF42-2707-F592-5F010DDA493A}"/>
          </ac:spMkLst>
        </pc:spChg>
        <pc:spChg chg="add del mod modVis">
          <ac:chgData name="Lala Guluzade" userId="2e684c3e-ad8a-47cf-b493-54606dd5dcb1" providerId="ADAL" clId="{A2BF9B08-964F-4531-B73D-668D4608DC8E}" dt="2026-06-30T16:13:35.237" v="19614"/>
          <ac:spMkLst>
            <pc:docMk/>
            <pc:sldMk cId="3138188943" sldId="265"/>
            <ac:spMk id="7" creationId="{8B1B107B-6356-CF56-9754-014EE3F2676B}"/>
          </ac:spMkLst>
        </pc:spChg>
        <pc:spChg chg="mod ord">
          <ac:chgData name="Lala Guluzade" userId="2e684c3e-ad8a-47cf-b493-54606dd5dcb1" providerId="ADAL" clId="{A2BF9B08-964F-4531-B73D-668D4608DC8E}" dt="2026-06-30T16:15:08.113" v="19860"/>
          <ac:spMkLst>
            <pc:docMk/>
            <pc:sldMk cId="3138188943" sldId="265"/>
            <ac:spMk id="8" creationId="{CBC65591-F5E1-02F4-9C3E-6586B116834A}"/>
          </ac:spMkLst>
        </pc:spChg>
        <pc:spChg chg="add del mod modVis">
          <ac:chgData name="Lala Guluzade" userId="2e684c3e-ad8a-47cf-b493-54606dd5dcb1" providerId="ADAL" clId="{A2BF9B08-964F-4531-B73D-668D4608DC8E}" dt="2026-06-30T16:13:44.173" v="19742"/>
          <ac:spMkLst>
            <pc:docMk/>
            <pc:sldMk cId="3138188943" sldId="265"/>
            <ac:spMk id="9" creationId="{6F7668E8-88E6-ED05-86C2-5F915D19C7C8}"/>
          </ac:spMkLst>
        </pc:spChg>
        <pc:spChg chg="add del mod modVis">
          <ac:chgData name="Lala Guluzade" userId="2e684c3e-ad8a-47cf-b493-54606dd5dcb1" providerId="ADAL" clId="{A2BF9B08-964F-4531-B73D-668D4608DC8E}" dt="2026-06-30T16:15:08.123" v="19871"/>
          <ac:spMkLst>
            <pc:docMk/>
            <pc:sldMk cId="3138188943" sldId="265"/>
            <ac:spMk id="10" creationId="{DAF569BB-7CDD-086F-0D96-04298F31A241}"/>
          </ac:spMkLst>
        </pc:spChg>
        <pc:graphicFrameChg chg="mod">
          <ac:chgData name="Lala Guluzade" userId="2e684c3e-ad8a-47cf-b493-54606dd5dcb1" providerId="ADAL" clId="{A2BF9B08-964F-4531-B73D-668D4608DC8E}" dt="2026-06-30T16:15:08.125" v="19873"/>
          <ac:graphicFrameMkLst>
            <pc:docMk/>
            <pc:sldMk cId="3138188943" sldId="265"/>
            <ac:graphicFrameMk id="6" creationId="{39600085-0555-1EA3-4B24-ECD5A7113E38}"/>
          </ac:graphicFrameMkLst>
        </pc:graphicFrameChg>
      </pc:sldChg>
      <pc:sldChg chg="addSp modSp add ord">
        <pc:chgData name="Lala Guluzade" userId="2e684c3e-ad8a-47cf-b493-54606dd5dcb1" providerId="ADAL" clId="{A2BF9B08-964F-4531-B73D-668D4608DC8E}" dt="2026-06-30T16:18:26.903" v="19957"/>
        <pc:sldMkLst>
          <pc:docMk/>
          <pc:sldMk cId="3208241092" sldId="266"/>
        </pc:sldMkLst>
        <pc:spChg chg="add mod">
          <ac:chgData name="Lala Guluzade" userId="2e684c3e-ad8a-47cf-b493-54606dd5dcb1" providerId="ADAL" clId="{A2BF9B08-964F-4531-B73D-668D4608DC8E}" dt="2026-06-30T16:18:26.903" v="19957"/>
          <ac:spMkLst>
            <pc:docMk/>
            <pc:sldMk cId="3208241092" sldId="266"/>
            <ac:spMk id="2" creationId="{759FA42A-A20A-3CD4-2A30-1A518A2BB859}"/>
          </ac:spMkLst>
        </pc:spChg>
      </pc:sldChg>
      <pc:sldChg chg="del">
        <pc:chgData name="Lala Guluzade" userId="2e684c3e-ad8a-47cf-b493-54606dd5dcb1" providerId="ADAL" clId="{A2BF9B08-964F-4531-B73D-668D4608DC8E}" dt="2026-06-30T15:51:10.049" v="19377" actId="47"/>
        <pc:sldMkLst>
          <pc:docMk/>
          <pc:sldMk cId="4198144901" sldId="266"/>
        </pc:sldMkLst>
      </pc:sldChg>
      <pc:sldChg chg="del">
        <pc:chgData name="Lala Guluzade" userId="2e684c3e-ad8a-47cf-b493-54606dd5dcb1" providerId="ADAL" clId="{A2BF9B08-964F-4531-B73D-668D4608DC8E}" dt="2026-06-30T15:51:09.264" v="19374" actId="47"/>
        <pc:sldMkLst>
          <pc:docMk/>
          <pc:sldMk cId="1784963996" sldId="267"/>
        </pc:sldMkLst>
      </pc:sldChg>
      <pc:sldChg chg="addSp delSp modSp mod ord">
        <pc:chgData name="Lala Guluzade" userId="2e684c3e-ad8a-47cf-b493-54606dd5dcb1" providerId="ADAL" clId="{A2BF9B08-964F-4531-B73D-668D4608DC8E}" dt="2026-06-30T16:21:01.942" v="20165"/>
        <pc:sldMkLst>
          <pc:docMk/>
          <pc:sldMk cId="3673853595" sldId="268"/>
        </pc:sldMkLst>
        <pc:spChg chg="mod">
          <ac:chgData name="Lala Guluzade" userId="2e684c3e-ad8a-47cf-b493-54606dd5dcb1" providerId="ADAL" clId="{A2BF9B08-964F-4531-B73D-668D4608DC8E}" dt="2026-06-30T16:20:58.560" v="20137"/>
          <ac:spMkLst>
            <pc:docMk/>
            <pc:sldMk cId="3673853595" sldId="268"/>
            <ac:spMk id="2" creationId="{C1EAC5F8-AB4F-1883-A871-390BCBB8FF6D}"/>
          </ac:spMkLst>
        </pc:spChg>
        <pc:spChg chg="del">
          <ac:chgData name="Lala Guluzade" userId="2e684c3e-ad8a-47cf-b493-54606dd5dcb1" providerId="ADAL" clId="{A2BF9B08-964F-4531-B73D-668D4608DC8E}" dt="2026-06-30T16:20:52.148" v="20134" actId="478"/>
          <ac:spMkLst>
            <pc:docMk/>
            <pc:sldMk cId="3673853595" sldId="268"/>
            <ac:spMk id="14" creationId="{C6EB7FDC-A779-0D26-7524-54AAD1726214}"/>
          </ac:spMkLst>
        </pc:spChg>
        <pc:spChg chg="del">
          <ac:chgData name="Lala Guluzade" userId="2e684c3e-ad8a-47cf-b493-54606dd5dcb1" providerId="ADAL" clId="{A2BF9B08-964F-4531-B73D-668D4608DC8E}" dt="2026-06-30T16:20:55.384" v="20135" actId="478"/>
          <ac:spMkLst>
            <pc:docMk/>
            <pc:sldMk cId="3673853595" sldId="268"/>
            <ac:spMk id="24" creationId="{444C87E8-2A70-4C4E-A00C-5FDB59C15024}"/>
          </ac:spMkLst>
        </pc:spChg>
        <pc:spChg chg="add del mod modVis">
          <ac:chgData name="Lala Guluzade" userId="2e684c3e-ad8a-47cf-b493-54606dd5dcb1" providerId="ADAL" clId="{A2BF9B08-964F-4531-B73D-668D4608DC8E}" dt="2026-06-30T16:20:58.605" v="20159"/>
          <ac:spMkLst>
            <pc:docMk/>
            <pc:sldMk cId="3673853595" sldId="268"/>
            <ac:spMk id="25" creationId="{48313C64-980B-6DD6-44B0-754635AFB4B2}"/>
          </ac:spMkLst>
        </pc:spChg>
        <pc:graphicFrameChg chg="mod">
          <ac:chgData name="Lala Guluzade" userId="2e684c3e-ad8a-47cf-b493-54606dd5dcb1" providerId="ADAL" clId="{A2BF9B08-964F-4531-B73D-668D4608DC8E}" dt="2026-06-30T16:20:58.606" v="20161"/>
          <ac:graphicFrameMkLst>
            <pc:docMk/>
            <pc:sldMk cId="3673853595" sldId="268"/>
            <ac:graphicFrameMk id="4" creationId="{9CD6178A-1B75-699D-490A-012BDAD02872}"/>
          </ac:graphicFrameMkLst>
        </pc:graphicFrameChg>
      </pc:sldChg>
      <pc:sldChg chg="del">
        <pc:chgData name="Lala Guluzade" userId="2e684c3e-ad8a-47cf-b493-54606dd5dcb1" providerId="ADAL" clId="{A2BF9B08-964F-4531-B73D-668D4608DC8E}" dt="2026-06-30T15:51:08.877" v="19372" actId="47"/>
        <pc:sldMkLst>
          <pc:docMk/>
          <pc:sldMk cId="1265646685" sldId="269"/>
        </pc:sldMkLst>
      </pc:sldChg>
      <pc:sldChg chg="addSp delSp modSp mod">
        <pc:chgData name="Lala Guluzade" userId="2e684c3e-ad8a-47cf-b493-54606dd5dcb1" providerId="ADAL" clId="{A2BF9B08-964F-4531-B73D-668D4608DC8E}" dt="2026-06-30T20:21:24.678" v="22840" actId="207"/>
        <pc:sldMkLst>
          <pc:docMk/>
          <pc:sldMk cId="3911179291" sldId="270"/>
        </pc:sldMkLst>
        <pc:spChg chg="mod">
          <ac:chgData name="Lala Guluzade" userId="2e684c3e-ad8a-47cf-b493-54606dd5dcb1" providerId="ADAL" clId="{A2BF9B08-964F-4531-B73D-668D4608DC8E}" dt="2026-06-30T10:48:15.993" v="10584"/>
          <ac:spMkLst>
            <pc:docMk/>
            <pc:sldMk cId="3911179291" sldId="270"/>
            <ac:spMk id="2" creationId="{4C1F3293-4EFE-461D-940D-7EE66BAE31C5}"/>
          </ac:spMkLst>
        </pc:spChg>
        <pc:spChg chg="add mod modVis">
          <ac:chgData name="Lala Guluzade" userId="2e684c3e-ad8a-47cf-b493-54606dd5dcb1" providerId="ADAL" clId="{A2BF9B08-964F-4531-B73D-668D4608DC8E}" dt="2026-06-30T20:21:24.678" v="22840" actId="207"/>
          <ac:spMkLst>
            <pc:docMk/>
            <pc:sldMk cId="3911179291" sldId="270"/>
            <ac:spMk id="3" creationId="{6342234F-63AA-5B5C-29B8-617CDCE5C256}"/>
          </ac:spMkLst>
        </pc:spChg>
        <pc:spChg chg="del mod">
          <ac:chgData name="Lala Guluzade" userId="2e684c3e-ad8a-47cf-b493-54606dd5dcb1" providerId="ADAL" clId="{A2BF9B08-964F-4531-B73D-668D4608DC8E}" dt="2026-06-29T14:53:12.349" v="1328" actId="478"/>
          <ac:spMkLst>
            <pc:docMk/>
            <pc:sldMk cId="3911179291" sldId="270"/>
            <ac:spMk id="3" creationId="{97DD31C4-132B-DE2C-2127-64827C4185D4}"/>
          </ac:spMkLst>
        </pc:spChg>
        <pc:spChg chg="mod">
          <ac:chgData name="Lala Guluzade" userId="2e684c3e-ad8a-47cf-b493-54606dd5dcb1" providerId="ADAL" clId="{A2BF9B08-964F-4531-B73D-668D4608DC8E}" dt="2026-06-30T10:48:15.991" v="10583"/>
          <ac:spMkLst>
            <pc:docMk/>
            <pc:sldMk cId="3911179291" sldId="270"/>
            <ac:spMk id="4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0:48:15.987" v="10580"/>
          <ac:spMkLst>
            <pc:docMk/>
            <pc:sldMk cId="3911179291" sldId="270"/>
            <ac:spMk id="7" creationId="{4FEA2014-87CF-047A-655E-8361C32CC94F}"/>
          </ac:spMkLst>
        </pc:spChg>
        <pc:spChg chg="mod ord">
          <ac:chgData name="Lala Guluzade" userId="2e684c3e-ad8a-47cf-b493-54606dd5dcb1" providerId="ADAL" clId="{A2BF9B08-964F-4531-B73D-668D4608DC8E}" dt="2026-06-30T10:48:15.989" v="10582"/>
          <ac:spMkLst>
            <pc:docMk/>
            <pc:sldMk cId="3911179291" sldId="270"/>
            <ac:spMk id="8" creationId="{62D7302A-BA43-1C83-5FB2-605A26C637BA}"/>
          </ac:spMkLst>
        </pc:spChg>
        <pc:spChg chg="mod ord">
          <ac:chgData name="Lala Guluzade" userId="2e684c3e-ad8a-47cf-b493-54606dd5dcb1" providerId="ADAL" clId="{A2BF9B08-964F-4531-B73D-668D4608DC8E}" dt="2026-06-30T10:52:22.163" v="10661" actId="948"/>
          <ac:spMkLst>
            <pc:docMk/>
            <pc:sldMk cId="3911179291" sldId="270"/>
            <ac:spMk id="9" creationId="{BD43740F-5B98-0227-5E25-49705D4E72A6}"/>
          </ac:spMkLst>
        </pc:spChg>
        <pc:spChg chg="del mod ord">
          <ac:chgData name="Lala Guluzade" userId="2e684c3e-ad8a-47cf-b493-54606dd5dcb1" providerId="ADAL" clId="{A2BF9B08-964F-4531-B73D-668D4608DC8E}" dt="2026-06-30T10:45:40.336" v="10045" actId="478"/>
          <ac:spMkLst>
            <pc:docMk/>
            <pc:sldMk cId="3911179291" sldId="270"/>
            <ac:spMk id="10" creationId="{8E629D76-53AB-195B-CD8F-D4602619F3A7}"/>
          </ac:spMkLst>
        </pc:spChg>
        <pc:spChg chg="mod ord">
          <ac:chgData name="Lala Guluzade" userId="2e684c3e-ad8a-47cf-b493-54606dd5dcb1" providerId="ADAL" clId="{A2BF9B08-964F-4531-B73D-668D4608DC8E}" dt="2026-06-30T10:48:15.944" v="10516"/>
          <ac:spMkLst>
            <pc:docMk/>
            <pc:sldMk cId="3911179291" sldId="270"/>
            <ac:spMk id="25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0:48:15.906" v="10476"/>
          <ac:spMkLst>
            <pc:docMk/>
            <pc:sldMk cId="3911179291" sldId="270"/>
            <ac:spMk id="26" creationId="{D7273F64-419B-F95F-5446-AF2197D6B12D}"/>
          </ac:spMkLst>
        </pc:spChg>
        <pc:spChg chg="mod">
          <ac:chgData name="Lala Guluzade" userId="2e684c3e-ad8a-47cf-b493-54606dd5dcb1" providerId="ADAL" clId="{A2BF9B08-964F-4531-B73D-668D4608DC8E}" dt="2026-06-30T10:48:15.945" v="10517"/>
          <ac:spMkLst>
            <pc:docMk/>
            <pc:sldMk cId="3911179291" sldId="270"/>
            <ac:spMk id="28" creationId="{4C1F3293-4EFE-461D-940D-7EE66BAE31C5}"/>
          </ac:spMkLst>
        </pc:spChg>
        <pc:spChg chg="add mod ord">
          <ac:chgData name="Lala Guluzade" userId="2e684c3e-ad8a-47cf-b493-54606dd5dcb1" providerId="ADAL" clId="{A2BF9B08-964F-4531-B73D-668D4608DC8E}" dt="2026-06-30T10:48:15.994" v="10586"/>
          <ac:spMkLst>
            <pc:docMk/>
            <pc:sldMk cId="3911179291" sldId="270"/>
            <ac:spMk id="29" creationId="{D36A15B4-4D6B-87C7-7083-DECA8C4A6E72}"/>
          </ac:spMkLst>
        </pc:spChg>
        <pc:spChg chg="mod ord">
          <ac:chgData name="Lala Guluzade" userId="2e684c3e-ad8a-47cf-b493-54606dd5dcb1" providerId="ADAL" clId="{A2BF9B08-964F-4531-B73D-668D4608DC8E}" dt="2026-06-30T10:48:15.946" v="10519"/>
          <ac:spMkLst>
            <pc:docMk/>
            <pc:sldMk cId="3911179291" sldId="270"/>
            <ac:spMk id="30" creationId="{4C1F3293-4EFE-461D-940D-7EE66BAE31C5}"/>
          </ac:spMkLst>
        </pc:spChg>
        <pc:spChg chg="add del mod">
          <ac:chgData name="Lala Guluzade" userId="2e684c3e-ad8a-47cf-b493-54606dd5dcb1" providerId="ADAL" clId="{A2BF9B08-964F-4531-B73D-668D4608DC8E}" dt="2026-06-29T20:33:25.214" v="5780" actId="478"/>
          <ac:spMkLst>
            <pc:docMk/>
            <pc:sldMk cId="3911179291" sldId="270"/>
            <ac:spMk id="30" creationId="{F44399DB-BA6B-4307-A4BB-5112FAEF5F88}"/>
          </ac:spMkLst>
        </pc:spChg>
        <pc:spChg chg="mod">
          <ac:chgData name="Lala Guluzade" userId="2e684c3e-ad8a-47cf-b493-54606dd5dcb1" providerId="ADAL" clId="{A2BF9B08-964F-4531-B73D-668D4608DC8E}" dt="2026-06-30T10:48:15.947" v="10520"/>
          <ac:spMkLst>
            <pc:docMk/>
            <pc:sldMk cId="3911179291" sldId="270"/>
            <ac:spMk id="31" creationId="{4C1F3293-4EFE-461D-940D-7EE66BAE31C5}"/>
          </ac:spMkLst>
        </pc:spChg>
        <pc:spChg chg="add del mod">
          <ac:chgData name="Lala Guluzade" userId="2e684c3e-ad8a-47cf-b493-54606dd5dcb1" providerId="ADAL" clId="{A2BF9B08-964F-4531-B73D-668D4608DC8E}" dt="2026-06-29T20:33:25.214" v="5780" actId="478"/>
          <ac:spMkLst>
            <pc:docMk/>
            <pc:sldMk cId="3911179291" sldId="270"/>
            <ac:spMk id="31" creationId="{6307D516-89E8-4F7A-AD31-A27EE7A9C9A2}"/>
          </ac:spMkLst>
        </pc:spChg>
        <pc:spChg chg="mod ord">
          <ac:chgData name="Lala Guluzade" userId="2e684c3e-ad8a-47cf-b493-54606dd5dcb1" providerId="ADAL" clId="{A2BF9B08-964F-4531-B73D-668D4608DC8E}" dt="2026-06-30T10:48:15.948" v="10522"/>
          <ac:spMkLst>
            <pc:docMk/>
            <pc:sldMk cId="3911179291" sldId="270"/>
            <ac:spMk id="32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0:48:15.949" v="10523"/>
          <ac:spMkLst>
            <pc:docMk/>
            <pc:sldMk cId="3911179291" sldId="270"/>
            <ac:spMk id="33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0:48:15.950" v="10525"/>
          <ac:spMkLst>
            <pc:docMk/>
            <pc:sldMk cId="3911179291" sldId="270"/>
            <ac:spMk id="34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0:48:15.919" v="10487"/>
          <ac:spMkLst>
            <pc:docMk/>
            <pc:sldMk cId="3911179291" sldId="270"/>
            <ac:spMk id="35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0:48:15.950" v="10526"/>
          <ac:spMkLst>
            <pc:docMk/>
            <pc:sldMk cId="3911179291" sldId="270"/>
            <ac:spMk id="36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0:48:15.921" v="10488"/>
          <ac:spMkLst>
            <pc:docMk/>
            <pc:sldMk cId="3911179291" sldId="270"/>
            <ac:spMk id="3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0:48:15.922" v="10489"/>
          <ac:spMkLst>
            <pc:docMk/>
            <pc:sldMk cId="3911179291" sldId="270"/>
            <ac:spMk id="38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0:48:15.909" v="10480"/>
          <ac:spMkLst>
            <pc:docMk/>
            <pc:sldMk cId="3911179291" sldId="270"/>
            <ac:spMk id="41" creationId="{B0D59FBC-D7BC-2186-2EF2-9DF89BB1EBF2}"/>
          </ac:spMkLst>
        </pc:spChg>
        <pc:spChg chg="mod">
          <ac:chgData name="Lala Guluzade" userId="2e684c3e-ad8a-47cf-b493-54606dd5dcb1" providerId="ADAL" clId="{A2BF9B08-964F-4531-B73D-668D4608DC8E}" dt="2026-06-30T10:48:15.924" v="10490"/>
          <ac:spMkLst>
            <pc:docMk/>
            <pc:sldMk cId="3911179291" sldId="270"/>
            <ac:spMk id="44" creationId="{95218B77-1A37-B4B1-D23A-19664AE1E6EB}"/>
          </ac:spMkLst>
        </pc:spChg>
        <pc:spChg chg="del mod">
          <ac:chgData name="Lala Guluzade" userId="2e684c3e-ad8a-47cf-b493-54606dd5dcb1" providerId="ADAL" clId="{A2BF9B08-964F-4531-B73D-668D4608DC8E}" dt="2026-06-30T10:39:56.973" v="6461"/>
          <ac:spMkLst>
            <pc:docMk/>
            <pc:sldMk cId="3911179291" sldId="270"/>
            <ac:spMk id="47" creationId="{E86D413F-799A-9E5D-9CB3-9CCCDD5EA9BA}"/>
          </ac:spMkLst>
        </pc:spChg>
        <pc:spChg chg="add del mod modVis">
          <ac:chgData name="Lala Guluzade" userId="2e684c3e-ad8a-47cf-b493-54606dd5dcb1" providerId="ADAL" clId="{A2BF9B08-964F-4531-B73D-668D4608DC8E}" dt="2026-06-30T10:39:52.279" v="6388"/>
          <ac:spMkLst>
            <pc:docMk/>
            <pc:sldMk cId="3911179291" sldId="270"/>
            <ac:spMk id="49" creationId="{47A45C1F-A0D3-CC14-8E82-5344252F0E4C}"/>
          </ac:spMkLst>
        </pc:spChg>
        <pc:spChg chg="add del mod modVis">
          <ac:chgData name="Lala Guluzade" userId="2e684c3e-ad8a-47cf-b493-54606dd5dcb1" providerId="ADAL" clId="{A2BF9B08-964F-4531-B73D-668D4608DC8E}" dt="2026-06-30T10:39:57.253" v="6582"/>
          <ac:spMkLst>
            <pc:docMk/>
            <pc:sldMk cId="3911179291" sldId="270"/>
            <ac:spMk id="51" creationId="{32833766-EB99-D617-5CAD-CEEE7D61A26D}"/>
          </ac:spMkLst>
        </pc:spChg>
        <pc:spChg chg="add del mod modVis">
          <ac:chgData name="Lala Guluzade" userId="2e684c3e-ad8a-47cf-b493-54606dd5dcb1" providerId="ADAL" clId="{A2BF9B08-964F-4531-B73D-668D4608DC8E}" dt="2026-06-30T10:40:10.800" v="7032"/>
          <ac:spMkLst>
            <pc:docMk/>
            <pc:sldMk cId="3911179291" sldId="270"/>
            <ac:spMk id="53" creationId="{48BC8CC5-E316-120A-4D18-C17D71877D92}"/>
          </ac:spMkLst>
        </pc:spChg>
        <pc:spChg chg="add mod">
          <ac:chgData name="Lala Guluzade" userId="2e684c3e-ad8a-47cf-b493-54606dd5dcb1" providerId="ADAL" clId="{A2BF9B08-964F-4531-B73D-668D4608DC8E}" dt="2026-06-30T10:48:15.926" v="10491"/>
          <ac:spMkLst>
            <pc:docMk/>
            <pc:sldMk cId="3911179291" sldId="270"/>
            <ac:spMk id="54" creationId="{4C1F3293-4EFE-461D-940D-7EE66BAE31C5}"/>
          </ac:spMkLst>
        </pc:spChg>
        <pc:spChg chg="add mod">
          <ac:chgData name="Lala Guluzade" userId="2e684c3e-ad8a-47cf-b493-54606dd5dcb1" providerId="ADAL" clId="{A2BF9B08-964F-4531-B73D-668D4608DC8E}" dt="2026-06-30T10:48:15.927" v="10492"/>
          <ac:spMkLst>
            <pc:docMk/>
            <pc:sldMk cId="3911179291" sldId="270"/>
            <ac:spMk id="55" creationId="{4C1F3293-4EFE-461D-940D-7EE66BAE31C5}"/>
          </ac:spMkLst>
        </pc:spChg>
        <pc:spChg chg="add mod">
          <ac:chgData name="Lala Guluzade" userId="2e684c3e-ad8a-47cf-b493-54606dd5dcb1" providerId="ADAL" clId="{A2BF9B08-964F-4531-B73D-668D4608DC8E}" dt="2026-06-30T10:48:15.929" v="10493"/>
          <ac:spMkLst>
            <pc:docMk/>
            <pc:sldMk cId="3911179291" sldId="270"/>
            <ac:spMk id="56" creationId="{4C1F3293-4EFE-461D-940D-7EE66BAE31C5}"/>
          </ac:spMkLst>
        </pc:spChg>
        <pc:spChg chg="add mod">
          <ac:chgData name="Lala Guluzade" userId="2e684c3e-ad8a-47cf-b493-54606dd5dcb1" providerId="ADAL" clId="{A2BF9B08-964F-4531-B73D-668D4608DC8E}" dt="2026-06-30T10:48:15.931" v="10494"/>
          <ac:spMkLst>
            <pc:docMk/>
            <pc:sldMk cId="3911179291" sldId="270"/>
            <ac:spMk id="57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0:48:15.941" v="10510"/>
          <ac:spMkLst>
            <pc:docMk/>
            <pc:sldMk cId="3911179291" sldId="270"/>
            <ac:spMk id="63" creationId="{11D4E165-9DBE-0D2E-D293-929D1828D62C}"/>
          </ac:spMkLst>
        </pc:spChg>
        <pc:spChg chg="mod ord">
          <ac:chgData name="Lala Guluzade" userId="2e684c3e-ad8a-47cf-b493-54606dd5dcb1" providerId="ADAL" clId="{A2BF9B08-964F-4531-B73D-668D4608DC8E}" dt="2026-06-30T10:48:15.942" v="10512"/>
          <ac:spMkLst>
            <pc:docMk/>
            <pc:sldMk cId="3911179291" sldId="270"/>
            <ac:spMk id="64" creationId="{16D959BD-A104-B805-C529-57CE587F95D9}"/>
          </ac:spMkLst>
        </pc:spChg>
        <pc:spChg chg="add del mod">
          <ac:chgData name="Lala Guluzade" userId="2e684c3e-ad8a-47cf-b493-54606dd5dcb1" providerId="ADAL" clId="{A2BF9B08-964F-4531-B73D-668D4608DC8E}" dt="2026-06-30T10:41:32.837" v="9855"/>
          <ac:spMkLst>
            <pc:docMk/>
            <pc:sldMk cId="3911179291" sldId="270"/>
            <ac:spMk id="65" creationId="{30706EE0-E55B-4529-F546-CDCA1F427BC3}"/>
          </ac:spMkLst>
        </pc:spChg>
        <pc:spChg chg="add del mod">
          <ac:chgData name="Lala Guluzade" userId="2e684c3e-ad8a-47cf-b493-54606dd5dcb1" providerId="ADAL" clId="{A2BF9B08-964F-4531-B73D-668D4608DC8E}" dt="2026-06-30T10:40:41.986" v="7217"/>
          <ac:spMkLst>
            <pc:docMk/>
            <pc:sldMk cId="3911179291" sldId="270"/>
            <ac:spMk id="69" creationId="{D4086DBB-2209-7EE6-FA74-FE00380D518E}"/>
          </ac:spMkLst>
        </pc:spChg>
        <pc:spChg chg="add del mod modVis">
          <ac:chgData name="Lala Guluzade" userId="2e684c3e-ad8a-47cf-b493-54606dd5dcb1" providerId="ADAL" clId="{A2BF9B08-964F-4531-B73D-668D4608DC8E}" dt="2026-06-30T10:40:42.228" v="7355"/>
          <ac:spMkLst>
            <pc:docMk/>
            <pc:sldMk cId="3911179291" sldId="270"/>
            <ac:spMk id="70" creationId="{4896F509-8985-5345-93E3-10FC3F6B13FD}"/>
          </ac:spMkLst>
        </pc:spChg>
        <pc:spChg chg="add del mod modVis">
          <ac:chgData name="Lala Guluzade" userId="2e684c3e-ad8a-47cf-b493-54606dd5dcb1" providerId="ADAL" clId="{A2BF9B08-964F-4531-B73D-668D4608DC8E}" dt="2026-06-30T10:40:50.493" v="7790"/>
          <ac:spMkLst>
            <pc:docMk/>
            <pc:sldMk cId="3911179291" sldId="270"/>
            <ac:spMk id="72" creationId="{2225B389-D06E-7299-FABA-C6148B70844E}"/>
          </ac:spMkLst>
        </pc:spChg>
        <pc:spChg chg="add del mod">
          <ac:chgData name="Lala Guluzade" userId="2e684c3e-ad8a-47cf-b493-54606dd5dcb1" providerId="ADAL" clId="{A2BF9B08-964F-4531-B73D-668D4608DC8E}" dt="2026-06-30T10:41:21.315" v="9314"/>
          <ac:spMkLst>
            <pc:docMk/>
            <pc:sldMk cId="3911179291" sldId="270"/>
            <ac:spMk id="75" creationId="{4C1F3293-4EFE-461D-940D-7EE66BAE31C5}"/>
          </ac:spMkLst>
        </pc:spChg>
        <pc:spChg chg="add del mod">
          <ac:chgData name="Lala Guluzade" userId="2e684c3e-ad8a-47cf-b493-54606dd5dcb1" providerId="ADAL" clId="{A2BF9B08-964F-4531-B73D-668D4608DC8E}" dt="2026-06-30T10:41:21.368" v="9339"/>
          <ac:spMkLst>
            <pc:docMk/>
            <pc:sldMk cId="3911179291" sldId="270"/>
            <ac:spMk id="76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0:48:15.951" v="10528"/>
          <ac:spMkLst>
            <pc:docMk/>
            <pc:sldMk cId="3911179291" sldId="270"/>
            <ac:spMk id="77" creationId="{984037D2-D7FE-E149-6320-1681400A08C5}"/>
          </ac:spMkLst>
        </pc:spChg>
        <pc:spChg chg="mod ord">
          <ac:chgData name="Lala Guluzade" userId="2e684c3e-ad8a-47cf-b493-54606dd5dcb1" providerId="ADAL" clId="{A2BF9B08-964F-4531-B73D-668D4608DC8E}" dt="2026-06-30T10:48:15.952" v="10530"/>
          <ac:spMkLst>
            <pc:docMk/>
            <pc:sldMk cId="3911179291" sldId="270"/>
            <ac:spMk id="78" creationId="{1B92CCDC-5C84-B89F-252D-5C5ED6ECF862}"/>
          </ac:spMkLst>
        </pc:spChg>
        <pc:spChg chg="mod ord">
          <ac:chgData name="Lala Guluzade" userId="2e684c3e-ad8a-47cf-b493-54606dd5dcb1" providerId="ADAL" clId="{A2BF9B08-964F-4531-B73D-668D4608DC8E}" dt="2026-06-30T10:48:15.953" v="10532"/>
          <ac:spMkLst>
            <pc:docMk/>
            <pc:sldMk cId="3911179291" sldId="270"/>
            <ac:spMk id="79" creationId="{123AB8C0-D9F7-BCD6-3511-C4287BA2D852}"/>
          </ac:spMkLst>
        </pc:spChg>
        <pc:spChg chg="mod ord">
          <ac:chgData name="Lala Guluzade" userId="2e684c3e-ad8a-47cf-b493-54606dd5dcb1" providerId="ADAL" clId="{A2BF9B08-964F-4531-B73D-668D4608DC8E}" dt="2026-06-30T10:48:15.954" v="10534"/>
          <ac:spMkLst>
            <pc:docMk/>
            <pc:sldMk cId="3911179291" sldId="270"/>
            <ac:spMk id="80" creationId="{F33E8758-8B6F-B0AA-C4CB-EEA44D0ECB01}"/>
          </ac:spMkLst>
        </pc:spChg>
        <pc:spChg chg="mod ord">
          <ac:chgData name="Lala Guluzade" userId="2e684c3e-ad8a-47cf-b493-54606dd5dcb1" providerId="ADAL" clId="{A2BF9B08-964F-4531-B73D-668D4608DC8E}" dt="2026-06-30T10:48:15.955" v="10536"/>
          <ac:spMkLst>
            <pc:docMk/>
            <pc:sldMk cId="3911179291" sldId="270"/>
            <ac:spMk id="81" creationId="{3063109A-B590-7C59-8158-796C5CE4E4E5}"/>
          </ac:spMkLst>
        </pc:spChg>
        <pc:spChg chg="mod ord">
          <ac:chgData name="Lala Guluzade" userId="2e684c3e-ad8a-47cf-b493-54606dd5dcb1" providerId="ADAL" clId="{A2BF9B08-964F-4531-B73D-668D4608DC8E}" dt="2026-06-30T10:48:15.957" v="10538"/>
          <ac:spMkLst>
            <pc:docMk/>
            <pc:sldMk cId="3911179291" sldId="270"/>
            <ac:spMk id="82" creationId="{04498EB6-204A-2FCB-5CFD-50704EE7C6FC}"/>
          </ac:spMkLst>
        </pc:spChg>
        <pc:spChg chg="mod ord">
          <ac:chgData name="Lala Guluzade" userId="2e684c3e-ad8a-47cf-b493-54606dd5dcb1" providerId="ADAL" clId="{A2BF9B08-964F-4531-B73D-668D4608DC8E}" dt="2026-06-30T10:48:15.958" v="10540"/>
          <ac:spMkLst>
            <pc:docMk/>
            <pc:sldMk cId="3911179291" sldId="270"/>
            <ac:spMk id="83" creationId="{484A517B-F298-1E8A-5637-CE2381B27A4E}"/>
          </ac:spMkLst>
        </pc:spChg>
        <pc:spChg chg="mod ord">
          <ac:chgData name="Lala Guluzade" userId="2e684c3e-ad8a-47cf-b493-54606dd5dcb1" providerId="ADAL" clId="{A2BF9B08-964F-4531-B73D-668D4608DC8E}" dt="2026-06-30T10:48:15.959" v="10542"/>
          <ac:spMkLst>
            <pc:docMk/>
            <pc:sldMk cId="3911179291" sldId="270"/>
            <ac:spMk id="86" creationId="{33DBC183-BBE8-C7D4-8369-8568F9BC0C7D}"/>
          </ac:spMkLst>
        </pc:spChg>
        <pc:spChg chg="mod ord">
          <ac:chgData name="Lala Guluzade" userId="2e684c3e-ad8a-47cf-b493-54606dd5dcb1" providerId="ADAL" clId="{A2BF9B08-964F-4531-B73D-668D4608DC8E}" dt="2026-06-30T10:48:15.960" v="10544"/>
          <ac:spMkLst>
            <pc:docMk/>
            <pc:sldMk cId="3911179291" sldId="270"/>
            <ac:spMk id="89" creationId="{CD884995-5F3D-A87B-5D10-28884E1CB80E}"/>
          </ac:spMkLst>
        </pc:spChg>
        <pc:spChg chg="add del mod modVis">
          <ac:chgData name="Lala Guluzade" userId="2e684c3e-ad8a-47cf-b493-54606dd5dcb1" providerId="ADAL" clId="{A2BF9B08-964F-4531-B73D-668D4608DC8E}" dt="2026-06-30T10:41:04.732" v="8230"/>
          <ac:spMkLst>
            <pc:docMk/>
            <pc:sldMk cId="3911179291" sldId="270"/>
            <ac:spMk id="91" creationId="{8F67305D-4139-6D6C-1403-D1F55387B6B8}"/>
          </ac:spMkLst>
        </pc:spChg>
        <pc:spChg chg="add del mod">
          <ac:chgData name="Lala Guluzade" userId="2e684c3e-ad8a-47cf-b493-54606dd5dcb1" providerId="ADAL" clId="{A2BF9B08-964F-4531-B73D-668D4608DC8E}" dt="2026-06-30T10:41:07.796" v="8340"/>
          <ac:spMkLst>
            <pc:docMk/>
            <pc:sldMk cId="3911179291" sldId="270"/>
            <ac:spMk id="92" creationId="{4C1F3293-4EFE-461D-940D-7EE66BAE31C5}"/>
          </ac:spMkLst>
        </pc:spChg>
        <pc:spChg chg="add del mod modVis">
          <ac:chgData name="Lala Guluzade" userId="2e684c3e-ad8a-47cf-b493-54606dd5dcb1" providerId="ADAL" clId="{A2BF9B08-964F-4531-B73D-668D4608DC8E}" dt="2026-06-30T10:41:08.003" v="8492"/>
          <ac:spMkLst>
            <pc:docMk/>
            <pc:sldMk cId="3911179291" sldId="270"/>
            <ac:spMk id="99" creationId="{25ABF795-2D0E-4715-D78F-E683EF46706E}"/>
          </ac:spMkLst>
        </pc:spChg>
        <pc:spChg chg="add del mod modVis">
          <ac:chgData name="Lala Guluzade" userId="2e684c3e-ad8a-47cf-b493-54606dd5dcb1" providerId="ADAL" clId="{A2BF9B08-964F-4531-B73D-668D4608DC8E}" dt="2026-06-30T10:41:12.151" v="8791"/>
          <ac:spMkLst>
            <pc:docMk/>
            <pc:sldMk cId="3911179291" sldId="270"/>
            <ac:spMk id="101" creationId="{516E7F05-15F1-E504-5B07-B667A537D6FE}"/>
          </ac:spMkLst>
        </pc:spChg>
        <pc:spChg chg="add del mod modVis">
          <ac:chgData name="Lala Guluzade" userId="2e684c3e-ad8a-47cf-b493-54606dd5dcb1" providerId="ADAL" clId="{A2BF9B08-964F-4531-B73D-668D4608DC8E}" dt="2026-06-30T10:41:14.882" v="8977"/>
          <ac:spMkLst>
            <pc:docMk/>
            <pc:sldMk cId="3911179291" sldId="270"/>
            <ac:spMk id="103" creationId="{88FC4A14-1555-73B4-6AEA-A71AB80891ED}"/>
          </ac:spMkLst>
        </pc:spChg>
        <pc:spChg chg="add del mod">
          <ac:chgData name="Lala Guluzade" userId="2e684c3e-ad8a-47cf-b493-54606dd5dcb1" providerId="ADAL" clId="{A2BF9B08-964F-4531-B73D-668D4608DC8E}" dt="2026-06-30T10:41:18.610" v="9033"/>
          <ac:spMkLst>
            <pc:docMk/>
            <pc:sldMk cId="3911179291" sldId="270"/>
            <ac:spMk id="105" creationId="{70FEC915-C90A-2869-4F01-25C6C5DFECC3}"/>
          </ac:spMkLst>
        </pc:spChg>
        <pc:spChg chg="add del mod modVis">
          <ac:chgData name="Lala Guluzade" userId="2e684c3e-ad8a-47cf-b493-54606dd5dcb1" providerId="ADAL" clId="{A2BF9B08-964F-4531-B73D-668D4608DC8E}" dt="2026-06-30T10:41:18.899" v="9187"/>
          <ac:spMkLst>
            <pc:docMk/>
            <pc:sldMk cId="3911179291" sldId="270"/>
            <ac:spMk id="106" creationId="{BA0F9F5C-2F47-34CA-30F0-CE04459F8197}"/>
          </ac:spMkLst>
        </pc:spChg>
        <pc:spChg chg="add del mod modVis">
          <ac:chgData name="Lala Guluzade" userId="2e684c3e-ad8a-47cf-b493-54606dd5dcb1" providerId="ADAL" clId="{A2BF9B08-964F-4531-B73D-668D4608DC8E}" dt="2026-06-30T10:41:21.677" v="9485"/>
          <ac:spMkLst>
            <pc:docMk/>
            <pc:sldMk cId="3911179291" sldId="270"/>
            <ac:spMk id="108" creationId="{1BB30666-6A87-AEF4-D3DE-1F6FFDCB6359}"/>
          </ac:spMkLst>
        </pc:spChg>
        <pc:spChg chg="add del mod modVis">
          <ac:chgData name="Lala Guluzade" userId="2e684c3e-ad8a-47cf-b493-54606dd5dcb1" providerId="ADAL" clId="{A2BF9B08-964F-4531-B73D-668D4608DC8E}" dt="2026-06-30T10:41:25.727" v="9852"/>
          <ac:spMkLst>
            <pc:docMk/>
            <pc:sldMk cId="3911179291" sldId="270"/>
            <ac:spMk id="112" creationId="{7594DED4-E1A0-7AA8-CB29-6327ABB076F2}"/>
          </ac:spMkLst>
        </pc:spChg>
        <pc:spChg chg="add del mod modVis">
          <ac:chgData name="Lala Guluzade" userId="2e684c3e-ad8a-47cf-b493-54606dd5dcb1" providerId="ADAL" clId="{A2BF9B08-964F-4531-B73D-668D4608DC8E}" dt="2026-06-30T10:41:32.987" v="10014"/>
          <ac:spMkLst>
            <pc:docMk/>
            <pc:sldMk cId="3911179291" sldId="270"/>
            <ac:spMk id="114" creationId="{7886C240-BBAA-1068-544E-B46F2D0314D5}"/>
          </ac:spMkLst>
        </pc:spChg>
        <pc:spChg chg="add mod ord">
          <ac:chgData name="Lala Guluzade" userId="2e684c3e-ad8a-47cf-b493-54606dd5dcb1" providerId="ADAL" clId="{A2BF9B08-964F-4531-B73D-668D4608DC8E}" dt="2026-06-30T10:51:56.356" v="10617" actId="1076"/>
          <ac:spMkLst>
            <pc:docMk/>
            <pc:sldMk cId="3911179291" sldId="270"/>
            <ac:spMk id="116" creationId="{521D9907-3B95-964A-1516-0CC6FF12BEAD}"/>
          </ac:spMkLst>
        </pc:spChg>
        <pc:spChg chg="add del mod modVis">
          <ac:chgData name="Lala Guluzade" userId="2e684c3e-ad8a-47cf-b493-54606dd5dcb1" providerId="ADAL" clId="{A2BF9B08-964F-4531-B73D-668D4608DC8E}" dt="2026-06-30T10:48:05.302" v="10348"/>
          <ac:spMkLst>
            <pc:docMk/>
            <pc:sldMk cId="3911179291" sldId="270"/>
            <ac:spMk id="117" creationId="{85998BF1-DA00-3D0C-D038-C878797EC946}"/>
          </ac:spMkLst>
        </pc:spChg>
        <pc:spChg chg="mod ord">
          <ac:chgData name="Lala Guluzade" userId="2e684c3e-ad8a-47cf-b493-54606dd5dcb1" providerId="ADAL" clId="{A2BF9B08-964F-4531-B73D-668D4608DC8E}" dt="2026-06-30T10:48:15.961" v="10546"/>
          <ac:spMkLst>
            <pc:docMk/>
            <pc:sldMk cId="3911179291" sldId="270"/>
            <ac:spMk id="119" creationId="{373F2409-FEB5-C9D2-0477-2BA3A9C4AA42}"/>
          </ac:spMkLst>
        </pc:spChg>
        <pc:spChg chg="del mod">
          <ac:chgData name="Lala Guluzade" userId="2e684c3e-ad8a-47cf-b493-54606dd5dcb1" providerId="ADAL" clId="{A2BF9B08-964F-4531-B73D-668D4608DC8E}" dt="2026-06-30T10:39:56.965" v="6458"/>
          <ac:spMkLst>
            <pc:docMk/>
            <pc:sldMk cId="3911179291" sldId="270"/>
            <ac:spMk id="120" creationId="{DF23E619-6B76-3F9C-B514-38E118EAA181}"/>
          </ac:spMkLst>
        </pc:spChg>
        <pc:spChg chg="del mod">
          <ac:chgData name="Lala Guluzade" userId="2e684c3e-ad8a-47cf-b493-54606dd5dcb1" providerId="ADAL" clId="{A2BF9B08-964F-4531-B73D-668D4608DC8E}" dt="2026-06-30T10:39:56.969" v="6459"/>
          <ac:spMkLst>
            <pc:docMk/>
            <pc:sldMk cId="3911179291" sldId="270"/>
            <ac:spMk id="121" creationId="{8AAA2CCC-E375-59B8-4974-1BA9021DCC3B}"/>
          </ac:spMkLst>
        </pc:spChg>
        <pc:spChg chg="del mod">
          <ac:chgData name="Lala Guluzade" userId="2e684c3e-ad8a-47cf-b493-54606dd5dcb1" providerId="ADAL" clId="{A2BF9B08-964F-4531-B73D-668D4608DC8E}" dt="2026-06-30T10:39:56.971" v="6460"/>
          <ac:spMkLst>
            <pc:docMk/>
            <pc:sldMk cId="3911179291" sldId="270"/>
            <ac:spMk id="122" creationId="{5E52D363-E019-9B11-135B-B0A1C5D8EB22}"/>
          </ac:spMkLst>
        </pc:spChg>
        <pc:spChg chg="add del mod modVis">
          <ac:chgData name="Lala Guluzade" userId="2e684c3e-ad8a-47cf-b493-54606dd5dcb1" providerId="ADAL" clId="{A2BF9B08-964F-4531-B73D-668D4608DC8E}" dt="2026-06-30T10:48:15.997" v="10590"/>
          <ac:spMkLst>
            <pc:docMk/>
            <pc:sldMk cId="3911179291" sldId="270"/>
            <ac:spMk id="125" creationId="{896C78D8-6E16-EBF5-3532-87E99A075C67}"/>
          </ac:spMkLst>
        </pc:spChg>
        <pc:spChg chg="add del mod modVis">
          <ac:chgData name="Lala Guluzade" userId="2e684c3e-ad8a-47cf-b493-54606dd5dcb1" providerId="ADAL" clId="{A2BF9B08-964F-4531-B73D-668D4608DC8E}" dt="2026-06-30T10:52:21.160" v="10657"/>
          <ac:spMkLst>
            <pc:docMk/>
            <pc:sldMk cId="3911179291" sldId="270"/>
            <ac:spMk id="127" creationId="{F6B517A5-E9A9-DD2B-39E5-9AAB4D00F11E}"/>
          </ac:spMkLst>
        </pc:spChg>
        <pc:spChg chg="mod">
          <ac:chgData name="Lala Guluzade" userId="2e684c3e-ad8a-47cf-b493-54606dd5dcb1" providerId="ADAL" clId="{A2BF9B08-964F-4531-B73D-668D4608DC8E}" dt="2026-06-30T10:48:15.965" v="10553"/>
          <ac:spMkLst>
            <pc:docMk/>
            <pc:sldMk cId="3911179291" sldId="270"/>
            <ac:spMk id="128" creationId="{45417BD5-2353-1022-9D8D-5C8B9FDBB49B}"/>
          </ac:spMkLst>
        </pc:spChg>
        <pc:spChg chg="add del mod modVis">
          <ac:chgData name="Lala Guluzade" userId="2e684c3e-ad8a-47cf-b493-54606dd5dcb1" providerId="ADAL" clId="{A2BF9B08-964F-4531-B73D-668D4608DC8E}" dt="2026-06-30T10:52:22.204" v="10683"/>
          <ac:spMkLst>
            <pc:docMk/>
            <pc:sldMk cId="3911179291" sldId="270"/>
            <ac:spMk id="129" creationId="{A295B3F0-65EB-FE42-4700-E983439C4440}"/>
          </ac:spMkLst>
        </pc:spChg>
        <pc:spChg chg="mod">
          <ac:chgData name="Lala Guluzade" userId="2e684c3e-ad8a-47cf-b493-54606dd5dcb1" providerId="ADAL" clId="{A2BF9B08-964F-4531-B73D-668D4608DC8E}" dt="2026-06-30T10:48:15.966" v="10554"/>
          <ac:spMkLst>
            <pc:docMk/>
            <pc:sldMk cId="3911179291" sldId="270"/>
            <ac:spMk id="132" creationId="{3A775E03-69F4-1677-5EA5-BC7C8FE1DEE3}"/>
          </ac:spMkLst>
        </pc:spChg>
        <pc:spChg chg="mod">
          <ac:chgData name="Lala Guluzade" userId="2e684c3e-ad8a-47cf-b493-54606dd5dcb1" providerId="ADAL" clId="{A2BF9B08-964F-4531-B73D-668D4608DC8E}" dt="2026-06-30T10:48:15.966" v="10555"/>
          <ac:spMkLst>
            <pc:docMk/>
            <pc:sldMk cId="3911179291" sldId="270"/>
            <ac:spMk id="133" creationId="{E0C732BE-022B-12BE-8CAE-D1882C45C650}"/>
          </ac:spMkLst>
        </pc:spChg>
        <pc:spChg chg="mod">
          <ac:chgData name="Lala Guluzade" userId="2e684c3e-ad8a-47cf-b493-54606dd5dcb1" providerId="ADAL" clId="{A2BF9B08-964F-4531-B73D-668D4608DC8E}" dt="2026-06-30T10:48:15.967" v="10556"/>
          <ac:spMkLst>
            <pc:docMk/>
            <pc:sldMk cId="3911179291" sldId="270"/>
            <ac:spMk id="134" creationId="{0F79BBA5-5C52-2B46-B18A-26998E58F92F}"/>
          </ac:spMkLst>
        </pc:spChg>
        <pc:spChg chg="mod">
          <ac:chgData name="Lala Guluzade" userId="2e684c3e-ad8a-47cf-b493-54606dd5dcb1" providerId="ADAL" clId="{A2BF9B08-964F-4531-B73D-668D4608DC8E}" dt="2026-06-30T10:48:15.968" v="10557"/>
          <ac:spMkLst>
            <pc:docMk/>
            <pc:sldMk cId="3911179291" sldId="270"/>
            <ac:spMk id="135" creationId="{24C574EF-FCC4-8152-7562-86165EF290AC}"/>
          </ac:spMkLst>
        </pc:spChg>
        <pc:spChg chg="mod">
          <ac:chgData name="Lala Guluzade" userId="2e684c3e-ad8a-47cf-b493-54606dd5dcb1" providerId="ADAL" clId="{A2BF9B08-964F-4531-B73D-668D4608DC8E}" dt="2026-06-30T10:48:15.969" v="10558"/>
          <ac:spMkLst>
            <pc:docMk/>
            <pc:sldMk cId="3911179291" sldId="270"/>
            <ac:spMk id="136" creationId="{6276544F-0858-49EC-00A3-4D58DAC79B90}"/>
          </ac:spMkLst>
        </pc:spChg>
        <pc:spChg chg="mod">
          <ac:chgData name="Lala Guluzade" userId="2e684c3e-ad8a-47cf-b493-54606dd5dcb1" providerId="ADAL" clId="{A2BF9B08-964F-4531-B73D-668D4608DC8E}" dt="2026-06-30T10:48:15.970" v="10559"/>
          <ac:spMkLst>
            <pc:docMk/>
            <pc:sldMk cId="3911179291" sldId="270"/>
            <ac:spMk id="138" creationId="{CFC0050C-C6EB-DD3C-9A4C-57064982EE2E}"/>
          </ac:spMkLst>
        </pc:spChg>
        <pc:spChg chg="mod">
          <ac:chgData name="Lala Guluzade" userId="2e684c3e-ad8a-47cf-b493-54606dd5dcb1" providerId="ADAL" clId="{A2BF9B08-964F-4531-B73D-668D4608DC8E}" dt="2026-06-30T10:48:15.970" v="10560"/>
          <ac:spMkLst>
            <pc:docMk/>
            <pc:sldMk cId="3911179291" sldId="270"/>
            <ac:spMk id="139" creationId="{55B9A31C-F632-053C-49CC-B29DA812BDA8}"/>
          </ac:spMkLst>
        </pc:spChg>
        <pc:spChg chg="mod ord">
          <ac:chgData name="Lala Guluzade" userId="2e684c3e-ad8a-47cf-b493-54606dd5dcb1" providerId="ADAL" clId="{A2BF9B08-964F-4531-B73D-668D4608DC8E}" dt="2026-06-30T10:48:15.932" v="10496"/>
          <ac:spMkLst>
            <pc:docMk/>
            <pc:sldMk cId="3911179291" sldId="270"/>
            <ac:spMk id="140" creationId="{9A86A184-B4BA-EF61-A0E7-5B7866DFC4DC}"/>
          </ac:spMkLst>
        </pc:spChg>
        <pc:spChg chg="mod ord">
          <ac:chgData name="Lala Guluzade" userId="2e684c3e-ad8a-47cf-b493-54606dd5dcb1" providerId="ADAL" clId="{A2BF9B08-964F-4531-B73D-668D4608DC8E}" dt="2026-06-30T10:51:35.027" v="10605" actId="20577"/>
          <ac:spMkLst>
            <pc:docMk/>
            <pc:sldMk cId="3911179291" sldId="270"/>
            <ac:spMk id="143" creationId="{113DF39A-4691-7115-FAF1-290DF5CEF8C4}"/>
          </ac:spMkLst>
        </pc:spChg>
        <pc:spChg chg="mod ord">
          <ac:chgData name="Lala Guluzade" userId="2e684c3e-ad8a-47cf-b493-54606dd5dcb1" providerId="ADAL" clId="{A2BF9B08-964F-4531-B73D-668D4608DC8E}" dt="2026-06-30T10:52:14.149" v="10631"/>
          <ac:spMkLst>
            <pc:docMk/>
            <pc:sldMk cId="3911179291" sldId="270"/>
            <ac:spMk id="146" creationId="{DA33BCCD-2E97-56BF-9109-75281E33FFDA}"/>
          </ac:spMkLst>
        </pc:spChg>
        <pc:spChg chg="mod ord">
          <ac:chgData name="Lala Guluzade" userId="2e684c3e-ad8a-47cf-b493-54606dd5dcb1" providerId="ADAL" clId="{A2BF9B08-964F-4531-B73D-668D4608DC8E}" dt="2026-06-30T10:52:08.796" v="10629"/>
          <ac:spMkLst>
            <pc:docMk/>
            <pc:sldMk cId="3911179291" sldId="270"/>
            <ac:spMk id="147" creationId="{E501D959-4C80-633E-0BAD-1126076F0B0A}"/>
          </ac:spMkLst>
        </pc:spChg>
        <pc:spChg chg="mod ord">
          <ac:chgData name="Lala Guluzade" userId="2e684c3e-ad8a-47cf-b493-54606dd5dcb1" providerId="ADAL" clId="{A2BF9B08-964F-4531-B73D-668D4608DC8E}" dt="2026-06-30T10:52:14.149" v="10631"/>
          <ac:spMkLst>
            <pc:docMk/>
            <pc:sldMk cId="3911179291" sldId="270"/>
            <ac:spMk id="148" creationId="{38554360-1F29-4B8B-7E3D-2F0A50E16443}"/>
          </ac:spMkLst>
        </pc:spChg>
        <pc:spChg chg="mod ord">
          <ac:chgData name="Lala Guluzade" userId="2e684c3e-ad8a-47cf-b493-54606dd5dcb1" providerId="ADAL" clId="{A2BF9B08-964F-4531-B73D-668D4608DC8E}" dt="2026-06-30T10:52:08.796" v="10629"/>
          <ac:spMkLst>
            <pc:docMk/>
            <pc:sldMk cId="3911179291" sldId="270"/>
            <ac:spMk id="149" creationId="{E19FB1C1-2169-6387-3F0E-2E9F3BA37D63}"/>
          </ac:spMkLst>
        </pc:spChg>
        <pc:spChg chg="mod ord">
          <ac:chgData name="Lala Guluzade" userId="2e684c3e-ad8a-47cf-b493-54606dd5dcb1" providerId="ADAL" clId="{A2BF9B08-964F-4531-B73D-668D4608DC8E}" dt="2026-06-30T10:52:14.149" v="10631"/>
          <ac:spMkLst>
            <pc:docMk/>
            <pc:sldMk cId="3911179291" sldId="270"/>
            <ac:spMk id="150" creationId="{29F6F2F8-96B2-2302-4778-ACBB29ED29DD}"/>
          </ac:spMkLst>
        </pc:spChg>
        <pc:spChg chg="mod ord">
          <ac:chgData name="Lala Guluzade" userId="2e684c3e-ad8a-47cf-b493-54606dd5dcb1" providerId="ADAL" clId="{A2BF9B08-964F-4531-B73D-668D4608DC8E}" dt="2026-06-30T10:52:08.796" v="10629"/>
          <ac:spMkLst>
            <pc:docMk/>
            <pc:sldMk cId="3911179291" sldId="270"/>
            <ac:spMk id="151" creationId="{CAC8FE65-40AC-47C9-90F4-FE4993DE2B75}"/>
          </ac:spMkLst>
        </pc:spChg>
        <pc:spChg chg="mod ord">
          <ac:chgData name="Lala Guluzade" userId="2e684c3e-ad8a-47cf-b493-54606dd5dcb1" providerId="ADAL" clId="{A2BF9B08-964F-4531-B73D-668D4608DC8E}" dt="2026-06-30T10:52:14.149" v="10631"/>
          <ac:spMkLst>
            <pc:docMk/>
            <pc:sldMk cId="3911179291" sldId="270"/>
            <ac:spMk id="152" creationId="{0CF489F4-5CDA-DB1F-3CF4-CBE328C067C2}"/>
          </ac:spMkLst>
        </pc:spChg>
        <pc:spChg chg="mod ord">
          <ac:chgData name="Lala Guluzade" userId="2e684c3e-ad8a-47cf-b493-54606dd5dcb1" providerId="ADAL" clId="{A2BF9B08-964F-4531-B73D-668D4608DC8E}" dt="2026-06-30T10:52:08.796" v="10629"/>
          <ac:spMkLst>
            <pc:docMk/>
            <pc:sldMk cId="3911179291" sldId="270"/>
            <ac:spMk id="153" creationId="{B0B5ABC6-196C-A049-A3A6-9E3E680647A3}"/>
          </ac:spMkLst>
        </pc:spChg>
        <pc:spChg chg="mod ord">
          <ac:chgData name="Lala Guluzade" userId="2e684c3e-ad8a-47cf-b493-54606dd5dcb1" providerId="ADAL" clId="{A2BF9B08-964F-4531-B73D-668D4608DC8E}" dt="2026-06-30T10:48:15.933" v="10498"/>
          <ac:spMkLst>
            <pc:docMk/>
            <pc:sldMk cId="3911179291" sldId="270"/>
            <ac:spMk id="200" creationId="{8F3E44C7-FF13-C251-B9A3-B835951D0DC8}"/>
          </ac:spMkLst>
        </pc:spChg>
        <pc:spChg chg="mod ord">
          <ac:chgData name="Lala Guluzade" userId="2e684c3e-ad8a-47cf-b493-54606dd5dcb1" providerId="ADAL" clId="{A2BF9B08-964F-4531-B73D-668D4608DC8E}" dt="2026-06-30T10:48:15.935" v="10500"/>
          <ac:spMkLst>
            <pc:docMk/>
            <pc:sldMk cId="3911179291" sldId="270"/>
            <ac:spMk id="201" creationId="{A6F9BC12-6E94-E587-A29E-ED5182DA6F97}"/>
          </ac:spMkLst>
        </pc:spChg>
        <pc:spChg chg="mod ord">
          <ac:chgData name="Lala Guluzade" userId="2e684c3e-ad8a-47cf-b493-54606dd5dcb1" providerId="ADAL" clId="{A2BF9B08-964F-4531-B73D-668D4608DC8E}" dt="2026-06-30T10:48:15.936" v="10502"/>
          <ac:spMkLst>
            <pc:docMk/>
            <pc:sldMk cId="3911179291" sldId="270"/>
            <ac:spMk id="202" creationId="{66DD3626-9387-D413-EB53-431FBCE56DE8}"/>
          </ac:spMkLst>
        </pc:spChg>
        <pc:spChg chg="mod ord">
          <ac:chgData name="Lala Guluzade" userId="2e684c3e-ad8a-47cf-b493-54606dd5dcb1" providerId="ADAL" clId="{A2BF9B08-964F-4531-B73D-668D4608DC8E}" dt="2026-06-30T10:48:15.937" v="10504"/>
          <ac:spMkLst>
            <pc:docMk/>
            <pc:sldMk cId="3911179291" sldId="270"/>
            <ac:spMk id="203" creationId="{B434F03F-A11E-7921-36D6-C4F3A082274B}"/>
          </ac:spMkLst>
        </pc:spChg>
        <pc:spChg chg="mod ord">
          <ac:chgData name="Lala Guluzade" userId="2e684c3e-ad8a-47cf-b493-54606dd5dcb1" providerId="ADAL" clId="{A2BF9B08-964F-4531-B73D-668D4608DC8E}" dt="2026-06-30T10:48:15.938" v="10506"/>
          <ac:spMkLst>
            <pc:docMk/>
            <pc:sldMk cId="3911179291" sldId="270"/>
            <ac:spMk id="204" creationId="{3B9C0B77-2D85-5AD9-7948-EEA435B23A18}"/>
          </ac:spMkLst>
        </pc:spChg>
        <pc:spChg chg="mod ord">
          <ac:chgData name="Lala Guluzade" userId="2e684c3e-ad8a-47cf-b493-54606dd5dcb1" providerId="ADAL" clId="{A2BF9B08-964F-4531-B73D-668D4608DC8E}" dt="2026-06-30T10:48:15.940" v="10508"/>
          <ac:spMkLst>
            <pc:docMk/>
            <pc:sldMk cId="3911179291" sldId="270"/>
            <ac:spMk id="205" creationId="{AB37A36C-0165-E519-260D-DBF47120AC86}"/>
          </ac:spMkLst>
        </pc:spChg>
        <pc:graphicFrameChg chg="mod">
          <ac:chgData name="Lala Guluzade" userId="2e684c3e-ad8a-47cf-b493-54606dd5dcb1" providerId="ADAL" clId="{A2BF9B08-964F-4531-B73D-668D4608DC8E}" dt="2026-06-30T10:52:22.205" v="10685"/>
          <ac:graphicFrameMkLst>
            <pc:docMk/>
            <pc:sldMk cId="3911179291" sldId="270"/>
            <ac:graphicFrameMk id="5" creationId="{D26504AA-8498-57F9-5F60-7D80AE5252EC}"/>
          </ac:graphicFrameMkLst>
        </pc:graphicFrameChg>
        <pc:graphicFrameChg chg="mod ord">
          <ac:chgData name="Lala Guluzade" userId="2e684c3e-ad8a-47cf-b493-54606dd5dcb1" providerId="ADAL" clId="{A2BF9B08-964F-4531-B73D-668D4608DC8E}" dt="2026-06-30T10:48:15.943" v="10514"/>
          <ac:graphicFrameMkLst>
            <pc:docMk/>
            <pc:sldMk cId="3911179291" sldId="270"/>
            <ac:graphicFrameMk id="48" creationId="{00DC23E1-901E-DD99-A55D-686A95D04F82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39:56.976" v="6463"/>
          <ac:graphicFrameMkLst>
            <pc:docMk/>
            <pc:sldMk cId="3911179291" sldId="270"/>
            <ac:graphicFrameMk id="50" creationId="{9246FA59-1932-5DE4-457B-23DF056BB5BE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0:10.633" v="6901"/>
          <ac:graphicFrameMkLst>
            <pc:docMk/>
            <pc:sldMk cId="3911179291" sldId="270"/>
            <ac:graphicFrameMk id="52" creationId="{243BCE64-014F-22FB-9788-4F7FBBA333EF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0:41.999" v="7223"/>
          <ac:graphicFrameMkLst>
            <pc:docMk/>
            <pc:sldMk cId="3911179291" sldId="270"/>
            <ac:graphicFrameMk id="62" creationId="{23B06119-85EB-1638-E606-DE0E9D46C270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0:50.307" v="7648"/>
          <ac:graphicFrameMkLst>
            <pc:docMk/>
            <pc:sldMk cId="3911179291" sldId="270"/>
            <ac:graphicFrameMk id="71" creationId="{4BDFB139-5E80-FFF7-8C12-9A0C699E93BB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1:04.557" v="8077"/>
          <ac:graphicFrameMkLst>
            <pc:docMk/>
            <pc:sldMk cId="3911179291" sldId="270"/>
            <ac:graphicFrameMk id="90" creationId="{DA9D2155-F95D-CA55-E87B-2D5D481695EB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1:07.801" v="8342"/>
          <ac:graphicFrameMkLst>
            <pc:docMk/>
            <pc:sldMk cId="3911179291" sldId="270"/>
            <ac:graphicFrameMk id="98" creationId="{C70EE2A7-D4F3-F941-033E-89D0A9C2502C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1:11.736" v="8641"/>
          <ac:graphicFrameMkLst>
            <pc:docMk/>
            <pc:sldMk cId="3911179291" sldId="270"/>
            <ac:graphicFrameMk id="100" creationId="{2A1E9054-A204-3619-7A7E-06ABCEF2AD9C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1:14.592" v="8829"/>
          <ac:graphicFrameMkLst>
            <pc:docMk/>
            <pc:sldMk cId="3911179291" sldId="270"/>
            <ac:graphicFrameMk id="102" creationId="{31A91D16-21EE-DE97-4E28-6FB9192550ED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1:18.629" v="9039"/>
          <ac:graphicFrameMkLst>
            <pc:docMk/>
            <pc:sldMk cId="3911179291" sldId="270"/>
            <ac:graphicFrameMk id="104" creationId="{2DB4B4E7-D360-2C42-6BC9-9697CD446265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1:21.376" v="9343"/>
          <ac:graphicFrameMkLst>
            <pc:docMk/>
            <pc:sldMk cId="3911179291" sldId="270"/>
            <ac:graphicFrameMk id="107" creationId="{27F7B93F-B60B-FCCF-7004-F7B9C707FCD9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1:22.955" v="9489"/>
          <ac:graphicFrameMkLst>
            <pc:docMk/>
            <pc:sldMk cId="3911179291" sldId="270"/>
            <ac:graphicFrameMk id="110" creationId="{6A5BAC5F-7C06-2659-C5C6-A37426F83705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1:25.542" v="9728"/>
          <ac:graphicFrameMkLst>
            <pc:docMk/>
            <pc:sldMk cId="3911179291" sldId="270"/>
            <ac:graphicFrameMk id="111" creationId="{A7A881AB-D520-1DE8-B81D-C14B4E9CED86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1:32.908" v="9891"/>
          <ac:graphicFrameMkLst>
            <pc:docMk/>
            <pc:sldMk cId="3911179291" sldId="270"/>
            <ac:graphicFrameMk id="113" creationId="{5E0F5E7B-7DE3-29A1-14FC-7DADD08BFC31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0:48:15.917" v="10486"/>
          <ac:graphicFrameMkLst>
            <pc:docMk/>
            <pc:sldMk cId="3911179291" sldId="270"/>
            <ac:graphicFrameMk id="115" creationId="{F3A9C5CE-2CB5-BA11-AAAF-113098D8691D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0:48:15.861" v="10467"/>
          <ac:graphicFrameMkLst>
            <pc:docMk/>
            <pc:sldMk cId="3911179291" sldId="270"/>
            <ac:graphicFrameMk id="118" creationId="{8D84A1D1-B63C-435A-EDCE-B3479BDFC28A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0:48:15.964" v="10552"/>
          <ac:graphicFrameMkLst>
            <pc:docMk/>
            <pc:sldMk cId="3911179291" sldId="270"/>
            <ac:graphicFrameMk id="126" creationId="{8691B429-83FD-6877-03FD-7A16D100C926}"/>
          </ac:graphicFrameMkLst>
        </pc:graphicFrameChg>
        <pc:graphicFrameChg chg="del">
          <ac:chgData name="Lala Guluzade" userId="2e684c3e-ad8a-47cf-b493-54606dd5dcb1" providerId="ADAL" clId="{A2BF9B08-964F-4531-B73D-668D4608DC8E}" dt="2026-06-30T10:39:52.006" v="6265"/>
          <ac:graphicFrameMkLst>
            <pc:docMk/>
            <pc:sldMk cId="3911179291" sldId="270"/>
            <ac:graphicFrameMk id="235" creationId="{DF1955E1-49BC-9671-4E97-CFD284B2DB4B}"/>
          </ac:graphicFrameMkLst>
        </pc:graphicFrameChg>
        <pc:graphicFrameChg chg="del mod ord">
          <ac:chgData name="Lala Guluzade" userId="2e684c3e-ad8a-47cf-b493-54606dd5dcb1" providerId="ADAL" clId="{A2BF9B08-964F-4531-B73D-668D4608DC8E}" dt="2026-06-30T10:48:05.123" v="10225"/>
          <ac:graphicFrameMkLst>
            <pc:docMk/>
            <pc:sldMk cId="3911179291" sldId="270"/>
            <ac:graphicFrameMk id="251" creationId="{9FED26F6-D914-369A-3775-2F4B99AA5FB3}"/>
          </ac:graphicFrameMkLst>
        </pc:graphicFrameChg>
        <pc:cxnChg chg="mod ord">
          <ac:chgData name="Lala Guluzade" userId="2e684c3e-ad8a-47cf-b493-54606dd5dcb1" providerId="ADAL" clId="{A2BF9B08-964F-4531-B73D-668D4608DC8E}" dt="2026-06-30T10:48:15.908" v="10478"/>
          <ac:cxnSpMkLst>
            <pc:docMk/>
            <pc:sldMk cId="3911179291" sldId="270"/>
            <ac:cxnSpMk id="27" creationId="{33571269-2076-06CC-45FA-FFAED906A3F9}"/>
          </ac:cxnSpMkLst>
        </pc:cxnChg>
        <pc:cxnChg chg="mod ord">
          <ac:chgData name="Lala Guluzade" userId="2e684c3e-ad8a-47cf-b493-54606dd5dcb1" providerId="ADAL" clId="{A2BF9B08-964F-4531-B73D-668D4608DC8E}" dt="2026-06-30T10:48:15.911" v="10482"/>
          <ac:cxnSpMkLst>
            <pc:docMk/>
            <pc:sldMk cId="3911179291" sldId="270"/>
            <ac:cxnSpMk id="42" creationId="{65C3C921-D4BC-C9E2-4288-50AB26BB0612}"/>
          </ac:cxnSpMkLst>
        </pc:cxnChg>
        <pc:cxnChg chg="add del mod ord">
          <ac:chgData name="Lala Guluzade" userId="2e684c3e-ad8a-47cf-b493-54606dd5dcb1" providerId="ADAL" clId="{A2BF9B08-964F-4531-B73D-668D4608DC8E}" dt="2026-06-30T10:41:14.351" v="8795"/>
          <ac:cxnSpMkLst>
            <pc:docMk/>
            <pc:sldMk cId="3911179291" sldId="270"/>
            <ac:cxnSpMk id="58" creationId="{31CE29A9-EBC6-6554-DA28-A238CDDD1ED7}"/>
          </ac:cxnSpMkLst>
        </pc:cxnChg>
        <pc:cxnChg chg="add del mod ord">
          <ac:chgData name="Lala Guluzade" userId="2e684c3e-ad8a-47cf-b493-54606dd5dcb1" providerId="ADAL" clId="{A2BF9B08-964F-4531-B73D-668D4608DC8E}" dt="2026-06-30T10:41:21.324" v="9316"/>
          <ac:cxnSpMkLst>
            <pc:docMk/>
            <pc:sldMk cId="3911179291" sldId="270"/>
            <ac:cxnSpMk id="59" creationId="{5CC977C3-E4F3-A61E-2BA3-29F954B1C514}"/>
          </ac:cxnSpMkLst>
        </pc:cxnChg>
        <pc:cxnChg chg="add del mod ord">
          <ac:chgData name="Lala Guluzade" userId="2e684c3e-ad8a-47cf-b493-54606dd5dcb1" providerId="ADAL" clId="{A2BF9B08-964F-4531-B73D-668D4608DC8E}" dt="2026-06-30T10:41:21.347" v="9328"/>
          <ac:cxnSpMkLst>
            <pc:docMk/>
            <pc:sldMk cId="3911179291" sldId="270"/>
            <ac:cxnSpMk id="60" creationId="{EC105F30-35F5-CD94-78E5-2447716B42A0}"/>
          </ac:cxnSpMkLst>
        </pc:cxnChg>
        <pc:cxnChg chg="add del mod ord">
          <ac:chgData name="Lala Guluzade" userId="2e684c3e-ad8a-47cf-b493-54606dd5dcb1" providerId="ADAL" clId="{A2BF9B08-964F-4531-B73D-668D4608DC8E}" dt="2026-06-30T10:41:21.371" v="9341"/>
          <ac:cxnSpMkLst>
            <pc:docMk/>
            <pc:sldMk cId="3911179291" sldId="270"/>
            <ac:cxnSpMk id="61" creationId="{FDB9184C-A53F-9930-FF6E-FC3C50A16244}"/>
          </ac:cxnSpMkLst>
        </pc:cxnChg>
        <pc:cxnChg chg="mod ord">
          <ac:chgData name="Lala Guluzade" userId="2e684c3e-ad8a-47cf-b493-54606dd5dcb1" providerId="ADAL" clId="{A2BF9B08-964F-4531-B73D-668D4608DC8E}" dt="2026-06-30T10:48:15.914" v="10484"/>
          <ac:cxnSpMkLst>
            <pc:docMk/>
            <pc:sldMk cId="3911179291" sldId="270"/>
            <ac:cxnSpMk id="73" creationId="{6E21F402-B9A2-3B1D-8D1A-A0AE8C40F11A}"/>
          </ac:cxnSpMkLst>
        </pc:cxnChg>
        <pc:cxnChg chg="add del mod ord">
          <ac:chgData name="Lala Guluzade" userId="2e684c3e-ad8a-47cf-b493-54606dd5dcb1" providerId="ADAL" clId="{A2BF9B08-964F-4531-B73D-668D4608DC8E}" dt="2026-06-30T10:41:25.148" v="9635"/>
          <ac:cxnSpMkLst>
            <pc:docMk/>
            <pc:sldMk cId="3911179291" sldId="270"/>
            <ac:cxnSpMk id="84" creationId="{40E8B5A9-158E-86C4-0227-319346D92737}"/>
          </ac:cxnSpMkLst>
        </pc:cxnChg>
        <pc:cxnChg chg="add del mod ord">
          <ac:chgData name="Lala Guluzade" userId="2e684c3e-ad8a-47cf-b493-54606dd5dcb1" providerId="ADAL" clId="{A2BF9B08-964F-4531-B73D-668D4608DC8E}" dt="2026-06-30T10:41:25.151" v="9637"/>
          <ac:cxnSpMkLst>
            <pc:docMk/>
            <pc:sldMk cId="3911179291" sldId="270"/>
            <ac:cxnSpMk id="85" creationId="{06A2005D-963F-86D4-DDB3-7BE460561A4E}"/>
          </ac:cxnSpMkLst>
        </pc:cxnChg>
        <pc:cxnChg chg="add del mod ord">
          <ac:chgData name="Lala Guluzade" userId="2e684c3e-ad8a-47cf-b493-54606dd5dcb1" providerId="ADAL" clId="{A2BF9B08-964F-4531-B73D-668D4608DC8E}" dt="2026-06-30T10:41:25.154" v="9639"/>
          <ac:cxnSpMkLst>
            <pc:docMk/>
            <pc:sldMk cId="3911179291" sldId="270"/>
            <ac:cxnSpMk id="87" creationId="{D83B9DB6-23D0-9A1A-182D-8BF3027EB703}"/>
          </ac:cxnSpMkLst>
        </pc:cxnChg>
        <pc:cxnChg chg="add del mod ord">
          <ac:chgData name="Lala Guluzade" userId="2e684c3e-ad8a-47cf-b493-54606dd5dcb1" providerId="ADAL" clId="{A2BF9B08-964F-4531-B73D-668D4608DC8E}" dt="2026-06-30T10:41:25.157" v="9641"/>
          <ac:cxnSpMkLst>
            <pc:docMk/>
            <pc:sldMk cId="3911179291" sldId="270"/>
            <ac:cxnSpMk id="88" creationId="{C153A0B1-B908-408B-EC61-5B2E29E8CAA9}"/>
          </ac:cxnSpMkLst>
        </pc:cxnChg>
        <pc:cxnChg chg="add del mod ord">
          <ac:chgData name="Lala Guluzade" userId="2e684c3e-ad8a-47cf-b493-54606dd5dcb1" providerId="ADAL" clId="{A2BF9B08-964F-4531-B73D-668D4608DC8E}" dt="2026-06-30T10:41:25.160" v="9643"/>
          <ac:cxnSpMkLst>
            <pc:docMk/>
            <pc:sldMk cId="3911179291" sldId="270"/>
            <ac:cxnSpMk id="93" creationId="{BF256537-3A94-3841-8B54-2BB1E7AFD970}"/>
          </ac:cxnSpMkLst>
        </pc:cxnChg>
        <pc:cxnChg chg="add del mod ord">
          <ac:chgData name="Lala Guluzade" userId="2e684c3e-ad8a-47cf-b493-54606dd5dcb1" providerId="ADAL" clId="{A2BF9B08-964F-4531-B73D-668D4608DC8E}" dt="2026-06-30T10:41:25.163" v="9645"/>
          <ac:cxnSpMkLst>
            <pc:docMk/>
            <pc:sldMk cId="3911179291" sldId="270"/>
            <ac:cxnSpMk id="94" creationId="{C22CBD6C-A070-F79F-0323-EEDD489E85A3}"/>
          </ac:cxnSpMkLst>
        </pc:cxnChg>
        <pc:cxnChg chg="add del mod ord">
          <ac:chgData name="Lala Guluzade" userId="2e684c3e-ad8a-47cf-b493-54606dd5dcb1" providerId="ADAL" clId="{A2BF9B08-964F-4531-B73D-668D4608DC8E}" dt="2026-06-30T10:41:25.165" v="9647"/>
          <ac:cxnSpMkLst>
            <pc:docMk/>
            <pc:sldMk cId="3911179291" sldId="270"/>
            <ac:cxnSpMk id="95" creationId="{305AC82A-14A4-9DDF-4693-A285C96F93B0}"/>
          </ac:cxnSpMkLst>
        </pc:cxnChg>
        <pc:cxnChg chg="add del mod ord">
          <ac:chgData name="Lala Guluzade" userId="2e684c3e-ad8a-47cf-b493-54606dd5dcb1" providerId="ADAL" clId="{A2BF9B08-964F-4531-B73D-668D4608DC8E}" dt="2026-06-30T10:41:25.168" v="9649"/>
          <ac:cxnSpMkLst>
            <pc:docMk/>
            <pc:sldMk cId="3911179291" sldId="270"/>
            <ac:cxnSpMk id="96" creationId="{C358BB79-7361-B343-B307-7526D308E1F2}"/>
          </ac:cxnSpMkLst>
        </pc:cxnChg>
        <pc:cxnChg chg="add del mod ord">
          <ac:chgData name="Lala Guluzade" userId="2e684c3e-ad8a-47cf-b493-54606dd5dcb1" providerId="ADAL" clId="{A2BF9B08-964F-4531-B73D-668D4608DC8E}" dt="2026-06-30T10:41:07.398" v="8234"/>
          <ac:cxnSpMkLst>
            <pc:docMk/>
            <pc:sldMk cId="3911179291" sldId="270"/>
            <ac:cxnSpMk id="97" creationId="{21F74B00-4D75-C3D3-82B2-54B8624C9C08}"/>
          </ac:cxnSpMkLst>
        </pc:cxnChg>
        <pc:cxnChg chg="add del mod ord">
          <ac:chgData name="Lala Guluzade" userId="2e684c3e-ad8a-47cf-b493-54606dd5dcb1" providerId="ADAL" clId="{A2BF9B08-964F-4531-B73D-668D4608DC8E}" dt="2026-06-30T10:41:25.144" v="9633"/>
          <ac:cxnSpMkLst>
            <pc:docMk/>
            <pc:sldMk cId="3911179291" sldId="270"/>
            <ac:cxnSpMk id="109" creationId="{66FA2637-4B94-D6C8-D666-8D758D93D43D}"/>
          </ac:cxnSpMkLst>
        </pc:cxnChg>
        <pc:cxnChg chg="mod ord">
          <ac:chgData name="Lala Guluzade" userId="2e684c3e-ad8a-47cf-b493-54606dd5dcb1" providerId="ADAL" clId="{A2BF9B08-964F-4531-B73D-668D4608DC8E}" dt="2026-06-30T10:48:15.962" v="10548"/>
          <ac:cxnSpMkLst>
            <pc:docMk/>
            <pc:sldMk cId="3911179291" sldId="270"/>
            <ac:cxnSpMk id="123" creationId="{1E48657B-2926-D44D-E8AD-97CF4B11FE16}"/>
          </ac:cxnSpMkLst>
        </pc:cxnChg>
        <pc:cxnChg chg="mod ord">
          <ac:chgData name="Lala Guluzade" userId="2e684c3e-ad8a-47cf-b493-54606dd5dcb1" providerId="ADAL" clId="{A2BF9B08-964F-4531-B73D-668D4608DC8E}" dt="2026-06-30T10:48:15.963" v="10550"/>
          <ac:cxnSpMkLst>
            <pc:docMk/>
            <pc:sldMk cId="3911179291" sldId="270"/>
            <ac:cxnSpMk id="124" creationId="{7363272A-148B-4219-65A8-318466CB93BD}"/>
          </ac:cxnSpMkLst>
        </pc:cxnChg>
      </pc:sldChg>
      <pc:sldChg chg="addSp delSp modSp mod">
        <pc:chgData name="Lala Guluzade" userId="2e684c3e-ad8a-47cf-b493-54606dd5dcb1" providerId="ADAL" clId="{A2BF9B08-964F-4531-B73D-668D4608DC8E}" dt="2026-06-30T20:24:08.998" v="23245" actId="478"/>
        <pc:sldMkLst>
          <pc:docMk/>
          <pc:sldMk cId="7758873" sldId="271"/>
        </pc:sldMkLst>
        <pc:spChg chg="add del mod">
          <ac:chgData name="Lala Guluzade" userId="2e684c3e-ad8a-47cf-b493-54606dd5dcb1" providerId="ADAL" clId="{A2BF9B08-964F-4531-B73D-668D4608DC8E}" dt="2026-06-29T14:53:30.449" v="1333" actId="478"/>
          <ac:spMkLst>
            <pc:docMk/>
            <pc:sldMk cId="7758873" sldId="271"/>
            <ac:spMk id="2" creationId="{4E1D0639-3804-7432-1EC2-57A13F9CE2BA}"/>
          </ac:spMkLst>
        </pc:spChg>
        <pc:spChg chg="del mod">
          <ac:chgData name="Lala Guluzade" userId="2e684c3e-ad8a-47cf-b493-54606dd5dcb1" providerId="ADAL" clId="{A2BF9B08-964F-4531-B73D-668D4608DC8E}" dt="2026-06-30T20:24:08.998" v="23245" actId="478"/>
          <ac:spMkLst>
            <pc:docMk/>
            <pc:sldMk cId="7758873" sldId="271"/>
            <ac:spMk id="2" creationId="{C2A9D020-F4BD-C725-CA53-EF22F4096AEE}"/>
          </ac:spMkLst>
        </pc:spChg>
        <pc:spChg chg="add mod">
          <ac:chgData name="Lala Guluzade" userId="2e684c3e-ad8a-47cf-b493-54606dd5dcb1" providerId="ADAL" clId="{A2BF9B08-964F-4531-B73D-668D4608DC8E}" dt="2026-06-29T14:53:32.206" v="1334"/>
          <ac:spMkLst>
            <pc:docMk/>
            <pc:sldMk cId="7758873" sldId="271"/>
            <ac:spMk id="4" creationId="{0A1A6E67-5194-643E-451B-53D90024D28E}"/>
          </ac:spMkLst>
        </pc:spChg>
        <pc:spChg chg="add del mod">
          <ac:chgData name="Lala Guluzade" userId="2e684c3e-ad8a-47cf-b493-54606dd5dcb1" providerId="ADAL" clId="{A2BF9B08-964F-4531-B73D-668D4608DC8E}" dt="2026-06-29T20:33:41.124" v="5781" actId="478"/>
          <ac:spMkLst>
            <pc:docMk/>
            <pc:sldMk cId="7758873" sldId="271"/>
            <ac:spMk id="15" creationId="{7322E0EA-93AB-4926-9CF8-0A8E329DEB00}"/>
          </ac:spMkLst>
        </pc:spChg>
        <pc:spChg chg="mod">
          <ac:chgData name="Lala Guluzade" userId="2e684c3e-ad8a-47cf-b493-54606dd5dcb1" providerId="ADAL" clId="{A2BF9B08-964F-4531-B73D-668D4608DC8E}" dt="2026-06-29T14:18:28.898" v="933" actId="20577"/>
          <ac:spMkLst>
            <pc:docMk/>
            <pc:sldMk cId="7758873" sldId="271"/>
            <ac:spMk id="26" creationId="{85C722A2-CC80-C833-E49D-90F3276B61F7}"/>
          </ac:spMkLst>
        </pc:spChg>
      </pc:sldChg>
      <pc:sldChg chg="del">
        <pc:chgData name="Lala Guluzade" userId="2e684c3e-ad8a-47cf-b493-54606dd5dcb1" providerId="ADAL" clId="{A2BF9B08-964F-4531-B73D-668D4608DC8E}" dt="2026-06-30T15:51:08.271" v="19369" actId="47"/>
        <pc:sldMkLst>
          <pc:docMk/>
          <pc:sldMk cId="2229728135" sldId="272"/>
        </pc:sldMkLst>
      </pc:sldChg>
      <pc:sldChg chg="del">
        <pc:chgData name="Lala Guluzade" userId="2e684c3e-ad8a-47cf-b493-54606dd5dcb1" providerId="ADAL" clId="{A2BF9B08-964F-4531-B73D-668D4608DC8E}" dt="2026-06-30T15:51:08.432" v="19370" actId="47"/>
        <pc:sldMkLst>
          <pc:docMk/>
          <pc:sldMk cId="2106023487" sldId="273"/>
        </pc:sldMkLst>
      </pc:sldChg>
      <pc:sldChg chg="addSp delSp modSp mod">
        <pc:chgData name="Lala Guluzade" userId="2e684c3e-ad8a-47cf-b493-54606dd5dcb1" providerId="ADAL" clId="{A2BF9B08-964F-4531-B73D-668D4608DC8E}" dt="2026-06-30T16:34:17.998" v="21281" actId="478"/>
        <pc:sldMkLst>
          <pc:docMk/>
          <pc:sldMk cId="3552919883" sldId="274"/>
        </pc:sldMkLst>
        <pc:spChg chg="del mod">
          <ac:chgData name="Lala Guluzade" userId="2e684c3e-ad8a-47cf-b493-54606dd5dcb1" providerId="ADAL" clId="{A2BF9B08-964F-4531-B73D-668D4608DC8E}" dt="2026-06-30T16:34:17.998" v="21281" actId="478"/>
          <ac:spMkLst>
            <pc:docMk/>
            <pc:sldMk cId="3552919883" sldId="274"/>
            <ac:spMk id="3" creationId="{6C683ECF-1159-820F-DEB4-63278D611AB1}"/>
          </ac:spMkLst>
        </pc:spChg>
        <pc:spChg chg="mod">
          <ac:chgData name="Lala Guluzade" userId="2e684c3e-ad8a-47cf-b493-54606dd5dcb1" providerId="ADAL" clId="{A2BF9B08-964F-4531-B73D-668D4608DC8E}" dt="2026-06-30T11:00:06.137" v="10753" actId="20577"/>
          <ac:spMkLst>
            <pc:docMk/>
            <pc:sldMk cId="3552919883" sldId="274"/>
            <ac:spMk id="4" creationId="{60B72BF0-05CC-C7BF-0485-AEADD7E70D11}"/>
          </ac:spMkLst>
        </pc:spChg>
        <pc:spChg chg="del mod">
          <ac:chgData name="Lala Guluzade" userId="2e684c3e-ad8a-47cf-b493-54606dd5dcb1" providerId="ADAL" clId="{A2BF9B08-964F-4531-B73D-668D4608DC8E}" dt="2026-06-30T16:34:16.718" v="21280" actId="478"/>
          <ac:spMkLst>
            <pc:docMk/>
            <pc:sldMk cId="3552919883" sldId="274"/>
            <ac:spMk id="6" creationId="{3431CBBF-9898-F161-237D-E9FB66DA12CB}"/>
          </ac:spMkLst>
        </pc:spChg>
        <pc:spChg chg="add del mod">
          <ac:chgData name="Lala Guluzade" userId="2e684c3e-ad8a-47cf-b493-54606dd5dcb1" providerId="ADAL" clId="{A2BF9B08-964F-4531-B73D-668D4608DC8E}" dt="2026-06-29T14:53:39.279" v="1338" actId="478"/>
          <ac:spMkLst>
            <pc:docMk/>
            <pc:sldMk cId="3552919883" sldId="274"/>
            <ac:spMk id="6" creationId="{AE2352C1-8B8D-121E-4FE6-D4DDB1BEE4AC}"/>
          </ac:spMkLst>
        </pc:spChg>
        <pc:spChg chg="add del mod">
          <ac:chgData name="Lala Guluzade" userId="2e684c3e-ad8a-47cf-b493-54606dd5dcb1" providerId="ADAL" clId="{A2BF9B08-964F-4531-B73D-668D4608DC8E}" dt="2026-06-29T20:33:47.371" v="5783" actId="478"/>
          <ac:spMkLst>
            <pc:docMk/>
            <pc:sldMk cId="3552919883" sldId="274"/>
            <ac:spMk id="7" creationId="{D720E99A-4F37-4160-ABA5-DE421D45F922}"/>
          </ac:spMkLst>
        </pc:spChg>
        <pc:spChg chg="mod">
          <ac:chgData name="Lala Guluzade" userId="2e684c3e-ad8a-47cf-b493-54606dd5dcb1" providerId="ADAL" clId="{A2BF9B08-964F-4531-B73D-668D4608DC8E}" dt="2026-06-30T11:23:04.445" v="10773" actId="20577"/>
          <ac:spMkLst>
            <pc:docMk/>
            <pc:sldMk cId="3552919883" sldId="274"/>
            <ac:spMk id="27" creationId="{89E3434B-2ED8-2B14-AFD9-4781AA1D111D}"/>
          </ac:spMkLst>
        </pc:spChg>
        <pc:spChg chg="mod">
          <ac:chgData name="Lala Guluzade" userId="2e684c3e-ad8a-47cf-b493-54606dd5dcb1" providerId="ADAL" clId="{A2BF9B08-964F-4531-B73D-668D4608DC8E}" dt="2026-06-30T11:24:28.901" v="10788" actId="113"/>
          <ac:spMkLst>
            <pc:docMk/>
            <pc:sldMk cId="3552919883" sldId="274"/>
            <ac:spMk id="33" creationId="{5BF7B74B-0B75-D478-DB00-C68AA171367A}"/>
          </ac:spMkLst>
        </pc:spChg>
      </pc:sldChg>
      <pc:sldChg chg="addSp delSp modSp add mod modClrScheme chgLayout">
        <pc:chgData name="Lala Guluzade" userId="2e684c3e-ad8a-47cf-b493-54606dd5dcb1" providerId="ADAL" clId="{A2BF9B08-964F-4531-B73D-668D4608DC8E}" dt="2026-06-29T20:35:08.779" v="5915"/>
        <pc:sldMkLst>
          <pc:docMk/>
          <pc:sldMk cId="1191669882" sldId="275"/>
        </pc:sldMkLst>
        <pc:spChg chg="mod ord">
          <ac:chgData name="Lala Guluzade" userId="2e684c3e-ad8a-47cf-b493-54606dd5dcb1" providerId="ADAL" clId="{A2BF9B08-964F-4531-B73D-668D4608DC8E}" dt="2026-06-29T19:44:38.455" v="3037"/>
          <ac:spMkLst>
            <pc:docMk/>
            <pc:sldMk cId="1191669882" sldId="275"/>
            <ac:spMk id="2" creationId="{D1728DDC-7D5E-61B6-3156-A3F44E8B020B}"/>
          </ac:spMkLst>
        </pc:spChg>
        <pc:spChg chg="add del mod ord">
          <ac:chgData name="Lala Guluzade" userId="2e684c3e-ad8a-47cf-b493-54606dd5dcb1" providerId="ADAL" clId="{A2BF9B08-964F-4531-B73D-668D4608DC8E}" dt="2026-06-29T19:44:23.716" v="3007" actId="700"/>
          <ac:spMkLst>
            <pc:docMk/>
            <pc:sldMk cId="1191669882" sldId="275"/>
            <ac:spMk id="6" creationId="{235A018D-296B-82C9-CBE9-2DC2001B414F}"/>
          </ac:spMkLst>
        </pc:spChg>
        <pc:spChg chg="mod topLvl">
          <ac:chgData name="Lala Guluzade" userId="2e684c3e-ad8a-47cf-b493-54606dd5dcb1" providerId="ADAL" clId="{A2BF9B08-964F-4531-B73D-668D4608DC8E}" dt="2026-06-29T19:46:40.242" v="3452" actId="1076"/>
          <ac:spMkLst>
            <pc:docMk/>
            <pc:sldMk cId="1191669882" sldId="275"/>
            <ac:spMk id="7" creationId="{C01A0B25-765B-C5AF-6A2B-7796E7A8B4D9}"/>
          </ac:spMkLst>
        </pc:spChg>
        <pc:spChg chg="add del mod ord">
          <ac:chgData name="Lala Guluzade" userId="2e684c3e-ad8a-47cf-b493-54606dd5dcb1" providerId="ADAL" clId="{A2BF9B08-964F-4531-B73D-668D4608DC8E}" dt="2026-06-29T19:44:23.716" v="3007" actId="700"/>
          <ac:spMkLst>
            <pc:docMk/>
            <pc:sldMk cId="1191669882" sldId="275"/>
            <ac:spMk id="8" creationId="{082115E7-D85A-CAC9-2BBF-74A4FAAF7ABC}"/>
          </ac:spMkLst>
        </pc:spChg>
        <pc:spChg chg="del">
          <ac:chgData name="Lala Guluzade" userId="2e684c3e-ad8a-47cf-b493-54606dd5dcb1" providerId="ADAL" clId="{A2BF9B08-964F-4531-B73D-668D4608DC8E}" dt="2026-06-29T19:46:57.778" v="3507" actId="478"/>
          <ac:spMkLst>
            <pc:docMk/>
            <pc:sldMk cId="1191669882" sldId="275"/>
            <ac:spMk id="9" creationId="{27168E39-41F5-64D4-2CD1-81F1CCD2A403}"/>
          </ac:spMkLst>
        </pc:spChg>
        <pc:spChg chg="mod">
          <ac:chgData name="Lala Guluzade" userId="2e684c3e-ad8a-47cf-b493-54606dd5dcb1" providerId="ADAL" clId="{A2BF9B08-964F-4531-B73D-668D4608DC8E}" dt="2026-06-29T19:43:17.088" v="2944" actId="1076"/>
          <ac:spMkLst>
            <pc:docMk/>
            <pc:sldMk cId="1191669882" sldId="275"/>
            <ac:spMk id="10" creationId="{009A22D3-4CCB-52FD-F98C-A7EDF7C7E5BF}"/>
          </ac:spMkLst>
        </pc:spChg>
        <pc:spChg chg="del mod ord">
          <ac:chgData name="Lala Guluzade" userId="2e684c3e-ad8a-47cf-b493-54606dd5dcb1" providerId="ADAL" clId="{A2BF9B08-964F-4531-B73D-668D4608DC8E}" dt="2026-06-29T19:42:58.280" v="2914" actId="700"/>
          <ac:spMkLst>
            <pc:docMk/>
            <pc:sldMk cId="1191669882" sldId="275"/>
            <ac:spMk id="11" creationId="{95776BBF-572E-88C4-A97A-4F287C5A117F}"/>
          </ac:spMkLst>
        </pc:spChg>
        <pc:spChg chg="add del mod modVis">
          <ac:chgData name="Lala Guluzade" userId="2e684c3e-ad8a-47cf-b493-54606dd5dcb1" providerId="ADAL" clId="{A2BF9B08-964F-4531-B73D-668D4608DC8E}" dt="2026-06-29T19:42:58.888" v="2937"/>
          <ac:spMkLst>
            <pc:docMk/>
            <pc:sldMk cId="1191669882" sldId="275"/>
            <ac:spMk id="12" creationId="{B7A18811-292F-2025-8D50-27733E764B8F}"/>
          </ac:spMkLst>
        </pc:spChg>
        <pc:spChg chg="mod">
          <ac:chgData name="Lala Guluzade" userId="2e684c3e-ad8a-47cf-b493-54606dd5dcb1" providerId="ADAL" clId="{A2BF9B08-964F-4531-B73D-668D4608DC8E}" dt="2026-06-29T19:44:43.127" v="3062" actId="1076"/>
          <ac:spMkLst>
            <pc:docMk/>
            <pc:sldMk cId="1191669882" sldId="275"/>
            <ac:spMk id="13" creationId="{D60F218B-D133-C8A8-9640-D0E7712E8D42}"/>
          </ac:spMkLst>
        </pc:spChg>
        <pc:spChg chg="del mod ord">
          <ac:chgData name="Lala Guluzade" userId="2e684c3e-ad8a-47cf-b493-54606dd5dcb1" providerId="ADAL" clId="{A2BF9B08-964F-4531-B73D-668D4608DC8E}" dt="2026-06-29T19:42:58.280" v="2914" actId="700"/>
          <ac:spMkLst>
            <pc:docMk/>
            <pc:sldMk cId="1191669882" sldId="275"/>
            <ac:spMk id="14" creationId="{65D253C8-53C2-6466-F74F-CBC87150BC7F}"/>
          </ac:spMkLst>
        </pc:spChg>
        <pc:spChg chg="mod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15" creationId="{0E7EED30-BBB6-38C7-15E7-7376F35658F8}"/>
          </ac:spMkLst>
        </pc:spChg>
        <pc:spChg chg="mod">
          <ac:chgData name="Lala Guluzade" userId="2e684c3e-ad8a-47cf-b493-54606dd5dcb1" providerId="ADAL" clId="{A2BF9B08-964F-4531-B73D-668D4608DC8E}" dt="2026-06-29T19:42:41.960" v="2908" actId="1036"/>
          <ac:spMkLst>
            <pc:docMk/>
            <pc:sldMk cId="1191669882" sldId="275"/>
            <ac:spMk id="19" creationId="{0C2C40E0-172A-44B7-03AB-ACBA3B09C5DD}"/>
          </ac:spMkLst>
        </pc:spChg>
        <pc:spChg chg="mod topLvl">
          <ac:chgData name="Lala Guluzade" userId="2e684c3e-ad8a-47cf-b493-54606dd5dcb1" providerId="ADAL" clId="{A2BF9B08-964F-4531-B73D-668D4608DC8E}" dt="2026-06-29T19:42:41.960" v="2908" actId="1036"/>
          <ac:spMkLst>
            <pc:docMk/>
            <pc:sldMk cId="1191669882" sldId="275"/>
            <ac:spMk id="24" creationId="{087B1E9D-6150-6245-031F-8A6921AA6D58}"/>
          </ac:spMkLst>
        </pc:spChg>
        <pc:spChg chg="mod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28" creationId="{EA2DC988-D50E-FC74-B809-C71D4B464CC2}"/>
          </ac:spMkLst>
        </pc:spChg>
        <pc:spChg chg="del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31" creationId="{8FD8216F-363B-074A-BD8E-E4145F6CB3DA}"/>
          </ac:spMkLst>
        </pc:spChg>
        <pc:spChg chg="del mod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32" creationId="{02916D30-E80E-8E85-949E-7309BB8386B2}"/>
          </ac:spMkLst>
        </pc:spChg>
        <pc:spChg chg="add del mod ord">
          <ac:chgData name="Lala Guluzade" userId="2e684c3e-ad8a-47cf-b493-54606dd5dcb1" providerId="ADAL" clId="{A2BF9B08-964F-4531-B73D-668D4608DC8E}" dt="2026-06-29T19:44:37.868" v="3036" actId="700"/>
          <ac:spMkLst>
            <pc:docMk/>
            <pc:sldMk cId="1191669882" sldId="275"/>
            <ac:spMk id="33" creationId="{D473ED50-8178-D4D5-6E06-17579C4C781C}"/>
          </ac:spMkLst>
        </pc:spChg>
        <pc:spChg chg="add del mod ord">
          <ac:chgData name="Lala Guluzade" userId="2e684c3e-ad8a-47cf-b493-54606dd5dcb1" providerId="ADAL" clId="{A2BF9B08-964F-4531-B73D-668D4608DC8E}" dt="2026-06-29T19:44:37.868" v="3036" actId="700"/>
          <ac:spMkLst>
            <pc:docMk/>
            <pc:sldMk cId="1191669882" sldId="275"/>
            <ac:spMk id="34" creationId="{DC6189EB-BCE4-24E4-11B0-F1F060A58886}"/>
          </ac:spMkLst>
        </pc:spChg>
        <pc:spChg chg="mod">
          <ac:chgData name="Lala Guluzade" userId="2e684c3e-ad8a-47cf-b493-54606dd5dcb1" providerId="ADAL" clId="{A2BF9B08-964F-4531-B73D-668D4608DC8E}" dt="2026-06-29T19:45:44.935" v="3225" actId="165"/>
          <ac:spMkLst>
            <pc:docMk/>
            <pc:sldMk cId="1191669882" sldId="275"/>
            <ac:spMk id="35" creationId="{B1E9187F-2D38-75B8-B27D-F8D59B7C36F1}"/>
          </ac:spMkLst>
        </pc:spChg>
        <pc:spChg chg="add del mod modVis">
          <ac:chgData name="Lala Guluzade" userId="2e684c3e-ad8a-47cf-b493-54606dd5dcb1" providerId="ADAL" clId="{A2BF9B08-964F-4531-B73D-668D4608DC8E}" dt="2026-06-29T19:44:24.288" v="3030"/>
          <ac:spMkLst>
            <pc:docMk/>
            <pc:sldMk cId="1191669882" sldId="275"/>
            <ac:spMk id="36" creationId="{C909FFCA-2F1C-0B41-1852-4FA5997590E3}"/>
          </ac:spMkLst>
        </pc:spChg>
        <pc:spChg chg="add mod ord">
          <ac:chgData name="Lala Guluzade" userId="2e684c3e-ad8a-47cf-b493-54606dd5dcb1" providerId="ADAL" clId="{A2BF9B08-964F-4531-B73D-668D4608DC8E}" dt="2026-06-29T19:44:37.868" v="3036" actId="700"/>
          <ac:spMkLst>
            <pc:docMk/>
            <pc:sldMk cId="1191669882" sldId="275"/>
            <ac:spMk id="37" creationId="{2579CED1-7710-9495-5179-8A680C11CFE8}"/>
          </ac:spMkLst>
        </pc:spChg>
        <pc:spChg chg="add mod ord">
          <ac:chgData name="Lala Guluzade" userId="2e684c3e-ad8a-47cf-b493-54606dd5dcb1" providerId="ADAL" clId="{A2BF9B08-964F-4531-B73D-668D4608DC8E}" dt="2026-06-29T19:44:37.868" v="3036" actId="700"/>
          <ac:spMkLst>
            <pc:docMk/>
            <pc:sldMk cId="1191669882" sldId="275"/>
            <ac:spMk id="38" creationId="{875A4E31-6536-9B3E-B79D-C9D43A8D5C5B}"/>
          </ac:spMkLst>
        </pc:spChg>
        <pc:spChg chg="add del mod modVis">
          <ac:chgData name="Lala Guluzade" userId="2e684c3e-ad8a-47cf-b493-54606dd5dcb1" providerId="ADAL" clId="{A2BF9B08-964F-4531-B73D-668D4608DC8E}" dt="2026-06-29T19:44:38.492" v="3059"/>
          <ac:spMkLst>
            <pc:docMk/>
            <pc:sldMk cId="1191669882" sldId="275"/>
            <ac:spMk id="39" creationId="{12AEEA7A-7890-5B16-5ACE-D363D1B3DF29}"/>
          </ac:spMkLst>
        </pc:spChg>
        <pc:spChg chg="add del mod">
          <ac:chgData name="Lala Guluzade" userId="2e684c3e-ad8a-47cf-b493-54606dd5dcb1" providerId="ADAL" clId="{A2BF9B08-964F-4531-B73D-668D4608DC8E}" dt="2026-06-29T20:33:53.738" v="5785" actId="478"/>
          <ac:spMkLst>
            <pc:docMk/>
            <pc:sldMk cId="1191669882" sldId="275"/>
            <ac:spMk id="42" creationId="{8E3A49A7-4C99-4DE7-8D1B-FBDC278D3B7D}"/>
          </ac:spMkLst>
        </pc:spChg>
        <pc:spChg chg="mod">
          <ac:chgData name="Lala Guluzade" userId="2e684c3e-ad8a-47cf-b493-54606dd5dcb1" providerId="ADAL" clId="{A2BF9B08-964F-4531-B73D-668D4608DC8E}" dt="2026-06-29T19:43:50.097" v="2957" actId="403"/>
          <ac:spMkLst>
            <pc:docMk/>
            <pc:sldMk cId="1191669882" sldId="275"/>
            <ac:spMk id="43" creationId="{E529FD76-21F6-5312-6334-4F8A0CE2EB3F}"/>
          </ac:spMkLst>
        </pc:spChg>
        <pc:spChg chg="add mod">
          <ac:chgData name="Lala Guluzade" userId="2e684c3e-ad8a-47cf-b493-54606dd5dcb1" providerId="ADAL" clId="{A2BF9B08-964F-4531-B73D-668D4608DC8E}" dt="2026-06-29T20:35:08.779" v="5915"/>
          <ac:spMkLst>
            <pc:docMk/>
            <pc:sldMk cId="1191669882" sldId="275"/>
            <ac:spMk id="45" creationId="{19B41599-2C14-4436-85CF-41D101286154}"/>
          </ac:spMkLst>
        </pc:spChg>
        <pc:spChg chg="mod">
          <ac:chgData name="Lala Guluzade" userId="2e684c3e-ad8a-47cf-b493-54606dd5dcb1" providerId="ADAL" clId="{A2BF9B08-964F-4531-B73D-668D4608DC8E}" dt="2026-06-29T19:42:07.696" v="2856" actId="165"/>
          <ac:spMkLst>
            <pc:docMk/>
            <pc:sldMk cId="1191669882" sldId="275"/>
            <ac:spMk id="61" creationId="{F0EF06C9-1788-887B-2A66-23F3ECE6BB03}"/>
          </ac:spMkLst>
        </pc:spChg>
        <pc:spChg chg="mod">
          <ac:chgData name="Lala Guluzade" userId="2e684c3e-ad8a-47cf-b493-54606dd5dcb1" providerId="ADAL" clId="{A2BF9B08-964F-4531-B73D-668D4608DC8E}" dt="2026-06-29T19:45:44.935" v="3225" actId="165"/>
          <ac:spMkLst>
            <pc:docMk/>
            <pc:sldMk cId="1191669882" sldId="275"/>
            <ac:spMk id="66" creationId="{AAFC0901-260D-30D0-66D4-FB01317DC866}"/>
          </ac:spMkLst>
        </pc:spChg>
        <pc:spChg chg="mod">
          <ac:chgData name="Lala Guluzade" userId="2e684c3e-ad8a-47cf-b493-54606dd5dcb1" providerId="ADAL" clId="{A2BF9B08-964F-4531-B73D-668D4608DC8E}" dt="2026-06-29T19:46:54.434" v="3506" actId="1035"/>
          <ac:spMkLst>
            <pc:docMk/>
            <pc:sldMk cId="1191669882" sldId="275"/>
            <ac:spMk id="67" creationId="{FB8B5F4A-6315-B63E-C7DA-A2B26882457A}"/>
          </ac:spMkLst>
        </pc:spChg>
        <pc:spChg chg="mod">
          <ac:chgData name="Lala Guluzade" userId="2e684c3e-ad8a-47cf-b493-54606dd5dcb1" providerId="ADAL" clId="{A2BF9B08-964F-4531-B73D-668D4608DC8E}" dt="2026-06-29T19:45:44.935" v="3225" actId="165"/>
          <ac:spMkLst>
            <pc:docMk/>
            <pc:sldMk cId="1191669882" sldId="275"/>
            <ac:spMk id="71" creationId="{769EA2A1-CECA-25DA-5FF3-9BF310D201B3}"/>
          </ac:spMkLst>
        </pc:spChg>
        <pc:spChg chg="mod">
          <ac:chgData name="Lala Guluzade" userId="2e684c3e-ad8a-47cf-b493-54606dd5dcb1" providerId="ADAL" clId="{A2BF9B08-964F-4531-B73D-668D4608DC8E}" dt="2026-06-29T19:45:44.935" v="3225" actId="165"/>
          <ac:spMkLst>
            <pc:docMk/>
            <pc:sldMk cId="1191669882" sldId="275"/>
            <ac:spMk id="73" creationId="{614E60F5-413F-A858-87CC-0897BE0258C8}"/>
          </ac:spMkLst>
        </pc:spChg>
        <pc:spChg chg="mod">
          <ac:chgData name="Lala Guluzade" userId="2e684c3e-ad8a-47cf-b493-54606dd5dcb1" providerId="ADAL" clId="{A2BF9B08-964F-4531-B73D-668D4608DC8E}" dt="2026-06-29T19:43:50.097" v="2957" actId="403"/>
          <ac:spMkLst>
            <pc:docMk/>
            <pc:sldMk cId="1191669882" sldId="275"/>
            <ac:spMk id="74" creationId="{082866A8-9D7A-8B38-4CE9-9FB408A277B8}"/>
          </ac:spMkLst>
        </pc:spChg>
        <pc:spChg chg="mod">
          <ac:chgData name="Lala Guluzade" userId="2e684c3e-ad8a-47cf-b493-54606dd5dcb1" providerId="ADAL" clId="{A2BF9B08-964F-4531-B73D-668D4608DC8E}" dt="2026-06-29T19:45:44.935" v="3225" actId="165"/>
          <ac:spMkLst>
            <pc:docMk/>
            <pc:sldMk cId="1191669882" sldId="275"/>
            <ac:spMk id="78" creationId="{B43EA82E-48BC-ED06-5B73-9FEAD4C67016}"/>
          </ac:spMkLst>
        </pc:spChg>
        <pc:spChg chg="mod">
          <ac:chgData name="Lala Guluzade" userId="2e684c3e-ad8a-47cf-b493-54606dd5dcb1" providerId="ADAL" clId="{A2BF9B08-964F-4531-B73D-668D4608DC8E}" dt="2026-06-29T19:45:44.935" v="3225" actId="165"/>
          <ac:spMkLst>
            <pc:docMk/>
            <pc:sldMk cId="1191669882" sldId="275"/>
            <ac:spMk id="80" creationId="{E205DBAF-D144-40E9-D58B-A559020DCC55}"/>
          </ac:spMkLst>
        </pc:spChg>
        <pc:spChg chg="mod">
          <ac:chgData name="Lala Guluzade" userId="2e684c3e-ad8a-47cf-b493-54606dd5dcb1" providerId="ADAL" clId="{A2BF9B08-964F-4531-B73D-668D4608DC8E}" dt="2026-06-29T19:43:50.097" v="2957" actId="403"/>
          <ac:spMkLst>
            <pc:docMk/>
            <pc:sldMk cId="1191669882" sldId="275"/>
            <ac:spMk id="81" creationId="{6C35D3D1-9D33-E42A-18C5-7774D8D37692}"/>
          </ac:spMkLst>
        </pc:spChg>
        <pc:spChg chg="mod">
          <ac:chgData name="Lala Guluzade" userId="2e684c3e-ad8a-47cf-b493-54606dd5dcb1" providerId="ADAL" clId="{A2BF9B08-964F-4531-B73D-668D4608DC8E}" dt="2026-06-29T19:45:44.935" v="3225" actId="165"/>
          <ac:spMkLst>
            <pc:docMk/>
            <pc:sldMk cId="1191669882" sldId="275"/>
            <ac:spMk id="85" creationId="{74127292-29F6-0DE0-C723-7F22C3AD4B8E}"/>
          </ac:spMkLst>
        </pc:spChg>
        <pc:spChg chg="mod">
          <ac:chgData name="Lala Guluzade" userId="2e684c3e-ad8a-47cf-b493-54606dd5dcb1" providerId="ADAL" clId="{A2BF9B08-964F-4531-B73D-668D4608DC8E}" dt="2026-06-29T19:45:44.935" v="3225" actId="165"/>
          <ac:spMkLst>
            <pc:docMk/>
            <pc:sldMk cId="1191669882" sldId="275"/>
            <ac:spMk id="86" creationId="{9997075E-352F-048D-78DA-2AEF8C1E8AA1}"/>
          </ac:spMkLst>
        </pc:spChg>
        <pc:spChg chg="mod">
          <ac:chgData name="Lala Guluzade" userId="2e684c3e-ad8a-47cf-b493-54606dd5dcb1" providerId="ADAL" clId="{A2BF9B08-964F-4531-B73D-668D4608DC8E}" dt="2026-06-29T19:45:44.935" v="3225" actId="165"/>
          <ac:spMkLst>
            <pc:docMk/>
            <pc:sldMk cId="1191669882" sldId="275"/>
            <ac:spMk id="87" creationId="{24777F12-883C-60F8-A43D-8E7FB41BF651}"/>
          </ac:spMkLst>
        </pc:spChg>
        <pc:spChg chg="mod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110" creationId="{C839E737-2F1E-9C3E-5E73-DB56FC19EBD6}"/>
          </ac:spMkLst>
        </pc:spChg>
        <pc:spChg chg="mod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114" creationId="{807E822E-FEC4-C67D-4D9B-8FAEF67CEB59}"/>
          </ac:spMkLst>
        </pc:spChg>
        <pc:spChg chg="del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115" creationId="{F934E48C-88A3-474C-D5BF-EB308173433E}"/>
          </ac:spMkLst>
        </pc:spChg>
        <pc:spChg chg="del mod topLvl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116" creationId="{3EEF1850-AA31-5EE1-592D-E998D924C81E}"/>
          </ac:spMkLst>
        </pc:spChg>
        <pc:spChg chg="mod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119" creationId="{7381CD53-4543-EFE4-1A5C-CE21117919D2}"/>
          </ac:spMkLst>
        </pc:spChg>
        <pc:spChg chg="mod topLvl">
          <ac:chgData name="Lala Guluzade" userId="2e684c3e-ad8a-47cf-b493-54606dd5dcb1" providerId="ADAL" clId="{A2BF9B08-964F-4531-B73D-668D4608DC8E}" dt="2026-06-29T19:42:07.696" v="2856" actId="165"/>
          <ac:spMkLst>
            <pc:docMk/>
            <pc:sldMk cId="1191669882" sldId="275"/>
            <ac:spMk id="120" creationId="{36C4B9D9-EB05-E104-7236-9DB3FF7D0251}"/>
          </ac:spMkLst>
        </pc:spChg>
        <pc:spChg chg="mod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121" creationId="{E50CA44F-6DC7-B36E-8DCF-0414AF4A22AF}"/>
          </ac:spMkLst>
        </pc:spChg>
        <pc:spChg chg="mod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122" creationId="{0BC802FC-E03B-887E-C35F-4CFAB4EEE108}"/>
          </ac:spMkLst>
        </pc:spChg>
        <pc:spChg chg="del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123" creationId="{12543CCF-A5DE-DB53-9EBD-A42048E051EE}"/>
          </ac:spMkLst>
        </pc:spChg>
        <pc:spChg chg="del mod topLvl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124" creationId="{5BD25080-AFEB-AE32-6D0A-CC02523A94EE}"/>
          </ac:spMkLst>
        </pc:spChg>
        <pc:spChg chg="mod topLvl">
          <ac:chgData name="Lala Guluzade" userId="2e684c3e-ad8a-47cf-b493-54606dd5dcb1" providerId="ADAL" clId="{A2BF9B08-964F-4531-B73D-668D4608DC8E}" dt="2026-06-29T19:42:07.696" v="2856" actId="165"/>
          <ac:spMkLst>
            <pc:docMk/>
            <pc:sldMk cId="1191669882" sldId="275"/>
            <ac:spMk id="132" creationId="{637BE451-6FCC-CD82-8E98-11E7DE350BAD}"/>
          </ac:spMkLst>
        </pc:spChg>
        <pc:spChg chg="mod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133" creationId="{264A677E-AC69-4032-DC2E-0F63B464FD80}"/>
          </ac:spMkLst>
        </pc:spChg>
        <pc:spChg chg="mod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134" creationId="{534984F6-42D6-E705-87D0-1FA58F6FFBF1}"/>
          </ac:spMkLst>
        </pc:spChg>
        <pc:spChg chg="del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135" creationId="{5E84EC08-EF9E-BF1A-95A3-229CBE2B3ABE}"/>
          </ac:spMkLst>
        </pc:spChg>
        <pc:spChg chg="del mod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136" creationId="{6BAC2C50-CD0B-9D8C-1CD2-CA9ED00C1328}"/>
          </ac:spMkLst>
        </pc:spChg>
        <pc:spChg chg="mod">
          <ac:chgData name="Lala Guluzade" userId="2e684c3e-ad8a-47cf-b493-54606dd5dcb1" providerId="ADAL" clId="{A2BF9B08-964F-4531-B73D-668D4608DC8E}" dt="2026-06-29T19:42:07.696" v="2856" actId="165"/>
          <ac:spMkLst>
            <pc:docMk/>
            <pc:sldMk cId="1191669882" sldId="275"/>
            <ac:spMk id="137" creationId="{4B797EE5-974F-6923-6348-47157C245E85}"/>
          </ac:spMkLst>
        </pc:spChg>
        <pc:spChg chg="mod">
          <ac:chgData name="Lala Guluzade" userId="2e684c3e-ad8a-47cf-b493-54606dd5dcb1" providerId="ADAL" clId="{A2BF9B08-964F-4531-B73D-668D4608DC8E}" dt="2026-06-29T19:42:07.696" v="2856" actId="165"/>
          <ac:spMkLst>
            <pc:docMk/>
            <pc:sldMk cId="1191669882" sldId="275"/>
            <ac:spMk id="141" creationId="{7326C088-9D0F-102A-4731-6ABBD195E0FD}"/>
          </ac:spMkLst>
        </pc:spChg>
        <pc:spChg chg="mod topLvl">
          <ac:chgData name="Lala Guluzade" userId="2e684c3e-ad8a-47cf-b493-54606dd5dcb1" providerId="ADAL" clId="{A2BF9B08-964F-4531-B73D-668D4608DC8E}" dt="2026-06-29T19:42:07.696" v="2856" actId="165"/>
          <ac:spMkLst>
            <pc:docMk/>
            <pc:sldMk cId="1191669882" sldId="275"/>
            <ac:spMk id="211" creationId="{D472E103-5DA5-F51F-836D-BD0BB954576D}"/>
          </ac:spMkLst>
        </pc:spChg>
        <pc:spChg chg="mod topLvl">
          <ac:chgData name="Lala Guluzade" userId="2e684c3e-ad8a-47cf-b493-54606dd5dcb1" providerId="ADAL" clId="{A2BF9B08-964F-4531-B73D-668D4608DC8E}" dt="2026-06-29T19:42:52.236" v="2913" actId="164"/>
          <ac:spMkLst>
            <pc:docMk/>
            <pc:sldMk cId="1191669882" sldId="275"/>
            <ac:spMk id="212" creationId="{511B7BEC-FFA2-FB1B-F95B-74A3C6CB68A8}"/>
          </ac:spMkLst>
        </pc:spChg>
        <pc:spChg chg="del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213" creationId="{189D2073-53A2-62E7-A5B9-B32BE6A3DF25}"/>
          </ac:spMkLst>
        </pc:spChg>
        <pc:spChg chg="del">
          <ac:chgData name="Lala Guluzade" userId="2e684c3e-ad8a-47cf-b493-54606dd5dcb1" providerId="ADAL" clId="{A2BF9B08-964F-4531-B73D-668D4608DC8E}" dt="2026-06-29T19:42:44.916" v="2909" actId="478"/>
          <ac:spMkLst>
            <pc:docMk/>
            <pc:sldMk cId="1191669882" sldId="275"/>
            <ac:spMk id="215" creationId="{85967E22-5215-FBFD-3E2D-7D55A6A0F187}"/>
          </ac:spMkLst>
        </pc:spChg>
        <pc:grpChg chg="mod">
          <ac:chgData name="Lala Guluzade" userId="2e684c3e-ad8a-47cf-b493-54606dd5dcb1" providerId="ADAL" clId="{A2BF9B08-964F-4531-B73D-668D4608DC8E}" dt="2026-06-29T19:41:40.888" v="2852" actId="14100"/>
          <ac:grpSpMkLst>
            <pc:docMk/>
            <pc:sldMk cId="1191669882" sldId="275"/>
            <ac:grpSpMk id="3" creationId="{ED7A90B4-62C3-9048-3F76-CD4F2C2D5534}"/>
          </ac:grpSpMkLst>
        </pc:grpChg>
        <pc:grpChg chg="mod">
          <ac:chgData name="Lala Guluzade" userId="2e684c3e-ad8a-47cf-b493-54606dd5dcb1" providerId="ADAL" clId="{A2BF9B08-964F-4531-B73D-668D4608DC8E}" dt="2026-06-29T19:44:34.161" v="3035" actId="1076"/>
          <ac:grpSpMkLst>
            <pc:docMk/>
            <pc:sldMk cId="1191669882" sldId="275"/>
            <ac:grpSpMk id="4" creationId="{B25AEBF1-6B99-DA7F-03CD-9E17C6468CC4}"/>
          </ac:grpSpMkLst>
        </pc:grpChg>
        <pc:grpChg chg="add mod">
          <ac:chgData name="Lala Guluzade" userId="2e684c3e-ad8a-47cf-b493-54606dd5dcb1" providerId="ADAL" clId="{A2BF9B08-964F-4531-B73D-668D4608DC8E}" dt="2026-06-29T19:44:17.661" v="3006" actId="1036"/>
          <ac:grpSpMkLst>
            <pc:docMk/>
            <pc:sldMk cId="1191669882" sldId="275"/>
            <ac:grpSpMk id="21" creationId="{FFF0AADC-161A-BB72-4FEF-D86BD43D4BB9}"/>
          </ac:grpSpMkLst>
        </pc:grpChg>
        <pc:grpChg chg="mod">
          <ac:chgData name="Lala Guluzade" userId="2e684c3e-ad8a-47cf-b493-54606dd5dcb1" providerId="ADAL" clId="{A2BF9B08-964F-4531-B73D-668D4608DC8E}" dt="2026-06-29T19:42:41.960" v="2908" actId="1036"/>
          <ac:grpSpMkLst>
            <pc:docMk/>
            <pc:sldMk cId="1191669882" sldId="275"/>
            <ac:grpSpMk id="23" creationId="{A478D690-98FF-11B5-0E86-0C3DF22D1A06}"/>
          </ac:grpSpMkLst>
        </pc:grpChg>
        <pc:grpChg chg="mod">
          <ac:chgData name="Lala Guluzade" userId="2e684c3e-ad8a-47cf-b493-54606dd5dcb1" providerId="ADAL" clId="{A2BF9B08-964F-4531-B73D-668D4608DC8E}" dt="2026-06-29T19:45:55.879" v="3232" actId="1036"/>
          <ac:grpSpMkLst>
            <pc:docMk/>
            <pc:sldMk cId="1191669882" sldId="275"/>
            <ac:grpSpMk id="90" creationId="{8754BE64-5CCF-29A8-F868-BA0AC200E20D}"/>
          </ac:grpSpMkLst>
        </pc:grpChg>
        <pc:graphicFrameChg chg="mod">
          <ac:chgData name="Lala Guluzade" userId="2e684c3e-ad8a-47cf-b493-54606dd5dcb1" providerId="ADAL" clId="{A2BF9B08-964F-4531-B73D-668D4608DC8E}" dt="2026-06-29T19:44:38.494" v="3061"/>
          <ac:graphicFrameMkLst>
            <pc:docMk/>
            <pc:sldMk cId="1191669882" sldId="275"/>
            <ac:graphicFrameMk id="5" creationId="{BD2B1BD1-FE40-A64B-F436-1AFAEA4EB89E}"/>
          </ac:graphicFrameMkLst>
        </pc:graphicFrameChg>
        <pc:cxnChg chg="mod">
          <ac:chgData name="Lala Guluzade" userId="2e684c3e-ad8a-47cf-b493-54606dd5dcb1" providerId="ADAL" clId="{A2BF9B08-964F-4531-B73D-668D4608DC8E}" dt="2026-06-29T19:46:32.552" v="3448" actId="14100"/>
          <ac:cxnSpMkLst>
            <pc:docMk/>
            <pc:sldMk cId="1191669882" sldId="275"/>
            <ac:cxnSpMk id="17" creationId="{BC334FC5-65A8-4306-AC97-EBA587094DBE}"/>
          </ac:cxnSpMkLst>
        </pc:cxnChg>
        <pc:cxnChg chg="mod">
          <ac:chgData name="Lala Guluzade" userId="2e684c3e-ad8a-47cf-b493-54606dd5dcb1" providerId="ADAL" clId="{A2BF9B08-964F-4531-B73D-668D4608DC8E}" dt="2026-06-29T19:46:44.151" v="3490" actId="1036"/>
          <ac:cxnSpMkLst>
            <pc:docMk/>
            <pc:sldMk cId="1191669882" sldId="275"/>
            <ac:cxnSpMk id="69" creationId="{AC6D9D27-0834-1C73-1BB0-A49556151369}"/>
          </ac:cxnSpMkLst>
        </pc:cxnChg>
        <pc:cxnChg chg="mod">
          <ac:chgData name="Lala Guluzade" userId="2e684c3e-ad8a-47cf-b493-54606dd5dcb1" providerId="ADAL" clId="{A2BF9B08-964F-4531-B73D-668D4608DC8E}" dt="2026-06-29T19:42:23.859" v="2859" actId="12789"/>
          <ac:cxnSpMkLst>
            <pc:docMk/>
            <pc:sldMk cId="1191669882" sldId="275"/>
            <ac:cxnSpMk id="170" creationId="{50FC33BA-2C88-58C4-A634-BECD9EB6307A}"/>
          </ac:cxnSpMkLst>
        </pc:cxnChg>
        <pc:cxnChg chg="mod">
          <ac:chgData name="Lala Guluzade" userId="2e684c3e-ad8a-47cf-b493-54606dd5dcb1" providerId="ADAL" clId="{A2BF9B08-964F-4531-B73D-668D4608DC8E}" dt="2026-06-29T19:42:41.960" v="2908" actId="1036"/>
          <ac:cxnSpMkLst>
            <pc:docMk/>
            <pc:sldMk cId="1191669882" sldId="275"/>
            <ac:cxnSpMk id="174" creationId="{B5062A50-6E49-19D4-4B9D-ECAD361D564A}"/>
          </ac:cxnSpMkLst>
        </pc:cxnChg>
        <pc:cxnChg chg="mod">
          <ac:chgData name="Lala Guluzade" userId="2e684c3e-ad8a-47cf-b493-54606dd5dcb1" providerId="ADAL" clId="{A2BF9B08-964F-4531-B73D-668D4608DC8E}" dt="2026-06-29T19:42:41.960" v="2908" actId="1036"/>
          <ac:cxnSpMkLst>
            <pc:docMk/>
            <pc:sldMk cId="1191669882" sldId="275"/>
            <ac:cxnSpMk id="177" creationId="{71E3D833-DBB3-FC78-3C49-CFD5D1CEB918}"/>
          </ac:cxnSpMkLst>
        </pc:cxnChg>
        <pc:cxnChg chg="del mod">
          <ac:chgData name="Lala Guluzade" userId="2e684c3e-ad8a-47cf-b493-54606dd5dcb1" providerId="ADAL" clId="{A2BF9B08-964F-4531-B73D-668D4608DC8E}" dt="2026-06-29T19:42:49.279" v="2912" actId="478"/>
          <ac:cxnSpMkLst>
            <pc:docMk/>
            <pc:sldMk cId="1191669882" sldId="275"/>
            <ac:cxnSpMk id="182" creationId="{7AB8F882-512A-90B6-8E56-B2D507461DD4}"/>
          </ac:cxnSpMkLst>
        </pc:cxnChg>
        <pc:cxnChg chg="del mod">
          <ac:chgData name="Lala Guluzade" userId="2e684c3e-ad8a-47cf-b493-54606dd5dcb1" providerId="ADAL" clId="{A2BF9B08-964F-4531-B73D-668D4608DC8E}" dt="2026-06-29T19:42:48.277" v="2911" actId="478"/>
          <ac:cxnSpMkLst>
            <pc:docMk/>
            <pc:sldMk cId="1191669882" sldId="275"/>
            <ac:cxnSpMk id="185" creationId="{C2DC7C37-470E-0C28-4E55-7A7017E1CB27}"/>
          </ac:cxnSpMkLst>
        </pc:cxnChg>
        <pc:cxnChg chg="mod">
          <ac:chgData name="Lala Guluzade" userId="2e684c3e-ad8a-47cf-b493-54606dd5dcb1" providerId="ADAL" clId="{A2BF9B08-964F-4531-B73D-668D4608DC8E}" dt="2026-06-29T19:42:41.960" v="2908" actId="1036"/>
          <ac:cxnSpMkLst>
            <pc:docMk/>
            <pc:sldMk cId="1191669882" sldId="275"/>
            <ac:cxnSpMk id="188" creationId="{A156D2D2-9EE2-CA0F-D158-EF8D561F546F}"/>
          </ac:cxnSpMkLst>
        </pc:cxnChg>
        <pc:cxnChg chg="mod">
          <ac:chgData name="Lala Guluzade" userId="2e684c3e-ad8a-47cf-b493-54606dd5dcb1" providerId="ADAL" clId="{A2BF9B08-964F-4531-B73D-668D4608DC8E}" dt="2026-06-29T19:42:41.960" v="2908" actId="1036"/>
          <ac:cxnSpMkLst>
            <pc:docMk/>
            <pc:sldMk cId="1191669882" sldId="275"/>
            <ac:cxnSpMk id="191" creationId="{894E9117-0A4E-45EC-2193-22C809EE4A71}"/>
          </ac:cxnSpMkLst>
        </pc:cxnChg>
        <pc:cxnChg chg="mod">
          <ac:chgData name="Lala Guluzade" userId="2e684c3e-ad8a-47cf-b493-54606dd5dcb1" providerId="ADAL" clId="{A2BF9B08-964F-4531-B73D-668D4608DC8E}" dt="2026-06-29T19:42:41.960" v="2908" actId="1036"/>
          <ac:cxnSpMkLst>
            <pc:docMk/>
            <pc:sldMk cId="1191669882" sldId="275"/>
            <ac:cxnSpMk id="195" creationId="{0649B95F-A3E2-0078-3E23-37A4A3A0B276}"/>
          </ac:cxnSpMkLst>
        </pc:cxnChg>
        <pc:cxnChg chg="mod">
          <ac:chgData name="Lala Guluzade" userId="2e684c3e-ad8a-47cf-b493-54606dd5dcb1" providerId="ADAL" clId="{A2BF9B08-964F-4531-B73D-668D4608DC8E}" dt="2026-06-29T19:42:41.960" v="2908" actId="1036"/>
          <ac:cxnSpMkLst>
            <pc:docMk/>
            <pc:sldMk cId="1191669882" sldId="275"/>
            <ac:cxnSpMk id="198" creationId="{A76AACD8-9E20-C9DA-F1E8-7121D6098695}"/>
          </ac:cxnSpMkLst>
        </pc:cxnChg>
        <pc:cxnChg chg="del mod">
          <ac:chgData name="Lala Guluzade" userId="2e684c3e-ad8a-47cf-b493-54606dd5dcb1" providerId="ADAL" clId="{A2BF9B08-964F-4531-B73D-668D4608DC8E}" dt="2026-06-29T19:42:46.780" v="2910" actId="478"/>
          <ac:cxnSpMkLst>
            <pc:docMk/>
            <pc:sldMk cId="1191669882" sldId="275"/>
            <ac:cxnSpMk id="201" creationId="{CB8092CA-3CB3-85E0-D0DF-B9BD61BBDEF3}"/>
          </ac:cxnSpMkLst>
        </pc:cxnChg>
      </pc:sldChg>
      <pc:sldChg chg="addSp delSp modSp del mod">
        <pc:chgData name="Lala Guluzade" userId="2e684c3e-ad8a-47cf-b493-54606dd5dcb1" providerId="ADAL" clId="{A2BF9B08-964F-4531-B73D-668D4608DC8E}" dt="2026-06-30T22:12:03.455" v="23343" actId="47"/>
        <pc:sldMkLst>
          <pc:docMk/>
          <pc:sldMk cId="1301728624" sldId="275"/>
        </pc:sldMkLst>
        <pc:spChg chg="del mod ord">
          <ac:chgData name="Lala Guluzade" userId="2e684c3e-ad8a-47cf-b493-54606dd5dcb1" providerId="ADAL" clId="{A2BF9B08-964F-4531-B73D-668D4608DC8E}" dt="2026-06-30T20:22:15.097" v="22941" actId="478"/>
          <ac:spMkLst>
            <pc:docMk/>
            <pc:sldMk cId="1301728624" sldId="275"/>
            <ac:spMk id="2" creationId="{9113802B-4C4A-7759-820C-489C6EC2F9BD}"/>
          </ac:spMkLst>
        </pc:spChg>
        <pc:spChg chg="mod">
          <ac:chgData name="Lala Guluzade" userId="2e684c3e-ad8a-47cf-b493-54606dd5dcb1" providerId="ADAL" clId="{A2BF9B08-964F-4531-B73D-668D4608DC8E}" dt="2026-06-30T14:52:21.121" v="18384"/>
          <ac:spMkLst>
            <pc:docMk/>
            <pc:sldMk cId="1301728624" sldId="275"/>
            <ac:spMk id="3" creationId="{ECB9EC0C-C19A-70B0-D6B4-261B0B149441}"/>
          </ac:spMkLst>
        </pc:spChg>
        <pc:spChg chg="mod">
          <ac:chgData name="Lala Guluzade" userId="2e684c3e-ad8a-47cf-b493-54606dd5dcb1" providerId="ADAL" clId="{A2BF9B08-964F-4531-B73D-668D4608DC8E}" dt="2026-06-30T14:52:21.123" v="18386"/>
          <ac:spMkLst>
            <pc:docMk/>
            <pc:sldMk cId="1301728624" sldId="275"/>
            <ac:spMk id="4" creationId="{6D26C239-1071-2ACB-FB8A-9ACC88BEEAD6}"/>
          </ac:spMkLst>
        </pc:spChg>
        <pc:spChg chg="add del mod modVis">
          <ac:chgData name="Lala Guluzade" userId="2e684c3e-ad8a-47cf-b493-54606dd5dcb1" providerId="ADAL" clId="{A2BF9B08-964F-4531-B73D-668D4608DC8E}" dt="2026-06-30T14:46:06.985" v="17523" actId="962"/>
          <ac:spMkLst>
            <pc:docMk/>
            <pc:sldMk cId="1301728624" sldId="275"/>
            <ac:spMk id="5" creationId="{4118D739-1678-B53D-474E-6136798CE803}"/>
          </ac:spMkLst>
        </pc:spChg>
        <pc:spChg chg="add del mod">
          <ac:chgData name="Lala Guluzade" userId="2e684c3e-ad8a-47cf-b493-54606dd5dcb1" providerId="ADAL" clId="{A2BF9B08-964F-4531-B73D-668D4608DC8E}" dt="2026-06-30T22:12:01.517" v="23342" actId="21"/>
          <ac:spMkLst>
            <pc:docMk/>
            <pc:sldMk cId="1301728624" sldId="275"/>
            <ac:spMk id="5" creationId="{C5B11046-EBB6-DFB8-8530-BC9472B00EB7}"/>
          </ac:spMkLst>
        </pc:spChg>
        <pc:spChg chg="mod ord">
          <ac:chgData name="Lala Guluzade" userId="2e684c3e-ad8a-47cf-b493-54606dd5dcb1" providerId="ADAL" clId="{A2BF9B08-964F-4531-B73D-668D4608DC8E}" dt="2026-06-30T14:52:21.124" v="18388"/>
          <ac:spMkLst>
            <pc:docMk/>
            <pc:sldMk cId="1301728624" sldId="275"/>
            <ac:spMk id="6" creationId="{5E669D70-F8C6-0D10-996F-82603FE03DA3}"/>
          </ac:spMkLst>
        </pc:spChg>
        <pc:spChg chg="add mod">
          <ac:chgData name="Lala Guluzade" userId="2e684c3e-ad8a-47cf-b493-54606dd5dcb1" providerId="ADAL" clId="{A2BF9B08-964F-4531-B73D-668D4608DC8E}" dt="2026-06-30T14:46:05.661" v="17425" actId="207"/>
          <ac:spMkLst>
            <pc:docMk/>
            <pc:sldMk cId="1301728624" sldId="275"/>
            <ac:spMk id="10" creationId="{54AC2396-0ED2-D09D-BE55-A1F70354C70F}"/>
          </ac:spMkLst>
        </pc:spChg>
        <pc:spChg chg="add mod">
          <ac:chgData name="Lala Guluzade" userId="2e684c3e-ad8a-47cf-b493-54606dd5dcb1" providerId="ADAL" clId="{A2BF9B08-964F-4531-B73D-668D4608DC8E}" dt="2026-06-30T14:46:05.652" v="17413" actId="207"/>
          <ac:spMkLst>
            <pc:docMk/>
            <pc:sldMk cId="1301728624" sldId="275"/>
            <ac:spMk id="12" creationId="{5C11AD82-6C4C-5455-4EA8-CB8B96B3F7CF}"/>
          </ac:spMkLst>
        </pc:spChg>
        <pc:spChg chg="mod ord">
          <ac:chgData name="Lala Guluzade" userId="2e684c3e-ad8a-47cf-b493-54606dd5dcb1" providerId="ADAL" clId="{A2BF9B08-964F-4531-B73D-668D4608DC8E}" dt="2026-06-30T15:22:00.672" v="19243" actId="57"/>
          <ac:spMkLst>
            <pc:docMk/>
            <pc:sldMk cId="1301728624" sldId="275"/>
            <ac:spMk id="15" creationId="{570C500D-572C-1A5B-3A2D-99254EB6C037}"/>
          </ac:spMkLst>
        </pc:spChg>
        <pc:spChg chg="mod ord">
          <ac:chgData name="Lala Guluzade" userId="2e684c3e-ad8a-47cf-b493-54606dd5dcb1" providerId="ADAL" clId="{A2BF9B08-964F-4531-B73D-668D4608DC8E}" dt="2026-06-30T14:52:21.130" v="18394"/>
          <ac:spMkLst>
            <pc:docMk/>
            <pc:sldMk cId="1301728624" sldId="275"/>
            <ac:spMk id="16" creationId="{2F2F3D57-8B10-B659-2E49-DA6499489881}"/>
          </ac:spMkLst>
        </pc:spChg>
        <pc:spChg chg="add del mod modVis">
          <ac:chgData name="Lala Guluzade" userId="2e684c3e-ad8a-47cf-b493-54606dd5dcb1" providerId="ADAL" clId="{A2BF9B08-964F-4531-B73D-668D4608DC8E}" dt="2026-06-30T14:46:04.688" v="17350"/>
          <ac:spMkLst>
            <pc:docMk/>
            <pc:sldMk cId="1301728624" sldId="275"/>
            <ac:spMk id="17" creationId="{BB9CCAC4-DB9F-16AD-76B7-6D855E0B0940}"/>
          </ac:spMkLst>
        </pc:spChg>
        <pc:spChg chg="mod ord">
          <ac:chgData name="Lala Guluzade" userId="2e684c3e-ad8a-47cf-b493-54606dd5dcb1" providerId="ADAL" clId="{A2BF9B08-964F-4531-B73D-668D4608DC8E}" dt="2026-06-30T14:52:21.131" v="18396"/>
          <ac:spMkLst>
            <pc:docMk/>
            <pc:sldMk cId="1301728624" sldId="275"/>
            <ac:spMk id="19" creationId="{06B98D34-F250-0845-B95F-CBB8D2B46B7C}"/>
          </ac:spMkLst>
        </pc:spChg>
        <pc:spChg chg="add del mod">
          <ac:chgData name="Lala Guluzade" userId="2e684c3e-ad8a-47cf-b493-54606dd5dcb1" providerId="ADAL" clId="{A2BF9B08-964F-4531-B73D-668D4608DC8E}" dt="2026-06-30T14:46:04.160" v="17250" actId="207"/>
          <ac:spMkLst>
            <pc:docMk/>
            <pc:sldMk cId="1301728624" sldId="275"/>
            <ac:spMk id="21" creationId="{09301524-FC5F-7175-A5C6-E957EAA35574}"/>
          </ac:spMkLst>
        </pc:spChg>
        <pc:spChg chg="add del mod">
          <ac:chgData name="Lala Guluzade" userId="2e684c3e-ad8a-47cf-b493-54606dd5dcb1" providerId="ADAL" clId="{A2BF9B08-964F-4531-B73D-668D4608DC8E}" dt="2026-06-30T14:46:04.156" v="17238" actId="207"/>
          <ac:spMkLst>
            <pc:docMk/>
            <pc:sldMk cId="1301728624" sldId="275"/>
            <ac:spMk id="25" creationId="{6AF00D41-E704-0F23-7139-2E9B651DFDEB}"/>
          </ac:spMkLst>
        </pc:spChg>
        <pc:spChg chg="mod">
          <ac:chgData name="Lala Guluzade" userId="2e684c3e-ad8a-47cf-b493-54606dd5dcb1" providerId="ADAL" clId="{A2BF9B08-964F-4531-B73D-668D4608DC8E}" dt="2026-06-30T14:52:21.138" v="18405"/>
          <ac:spMkLst>
            <pc:docMk/>
            <pc:sldMk cId="1301728624" sldId="275"/>
            <ac:spMk id="26" creationId="{60373B0E-308C-B557-4850-FEE2CD89A17B}"/>
          </ac:spMkLst>
        </pc:spChg>
        <pc:spChg chg="mod">
          <ac:chgData name="Lala Guluzade" userId="2e684c3e-ad8a-47cf-b493-54606dd5dcb1" providerId="ADAL" clId="{A2BF9B08-964F-4531-B73D-668D4608DC8E}" dt="2026-06-30T14:52:21.140" v="18408"/>
          <ac:spMkLst>
            <pc:docMk/>
            <pc:sldMk cId="1301728624" sldId="275"/>
            <ac:spMk id="27" creationId="{CDF6AD19-5E28-6434-0C16-5242DD525C8F}"/>
          </ac:spMkLst>
        </pc:spChg>
        <pc:spChg chg="mod">
          <ac:chgData name="Lala Guluzade" userId="2e684c3e-ad8a-47cf-b493-54606dd5dcb1" providerId="ADAL" clId="{A2BF9B08-964F-4531-B73D-668D4608DC8E}" dt="2026-06-30T14:52:21.141" v="18409"/>
          <ac:spMkLst>
            <pc:docMk/>
            <pc:sldMk cId="1301728624" sldId="275"/>
            <ac:spMk id="28" creationId="{77DF71B7-C7F8-0FDD-3AA8-CA4FECA70556}"/>
          </ac:spMkLst>
        </pc:spChg>
        <pc:spChg chg="mod">
          <ac:chgData name="Lala Guluzade" userId="2e684c3e-ad8a-47cf-b493-54606dd5dcb1" providerId="ADAL" clId="{A2BF9B08-964F-4531-B73D-668D4608DC8E}" dt="2026-06-30T14:52:21.142" v="18410"/>
          <ac:spMkLst>
            <pc:docMk/>
            <pc:sldMk cId="1301728624" sldId="275"/>
            <ac:spMk id="31" creationId="{3F9DD197-D789-22E1-01ED-4E0F8CDAB5DE}"/>
          </ac:spMkLst>
        </pc:spChg>
        <pc:spChg chg="add mod">
          <ac:chgData name="Lala Guluzade" userId="2e684c3e-ad8a-47cf-b493-54606dd5dcb1" providerId="ADAL" clId="{A2BF9B08-964F-4531-B73D-668D4608DC8E}" dt="2026-06-30T14:46:03.011" v="17073" actId="207"/>
          <ac:spMkLst>
            <pc:docMk/>
            <pc:sldMk cId="1301728624" sldId="275"/>
            <ac:spMk id="37" creationId="{4330C9D3-AA07-FF43-E62B-0310ECC2B4DB}"/>
          </ac:spMkLst>
        </pc:spChg>
        <pc:spChg chg="add mod">
          <ac:chgData name="Lala Guluzade" userId="2e684c3e-ad8a-47cf-b493-54606dd5dcb1" providerId="ADAL" clId="{A2BF9B08-964F-4531-B73D-668D4608DC8E}" dt="2026-06-30T14:46:03.006" v="17060" actId="207"/>
          <ac:spMkLst>
            <pc:docMk/>
            <pc:sldMk cId="1301728624" sldId="275"/>
            <ac:spMk id="38" creationId="{28DD59B4-B392-98CE-34BD-A338B96BFDD9}"/>
          </ac:spMkLst>
        </pc:spChg>
        <pc:spChg chg="mod ord">
          <ac:chgData name="Lala Guluzade" userId="2e684c3e-ad8a-47cf-b493-54606dd5dcb1" providerId="ADAL" clId="{A2BF9B08-964F-4531-B73D-668D4608DC8E}" dt="2026-06-30T14:52:21.139" v="18407"/>
          <ac:spMkLst>
            <pc:docMk/>
            <pc:sldMk cId="1301728624" sldId="275"/>
            <ac:spMk id="50" creationId="{4C1F3293-4EFE-461D-940D-7EE66BAE31C5}"/>
          </ac:spMkLst>
        </pc:spChg>
        <pc:spChg chg="add del mod modVis">
          <ac:chgData name="Lala Guluzade" userId="2e684c3e-ad8a-47cf-b493-54606dd5dcb1" providerId="ADAL" clId="{A2BF9B08-964F-4531-B73D-668D4608DC8E}" dt="2026-06-30T14:52:17.501" v="18104"/>
          <ac:spMkLst>
            <pc:docMk/>
            <pc:sldMk cId="1301728624" sldId="275"/>
            <ac:spMk id="52" creationId="{62B4E6B8-6904-C6D8-B4E5-E4260A1FC622}"/>
          </ac:spMkLst>
        </pc:spChg>
        <pc:spChg chg="mod ord">
          <ac:chgData name="Lala Guluzade" userId="2e684c3e-ad8a-47cf-b493-54606dd5dcb1" providerId="ADAL" clId="{A2BF9B08-964F-4531-B73D-668D4608DC8E}" dt="2026-06-30T14:52:21.120" v="18383"/>
          <ac:spMkLst>
            <pc:docMk/>
            <pc:sldMk cId="1301728624" sldId="275"/>
            <ac:spMk id="55" creationId="{65FE2580-2FC5-94DB-84E1-152B98F6AAC1}"/>
          </ac:spMkLst>
        </pc:spChg>
        <pc:spChg chg="mod ord">
          <ac:chgData name="Lala Guluzade" userId="2e684c3e-ad8a-47cf-b493-54606dd5dcb1" providerId="ADAL" clId="{A2BF9B08-964F-4531-B73D-668D4608DC8E}" dt="2026-06-30T20:22:37.012" v="23013" actId="1036"/>
          <ac:spMkLst>
            <pc:docMk/>
            <pc:sldMk cId="1301728624" sldId="275"/>
            <ac:spMk id="59" creationId="{B0D7474B-741F-CD14-BAEA-DD0AA3F99BF2}"/>
          </ac:spMkLst>
        </pc:spChg>
        <pc:spChg chg="add mod">
          <ac:chgData name="Lala Guluzade" userId="2e684c3e-ad8a-47cf-b493-54606dd5dcb1" providerId="ADAL" clId="{A2BF9B08-964F-4531-B73D-668D4608DC8E}" dt="2026-06-30T14:52:47.441" v="18500" actId="14100"/>
          <ac:spMkLst>
            <pc:docMk/>
            <pc:sldMk cId="1301728624" sldId="275"/>
            <ac:spMk id="63" creationId="{887D4B8F-69EA-BE45-F411-99DA621D0499}"/>
          </ac:spMkLst>
        </pc:spChg>
        <pc:spChg chg="mod">
          <ac:chgData name="Lala Guluzade" userId="2e684c3e-ad8a-47cf-b493-54606dd5dcb1" providerId="ADAL" clId="{A2BF9B08-964F-4531-B73D-668D4608DC8E}" dt="2026-06-30T14:52:21.150" v="18423"/>
          <ac:spMkLst>
            <pc:docMk/>
            <pc:sldMk cId="1301728624" sldId="275"/>
            <ac:spMk id="66" creationId="{EB6D61EE-464F-4C52-1569-22B3AB3C97F4}"/>
          </ac:spMkLst>
        </pc:spChg>
        <pc:spChg chg="mod ord">
          <ac:chgData name="Lala Guluzade" userId="2e684c3e-ad8a-47cf-b493-54606dd5dcb1" providerId="ADAL" clId="{A2BF9B08-964F-4531-B73D-668D4608DC8E}" dt="2026-06-30T14:52:21.151" v="18425"/>
          <ac:spMkLst>
            <pc:docMk/>
            <pc:sldMk cId="1301728624" sldId="275"/>
            <ac:spMk id="67" creationId="{327AB32F-8192-33F8-2617-0F9B464D4EF3}"/>
          </ac:spMkLst>
        </pc:spChg>
        <pc:spChg chg="mod ord">
          <ac:chgData name="Lala Guluzade" userId="2e684c3e-ad8a-47cf-b493-54606dd5dcb1" providerId="ADAL" clId="{A2BF9B08-964F-4531-B73D-668D4608DC8E}" dt="2026-06-30T14:52:21.153" v="18427"/>
          <ac:spMkLst>
            <pc:docMk/>
            <pc:sldMk cId="1301728624" sldId="275"/>
            <ac:spMk id="68" creationId="{E2C18C88-1C9F-6DB4-9C63-2AB21B4955FB}"/>
          </ac:spMkLst>
        </pc:spChg>
        <pc:spChg chg="mod ord">
          <ac:chgData name="Lala Guluzade" userId="2e684c3e-ad8a-47cf-b493-54606dd5dcb1" providerId="ADAL" clId="{A2BF9B08-964F-4531-B73D-668D4608DC8E}" dt="2026-06-30T14:52:21.155" v="18429"/>
          <ac:spMkLst>
            <pc:docMk/>
            <pc:sldMk cId="1301728624" sldId="275"/>
            <ac:spMk id="69" creationId="{01438F55-C2E4-F855-393E-848B05AE4C47}"/>
          </ac:spMkLst>
        </pc:spChg>
        <pc:spChg chg="mod ord">
          <ac:chgData name="Lala Guluzade" userId="2e684c3e-ad8a-47cf-b493-54606dd5dcb1" providerId="ADAL" clId="{A2BF9B08-964F-4531-B73D-668D4608DC8E}" dt="2026-06-30T14:52:21.156" v="18431"/>
          <ac:spMkLst>
            <pc:docMk/>
            <pc:sldMk cId="1301728624" sldId="275"/>
            <ac:spMk id="70" creationId="{797B5963-FA54-6D27-741C-E25F8527660E}"/>
          </ac:spMkLst>
        </pc:spChg>
        <pc:spChg chg="mod ord">
          <ac:chgData name="Lala Guluzade" userId="2e684c3e-ad8a-47cf-b493-54606dd5dcb1" providerId="ADAL" clId="{A2BF9B08-964F-4531-B73D-668D4608DC8E}" dt="2026-06-30T14:52:21.157" v="18433"/>
          <ac:spMkLst>
            <pc:docMk/>
            <pc:sldMk cId="1301728624" sldId="275"/>
            <ac:spMk id="71" creationId="{A5BF2B6E-52F6-F9C4-FA4D-D6CC35F78393}"/>
          </ac:spMkLst>
        </pc:spChg>
        <pc:spChg chg="mod ord">
          <ac:chgData name="Lala Guluzade" userId="2e684c3e-ad8a-47cf-b493-54606dd5dcb1" providerId="ADAL" clId="{A2BF9B08-964F-4531-B73D-668D4608DC8E}" dt="2026-06-30T14:52:21.159" v="18435"/>
          <ac:spMkLst>
            <pc:docMk/>
            <pc:sldMk cId="1301728624" sldId="275"/>
            <ac:spMk id="72" creationId="{F726E1F1-E361-C945-1549-FA462DD8C582}"/>
          </ac:spMkLst>
        </pc:spChg>
        <pc:spChg chg="mod">
          <ac:chgData name="Lala Guluzade" userId="2e684c3e-ad8a-47cf-b493-54606dd5dcb1" providerId="ADAL" clId="{A2BF9B08-964F-4531-B73D-668D4608DC8E}" dt="2026-06-30T14:52:21.160" v="18436"/>
          <ac:spMkLst>
            <pc:docMk/>
            <pc:sldMk cId="1301728624" sldId="275"/>
            <ac:spMk id="73" creationId="{F2CB68CC-5943-39A6-D882-0C44A886B300}"/>
          </ac:spMkLst>
        </pc:spChg>
        <pc:spChg chg="mod">
          <ac:chgData name="Lala Guluzade" userId="2e684c3e-ad8a-47cf-b493-54606dd5dcb1" providerId="ADAL" clId="{A2BF9B08-964F-4531-B73D-668D4608DC8E}" dt="2026-06-30T14:52:21.160" v="18437"/>
          <ac:spMkLst>
            <pc:docMk/>
            <pc:sldMk cId="1301728624" sldId="275"/>
            <ac:spMk id="74" creationId="{ED1F3AAF-868C-6B36-7119-54524B6F8C0F}"/>
          </ac:spMkLst>
        </pc:spChg>
        <pc:spChg chg="mod">
          <ac:chgData name="Lala Guluzade" userId="2e684c3e-ad8a-47cf-b493-54606dd5dcb1" providerId="ADAL" clId="{A2BF9B08-964F-4531-B73D-668D4608DC8E}" dt="2026-06-30T14:52:21.162" v="18438"/>
          <ac:spMkLst>
            <pc:docMk/>
            <pc:sldMk cId="1301728624" sldId="275"/>
            <ac:spMk id="75" creationId="{33EFF958-488B-7F5F-97D6-99DDB2D33BB8}"/>
          </ac:spMkLst>
        </pc:spChg>
        <pc:spChg chg="mod ord">
          <ac:chgData name="Lala Guluzade" userId="2e684c3e-ad8a-47cf-b493-54606dd5dcb1" providerId="ADAL" clId="{A2BF9B08-964F-4531-B73D-668D4608DC8E}" dt="2026-06-30T14:52:21.118" v="18381"/>
          <ac:spMkLst>
            <pc:docMk/>
            <pc:sldMk cId="1301728624" sldId="275"/>
            <ac:spMk id="80" creationId="{631E5B0D-22D6-25FC-8C45-F6452B58CF30}"/>
          </ac:spMkLst>
        </pc:spChg>
        <pc:spChg chg="mod ord">
          <ac:chgData name="Lala Guluzade" userId="2e684c3e-ad8a-47cf-b493-54606dd5dcb1" providerId="ADAL" clId="{A2BF9B08-964F-4531-B73D-668D4608DC8E}" dt="2026-06-30T14:52:21.145" v="18416"/>
          <ac:spMkLst>
            <pc:docMk/>
            <pc:sldMk cId="1301728624" sldId="275"/>
            <ac:spMk id="81" creationId="{EA34DF73-FC4E-A661-B40B-F45A889D5D63}"/>
          </ac:spMkLst>
        </pc:spChg>
        <pc:spChg chg="mod">
          <ac:chgData name="Lala Guluzade" userId="2e684c3e-ad8a-47cf-b493-54606dd5dcb1" providerId="ADAL" clId="{A2BF9B08-964F-4531-B73D-668D4608DC8E}" dt="2026-06-30T14:52:21.163" v="18439"/>
          <ac:spMkLst>
            <pc:docMk/>
            <pc:sldMk cId="1301728624" sldId="275"/>
            <ac:spMk id="84" creationId="{0A32298C-2670-5EEB-2398-3DD113CD847C}"/>
          </ac:spMkLst>
        </pc:spChg>
        <pc:spChg chg="mod ord">
          <ac:chgData name="Lala Guluzade" userId="2e684c3e-ad8a-47cf-b493-54606dd5dcb1" providerId="ADAL" clId="{A2BF9B08-964F-4531-B73D-668D4608DC8E}" dt="2026-06-30T14:52:21.164" v="18441"/>
          <ac:spMkLst>
            <pc:docMk/>
            <pc:sldMk cId="1301728624" sldId="275"/>
            <ac:spMk id="86" creationId="{82C2DED4-3E8C-1D10-7B5E-455D232A7D29}"/>
          </ac:spMkLst>
        </pc:spChg>
        <pc:spChg chg="mod ord">
          <ac:chgData name="Lala Guluzade" userId="2e684c3e-ad8a-47cf-b493-54606dd5dcb1" providerId="ADAL" clId="{A2BF9B08-964F-4531-B73D-668D4608DC8E}" dt="2026-06-30T14:52:21.165" v="18443"/>
          <ac:spMkLst>
            <pc:docMk/>
            <pc:sldMk cId="1301728624" sldId="275"/>
            <ac:spMk id="87" creationId="{6F7C20DC-EBB4-0717-D048-75C6A321BC8D}"/>
          </ac:spMkLst>
        </pc:spChg>
        <pc:spChg chg="mod">
          <ac:chgData name="Lala Guluzade" userId="2e684c3e-ad8a-47cf-b493-54606dd5dcb1" providerId="ADAL" clId="{A2BF9B08-964F-4531-B73D-668D4608DC8E}" dt="2026-06-30T14:52:21.122" v="18385"/>
          <ac:spMkLst>
            <pc:docMk/>
            <pc:sldMk cId="1301728624" sldId="275"/>
            <ac:spMk id="89" creationId="{B473DA85-8314-2813-FE08-39015F1DE018}"/>
          </ac:spMkLst>
        </pc:spChg>
        <pc:grpChg chg="mod ord">
          <ac:chgData name="Lala Guluzade" userId="2e684c3e-ad8a-47cf-b493-54606dd5dcb1" providerId="ADAL" clId="{A2BF9B08-964F-4531-B73D-668D4608DC8E}" dt="2026-06-30T14:52:21.168" v="18445"/>
          <ac:grpSpMkLst>
            <pc:docMk/>
            <pc:sldMk cId="1301728624" sldId="275"/>
            <ac:grpSpMk id="88" creationId="{476E3D17-F1CD-2573-AC07-19ABE1F3ED28}"/>
          </ac:grpSpMkLst>
        </pc:grpChg>
        <pc:graphicFrameChg chg="add del mod ord">
          <ac:chgData name="Lala Guluzade" userId="2e684c3e-ad8a-47cf-b493-54606dd5dcb1" providerId="ADAL" clId="{A2BF9B08-964F-4531-B73D-668D4608DC8E}" dt="2026-06-30T14:46:06.958" v="17495" actId="1076"/>
          <ac:graphicFrameMkLst>
            <pc:docMk/>
            <pc:sldMk cId="1301728624" sldId="275"/>
            <ac:graphicFrameMk id="7" creationId="{AB950DF0-6727-BB25-18A0-348FC6268DFA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46:05.642" v="17400" actId="1076"/>
          <ac:graphicFrameMkLst>
            <pc:docMk/>
            <pc:sldMk cId="1301728624" sldId="275"/>
            <ac:graphicFrameMk id="13" creationId="{52D8F058-EB38-46C0-389F-7DCB68972EDB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4:45:32.981" v="16079" actId="1076"/>
          <ac:graphicFrameMkLst>
            <pc:docMk/>
            <pc:sldMk cId="1301728624" sldId="275"/>
            <ac:graphicFrameMk id="14" creationId="{1AEBAC5C-2B77-8658-26D1-B380D913A567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46:04.667" v="17317" actId="1076"/>
          <ac:graphicFrameMkLst>
            <pc:docMk/>
            <pc:sldMk cId="1301728624" sldId="275"/>
            <ac:graphicFrameMk id="18" creationId="{D3A793B3-BDCE-E6E1-E8E9-E62FC1601E11}"/>
          </ac:graphicFrameMkLst>
        </pc:graphicFrameChg>
        <pc:graphicFrameChg chg="mod">
          <ac:chgData name="Lala Guluzade" userId="2e684c3e-ad8a-47cf-b493-54606dd5dcb1" providerId="ADAL" clId="{A2BF9B08-964F-4531-B73D-668D4608DC8E}" dt="2026-06-30T14:52:21.175" v="18457"/>
          <ac:graphicFrameMkLst>
            <pc:docMk/>
            <pc:sldMk cId="1301728624" sldId="275"/>
            <ac:graphicFrameMk id="24" creationId="{769705FA-5D5F-82D0-FFBF-60323E4088E3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46:04.148" v="17214" actId="1076"/>
          <ac:graphicFrameMkLst>
            <pc:docMk/>
            <pc:sldMk cId="1301728624" sldId="275"/>
            <ac:graphicFrameMk id="30" creationId="{1FEE9824-3F2F-A0B6-1DCD-C8B4C7AB4472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46:03.582" v="17142" actId="1076"/>
          <ac:graphicFrameMkLst>
            <pc:docMk/>
            <pc:sldMk cId="1301728624" sldId="275"/>
            <ac:graphicFrameMk id="35" creationId="{5ED26C88-A33D-A536-4B7D-A8B47AEE901E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46:02.995" v="17047" actId="1076"/>
          <ac:graphicFrameMkLst>
            <pc:docMk/>
            <pc:sldMk cId="1301728624" sldId="275"/>
            <ac:graphicFrameMk id="39" creationId="{BD1F29DC-5530-FAEB-CB73-7A160AE3E7BB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4:46:02.543" v="16982" actId="1076"/>
          <ac:graphicFrameMkLst>
            <pc:docMk/>
            <pc:sldMk cId="1301728624" sldId="275"/>
            <ac:graphicFrameMk id="40" creationId="{28640C50-9E3E-F4D9-FB7B-B42A71CC8656}"/>
          </ac:graphicFrameMkLst>
        </pc:graphicFrameChg>
        <pc:graphicFrameChg chg="mod ord">
          <ac:chgData name="Lala Guluzade" userId="2e684c3e-ad8a-47cf-b493-54606dd5dcb1" providerId="ADAL" clId="{A2BF9B08-964F-4531-B73D-668D4608DC8E}" dt="2026-06-30T14:52:21.137" v="18404"/>
          <ac:graphicFrameMkLst>
            <pc:docMk/>
            <pc:sldMk cId="1301728624" sldId="275"/>
            <ac:graphicFrameMk id="53" creationId="{F5820A53-991B-37F6-FD85-DA6FFB16E6D3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52:18.105" v="18118"/>
          <ac:graphicFrameMkLst>
            <pc:docMk/>
            <pc:sldMk cId="1301728624" sldId="275"/>
            <ac:graphicFrameMk id="56" creationId="{4F20DAAE-4021-B4C4-4459-E0F92F172BC5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52:19.541" v="18235"/>
          <ac:graphicFrameMkLst>
            <pc:docMk/>
            <pc:sldMk cId="1301728624" sldId="275"/>
            <ac:graphicFrameMk id="58" creationId="{12201F40-62CF-13A7-6170-F14D53EA9BAF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52:21.063" v="18352"/>
          <ac:graphicFrameMkLst>
            <pc:docMk/>
            <pc:sldMk cId="1301728624" sldId="275"/>
            <ac:graphicFrameMk id="60" creationId="{A759F539-608D-A886-C862-A884C99C8A0B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4:52:21.149" v="18422"/>
          <ac:graphicFrameMkLst>
            <pc:docMk/>
            <pc:sldMk cId="1301728624" sldId="275"/>
            <ac:graphicFrameMk id="62" creationId="{6D157131-C084-F756-CB93-272C2705418E}"/>
          </ac:graphicFrameMkLst>
        </pc:graphicFrameChg>
        <pc:graphicFrameChg chg="add del">
          <ac:chgData name="Lala Guluzade" userId="2e684c3e-ad8a-47cf-b493-54606dd5dcb1" providerId="ADAL" clId="{A2BF9B08-964F-4531-B73D-668D4608DC8E}" dt="2026-06-30T14:52:17.430" v="17999"/>
          <ac:graphicFrameMkLst>
            <pc:docMk/>
            <pc:sldMk cId="1301728624" sldId="275"/>
            <ac:graphicFrameMk id="79" creationId="{EABA87C5-E29F-F282-52B3-455E353BC1A3}"/>
          </ac:graphicFrameMkLst>
        </pc:graphicFrameChg>
        <pc:cxnChg chg="add mod ord">
          <ac:chgData name="Lala Guluzade" userId="2e684c3e-ad8a-47cf-b493-54606dd5dcb1" providerId="ADAL" clId="{A2BF9B08-964F-4531-B73D-668D4608DC8E}" dt="2026-06-30T14:46:05.677" v="17447" actId="13822"/>
          <ac:cxnSpMkLst>
            <pc:docMk/>
            <pc:sldMk cId="1301728624" sldId="275"/>
            <ac:cxnSpMk id="8" creationId="{108697E2-1A0F-0E2B-00AC-ACCEBD35D430}"/>
          </ac:cxnSpMkLst>
        </pc:cxnChg>
        <pc:cxnChg chg="add del mod ord">
          <ac:chgData name="Lala Guluzade" userId="2e684c3e-ad8a-47cf-b493-54606dd5dcb1" providerId="ADAL" clId="{A2BF9B08-964F-4531-B73D-668D4608DC8E}" dt="2026-06-30T14:46:05.672" v="17438" actId="13822"/>
          <ac:cxnSpMkLst>
            <pc:docMk/>
            <pc:sldMk cId="1301728624" sldId="275"/>
            <ac:cxnSpMk id="9" creationId="{693A4FD9-4D33-5770-BE7D-144C9DAC326D}"/>
          </ac:cxnSpMkLst>
        </pc:cxnChg>
        <pc:cxnChg chg="mod ord">
          <ac:chgData name="Lala Guluzade" userId="2e684c3e-ad8a-47cf-b493-54606dd5dcb1" providerId="ADAL" clId="{A2BF9B08-964F-4531-B73D-668D4608DC8E}" dt="2026-06-30T14:52:21.127" v="18390"/>
          <ac:cxnSpMkLst>
            <pc:docMk/>
            <pc:sldMk cId="1301728624" sldId="275"/>
            <ac:cxnSpMk id="11" creationId="{F81E2C74-8530-FAED-433B-D54EFC5AD7E0}"/>
          </ac:cxnSpMkLst>
        </pc:cxnChg>
        <pc:cxnChg chg="add del mod ord">
          <ac:chgData name="Lala Guluzade" userId="2e684c3e-ad8a-47cf-b493-54606dd5dcb1" providerId="ADAL" clId="{A2BF9B08-964F-4531-B73D-668D4608DC8E}" dt="2026-06-30T14:46:04.164" v="17263" actId="13822"/>
          <ac:cxnSpMkLst>
            <pc:docMk/>
            <pc:sldMk cId="1301728624" sldId="275"/>
            <ac:cxnSpMk id="20" creationId="{FDDAA165-2635-E0BE-406F-C39405DF7DDA}"/>
          </ac:cxnSpMkLst>
        </pc:cxnChg>
        <pc:cxnChg chg="mod ord">
          <ac:chgData name="Lala Guluzade" userId="2e684c3e-ad8a-47cf-b493-54606dd5dcb1" providerId="ADAL" clId="{A2BF9B08-964F-4531-B73D-668D4608DC8E}" dt="2026-06-30T14:52:21.133" v="18398"/>
          <ac:cxnSpMkLst>
            <pc:docMk/>
            <pc:sldMk cId="1301728624" sldId="275"/>
            <ac:cxnSpMk id="22" creationId="{1C8F32B1-5546-B4EC-61E3-DE1E31C95BD3}"/>
          </ac:cxnSpMkLst>
        </pc:cxnChg>
        <pc:cxnChg chg="mod ord">
          <ac:chgData name="Lala Guluzade" userId="2e684c3e-ad8a-47cf-b493-54606dd5dcb1" providerId="ADAL" clId="{A2BF9B08-964F-4531-B73D-668D4608DC8E}" dt="2026-06-30T14:52:21.134" v="18400"/>
          <ac:cxnSpMkLst>
            <pc:docMk/>
            <pc:sldMk cId="1301728624" sldId="275"/>
            <ac:cxnSpMk id="23" creationId="{918BB577-A315-E022-6473-C95D25616193}"/>
          </ac:cxnSpMkLst>
        </pc:cxnChg>
        <pc:cxnChg chg="add del mod ord">
          <ac:chgData name="Lala Guluzade" userId="2e684c3e-ad8a-47cf-b493-54606dd5dcb1" providerId="ADAL" clId="{A2BF9B08-964F-4531-B73D-668D4608DC8E}" dt="2026-06-30T14:46:04.152" v="17225" actId="13822"/>
          <ac:cxnSpMkLst>
            <pc:docMk/>
            <pc:sldMk cId="1301728624" sldId="275"/>
            <ac:cxnSpMk id="29" creationId="{DD7B0BBB-75FE-E775-8659-EF0E6D71CC86}"/>
          </ac:cxnSpMkLst>
        </pc:cxnChg>
        <pc:cxnChg chg="add del mod ord">
          <ac:chgData name="Lala Guluzade" userId="2e684c3e-ad8a-47cf-b493-54606dd5dcb1" providerId="ADAL" clId="{A2BF9B08-964F-4531-B73D-668D4608DC8E}" dt="2026-06-30T14:46:03.591" v="17162" actId="13822"/>
          <ac:cxnSpMkLst>
            <pc:docMk/>
            <pc:sldMk cId="1301728624" sldId="275"/>
            <ac:cxnSpMk id="32" creationId="{BF394945-D903-6C5C-07A9-07443EF48803}"/>
          </ac:cxnSpMkLst>
        </pc:cxnChg>
        <pc:cxnChg chg="add mod ord">
          <ac:chgData name="Lala Guluzade" userId="2e684c3e-ad8a-47cf-b493-54606dd5dcb1" providerId="ADAL" clId="{A2BF9B08-964F-4531-B73D-668D4608DC8E}" dt="2026-06-30T14:46:03.587" v="17153" actId="13822"/>
          <ac:cxnSpMkLst>
            <pc:docMk/>
            <pc:sldMk cId="1301728624" sldId="275"/>
            <ac:cxnSpMk id="33" creationId="{AB1652AA-7B08-977B-A09A-269AC536FF89}"/>
          </ac:cxnSpMkLst>
        </pc:cxnChg>
        <pc:cxnChg chg="mod ord">
          <ac:chgData name="Lala Guluzade" userId="2e684c3e-ad8a-47cf-b493-54606dd5dcb1" providerId="ADAL" clId="{A2BF9B08-964F-4531-B73D-668D4608DC8E}" dt="2026-06-30T14:52:21.135" v="18402"/>
          <ac:cxnSpMkLst>
            <pc:docMk/>
            <pc:sldMk cId="1301728624" sldId="275"/>
            <ac:cxnSpMk id="34" creationId="{04F48348-C80F-1850-A5B6-FF2A04EFAD12}"/>
          </ac:cxnSpMkLst>
        </pc:cxnChg>
        <pc:cxnChg chg="add mod ord">
          <ac:chgData name="Lala Guluzade" userId="2e684c3e-ad8a-47cf-b493-54606dd5dcb1" providerId="ADAL" clId="{A2BF9B08-964F-4531-B73D-668D4608DC8E}" dt="2026-06-30T14:46:03.014" v="17082" actId="13822"/>
          <ac:cxnSpMkLst>
            <pc:docMk/>
            <pc:sldMk cId="1301728624" sldId="275"/>
            <ac:cxnSpMk id="36" creationId="{B14952EE-DD1B-B5E7-19CD-F218F0531166}"/>
          </ac:cxnSpMkLst>
        </pc:cxnChg>
        <pc:cxnChg chg="add mod ord">
          <ac:chgData name="Lala Guluzade" userId="2e684c3e-ad8a-47cf-b493-54606dd5dcb1" providerId="ADAL" clId="{A2BF9B08-964F-4531-B73D-668D4608DC8E}" dt="2026-06-30T14:52:21.170" v="18449"/>
          <ac:cxnSpMkLst>
            <pc:docMk/>
            <pc:sldMk cId="1301728624" sldId="275"/>
            <ac:cxnSpMk id="42" creationId="{1E54867E-3402-31C8-14D3-D1ED0DB77766}"/>
          </ac:cxnSpMkLst>
        </pc:cxnChg>
        <pc:cxnChg chg="add mod ord">
          <ac:chgData name="Lala Guluzade" userId="2e684c3e-ad8a-47cf-b493-54606dd5dcb1" providerId="ADAL" clId="{A2BF9B08-964F-4531-B73D-668D4608DC8E}" dt="2026-06-30T14:52:21.171" v="18451"/>
          <ac:cxnSpMkLst>
            <pc:docMk/>
            <pc:sldMk cId="1301728624" sldId="275"/>
            <ac:cxnSpMk id="43" creationId="{A991267E-B773-8D0D-2E44-73579C3A9B4E}"/>
          </ac:cxnSpMkLst>
        </pc:cxnChg>
        <pc:cxnChg chg="add mod ord">
          <ac:chgData name="Lala Guluzade" userId="2e684c3e-ad8a-47cf-b493-54606dd5dcb1" providerId="ADAL" clId="{A2BF9B08-964F-4531-B73D-668D4608DC8E}" dt="2026-06-30T14:52:21.173" v="18453"/>
          <ac:cxnSpMkLst>
            <pc:docMk/>
            <pc:sldMk cId="1301728624" sldId="275"/>
            <ac:cxnSpMk id="46" creationId="{0FBA4A64-8E82-FFE0-F3B9-78A970F21AAE}"/>
          </ac:cxnSpMkLst>
        </pc:cxnChg>
        <pc:cxnChg chg="add mod ord">
          <ac:chgData name="Lala Guluzade" userId="2e684c3e-ad8a-47cf-b493-54606dd5dcb1" providerId="ADAL" clId="{A2BF9B08-964F-4531-B73D-668D4608DC8E}" dt="2026-06-30T14:52:55.658" v="18558" actId="1037"/>
          <ac:cxnSpMkLst>
            <pc:docMk/>
            <pc:sldMk cId="1301728624" sldId="275"/>
            <ac:cxnSpMk id="48" creationId="{133B8E59-67A0-F0CE-BD09-204B2FDF2596}"/>
          </ac:cxnSpMkLst>
        </pc:cxnChg>
        <pc:cxnChg chg="mod ord">
          <ac:chgData name="Lala Guluzade" userId="2e684c3e-ad8a-47cf-b493-54606dd5dcb1" providerId="ADAL" clId="{A2BF9B08-964F-4531-B73D-668D4608DC8E}" dt="2026-06-30T14:52:21.143" v="18412"/>
          <ac:cxnSpMkLst>
            <pc:docMk/>
            <pc:sldMk cId="1301728624" sldId="275"/>
            <ac:cxnSpMk id="54" creationId="{CFEE16B5-E55B-D1C6-EC01-580D342A2794}"/>
          </ac:cxnSpMkLst>
        </pc:cxnChg>
        <pc:cxnChg chg="mod ord">
          <ac:chgData name="Lala Guluzade" userId="2e684c3e-ad8a-47cf-b493-54606dd5dcb1" providerId="ADAL" clId="{A2BF9B08-964F-4531-B73D-668D4608DC8E}" dt="2026-06-30T14:52:21.144" v="18414"/>
          <ac:cxnSpMkLst>
            <pc:docMk/>
            <pc:sldMk cId="1301728624" sldId="275"/>
            <ac:cxnSpMk id="57" creationId="{1C166774-EB8C-BEC0-C038-125515443FF6}"/>
          </ac:cxnSpMkLst>
        </pc:cxnChg>
        <pc:cxnChg chg="mod ord">
          <ac:chgData name="Lala Guluzade" userId="2e684c3e-ad8a-47cf-b493-54606dd5dcb1" providerId="ADAL" clId="{A2BF9B08-964F-4531-B73D-668D4608DC8E}" dt="2026-06-30T14:52:21.148" v="18420"/>
          <ac:cxnSpMkLst>
            <pc:docMk/>
            <pc:sldMk cId="1301728624" sldId="275"/>
            <ac:cxnSpMk id="61" creationId="{850C4635-A47A-1AC5-DB1C-42EDEA0FA6B2}"/>
          </ac:cxnSpMkLst>
        </pc:cxnChg>
      </pc:sldChg>
      <pc:sldChg chg="del">
        <pc:chgData name="Lala Guluzade" userId="2e684c3e-ad8a-47cf-b493-54606dd5dcb1" providerId="ADAL" clId="{A2BF9B08-964F-4531-B73D-668D4608DC8E}" dt="2026-06-29T13:56:56.147" v="795" actId="47"/>
        <pc:sldMkLst>
          <pc:docMk/>
          <pc:sldMk cId="3250812952" sldId="275"/>
        </pc:sldMkLst>
      </pc:sldChg>
      <pc:sldChg chg="delSp add del ord">
        <pc:chgData name="Lala Guluzade" userId="2e684c3e-ad8a-47cf-b493-54606dd5dcb1" providerId="ADAL" clId="{A2BF9B08-964F-4531-B73D-668D4608DC8E}" dt="2026-06-30T16:15:27.146" v="19879" actId="47"/>
        <pc:sldMkLst>
          <pc:docMk/>
          <pc:sldMk cId="1825536198" sldId="276"/>
        </pc:sldMkLst>
        <pc:spChg chg="del">
          <ac:chgData name="Lala Guluzade" userId="2e684c3e-ad8a-47cf-b493-54606dd5dcb1" providerId="ADAL" clId="{A2BF9B08-964F-4531-B73D-668D4608DC8E}" dt="2026-06-30T16:15:07.242" v="19777" actId="478"/>
          <ac:spMkLst>
            <pc:docMk/>
            <pc:sldMk cId="1825536198" sldId="276"/>
            <ac:spMk id="6" creationId="{ACFFEE67-224E-23EE-39B9-9C0F879A6876}"/>
          </ac:spMkLst>
        </pc:spChg>
      </pc:sldChg>
      <pc:sldChg chg="del">
        <pc:chgData name="Lala Guluzade" userId="2e684c3e-ad8a-47cf-b493-54606dd5dcb1" providerId="ADAL" clId="{A2BF9B08-964F-4531-B73D-668D4608DC8E}" dt="2026-06-30T15:51:10.290" v="19378" actId="47"/>
        <pc:sldMkLst>
          <pc:docMk/>
          <pc:sldMk cId="3132391505" sldId="276"/>
        </pc:sldMkLst>
      </pc:sldChg>
      <pc:sldChg chg="del">
        <pc:chgData name="Lala Guluzade" userId="2e684c3e-ad8a-47cf-b493-54606dd5dcb1" providerId="ADAL" clId="{A2BF9B08-964F-4531-B73D-668D4608DC8E}" dt="2026-06-30T15:51:10.888" v="19379" actId="47"/>
        <pc:sldMkLst>
          <pc:docMk/>
          <pc:sldMk cId="3125247416" sldId="277"/>
        </pc:sldMkLst>
      </pc:sldChg>
      <pc:sldChg chg="addSp modSp add del mod">
        <pc:chgData name="Lala Guluzade" userId="2e684c3e-ad8a-47cf-b493-54606dd5dcb1" providerId="ADAL" clId="{A2BF9B08-964F-4531-B73D-668D4608DC8E}" dt="2026-06-30T14:58:05.294" v="19173" actId="47"/>
        <pc:sldMkLst>
          <pc:docMk/>
          <pc:sldMk cId="2911582666" sldId="278"/>
        </pc:sldMkLst>
        <pc:spChg chg="mod">
          <ac:chgData name="Lala Guluzade" userId="2e684c3e-ad8a-47cf-b493-54606dd5dcb1" providerId="ADAL" clId="{A2BF9B08-964F-4531-B73D-668D4608DC8E}" dt="2026-06-30T14:57:19.953" v="18624"/>
          <ac:spMkLst>
            <pc:docMk/>
            <pc:sldMk cId="2911582666" sldId="278"/>
            <ac:spMk id="2" creationId="{B92D2BCA-267E-79ED-38C0-231C0A5CBC41}"/>
          </ac:spMkLst>
        </pc:spChg>
        <pc:spChg chg="mod">
          <ac:chgData name="Lala Guluzade" userId="2e684c3e-ad8a-47cf-b493-54606dd5dcb1" providerId="ADAL" clId="{A2BF9B08-964F-4531-B73D-668D4608DC8E}" dt="2026-06-30T14:57:19.958" v="18625"/>
          <ac:spMkLst>
            <pc:docMk/>
            <pc:sldMk cId="2911582666" sldId="278"/>
            <ac:spMk id="3" creationId="{5C894A74-B3E0-9AFE-000A-6D5BD0A4F353}"/>
          </ac:spMkLst>
        </pc:spChg>
        <pc:spChg chg="mod">
          <ac:chgData name="Lala Guluzade" userId="2e684c3e-ad8a-47cf-b493-54606dd5dcb1" providerId="ADAL" clId="{A2BF9B08-964F-4531-B73D-668D4608DC8E}" dt="2026-06-30T14:57:19.961" v="18626"/>
          <ac:spMkLst>
            <pc:docMk/>
            <pc:sldMk cId="2911582666" sldId="278"/>
            <ac:spMk id="4" creationId="{D5AD95E6-D418-502D-EB58-F2ADE24F1CE8}"/>
          </ac:spMkLst>
        </pc:spChg>
        <pc:graphicFrameChg chg="add mod ord modVis">
          <ac:chgData name="Lala Guluzade" userId="2e684c3e-ad8a-47cf-b493-54606dd5dcb1" providerId="ADAL" clId="{A2BF9B08-964F-4531-B73D-668D4608DC8E}" dt="2026-06-30T14:57:20.519" v="18640"/>
          <ac:graphicFrameMkLst>
            <pc:docMk/>
            <pc:sldMk cId="2911582666" sldId="278"/>
            <ac:graphicFrameMk id="5" creationId="{FED1264E-1DF0-AC3E-667F-487C9D38BA9C}"/>
          </ac:graphicFrameMkLst>
        </pc:graphicFrameChg>
      </pc:sldChg>
      <pc:sldChg chg="del">
        <pc:chgData name="Lala Guluzade" userId="2e684c3e-ad8a-47cf-b493-54606dd5dcb1" providerId="ADAL" clId="{A2BF9B08-964F-4531-B73D-668D4608DC8E}" dt="2026-06-30T14:57:14.235" v="18622" actId="47"/>
        <pc:sldMkLst>
          <pc:docMk/>
          <pc:sldMk cId="3016644453" sldId="278"/>
        </pc:sldMkLst>
      </pc:sldChg>
      <pc:sldChg chg="addSp delSp modSp add del mod">
        <pc:chgData name="Lala Guluzade" userId="2e684c3e-ad8a-47cf-b493-54606dd5dcb1" providerId="ADAL" clId="{A2BF9B08-964F-4531-B73D-668D4608DC8E}" dt="2026-06-29T13:35:57.654" v="780" actId="47"/>
        <pc:sldMkLst>
          <pc:docMk/>
          <pc:sldMk cId="50690509" sldId="279"/>
        </pc:sldMkLst>
        <pc:spChg chg="add del mod modVis">
          <ac:chgData name="Lala Guluzade" userId="2e684c3e-ad8a-47cf-b493-54606dd5dcb1" providerId="ADAL" clId="{A2BF9B08-964F-4531-B73D-668D4608DC8E}" dt="2026-06-29T13:31:24.446" v="571"/>
          <ac:spMkLst>
            <pc:docMk/>
            <pc:sldMk cId="50690509" sldId="279"/>
            <ac:spMk id="2" creationId="{F1F9C345-8E6B-658D-4A7C-9CB7E72E4AF7}"/>
          </ac:spMkLst>
        </pc:spChg>
        <pc:spChg chg="add del mod modVis">
          <ac:chgData name="Lala Guluzade" userId="2e684c3e-ad8a-47cf-b493-54606dd5dcb1" providerId="ADAL" clId="{A2BF9B08-964F-4531-B73D-668D4608DC8E}" dt="2026-06-29T13:31:36.601" v="599"/>
          <ac:spMkLst>
            <pc:docMk/>
            <pc:sldMk cId="50690509" sldId="279"/>
            <ac:spMk id="3" creationId="{EF8AF1E2-E6FE-999E-1771-F5A1751827A5}"/>
          </ac:spMkLst>
        </pc:spChg>
        <pc:spChg chg="add del mod modVis">
          <ac:chgData name="Lala Guluzade" userId="2e684c3e-ad8a-47cf-b493-54606dd5dcb1" providerId="ADAL" clId="{A2BF9B08-964F-4531-B73D-668D4608DC8E}" dt="2026-06-29T13:31:41.465" v="636"/>
          <ac:spMkLst>
            <pc:docMk/>
            <pc:sldMk cId="50690509" sldId="279"/>
            <ac:spMk id="4" creationId="{A8A0E1EB-0AF6-EE3F-352A-E0604E9AEDEF}"/>
          </ac:spMkLst>
        </pc:spChg>
        <pc:spChg chg="add del mod modVis">
          <ac:chgData name="Lala Guluzade" userId="2e684c3e-ad8a-47cf-b493-54606dd5dcb1" providerId="ADAL" clId="{A2BF9B08-964F-4531-B73D-668D4608DC8E}" dt="2026-06-29T13:31:43.208" v="669"/>
          <ac:spMkLst>
            <pc:docMk/>
            <pc:sldMk cId="50690509" sldId="279"/>
            <ac:spMk id="6" creationId="{292E3BDD-C7FC-FA8E-7792-E1E4F4155A48}"/>
          </ac:spMkLst>
        </pc:spChg>
        <pc:spChg chg="add del mod modVis">
          <ac:chgData name="Lala Guluzade" userId="2e684c3e-ad8a-47cf-b493-54606dd5dcb1" providerId="ADAL" clId="{A2BF9B08-964F-4531-B73D-668D4608DC8E}" dt="2026-06-29T13:31:45.958" v="707"/>
          <ac:spMkLst>
            <pc:docMk/>
            <pc:sldMk cId="50690509" sldId="279"/>
            <ac:spMk id="8" creationId="{409C3D89-C847-A1A1-4EDD-C1DFE6886473}"/>
          </ac:spMkLst>
        </pc:spChg>
        <pc:spChg chg="add del mod modVis">
          <ac:chgData name="Lala Guluzade" userId="2e684c3e-ad8a-47cf-b493-54606dd5dcb1" providerId="ADAL" clId="{A2BF9B08-964F-4531-B73D-668D4608DC8E}" dt="2026-06-29T13:31:49.688" v="733"/>
          <ac:spMkLst>
            <pc:docMk/>
            <pc:sldMk cId="50690509" sldId="279"/>
            <ac:spMk id="9" creationId="{7B807BE1-FDB2-E8E9-33C3-FC2F3D150A0E}"/>
          </ac:spMkLst>
        </pc:spChg>
        <pc:spChg chg="add mod">
          <ac:chgData name="Lala Guluzade" userId="2e684c3e-ad8a-47cf-b493-54606dd5dcb1" providerId="ADAL" clId="{A2BF9B08-964F-4531-B73D-668D4608DC8E}" dt="2026-06-29T13:32:04.388" v="738" actId="20577"/>
          <ac:spMkLst>
            <pc:docMk/>
            <pc:sldMk cId="50690509" sldId="279"/>
            <ac:spMk id="10" creationId="{26DFD8F0-07AE-FAE3-AB0B-6FF0E2E96969}"/>
          </ac:spMkLst>
        </pc:spChg>
        <pc:spChg chg="mod">
          <ac:chgData name="Lala Guluzade" userId="2e684c3e-ad8a-47cf-b493-54606dd5dcb1" providerId="ADAL" clId="{A2BF9B08-964F-4531-B73D-668D4608DC8E}" dt="2026-06-29T13:31:49.638" v="711" actId="948"/>
          <ac:spMkLst>
            <pc:docMk/>
            <pc:sldMk cId="50690509" sldId="279"/>
            <ac:spMk id="405" creationId="{8D0F4C8B-E46D-D467-0328-D0EA6FF7250B}"/>
          </ac:spMkLst>
        </pc:spChg>
        <pc:spChg chg="mod">
          <ac:chgData name="Lala Guluzade" userId="2e684c3e-ad8a-47cf-b493-54606dd5dcb1" providerId="ADAL" clId="{A2BF9B08-964F-4531-B73D-668D4608DC8E}" dt="2026-06-29T13:31:23.882" v="547"/>
          <ac:spMkLst>
            <pc:docMk/>
            <pc:sldMk cId="50690509" sldId="279"/>
            <ac:spMk id="654" creationId="{0E77AC78-B7DF-74A7-EAA9-3A41E11AA956}"/>
          </ac:spMkLst>
        </pc:spChg>
        <pc:spChg chg="mod">
          <ac:chgData name="Lala Guluzade" userId="2e684c3e-ad8a-47cf-b493-54606dd5dcb1" providerId="ADAL" clId="{A2BF9B08-964F-4531-B73D-668D4608DC8E}" dt="2026-06-29T13:31:23.884" v="548"/>
          <ac:spMkLst>
            <pc:docMk/>
            <pc:sldMk cId="50690509" sldId="279"/>
            <ac:spMk id="655" creationId="{306123B1-F1FD-A9F3-86AD-B6AA717B715D}"/>
          </ac:spMkLst>
        </pc:spChg>
        <pc:graphicFrameChg chg="mod">
          <ac:chgData name="Lala Guluzade" userId="2e684c3e-ad8a-47cf-b493-54606dd5dcb1" providerId="ADAL" clId="{A2BF9B08-964F-4531-B73D-668D4608DC8E}" dt="2026-06-29T13:31:49.690" v="735"/>
          <ac:graphicFrameMkLst>
            <pc:docMk/>
            <pc:sldMk cId="50690509" sldId="279"/>
            <ac:graphicFrameMk id="5" creationId="{BCEC8222-44EB-A06F-CF98-D9AB7963C6A6}"/>
          </ac:graphicFrameMkLst>
        </pc:graphicFrameChg>
      </pc:sldChg>
      <pc:sldChg chg="addSp delSp modSp mod">
        <pc:chgData name="Lala Guluzade" userId="2e684c3e-ad8a-47cf-b493-54606dd5dcb1" providerId="ADAL" clId="{A2BF9B08-964F-4531-B73D-668D4608DC8E}" dt="2026-06-29T20:35:08.855" v="5935"/>
        <pc:sldMkLst>
          <pc:docMk/>
          <pc:sldMk cId="347862647" sldId="279"/>
        </pc:sldMkLst>
        <pc:spChg chg="add del mod">
          <ac:chgData name="Lala Guluzade" userId="2e684c3e-ad8a-47cf-b493-54606dd5dcb1" providerId="ADAL" clId="{A2BF9B08-964F-4531-B73D-668D4608DC8E}" dt="2026-06-29T20:33:55.761" v="5786" actId="478"/>
          <ac:spMkLst>
            <pc:docMk/>
            <pc:sldMk cId="347862647" sldId="279"/>
            <ac:spMk id="3" creationId="{3AB49B3E-E274-4718-859E-45318A7D0C27}"/>
          </ac:spMkLst>
        </pc:spChg>
        <pc:spChg chg="add mod">
          <ac:chgData name="Lala Guluzade" userId="2e684c3e-ad8a-47cf-b493-54606dd5dcb1" providerId="ADAL" clId="{A2BF9B08-964F-4531-B73D-668D4608DC8E}" dt="2026-06-29T20:35:08.855" v="5935"/>
          <ac:spMkLst>
            <pc:docMk/>
            <pc:sldMk cId="347862647" sldId="279"/>
            <ac:spMk id="4" creationId="{131423C5-3213-4A61-BFEA-8B9BDACE5E7D}"/>
          </ac:spMkLst>
        </pc:spChg>
      </pc:sldChg>
      <pc:sldChg chg="del">
        <pc:chgData name="Lala Guluzade" userId="2e684c3e-ad8a-47cf-b493-54606dd5dcb1" providerId="ADAL" clId="{A2BF9B08-964F-4531-B73D-668D4608DC8E}" dt="2026-06-29T12:35:48.232" v="74" actId="47"/>
        <pc:sldMkLst>
          <pc:docMk/>
          <pc:sldMk cId="753520539" sldId="279"/>
        </pc:sldMkLst>
      </pc:sldChg>
      <pc:sldChg chg="addSp delSp modSp mod">
        <pc:chgData name="Lala Guluzade" userId="2e684c3e-ad8a-47cf-b493-54606dd5dcb1" providerId="ADAL" clId="{A2BF9B08-964F-4531-B73D-668D4608DC8E}" dt="2026-06-30T20:23:38.084" v="23244" actId="1038"/>
        <pc:sldMkLst>
          <pc:docMk/>
          <pc:sldMk cId="3189783016" sldId="279"/>
        </pc:sldMkLst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3" creationId="{03478AAC-192A-7992-1790-F5202B2432C2}"/>
          </ac:spMkLst>
        </pc:spChg>
        <pc:spChg chg="add del mod">
          <ac:chgData name="Lala Guluzade" userId="2e684c3e-ad8a-47cf-b493-54606dd5dcb1" providerId="ADAL" clId="{A2BF9B08-964F-4531-B73D-668D4608DC8E}" dt="2026-06-30T20:23:19.245" v="23182" actId="478"/>
          <ac:spMkLst>
            <pc:docMk/>
            <pc:sldMk cId="3189783016" sldId="279"/>
            <ac:spMk id="4" creationId="{8937D64C-FB10-1540-4FF6-D74C8D7E55AC}"/>
          </ac:spMkLst>
        </pc:spChg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7" creationId="{B917A4EF-728F-F1E7-2215-12DEE4AC9936}"/>
          </ac:spMkLst>
        </pc:spChg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8" creationId="{63A655C0-96A8-84B9-B55A-F201C0341A00}"/>
          </ac:spMkLst>
        </pc:spChg>
        <pc:spChg chg="add mod">
          <ac:chgData name="Lala Guluzade" userId="2e684c3e-ad8a-47cf-b493-54606dd5dcb1" providerId="ADAL" clId="{A2BF9B08-964F-4531-B73D-668D4608DC8E}" dt="2026-06-30T20:23:38.084" v="23244" actId="1038"/>
          <ac:spMkLst>
            <pc:docMk/>
            <pc:sldMk cId="3189783016" sldId="279"/>
            <ac:spMk id="9" creationId="{745EC96C-3C3F-8FD9-1A48-71C624246B46}"/>
          </ac:spMkLst>
        </pc:spChg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35" creationId="{9195E939-1769-40DF-13F1-2F12B6BB3E2C}"/>
          </ac:spMkLst>
        </pc:spChg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42" creationId="{6F8045A5-7FDC-8651-0982-FC516F2E00DA}"/>
          </ac:spMkLst>
        </pc:spChg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43" creationId="{78120C6A-37A3-01E9-A34C-8A8805FA8840}"/>
          </ac:spMkLst>
        </pc:spChg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46" creationId="{9C16A0B7-FC17-F8E2-E0F0-4B7F82AAABCE}"/>
          </ac:spMkLst>
        </pc:spChg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58" creationId="{0A2616C0-B69D-DDD8-31E9-E86A79EEAAC1}"/>
          </ac:spMkLst>
        </pc:spChg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93" creationId="{66A4B5CD-AD67-2169-41A4-F979A5DAB692}"/>
          </ac:spMkLst>
        </pc:spChg>
        <pc:spChg chg="mod">
          <ac:chgData name="Lala Guluzade" userId="2e684c3e-ad8a-47cf-b493-54606dd5dcb1" providerId="ADAL" clId="{A2BF9B08-964F-4531-B73D-668D4608DC8E}" dt="2026-06-30T20:23:32.285" v="23232" actId="1036"/>
          <ac:spMkLst>
            <pc:docMk/>
            <pc:sldMk cId="3189783016" sldId="279"/>
            <ac:spMk id="144" creationId="{9894AE63-BC58-947E-C5CC-344A0D551A4D}"/>
          </ac:spMkLst>
        </pc:spChg>
      </pc:sldChg>
      <pc:sldChg chg="addSp delSp modSp mod ord">
        <pc:chgData name="Lala Guluzade" userId="2e684c3e-ad8a-47cf-b493-54606dd5dcb1" providerId="ADAL" clId="{A2BF9B08-964F-4531-B73D-668D4608DC8E}" dt="2026-06-29T14:53:56.192" v="1503" actId="1036"/>
        <pc:sldMkLst>
          <pc:docMk/>
          <pc:sldMk cId="2649487422" sldId="280"/>
        </pc:sldMkLst>
        <pc:spChg chg="mod">
          <ac:chgData name="Lala Guluzade" userId="2e684c3e-ad8a-47cf-b493-54606dd5dcb1" providerId="ADAL" clId="{A2BF9B08-964F-4531-B73D-668D4608DC8E}" dt="2026-06-29T12:35:14.555" v="37" actId="948"/>
          <ac:spMkLst>
            <pc:docMk/>
            <pc:sldMk cId="2649487422" sldId="280"/>
            <ac:spMk id="2" creationId="{709B054F-1C42-B142-BEFA-A2558574A430}"/>
          </ac:spMkLst>
        </pc:spChg>
        <pc:spChg chg="add del mod modVis">
          <ac:chgData name="Lala Guluzade" userId="2e684c3e-ad8a-47cf-b493-54606dd5dcb1" providerId="ADAL" clId="{A2BF9B08-964F-4531-B73D-668D4608DC8E}" dt="2026-06-29T12:35:14.600" v="46"/>
          <ac:spMkLst>
            <pc:docMk/>
            <pc:sldMk cId="2649487422" sldId="280"/>
            <ac:spMk id="3" creationId="{6511FF03-24F5-7E0E-5F5A-C6EB2D573051}"/>
          </ac:spMkLst>
        </pc:spChg>
        <pc:spChg chg="add mod">
          <ac:chgData name="Lala Guluzade" userId="2e684c3e-ad8a-47cf-b493-54606dd5dcb1" providerId="ADAL" clId="{A2BF9B08-964F-4531-B73D-668D4608DC8E}" dt="2026-06-29T12:35:34.085" v="69" actId="20577"/>
          <ac:spMkLst>
            <pc:docMk/>
            <pc:sldMk cId="2649487422" sldId="280"/>
            <ac:spMk id="4" creationId="{A4EBB641-BA50-5483-603C-8DBB6FA34D65}"/>
          </ac:spMkLst>
        </pc:spChg>
        <pc:spChg chg="add mod">
          <ac:chgData name="Lala Guluzade" userId="2e684c3e-ad8a-47cf-b493-54606dd5dcb1" providerId="ADAL" clId="{A2BF9B08-964F-4531-B73D-668D4608DC8E}" dt="2026-06-29T14:21:20.894" v="1046"/>
          <ac:spMkLst>
            <pc:docMk/>
            <pc:sldMk cId="2649487422" sldId="280"/>
            <ac:spMk id="6" creationId="{E792FB4C-D930-6B55-71E9-3FD54BC859EA}"/>
          </ac:spMkLst>
        </pc:spChg>
        <pc:spChg chg="add mod">
          <ac:chgData name="Lala Guluzade" userId="2e684c3e-ad8a-47cf-b493-54606dd5dcb1" providerId="ADAL" clId="{A2BF9B08-964F-4531-B73D-668D4608DC8E}" dt="2026-06-29T14:53:49.231" v="1487"/>
          <ac:spMkLst>
            <pc:docMk/>
            <pc:sldMk cId="2649487422" sldId="280"/>
            <ac:spMk id="7" creationId="{494BA1E9-DD1D-90CF-DCD6-FBA2439A8B49}"/>
          </ac:spMkLst>
        </pc:spChg>
        <pc:spChg chg="del">
          <ac:chgData name="Lala Guluzade" userId="2e684c3e-ad8a-47cf-b493-54606dd5dcb1" providerId="ADAL" clId="{A2BF9B08-964F-4531-B73D-668D4608DC8E}" dt="2026-06-29T12:35:18.500" v="49" actId="478"/>
          <ac:spMkLst>
            <pc:docMk/>
            <pc:sldMk cId="2649487422" sldId="280"/>
            <ac:spMk id="15" creationId="{E16B2F8D-EC6C-E5B3-E84A-F1E5DBC79D0F}"/>
          </ac:spMkLst>
        </pc:spChg>
        <pc:spChg chg="mod">
          <ac:chgData name="Lala Guluzade" userId="2e684c3e-ad8a-47cf-b493-54606dd5dcb1" providerId="ADAL" clId="{A2BF9B08-964F-4531-B73D-668D4608DC8E}" dt="2026-06-29T12:35:14.464" v="11"/>
          <ac:spMkLst>
            <pc:docMk/>
            <pc:sldMk cId="2649487422" sldId="280"/>
            <ac:spMk id="205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12:35:14.535" v="34"/>
          <ac:spMkLst>
            <pc:docMk/>
            <pc:sldMk cId="2649487422" sldId="280"/>
            <ac:spMk id="206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12:35:14.519" v="31"/>
          <ac:spMkLst>
            <pc:docMk/>
            <pc:sldMk cId="2649487422" sldId="280"/>
            <ac:spMk id="232" creationId="{74D222B2-FAB6-2F1A-397F-7799E7622DA6}"/>
          </ac:spMkLst>
        </pc:spChg>
        <pc:spChg chg="mod">
          <ac:chgData name="Lala Guluzade" userId="2e684c3e-ad8a-47cf-b493-54606dd5dcb1" providerId="ADAL" clId="{A2BF9B08-964F-4531-B73D-668D4608DC8E}" dt="2026-06-29T14:53:56.192" v="1503" actId="1036"/>
          <ac:spMkLst>
            <pc:docMk/>
            <pc:sldMk cId="2649487422" sldId="280"/>
            <ac:spMk id="299" creationId="{FB238C69-C16B-FB21-1AC6-A96D5D1194F0}"/>
          </ac:spMkLst>
        </pc:spChg>
        <pc:graphicFrameChg chg="mod">
          <ac:chgData name="Lala Guluzade" userId="2e684c3e-ad8a-47cf-b493-54606dd5dcb1" providerId="ADAL" clId="{A2BF9B08-964F-4531-B73D-668D4608DC8E}" dt="2026-06-29T12:35:14.603" v="48"/>
          <ac:graphicFrameMkLst>
            <pc:docMk/>
            <pc:sldMk cId="2649487422" sldId="280"/>
            <ac:graphicFrameMk id="5" creationId="{E42B9CC9-D906-DAC6-3DC2-1640CD486126}"/>
          </ac:graphicFrameMkLst>
        </pc:graphicFrameChg>
      </pc:sldChg>
      <pc:sldChg chg="addSp modSp new del mod">
        <pc:chgData name="Lala Guluzade" userId="2e684c3e-ad8a-47cf-b493-54606dd5dcb1" providerId="ADAL" clId="{A2BF9B08-964F-4531-B73D-668D4608DC8E}" dt="2026-06-30T12:05:05.263" v="11083" actId="47"/>
        <pc:sldMkLst>
          <pc:docMk/>
          <pc:sldMk cId="2722202679" sldId="280"/>
        </pc:sldMkLst>
        <pc:spChg chg="mod">
          <ac:chgData name="Lala Guluzade" userId="2e684c3e-ad8a-47cf-b493-54606dd5dcb1" providerId="ADAL" clId="{A2BF9B08-964F-4531-B73D-668D4608DC8E}" dt="2026-06-30T12:05:03.990" v="11066"/>
          <ac:spMkLst>
            <pc:docMk/>
            <pc:sldMk cId="2722202679" sldId="280"/>
            <ac:spMk id="2" creationId="{0D1B0CBD-1282-7D2A-E8BF-E2BA01DDA959}"/>
          </ac:spMkLst>
        </pc:spChg>
        <pc:spChg chg="mod">
          <ac:chgData name="Lala Guluzade" userId="2e684c3e-ad8a-47cf-b493-54606dd5dcb1" providerId="ADAL" clId="{A2BF9B08-964F-4531-B73D-668D4608DC8E}" dt="2026-06-30T12:05:03.994" v="11067"/>
          <ac:spMkLst>
            <pc:docMk/>
            <pc:sldMk cId="2722202679" sldId="280"/>
            <ac:spMk id="3" creationId="{DF953B9B-79C4-073E-FB79-B274F1AA06EA}"/>
          </ac:spMkLst>
        </pc:spChg>
        <pc:spChg chg="mod">
          <ac:chgData name="Lala Guluzade" userId="2e684c3e-ad8a-47cf-b493-54606dd5dcb1" providerId="ADAL" clId="{A2BF9B08-964F-4531-B73D-668D4608DC8E}" dt="2026-06-30T12:05:03.996" v="11068"/>
          <ac:spMkLst>
            <pc:docMk/>
            <pc:sldMk cId="2722202679" sldId="280"/>
            <ac:spMk id="4" creationId="{60F71FF3-2D54-EA26-D28F-B3FED81CEAAD}"/>
          </ac:spMkLst>
        </pc:spChg>
        <pc:graphicFrameChg chg="add mod ord modVis">
          <ac:chgData name="Lala Guluzade" userId="2e684c3e-ad8a-47cf-b493-54606dd5dcb1" providerId="ADAL" clId="{A2BF9B08-964F-4531-B73D-668D4608DC8E}" dt="2026-06-30T12:05:04.603" v="11082"/>
          <ac:graphicFrameMkLst>
            <pc:docMk/>
            <pc:sldMk cId="2722202679" sldId="280"/>
            <ac:graphicFrameMk id="5" creationId="{917ED452-90B2-A6D0-480D-BBF667B0A9EC}"/>
          </ac:graphicFrameMkLst>
        </pc:graphicFrameChg>
      </pc:sldChg>
      <pc:sldChg chg="addSp delSp modSp add mod">
        <pc:chgData name="Lala Guluzade" userId="2e684c3e-ad8a-47cf-b493-54606dd5dcb1" providerId="ADAL" clId="{A2BF9B08-964F-4531-B73D-668D4608DC8E}" dt="2026-06-30T16:34:21.830" v="21282" actId="478"/>
        <pc:sldMkLst>
          <pc:docMk/>
          <pc:sldMk cId="3398254988" sldId="280"/>
        </pc:sldMkLst>
        <pc:spChg chg="mod">
          <ac:chgData name="Lala Guluzade" userId="2e684c3e-ad8a-47cf-b493-54606dd5dcb1" providerId="ADAL" clId="{A2BF9B08-964F-4531-B73D-668D4608DC8E}" dt="2026-06-30T12:23:06.805" v="11871" actId="948"/>
          <ac:spMkLst>
            <pc:docMk/>
            <pc:sldMk cId="3398254988" sldId="280"/>
            <ac:spMk id="2" creationId="{7161DE05-A19F-0EE6-632D-8FC7D6377929}"/>
          </ac:spMkLst>
        </pc:spChg>
        <pc:spChg chg="del">
          <ac:chgData name="Lala Guluzade" userId="2e684c3e-ad8a-47cf-b493-54606dd5dcb1" providerId="ADAL" clId="{A2BF9B08-964F-4531-B73D-668D4608DC8E}" dt="2026-06-30T16:34:21.830" v="21282" actId="478"/>
          <ac:spMkLst>
            <pc:docMk/>
            <pc:sldMk cId="3398254988" sldId="280"/>
            <ac:spMk id="3" creationId="{0B7A3810-23AC-6658-4C0A-7126D5149BDE}"/>
          </ac:spMkLst>
        </pc:spChg>
        <pc:spChg chg="mod">
          <ac:chgData name="Lala Guluzade" userId="2e684c3e-ad8a-47cf-b493-54606dd5dcb1" providerId="ADAL" clId="{A2BF9B08-964F-4531-B73D-668D4608DC8E}" dt="2026-06-30T12:23:35.518" v="11903"/>
          <ac:spMkLst>
            <pc:docMk/>
            <pc:sldMk cId="3398254988" sldId="280"/>
            <ac:spMk id="4" creationId="{E29B1117-3EAF-DBA6-47AF-AD28F0EB3553}"/>
          </ac:spMkLst>
        </pc:spChg>
        <pc:spChg chg="del">
          <ac:chgData name="Lala Guluzade" userId="2e684c3e-ad8a-47cf-b493-54606dd5dcb1" providerId="ADAL" clId="{A2BF9B08-964F-4531-B73D-668D4608DC8E}" dt="2026-06-30T16:34:21.830" v="21282" actId="478"/>
          <ac:spMkLst>
            <pc:docMk/>
            <pc:sldMk cId="3398254988" sldId="280"/>
            <ac:spMk id="6" creationId="{40BB1668-E30B-9FB9-44D0-402AEA84A7CA}"/>
          </ac:spMkLst>
        </pc:spChg>
        <pc:spChg chg="add del mod modVis">
          <ac:chgData name="Lala Guluzade" userId="2e684c3e-ad8a-47cf-b493-54606dd5dcb1" providerId="ADAL" clId="{A2BF9B08-964F-4531-B73D-668D4608DC8E}" dt="2026-06-30T12:23:06.830" v="11893"/>
          <ac:spMkLst>
            <pc:docMk/>
            <pc:sldMk cId="3398254988" sldId="280"/>
            <ac:spMk id="7" creationId="{16814BE2-A0C4-7209-F399-7BCD0DC4033B}"/>
          </ac:spMkLst>
        </pc:spChg>
        <pc:spChg chg="mod">
          <ac:chgData name="Lala Guluzade" userId="2e684c3e-ad8a-47cf-b493-54606dd5dcb1" providerId="ADAL" clId="{A2BF9B08-964F-4531-B73D-668D4608DC8E}" dt="2026-06-30T12:23:28.063" v="11901" actId="122"/>
          <ac:spMkLst>
            <pc:docMk/>
            <pc:sldMk cId="3398254988" sldId="280"/>
            <ac:spMk id="13" creationId="{D29984A5-2685-253C-00EC-7B982973733C}"/>
          </ac:spMkLst>
        </pc:spChg>
        <pc:spChg chg="mod">
          <ac:chgData name="Lala Guluzade" userId="2e684c3e-ad8a-47cf-b493-54606dd5dcb1" providerId="ADAL" clId="{A2BF9B08-964F-4531-B73D-668D4608DC8E}" dt="2026-06-30T12:23:41.444" v="11904" actId="207"/>
          <ac:spMkLst>
            <pc:docMk/>
            <pc:sldMk cId="3398254988" sldId="280"/>
            <ac:spMk id="15" creationId="{41775B1C-DD11-9036-C442-9036C35E8321}"/>
          </ac:spMkLst>
        </pc:spChg>
        <pc:spChg chg="mod">
          <ac:chgData name="Lala Guluzade" userId="2e684c3e-ad8a-47cf-b493-54606dd5dcb1" providerId="ADAL" clId="{A2BF9B08-964F-4531-B73D-668D4608DC8E}" dt="2026-06-30T12:23:35.518" v="11903"/>
          <ac:spMkLst>
            <pc:docMk/>
            <pc:sldMk cId="3398254988" sldId="280"/>
            <ac:spMk id="16" creationId="{E1FBC325-8A03-F0A7-FC11-22A1B77E4C6B}"/>
          </ac:spMkLst>
        </pc:spChg>
        <pc:spChg chg="mod">
          <ac:chgData name="Lala Guluzade" userId="2e684c3e-ad8a-47cf-b493-54606dd5dcb1" providerId="ADAL" clId="{A2BF9B08-964F-4531-B73D-668D4608DC8E}" dt="2026-06-30T12:23:41.444" v="11904" actId="207"/>
          <ac:spMkLst>
            <pc:docMk/>
            <pc:sldMk cId="3398254988" sldId="280"/>
            <ac:spMk id="20" creationId="{9BCB97C2-4CDE-67EA-7941-97D0A35F13A3}"/>
          </ac:spMkLst>
        </pc:spChg>
        <pc:spChg chg="mod">
          <ac:chgData name="Lala Guluzade" userId="2e684c3e-ad8a-47cf-b493-54606dd5dcb1" providerId="ADAL" clId="{A2BF9B08-964F-4531-B73D-668D4608DC8E}" dt="2026-06-30T12:23:35.518" v="11903"/>
          <ac:spMkLst>
            <pc:docMk/>
            <pc:sldMk cId="3398254988" sldId="280"/>
            <ac:spMk id="22" creationId="{9AA4F70B-6958-CC60-F58D-D3AE75AA6392}"/>
          </ac:spMkLst>
        </pc:spChg>
        <pc:spChg chg="mod">
          <ac:chgData name="Lala Guluzade" userId="2e684c3e-ad8a-47cf-b493-54606dd5dcb1" providerId="ADAL" clId="{A2BF9B08-964F-4531-B73D-668D4608DC8E}" dt="2026-06-30T12:23:35.518" v="11903"/>
          <ac:spMkLst>
            <pc:docMk/>
            <pc:sldMk cId="3398254988" sldId="280"/>
            <ac:spMk id="23" creationId="{07761F2A-6678-5CBA-DA95-9E539683D5D7}"/>
          </ac:spMkLst>
        </pc:spChg>
        <pc:spChg chg="mod">
          <ac:chgData name="Lala Guluzade" userId="2e684c3e-ad8a-47cf-b493-54606dd5dcb1" providerId="ADAL" clId="{A2BF9B08-964F-4531-B73D-668D4608DC8E}" dt="2026-06-30T12:23:35.518" v="11903"/>
          <ac:spMkLst>
            <pc:docMk/>
            <pc:sldMk cId="3398254988" sldId="280"/>
            <ac:spMk id="24" creationId="{11D539A9-890B-8BE8-B896-77A5B23ABAA8}"/>
          </ac:spMkLst>
        </pc:spChg>
        <pc:spChg chg="mod">
          <ac:chgData name="Lala Guluzade" userId="2e684c3e-ad8a-47cf-b493-54606dd5dcb1" providerId="ADAL" clId="{A2BF9B08-964F-4531-B73D-668D4608DC8E}" dt="2026-06-30T12:23:51.153" v="11905" actId="207"/>
          <ac:spMkLst>
            <pc:docMk/>
            <pc:sldMk cId="3398254988" sldId="280"/>
            <ac:spMk id="27" creationId="{B535BDBD-2CBD-D59D-5FD0-161A0F233158}"/>
          </ac:spMkLst>
        </pc:spChg>
        <pc:spChg chg="mod">
          <ac:chgData name="Lala Guluzade" userId="2e684c3e-ad8a-47cf-b493-54606dd5dcb1" providerId="ADAL" clId="{A2BF9B08-964F-4531-B73D-668D4608DC8E}" dt="2026-06-30T12:23:51.153" v="11905" actId="207"/>
          <ac:spMkLst>
            <pc:docMk/>
            <pc:sldMk cId="3398254988" sldId="280"/>
            <ac:spMk id="33" creationId="{D3A7CED4-4748-CE03-1C9E-FC4B548E6234}"/>
          </ac:spMkLst>
        </pc:spChg>
        <pc:spChg chg="mod">
          <ac:chgData name="Lala Guluzade" userId="2e684c3e-ad8a-47cf-b493-54606dd5dcb1" providerId="ADAL" clId="{A2BF9B08-964F-4531-B73D-668D4608DC8E}" dt="2026-06-30T12:23:41.444" v="11904" actId="207"/>
          <ac:spMkLst>
            <pc:docMk/>
            <pc:sldMk cId="3398254988" sldId="280"/>
            <ac:spMk id="44" creationId="{63F89C0E-C715-DDE4-B7D3-2337D0E13CA5}"/>
          </ac:spMkLst>
        </pc:spChg>
        <pc:spChg chg="mod">
          <ac:chgData name="Lala Guluzade" userId="2e684c3e-ad8a-47cf-b493-54606dd5dcb1" providerId="ADAL" clId="{A2BF9B08-964F-4531-B73D-668D4608DC8E}" dt="2026-06-30T12:23:41.444" v="11904" actId="207"/>
          <ac:spMkLst>
            <pc:docMk/>
            <pc:sldMk cId="3398254988" sldId="280"/>
            <ac:spMk id="45" creationId="{B8C2F859-DEE6-2282-0009-03AC193B6B69}"/>
          </ac:spMkLst>
        </pc:spChg>
        <pc:spChg chg="mod">
          <ac:chgData name="Lala Guluzade" userId="2e684c3e-ad8a-47cf-b493-54606dd5dcb1" providerId="ADAL" clId="{A2BF9B08-964F-4531-B73D-668D4608DC8E}" dt="2026-06-30T12:23:41.444" v="11904" actId="207"/>
          <ac:spMkLst>
            <pc:docMk/>
            <pc:sldMk cId="3398254988" sldId="280"/>
            <ac:spMk id="46" creationId="{958E9437-FC07-0A6C-9BE6-DEA428EDE44E}"/>
          </ac:spMkLst>
        </pc:spChg>
        <pc:spChg chg="mod">
          <ac:chgData name="Lala Guluzade" userId="2e684c3e-ad8a-47cf-b493-54606dd5dcb1" providerId="ADAL" clId="{A2BF9B08-964F-4531-B73D-668D4608DC8E}" dt="2026-06-30T12:23:51.153" v="11905" actId="207"/>
          <ac:spMkLst>
            <pc:docMk/>
            <pc:sldMk cId="3398254988" sldId="280"/>
            <ac:spMk id="47" creationId="{2B13C6D4-940F-3F50-95A4-A982D2666DA6}"/>
          </ac:spMkLst>
        </pc:spChg>
        <pc:spChg chg="mod">
          <ac:chgData name="Lala Guluzade" userId="2e684c3e-ad8a-47cf-b493-54606dd5dcb1" providerId="ADAL" clId="{A2BF9B08-964F-4531-B73D-668D4608DC8E}" dt="2026-06-30T12:23:51.153" v="11905" actId="207"/>
          <ac:spMkLst>
            <pc:docMk/>
            <pc:sldMk cId="3398254988" sldId="280"/>
            <ac:spMk id="48" creationId="{CE0CC016-B6F0-36CC-2EE4-A9CD9B845087}"/>
          </ac:spMkLst>
        </pc:spChg>
        <pc:spChg chg="mod">
          <ac:chgData name="Lala Guluzade" userId="2e684c3e-ad8a-47cf-b493-54606dd5dcb1" providerId="ADAL" clId="{A2BF9B08-964F-4531-B73D-668D4608DC8E}" dt="2026-06-30T12:23:51.153" v="11905" actId="207"/>
          <ac:spMkLst>
            <pc:docMk/>
            <pc:sldMk cId="3398254988" sldId="280"/>
            <ac:spMk id="49" creationId="{8157D40E-689A-10DE-A504-D5EB3A4982D8}"/>
          </ac:spMkLst>
        </pc:spChg>
        <pc:graphicFrameChg chg="mod">
          <ac:chgData name="Lala Guluzade" userId="2e684c3e-ad8a-47cf-b493-54606dd5dcb1" providerId="ADAL" clId="{A2BF9B08-964F-4531-B73D-668D4608DC8E}" dt="2026-06-30T12:23:06.831" v="11895"/>
          <ac:graphicFrameMkLst>
            <pc:docMk/>
            <pc:sldMk cId="3398254988" sldId="280"/>
            <ac:graphicFrameMk id="5" creationId="{26C61399-5F91-B970-47A4-5490864DF474}"/>
          </ac:graphicFrameMkLst>
        </pc:graphicFrameChg>
      </pc:sldChg>
      <pc:sldChg chg="addSp delSp modSp add mod setBg">
        <pc:chgData name="Lala Guluzade" userId="2e684c3e-ad8a-47cf-b493-54606dd5dcb1" providerId="ADAL" clId="{A2BF9B08-964F-4531-B73D-668D4608DC8E}" dt="2026-06-30T16:34:34.236" v="21284" actId="478"/>
        <pc:sldMkLst>
          <pc:docMk/>
          <pc:sldMk cId="662608088" sldId="281"/>
        </pc:sldMkLst>
        <pc:spChg chg="mod">
          <ac:chgData name="Lala Guluzade" userId="2e684c3e-ad8a-47cf-b493-54606dd5dcb1" providerId="ADAL" clId="{A2BF9B08-964F-4531-B73D-668D4608DC8E}" dt="2026-06-30T12:24:00.423" v="11909" actId="948"/>
          <ac:spMkLst>
            <pc:docMk/>
            <pc:sldMk cId="662608088" sldId="281"/>
            <ac:spMk id="2" creationId="{DDF54043-C9D1-C3BA-F7AE-B91BCB0D7A39}"/>
          </ac:spMkLst>
        </pc:spChg>
        <pc:spChg chg="del">
          <ac:chgData name="Lala Guluzade" userId="2e684c3e-ad8a-47cf-b493-54606dd5dcb1" providerId="ADAL" clId="{A2BF9B08-964F-4531-B73D-668D4608DC8E}" dt="2026-06-30T16:34:34.236" v="21284" actId="478"/>
          <ac:spMkLst>
            <pc:docMk/>
            <pc:sldMk cId="662608088" sldId="281"/>
            <ac:spMk id="3" creationId="{8619D2E4-8AEB-4CFC-507D-D1FA7E200B16}"/>
          </ac:spMkLst>
        </pc:spChg>
        <pc:spChg chg="del">
          <ac:chgData name="Lala Guluzade" userId="2e684c3e-ad8a-47cf-b493-54606dd5dcb1" providerId="ADAL" clId="{A2BF9B08-964F-4531-B73D-668D4608DC8E}" dt="2026-06-30T16:34:34.236" v="21284" actId="478"/>
          <ac:spMkLst>
            <pc:docMk/>
            <pc:sldMk cId="662608088" sldId="281"/>
            <ac:spMk id="6" creationId="{AFADD564-A031-EB15-2D94-1EB618FEE279}"/>
          </ac:spMkLst>
        </pc:spChg>
        <pc:spChg chg="add del mod modVis">
          <ac:chgData name="Lala Guluzade" userId="2e684c3e-ad8a-47cf-b493-54606dd5dcb1" providerId="ADAL" clId="{A2BF9B08-964F-4531-B73D-668D4608DC8E}" dt="2026-06-30T12:24:00.480" v="11931"/>
          <ac:spMkLst>
            <pc:docMk/>
            <pc:sldMk cId="662608088" sldId="281"/>
            <ac:spMk id="7" creationId="{FE2BA563-91BE-2E41-2A72-B4F45EE81318}"/>
          </ac:spMkLst>
        </pc:spChg>
        <pc:spChg chg="mod">
          <ac:chgData name="Lala Guluzade" userId="2e684c3e-ad8a-47cf-b493-54606dd5dcb1" providerId="ADAL" clId="{A2BF9B08-964F-4531-B73D-668D4608DC8E}" dt="2026-06-30T12:24:27.741" v="11941"/>
          <ac:spMkLst>
            <pc:docMk/>
            <pc:sldMk cId="662608088" sldId="281"/>
            <ac:spMk id="21" creationId="{8F51126B-5141-2971-1B78-F6ED7058001C}"/>
          </ac:spMkLst>
        </pc:spChg>
        <pc:spChg chg="mod">
          <ac:chgData name="Lala Guluzade" userId="2e684c3e-ad8a-47cf-b493-54606dd5dcb1" providerId="ADAL" clId="{A2BF9B08-964F-4531-B73D-668D4608DC8E}" dt="2026-06-30T12:24:05.633" v="11935"/>
          <ac:spMkLst>
            <pc:docMk/>
            <pc:sldMk cId="662608088" sldId="281"/>
            <ac:spMk id="22" creationId="{A6708752-7CCD-0AFE-56B1-70209ED4D9B2}"/>
          </ac:spMkLst>
        </pc:spChg>
        <pc:spChg chg="mod">
          <ac:chgData name="Lala Guluzade" userId="2e684c3e-ad8a-47cf-b493-54606dd5dcb1" providerId="ADAL" clId="{A2BF9B08-964F-4531-B73D-668D4608DC8E}" dt="2026-06-30T12:24:18.970" v="11938" actId="207"/>
          <ac:spMkLst>
            <pc:docMk/>
            <pc:sldMk cId="662608088" sldId="281"/>
            <ac:spMk id="31" creationId="{D5A96512-51A4-8291-F3EF-30371F9A308D}"/>
          </ac:spMkLst>
        </pc:spChg>
        <pc:spChg chg="mod">
          <ac:chgData name="Lala Guluzade" userId="2e684c3e-ad8a-47cf-b493-54606dd5dcb1" providerId="ADAL" clId="{A2BF9B08-964F-4531-B73D-668D4608DC8E}" dt="2026-06-30T12:24:31.942" v="11943"/>
          <ac:spMkLst>
            <pc:docMk/>
            <pc:sldMk cId="662608088" sldId="281"/>
            <ac:spMk id="42" creationId="{D25AC1CF-BC43-9214-F085-981515F593A8}"/>
          </ac:spMkLst>
        </pc:spChg>
        <pc:spChg chg="mod">
          <ac:chgData name="Lala Guluzade" userId="2e684c3e-ad8a-47cf-b493-54606dd5dcb1" providerId="ADAL" clId="{A2BF9B08-964F-4531-B73D-668D4608DC8E}" dt="2026-06-30T12:24:11.630" v="11937"/>
          <ac:spMkLst>
            <pc:docMk/>
            <pc:sldMk cId="662608088" sldId="281"/>
            <ac:spMk id="44" creationId="{127C1398-0282-3C03-7AB4-439073D789B4}"/>
          </ac:spMkLst>
        </pc:spChg>
        <pc:spChg chg="mod">
          <ac:chgData name="Lala Guluzade" userId="2e684c3e-ad8a-47cf-b493-54606dd5dcb1" providerId="ADAL" clId="{A2BF9B08-964F-4531-B73D-668D4608DC8E}" dt="2026-06-30T12:24:23.454" v="11939" actId="207"/>
          <ac:spMkLst>
            <pc:docMk/>
            <pc:sldMk cId="662608088" sldId="281"/>
            <ac:spMk id="47" creationId="{662B082B-D9ED-D6B5-A547-B76E4BB715BC}"/>
          </ac:spMkLst>
        </pc:spChg>
        <pc:graphicFrameChg chg="mod">
          <ac:chgData name="Lala Guluzade" userId="2e684c3e-ad8a-47cf-b493-54606dd5dcb1" providerId="ADAL" clId="{A2BF9B08-964F-4531-B73D-668D4608DC8E}" dt="2026-06-30T12:24:00.481" v="11933"/>
          <ac:graphicFrameMkLst>
            <pc:docMk/>
            <pc:sldMk cId="662608088" sldId="281"/>
            <ac:graphicFrameMk id="5" creationId="{F1279367-33AE-D2C2-941A-102EC0905A4F}"/>
          </ac:graphicFrameMkLst>
        </pc:graphicFrameChg>
      </pc:sldChg>
      <pc:sldChg chg="addSp delSp modSp mod modClrScheme chgLayout">
        <pc:chgData name="Lala Guluzade" userId="2e684c3e-ad8a-47cf-b493-54606dd5dcb1" providerId="ADAL" clId="{A2BF9B08-964F-4531-B73D-668D4608DC8E}" dt="2026-06-29T20:35:08.928" v="5955"/>
        <pc:sldMkLst>
          <pc:docMk/>
          <pc:sldMk cId="3092869587" sldId="281"/>
        </pc:sldMkLst>
        <pc:spChg chg="mod ord">
          <ac:chgData name="Lala Guluzade" userId="2e684c3e-ad8a-47cf-b493-54606dd5dcb1" providerId="ADAL" clId="{A2BF9B08-964F-4531-B73D-668D4608DC8E}" dt="2026-06-29T20:04:31.014" v="4243"/>
          <ac:spMkLst>
            <pc:docMk/>
            <pc:sldMk cId="3092869587" sldId="281"/>
            <ac:spMk id="2" creationId="{EA3D5921-D579-F93F-CD26-F69AAFB4F7A4}"/>
          </ac:spMkLst>
        </pc:spChg>
        <pc:spChg chg="del mod ord">
          <ac:chgData name="Lala Guluzade" userId="2e684c3e-ad8a-47cf-b493-54606dd5dcb1" providerId="ADAL" clId="{A2BF9B08-964F-4531-B73D-668D4608DC8E}" dt="2026-06-29T19:17:58.197" v="2100" actId="700"/>
          <ac:spMkLst>
            <pc:docMk/>
            <pc:sldMk cId="3092869587" sldId="281"/>
            <ac:spMk id="3" creationId="{B286EC84-A15B-BF3D-CC03-1033C96B9D69}"/>
          </ac:spMkLst>
        </pc:spChg>
        <pc:spChg chg="del mod ord">
          <ac:chgData name="Lala Guluzade" userId="2e684c3e-ad8a-47cf-b493-54606dd5dcb1" providerId="ADAL" clId="{A2BF9B08-964F-4531-B73D-668D4608DC8E}" dt="2026-06-29T19:17:58.197" v="2100" actId="700"/>
          <ac:spMkLst>
            <pc:docMk/>
            <pc:sldMk cId="3092869587" sldId="281"/>
            <ac:spMk id="4" creationId="{1600F8F2-5200-003D-C888-BCDDC3ACCBE9}"/>
          </ac:spMkLst>
        </pc:spChg>
        <pc:spChg chg="add del mod modVis">
          <ac:chgData name="Lala Guluzade" userId="2e684c3e-ad8a-47cf-b493-54606dd5dcb1" providerId="ADAL" clId="{A2BF9B08-964F-4531-B73D-668D4608DC8E}" dt="2026-06-29T12:36:07.678" v="100"/>
          <ac:spMkLst>
            <pc:docMk/>
            <pc:sldMk cId="3092869587" sldId="281"/>
            <ac:spMk id="6" creationId="{2F7C1C3A-867F-91C8-34DC-7011BE05CAA2}"/>
          </ac:spMkLst>
        </pc:spChg>
        <pc:spChg chg="add mod ord">
          <ac:chgData name="Lala Guluzade" userId="2e684c3e-ad8a-47cf-b493-54606dd5dcb1" providerId="ADAL" clId="{A2BF9B08-964F-4531-B73D-668D4608DC8E}" dt="2026-06-29T20:04:31.029" v="4271"/>
          <ac:spMkLst>
            <pc:docMk/>
            <pc:sldMk cId="3092869587" sldId="281"/>
            <ac:spMk id="6" creationId="{D1FF4F57-A12C-53D9-7C81-BAABD99D84A1}"/>
          </ac:spMkLst>
        </pc:spChg>
        <pc:spChg chg="add mod ord">
          <ac:chgData name="Lala Guluzade" userId="2e684c3e-ad8a-47cf-b493-54606dd5dcb1" providerId="ADAL" clId="{A2BF9B08-964F-4531-B73D-668D4608DC8E}" dt="2026-06-29T20:04:36.543" v="4405" actId="20577"/>
          <ac:spMkLst>
            <pc:docMk/>
            <pc:sldMk cId="3092869587" sldId="281"/>
            <ac:spMk id="7" creationId="{B8072CD8-B89B-BDB3-4965-E4929A887818}"/>
          </ac:spMkLst>
        </pc:spChg>
        <pc:spChg chg="add mod ord">
          <ac:chgData name="Lala Guluzade" userId="2e684c3e-ad8a-47cf-b493-54606dd5dcb1" providerId="ADAL" clId="{A2BF9B08-964F-4531-B73D-668D4608DC8E}" dt="2026-06-29T20:04:31.028" v="4269"/>
          <ac:spMkLst>
            <pc:docMk/>
            <pc:sldMk cId="3092869587" sldId="281"/>
            <ac:spMk id="8" creationId="{BEAA9ABB-A8F4-C2CB-F87B-CEBFCE6DAEFE}"/>
          </ac:spMkLst>
        </pc:spChg>
        <pc:spChg chg="add del mod">
          <ac:chgData name="Lala Guluzade" userId="2e684c3e-ad8a-47cf-b493-54606dd5dcb1" providerId="ADAL" clId="{A2BF9B08-964F-4531-B73D-668D4608DC8E}" dt="2026-06-29T19:15:29.553" v="1878" actId="478"/>
          <ac:spMkLst>
            <pc:docMk/>
            <pc:sldMk cId="3092869587" sldId="281"/>
            <ac:spMk id="9" creationId="{ECD0CD5A-5981-8FF5-127B-380279DE43CE}"/>
          </ac:spMkLst>
        </pc:spChg>
        <pc:spChg chg="add del mod">
          <ac:chgData name="Lala Guluzade" userId="2e684c3e-ad8a-47cf-b493-54606dd5dcb1" providerId="ADAL" clId="{A2BF9B08-964F-4531-B73D-668D4608DC8E}" dt="2026-06-29T19:15:29.553" v="1878" actId="478"/>
          <ac:spMkLst>
            <pc:docMk/>
            <pc:sldMk cId="3092869587" sldId="281"/>
            <ac:spMk id="10" creationId="{68124786-C9E3-8390-C042-C837F474127A}"/>
          </ac:spMkLst>
        </pc:spChg>
        <pc:spChg chg="add del mod">
          <ac:chgData name="Lala Guluzade" userId="2e684c3e-ad8a-47cf-b493-54606dd5dcb1" providerId="ADAL" clId="{A2BF9B08-964F-4531-B73D-668D4608DC8E}" dt="2026-06-29T19:17:36.509" v="2077" actId="478"/>
          <ac:spMkLst>
            <pc:docMk/>
            <pc:sldMk cId="3092869587" sldId="281"/>
            <ac:spMk id="11" creationId="{64CE0165-8413-A2C1-47AF-2181EBB08B48}"/>
          </ac:spMkLst>
        </pc:spChg>
        <pc:spChg chg="add del mod">
          <ac:chgData name="Lala Guluzade" userId="2e684c3e-ad8a-47cf-b493-54606dd5dcb1" providerId="ADAL" clId="{A2BF9B08-964F-4531-B73D-668D4608DC8E}" dt="2026-06-29T19:15:31.647" v="1879" actId="478"/>
          <ac:spMkLst>
            <pc:docMk/>
            <pc:sldMk cId="3092869587" sldId="281"/>
            <ac:spMk id="12" creationId="{C02222D7-CB28-D62A-B868-A9DA4FD07DD6}"/>
          </ac:spMkLst>
        </pc:spChg>
        <pc:spChg chg="add del mod">
          <ac:chgData name="Lala Guluzade" userId="2e684c3e-ad8a-47cf-b493-54606dd5dcb1" providerId="ADAL" clId="{A2BF9B08-964F-4531-B73D-668D4608DC8E}" dt="2026-06-29T19:19:59.497" v="2495" actId="478"/>
          <ac:spMkLst>
            <pc:docMk/>
            <pc:sldMk cId="3092869587" sldId="281"/>
            <ac:spMk id="13" creationId="{38F179CC-0B6B-C578-C7B3-4196190B6451}"/>
          </ac:spMkLst>
        </pc:spChg>
        <pc:spChg chg="add del mod">
          <ac:chgData name="Lala Guluzade" userId="2e684c3e-ad8a-47cf-b493-54606dd5dcb1" providerId="ADAL" clId="{A2BF9B08-964F-4531-B73D-668D4608DC8E}" dt="2026-06-29T19:16:29.846" v="2000" actId="478"/>
          <ac:spMkLst>
            <pc:docMk/>
            <pc:sldMk cId="3092869587" sldId="281"/>
            <ac:spMk id="14" creationId="{F44B2F61-0F6C-1A19-93EE-23900B4CDA8D}"/>
          </ac:spMkLst>
        </pc:spChg>
        <pc:spChg chg="add mod">
          <ac:chgData name="Lala Guluzade" userId="2e684c3e-ad8a-47cf-b493-54606dd5dcb1" providerId="ADAL" clId="{A2BF9B08-964F-4531-B73D-668D4608DC8E}" dt="2026-06-29T19:14:26.032" v="1809" actId="164"/>
          <ac:spMkLst>
            <pc:docMk/>
            <pc:sldMk cId="3092869587" sldId="281"/>
            <ac:spMk id="15" creationId="{C9D68D0D-FB40-798D-28D4-D069D90DF425}"/>
          </ac:spMkLst>
        </pc:spChg>
        <pc:spChg chg="add mod ord">
          <ac:chgData name="Lala Guluzade" userId="2e684c3e-ad8a-47cf-b493-54606dd5dcb1" providerId="ADAL" clId="{A2BF9B08-964F-4531-B73D-668D4608DC8E}" dt="2026-06-29T20:04:31.029" v="4273"/>
          <ac:spMkLst>
            <pc:docMk/>
            <pc:sldMk cId="3092869587" sldId="281"/>
            <ac:spMk id="16" creationId="{13E5E8A3-D2B7-366C-1F64-DE2978C4886F}"/>
          </ac:spMkLst>
        </pc:spChg>
        <pc:spChg chg="add mod">
          <ac:chgData name="Lala Guluzade" userId="2e684c3e-ad8a-47cf-b493-54606dd5dcb1" providerId="ADAL" clId="{A2BF9B08-964F-4531-B73D-668D4608DC8E}" dt="2026-06-29T19:14:26.032" v="1809" actId="164"/>
          <ac:spMkLst>
            <pc:docMk/>
            <pc:sldMk cId="3092869587" sldId="281"/>
            <ac:spMk id="17" creationId="{234BCB15-E23B-EB3B-9496-24D5E8E83831}"/>
          </ac:spMkLst>
        </pc:spChg>
        <pc:spChg chg="add mod ord topLvl">
          <ac:chgData name="Lala Guluzade" userId="2e684c3e-ad8a-47cf-b493-54606dd5dcb1" providerId="ADAL" clId="{A2BF9B08-964F-4531-B73D-668D4608DC8E}" dt="2026-06-29T20:04:31.033" v="4283"/>
          <ac:spMkLst>
            <pc:docMk/>
            <pc:sldMk cId="3092869587" sldId="281"/>
            <ac:spMk id="19" creationId="{EFE0032A-30B9-4DF9-B589-BAB9888E8935}"/>
          </ac:spMkLst>
        </pc:spChg>
        <pc:spChg chg="add mod ord">
          <ac:chgData name="Lala Guluzade" userId="2e684c3e-ad8a-47cf-b493-54606dd5dcb1" providerId="ADAL" clId="{A2BF9B08-964F-4531-B73D-668D4608DC8E}" dt="2026-06-29T20:04:31.034" v="4285"/>
          <ac:spMkLst>
            <pc:docMk/>
            <pc:sldMk cId="3092869587" sldId="281"/>
            <ac:spMk id="20" creationId="{D60D89D1-67B5-C6B4-BEEA-1955A22DA685}"/>
          </ac:spMkLst>
        </pc:spChg>
        <pc:spChg chg="add mod ord">
          <ac:chgData name="Lala Guluzade" userId="2e684c3e-ad8a-47cf-b493-54606dd5dcb1" providerId="ADAL" clId="{A2BF9B08-964F-4531-B73D-668D4608DC8E}" dt="2026-06-29T20:04:31.019" v="4245"/>
          <ac:spMkLst>
            <pc:docMk/>
            <pc:sldMk cId="3092869587" sldId="281"/>
            <ac:spMk id="22" creationId="{766FD1CB-9AD9-1D10-063C-CCBF5DB0AA91}"/>
          </ac:spMkLst>
        </pc:spChg>
        <pc:spChg chg="add mod ord">
          <ac:chgData name="Lala Guluzade" userId="2e684c3e-ad8a-47cf-b493-54606dd5dcb1" providerId="ADAL" clId="{A2BF9B08-964F-4531-B73D-668D4608DC8E}" dt="2026-06-29T20:04:31.019" v="4247"/>
          <ac:spMkLst>
            <pc:docMk/>
            <pc:sldMk cId="3092869587" sldId="281"/>
            <ac:spMk id="23" creationId="{9611B3E0-3CD6-EF46-B448-61F3742D3DE7}"/>
          </ac:spMkLst>
        </pc:spChg>
        <pc:spChg chg="add del mod modVis">
          <ac:chgData name="Lala Guluzade" userId="2e684c3e-ad8a-47cf-b493-54606dd5dcb1" providerId="ADAL" clId="{A2BF9B08-964F-4531-B73D-668D4608DC8E}" dt="2026-06-29T19:17:58.833" v="2123"/>
          <ac:spMkLst>
            <pc:docMk/>
            <pc:sldMk cId="3092869587" sldId="281"/>
            <ac:spMk id="24" creationId="{5510E8CC-9444-EDF5-0791-22A799CF5E14}"/>
          </ac:spMkLst>
        </pc:spChg>
        <pc:spChg chg="add mod ord">
          <ac:chgData name="Lala Guluzade" userId="2e684c3e-ad8a-47cf-b493-54606dd5dcb1" providerId="ADAL" clId="{A2BF9B08-964F-4531-B73D-668D4608DC8E}" dt="2026-06-29T20:04:31.035" v="4289"/>
          <ac:spMkLst>
            <pc:docMk/>
            <pc:sldMk cId="3092869587" sldId="281"/>
            <ac:spMk id="26" creationId="{E15FBD9E-D13F-BF05-0C21-A18D131BE1AA}"/>
          </ac:spMkLst>
        </pc:spChg>
        <pc:spChg chg="add del mod">
          <ac:chgData name="Lala Guluzade" userId="2e684c3e-ad8a-47cf-b493-54606dd5dcb1" providerId="ADAL" clId="{A2BF9B08-964F-4531-B73D-668D4608DC8E}" dt="2026-06-29T19:20:17.933" v="2573" actId="478"/>
          <ac:spMkLst>
            <pc:docMk/>
            <pc:sldMk cId="3092869587" sldId="281"/>
            <ac:spMk id="27" creationId="{7ACBE396-F1A4-1430-9532-83E9916B1B4E}"/>
          </ac:spMkLst>
        </pc:spChg>
        <pc:spChg chg="add mod">
          <ac:chgData name="Lala Guluzade" userId="2e684c3e-ad8a-47cf-b493-54606dd5dcb1" providerId="ADAL" clId="{A2BF9B08-964F-4531-B73D-668D4608DC8E}" dt="2026-06-29T19:22:12.994" v="2674"/>
          <ac:spMkLst>
            <pc:docMk/>
            <pc:sldMk cId="3092869587" sldId="281"/>
            <ac:spMk id="28" creationId="{7261174A-6C8B-9A15-4654-7BF5B8D52134}"/>
          </ac:spMkLst>
        </pc:spChg>
        <pc:spChg chg="add mod">
          <ac:chgData name="Lala Guluzade" userId="2e684c3e-ad8a-47cf-b493-54606dd5dcb1" providerId="ADAL" clId="{A2BF9B08-964F-4531-B73D-668D4608DC8E}" dt="2026-06-29T19:22:12.994" v="2674"/>
          <ac:spMkLst>
            <pc:docMk/>
            <pc:sldMk cId="3092869587" sldId="281"/>
            <ac:spMk id="29" creationId="{76E438B6-2218-0E21-789C-EAE67F2699C4}"/>
          </ac:spMkLst>
        </pc:spChg>
        <pc:spChg chg="mod">
          <ac:chgData name="Lala Guluzade" userId="2e684c3e-ad8a-47cf-b493-54606dd5dcb1" providerId="ADAL" clId="{A2BF9B08-964F-4531-B73D-668D4608DC8E}" dt="2026-06-29T19:22:13" v="2675"/>
          <ac:spMkLst>
            <pc:docMk/>
            <pc:sldMk cId="3092869587" sldId="281"/>
            <ac:spMk id="32" creationId="{E3F67D3D-4CCB-F3A1-EA70-E5A45D608413}"/>
          </ac:spMkLst>
        </pc:spChg>
        <pc:spChg chg="mod">
          <ac:chgData name="Lala Guluzade" userId="2e684c3e-ad8a-47cf-b493-54606dd5dcb1" providerId="ADAL" clId="{A2BF9B08-964F-4531-B73D-668D4608DC8E}" dt="2026-06-29T19:22:13" v="2675"/>
          <ac:spMkLst>
            <pc:docMk/>
            <pc:sldMk cId="3092869587" sldId="281"/>
            <ac:spMk id="33" creationId="{408F529D-339C-F3FC-136D-0BC8C5309BDD}"/>
          </ac:spMkLst>
        </pc:spChg>
        <pc:spChg chg="mod">
          <ac:chgData name="Lala Guluzade" userId="2e684c3e-ad8a-47cf-b493-54606dd5dcb1" providerId="ADAL" clId="{A2BF9B08-964F-4531-B73D-668D4608DC8E}" dt="2026-06-29T19:22:13.005" v="2676"/>
          <ac:spMkLst>
            <pc:docMk/>
            <pc:sldMk cId="3092869587" sldId="281"/>
            <ac:spMk id="35" creationId="{BA031F32-8892-F624-BB03-42D8A8212C15}"/>
          </ac:spMkLst>
        </pc:spChg>
        <pc:spChg chg="mod">
          <ac:chgData name="Lala Guluzade" userId="2e684c3e-ad8a-47cf-b493-54606dd5dcb1" providerId="ADAL" clId="{A2BF9B08-964F-4531-B73D-668D4608DC8E}" dt="2026-06-29T19:22:13.005" v="2676"/>
          <ac:spMkLst>
            <pc:docMk/>
            <pc:sldMk cId="3092869587" sldId="281"/>
            <ac:spMk id="36" creationId="{0B29E69D-BC89-0984-5D3F-20DC85244DE2}"/>
          </ac:spMkLst>
        </pc:spChg>
        <pc:spChg chg="mod">
          <ac:chgData name="Lala Guluzade" userId="2e684c3e-ad8a-47cf-b493-54606dd5dcb1" providerId="ADAL" clId="{A2BF9B08-964F-4531-B73D-668D4608DC8E}" dt="2026-06-29T19:22:13.010" v="2677"/>
          <ac:spMkLst>
            <pc:docMk/>
            <pc:sldMk cId="3092869587" sldId="281"/>
            <ac:spMk id="38" creationId="{77CD3BC7-7145-50E7-8162-A7061A482C0F}"/>
          </ac:spMkLst>
        </pc:spChg>
        <pc:spChg chg="mod">
          <ac:chgData name="Lala Guluzade" userId="2e684c3e-ad8a-47cf-b493-54606dd5dcb1" providerId="ADAL" clId="{A2BF9B08-964F-4531-B73D-668D4608DC8E}" dt="2026-06-29T19:22:13.010" v="2677"/>
          <ac:spMkLst>
            <pc:docMk/>
            <pc:sldMk cId="3092869587" sldId="281"/>
            <ac:spMk id="39" creationId="{A9668759-6610-07B1-1BED-C11E639AA69C}"/>
          </ac:spMkLst>
        </pc:spChg>
        <pc:spChg chg="mod">
          <ac:chgData name="Lala Guluzade" userId="2e684c3e-ad8a-47cf-b493-54606dd5dcb1" providerId="ADAL" clId="{A2BF9B08-964F-4531-B73D-668D4608DC8E}" dt="2026-06-29T19:22:12.994" v="2674"/>
          <ac:spMkLst>
            <pc:docMk/>
            <pc:sldMk cId="3092869587" sldId="281"/>
            <ac:spMk id="41" creationId="{9D0FB989-175A-BAB9-ECEF-AFC4D8541045}"/>
          </ac:spMkLst>
        </pc:spChg>
        <pc:spChg chg="mod">
          <ac:chgData name="Lala Guluzade" userId="2e684c3e-ad8a-47cf-b493-54606dd5dcb1" providerId="ADAL" clId="{A2BF9B08-964F-4531-B73D-668D4608DC8E}" dt="2026-06-29T19:22:12.994" v="2674"/>
          <ac:spMkLst>
            <pc:docMk/>
            <pc:sldMk cId="3092869587" sldId="281"/>
            <ac:spMk id="42" creationId="{D0AE4293-0D59-2FFE-5E90-5A1FCEEA768F}"/>
          </ac:spMkLst>
        </pc:spChg>
        <pc:spChg chg="mod">
          <ac:chgData name="Lala Guluzade" userId="2e684c3e-ad8a-47cf-b493-54606dd5dcb1" providerId="ADAL" clId="{A2BF9B08-964F-4531-B73D-668D4608DC8E}" dt="2026-06-29T19:22:13" v="2675"/>
          <ac:spMkLst>
            <pc:docMk/>
            <pc:sldMk cId="3092869587" sldId="281"/>
            <ac:spMk id="44" creationId="{EDEC5F2B-3E39-C488-51F7-9D1B528B7C91}"/>
          </ac:spMkLst>
        </pc:spChg>
        <pc:spChg chg="mod">
          <ac:chgData name="Lala Guluzade" userId="2e684c3e-ad8a-47cf-b493-54606dd5dcb1" providerId="ADAL" clId="{A2BF9B08-964F-4531-B73D-668D4608DC8E}" dt="2026-06-29T19:22:13" v="2675"/>
          <ac:spMkLst>
            <pc:docMk/>
            <pc:sldMk cId="3092869587" sldId="281"/>
            <ac:spMk id="45" creationId="{1CE7CB69-110B-3806-EC2E-47A70B879921}"/>
          </ac:spMkLst>
        </pc:spChg>
        <pc:spChg chg="mod">
          <ac:chgData name="Lala Guluzade" userId="2e684c3e-ad8a-47cf-b493-54606dd5dcb1" providerId="ADAL" clId="{A2BF9B08-964F-4531-B73D-668D4608DC8E}" dt="2026-06-29T19:22:13.005" v="2676"/>
          <ac:spMkLst>
            <pc:docMk/>
            <pc:sldMk cId="3092869587" sldId="281"/>
            <ac:spMk id="47" creationId="{B33920AC-6F4A-51F8-3FDD-F94F08F1D6C7}"/>
          </ac:spMkLst>
        </pc:spChg>
        <pc:spChg chg="mod">
          <ac:chgData name="Lala Guluzade" userId="2e684c3e-ad8a-47cf-b493-54606dd5dcb1" providerId="ADAL" clId="{A2BF9B08-964F-4531-B73D-668D4608DC8E}" dt="2026-06-29T19:22:13.005" v="2676"/>
          <ac:spMkLst>
            <pc:docMk/>
            <pc:sldMk cId="3092869587" sldId="281"/>
            <ac:spMk id="48" creationId="{BF0A013D-6A86-85A2-001E-AA360B56C7FF}"/>
          </ac:spMkLst>
        </pc:spChg>
        <pc:spChg chg="mod">
          <ac:chgData name="Lala Guluzade" userId="2e684c3e-ad8a-47cf-b493-54606dd5dcb1" providerId="ADAL" clId="{A2BF9B08-964F-4531-B73D-668D4608DC8E}" dt="2026-06-29T19:22:13.010" v="2677"/>
          <ac:spMkLst>
            <pc:docMk/>
            <pc:sldMk cId="3092869587" sldId="281"/>
            <ac:spMk id="50" creationId="{F996EFD9-682F-29F1-1D3C-9ACF6625045E}"/>
          </ac:spMkLst>
        </pc:spChg>
        <pc:spChg chg="mod">
          <ac:chgData name="Lala Guluzade" userId="2e684c3e-ad8a-47cf-b493-54606dd5dcb1" providerId="ADAL" clId="{A2BF9B08-964F-4531-B73D-668D4608DC8E}" dt="2026-06-29T19:22:13.010" v="2677"/>
          <ac:spMkLst>
            <pc:docMk/>
            <pc:sldMk cId="3092869587" sldId="281"/>
            <ac:spMk id="51" creationId="{9000BDE8-FBE4-589C-FE44-2876AD3ACE37}"/>
          </ac:spMkLst>
        </pc:spChg>
        <pc:spChg chg="mod">
          <ac:chgData name="Lala Guluzade" userId="2e684c3e-ad8a-47cf-b493-54606dd5dcb1" providerId="ADAL" clId="{A2BF9B08-964F-4531-B73D-668D4608DC8E}" dt="2026-06-29T19:22:12.994" v="2674"/>
          <ac:spMkLst>
            <pc:docMk/>
            <pc:sldMk cId="3092869587" sldId="281"/>
            <ac:spMk id="53" creationId="{682EC293-775E-F2B8-2888-CB0B34F29831}"/>
          </ac:spMkLst>
        </pc:spChg>
        <pc:spChg chg="mod">
          <ac:chgData name="Lala Guluzade" userId="2e684c3e-ad8a-47cf-b493-54606dd5dcb1" providerId="ADAL" clId="{A2BF9B08-964F-4531-B73D-668D4608DC8E}" dt="2026-06-29T19:22:12.994" v="2674"/>
          <ac:spMkLst>
            <pc:docMk/>
            <pc:sldMk cId="3092869587" sldId="281"/>
            <ac:spMk id="54" creationId="{F6646AE2-2B82-D16A-4D04-878A5A976E67}"/>
          </ac:spMkLst>
        </pc:spChg>
        <pc:spChg chg="mod">
          <ac:chgData name="Lala Guluzade" userId="2e684c3e-ad8a-47cf-b493-54606dd5dcb1" providerId="ADAL" clId="{A2BF9B08-964F-4531-B73D-668D4608DC8E}" dt="2026-06-29T19:22:13" v="2675"/>
          <ac:spMkLst>
            <pc:docMk/>
            <pc:sldMk cId="3092869587" sldId="281"/>
            <ac:spMk id="56" creationId="{4816D923-06A3-C71A-B34F-447B87E01A19}"/>
          </ac:spMkLst>
        </pc:spChg>
        <pc:spChg chg="mod">
          <ac:chgData name="Lala Guluzade" userId="2e684c3e-ad8a-47cf-b493-54606dd5dcb1" providerId="ADAL" clId="{A2BF9B08-964F-4531-B73D-668D4608DC8E}" dt="2026-06-29T19:22:13" v="2675"/>
          <ac:spMkLst>
            <pc:docMk/>
            <pc:sldMk cId="3092869587" sldId="281"/>
            <ac:spMk id="57" creationId="{8E1C6AD4-54E9-B393-42F8-B2EF84B2D6B5}"/>
          </ac:spMkLst>
        </pc:spChg>
        <pc:spChg chg="mod">
          <ac:chgData name="Lala Guluzade" userId="2e684c3e-ad8a-47cf-b493-54606dd5dcb1" providerId="ADAL" clId="{A2BF9B08-964F-4531-B73D-668D4608DC8E}" dt="2026-06-29T19:22:13.005" v="2676"/>
          <ac:spMkLst>
            <pc:docMk/>
            <pc:sldMk cId="3092869587" sldId="281"/>
            <ac:spMk id="59" creationId="{82A052A8-0881-C971-206E-844C93DDD41D}"/>
          </ac:spMkLst>
        </pc:spChg>
        <pc:spChg chg="mod">
          <ac:chgData name="Lala Guluzade" userId="2e684c3e-ad8a-47cf-b493-54606dd5dcb1" providerId="ADAL" clId="{A2BF9B08-964F-4531-B73D-668D4608DC8E}" dt="2026-06-29T19:22:13.005" v="2676"/>
          <ac:spMkLst>
            <pc:docMk/>
            <pc:sldMk cId="3092869587" sldId="281"/>
            <ac:spMk id="60" creationId="{ACD42C4D-E382-4AE6-8F54-CC74D1700DCA}"/>
          </ac:spMkLst>
        </pc:spChg>
        <pc:spChg chg="mod">
          <ac:chgData name="Lala Guluzade" userId="2e684c3e-ad8a-47cf-b493-54606dd5dcb1" providerId="ADAL" clId="{A2BF9B08-964F-4531-B73D-668D4608DC8E}" dt="2026-06-29T19:22:13.010" v="2677"/>
          <ac:spMkLst>
            <pc:docMk/>
            <pc:sldMk cId="3092869587" sldId="281"/>
            <ac:spMk id="62" creationId="{D7FA6E16-B4BA-868D-5786-D6A5BB03D9F3}"/>
          </ac:spMkLst>
        </pc:spChg>
        <pc:spChg chg="mod">
          <ac:chgData name="Lala Guluzade" userId="2e684c3e-ad8a-47cf-b493-54606dd5dcb1" providerId="ADAL" clId="{A2BF9B08-964F-4531-B73D-668D4608DC8E}" dt="2026-06-29T19:22:13.010" v="2677"/>
          <ac:spMkLst>
            <pc:docMk/>
            <pc:sldMk cId="3092869587" sldId="281"/>
            <ac:spMk id="63" creationId="{09FEFEEB-BAF7-A44A-44C1-DADA0E35C99C}"/>
          </ac:spMkLst>
        </pc:spChg>
        <pc:spChg chg="mod ord">
          <ac:chgData name="Lala Guluzade" userId="2e684c3e-ad8a-47cf-b493-54606dd5dcb1" providerId="ADAL" clId="{A2BF9B08-964F-4531-B73D-668D4608DC8E}" dt="2026-06-29T20:04:31.020" v="4249"/>
          <ac:spMkLst>
            <pc:docMk/>
            <pc:sldMk cId="3092869587" sldId="281"/>
            <ac:spMk id="257" creationId="{1201E5CB-FCB4-58AB-15E8-95BB43E14137}"/>
          </ac:spMkLst>
        </pc:spChg>
        <pc:spChg chg="mod">
          <ac:chgData name="Lala Guluzade" userId="2e684c3e-ad8a-47cf-b493-54606dd5dcb1" providerId="ADAL" clId="{A2BF9B08-964F-4531-B73D-668D4608DC8E}" dt="2026-06-29T19:22:12.994" v="2674"/>
          <ac:spMkLst>
            <pc:docMk/>
            <pc:sldMk cId="3092869587" sldId="281"/>
            <ac:spMk id="258" creationId="{A58A0965-7C20-EFA4-E4C8-D7C505FB3E44}"/>
          </ac:spMkLst>
        </pc:spChg>
        <pc:spChg chg="mod">
          <ac:chgData name="Lala Guluzade" userId="2e684c3e-ad8a-47cf-b493-54606dd5dcb1" providerId="ADAL" clId="{A2BF9B08-964F-4531-B73D-668D4608DC8E}" dt="2026-06-29T19:22:12.994" v="2674"/>
          <ac:spMkLst>
            <pc:docMk/>
            <pc:sldMk cId="3092869587" sldId="281"/>
            <ac:spMk id="259" creationId="{900C1BB3-BFCF-8028-2CE4-E2523C7F3193}"/>
          </ac:spMkLst>
        </pc:spChg>
        <pc:spChg chg="mod">
          <ac:chgData name="Lala Guluzade" userId="2e684c3e-ad8a-47cf-b493-54606dd5dcb1" providerId="ADAL" clId="{A2BF9B08-964F-4531-B73D-668D4608DC8E}" dt="2026-06-29T19:22:13" v="2675"/>
          <ac:spMkLst>
            <pc:docMk/>
            <pc:sldMk cId="3092869587" sldId="281"/>
            <ac:spMk id="261" creationId="{7B32A06B-5440-52CE-5E12-515DCBB32099}"/>
          </ac:spMkLst>
        </pc:spChg>
        <pc:spChg chg="mod">
          <ac:chgData name="Lala Guluzade" userId="2e684c3e-ad8a-47cf-b493-54606dd5dcb1" providerId="ADAL" clId="{A2BF9B08-964F-4531-B73D-668D4608DC8E}" dt="2026-06-29T19:22:13" v="2675"/>
          <ac:spMkLst>
            <pc:docMk/>
            <pc:sldMk cId="3092869587" sldId="281"/>
            <ac:spMk id="262" creationId="{3C31EDA8-CEAB-C136-F97B-258275327381}"/>
          </ac:spMkLst>
        </pc:spChg>
        <pc:spChg chg="mod">
          <ac:chgData name="Lala Guluzade" userId="2e684c3e-ad8a-47cf-b493-54606dd5dcb1" providerId="ADAL" clId="{A2BF9B08-964F-4531-B73D-668D4608DC8E}" dt="2026-06-29T19:22:13.005" v="2676"/>
          <ac:spMkLst>
            <pc:docMk/>
            <pc:sldMk cId="3092869587" sldId="281"/>
            <ac:spMk id="264" creationId="{4A1DF3DB-C9C9-BDBC-8901-C67031F24307}"/>
          </ac:spMkLst>
        </pc:spChg>
        <pc:spChg chg="mod">
          <ac:chgData name="Lala Guluzade" userId="2e684c3e-ad8a-47cf-b493-54606dd5dcb1" providerId="ADAL" clId="{A2BF9B08-964F-4531-B73D-668D4608DC8E}" dt="2026-06-29T19:22:13.005" v="2676"/>
          <ac:spMkLst>
            <pc:docMk/>
            <pc:sldMk cId="3092869587" sldId="281"/>
            <ac:spMk id="265" creationId="{185832FE-FF53-D960-4470-0ECF2A974535}"/>
          </ac:spMkLst>
        </pc:spChg>
        <pc:spChg chg="mod">
          <ac:chgData name="Lala Guluzade" userId="2e684c3e-ad8a-47cf-b493-54606dd5dcb1" providerId="ADAL" clId="{A2BF9B08-964F-4531-B73D-668D4608DC8E}" dt="2026-06-29T19:22:13.010" v="2677"/>
          <ac:spMkLst>
            <pc:docMk/>
            <pc:sldMk cId="3092869587" sldId="281"/>
            <ac:spMk id="267" creationId="{AEB4CD32-58BB-DEA9-1AF5-9943E654EFF7}"/>
          </ac:spMkLst>
        </pc:spChg>
        <pc:spChg chg="mod">
          <ac:chgData name="Lala Guluzade" userId="2e684c3e-ad8a-47cf-b493-54606dd5dcb1" providerId="ADAL" clId="{A2BF9B08-964F-4531-B73D-668D4608DC8E}" dt="2026-06-29T19:22:13.010" v="2677"/>
          <ac:spMkLst>
            <pc:docMk/>
            <pc:sldMk cId="3092869587" sldId="281"/>
            <ac:spMk id="268" creationId="{DB81CE3E-AB8C-363B-BC97-6E21D6E56E0C}"/>
          </ac:spMkLst>
        </pc:spChg>
        <pc:spChg chg="mod">
          <ac:chgData name="Lala Guluzade" userId="2e684c3e-ad8a-47cf-b493-54606dd5dcb1" providerId="ADAL" clId="{A2BF9B08-964F-4531-B73D-668D4608DC8E}" dt="2026-06-29T19:22:23.738" v="2678" actId="571"/>
          <ac:spMkLst>
            <pc:docMk/>
            <pc:sldMk cId="3092869587" sldId="281"/>
            <ac:spMk id="274" creationId="{9AB101A7-C046-6DE4-382D-3729B652D5AE}"/>
          </ac:spMkLst>
        </pc:spChg>
        <pc:spChg chg="mod">
          <ac:chgData name="Lala Guluzade" userId="2e684c3e-ad8a-47cf-b493-54606dd5dcb1" providerId="ADAL" clId="{A2BF9B08-964F-4531-B73D-668D4608DC8E}" dt="2026-06-29T19:22:23.738" v="2678" actId="571"/>
          <ac:spMkLst>
            <pc:docMk/>
            <pc:sldMk cId="3092869587" sldId="281"/>
            <ac:spMk id="275" creationId="{E944F808-FCF8-CF6D-A6CB-400F3EDD1B52}"/>
          </ac:spMkLst>
        </pc:spChg>
        <pc:spChg chg="mod">
          <ac:chgData name="Lala Guluzade" userId="2e684c3e-ad8a-47cf-b493-54606dd5dcb1" providerId="ADAL" clId="{A2BF9B08-964F-4531-B73D-668D4608DC8E}" dt="2026-06-29T19:22:23.738" v="2678" actId="571"/>
          <ac:spMkLst>
            <pc:docMk/>
            <pc:sldMk cId="3092869587" sldId="281"/>
            <ac:spMk id="277" creationId="{447763EB-CE47-1B8E-60BE-863C9377A831}"/>
          </ac:spMkLst>
        </pc:spChg>
        <pc:spChg chg="mod">
          <ac:chgData name="Lala Guluzade" userId="2e684c3e-ad8a-47cf-b493-54606dd5dcb1" providerId="ADAL" clId="{A2BF9B08-964F-4531-B73D-668D4608DC8E}" dt="2026-06-29T19:22:23.738" v="2678" actId="571"/>
          <ac:spMkLst>
            <pc:docMk/>
            <pc:sldMk cId="3092869587" sldId="281"/>
            <ac:spMk id="278" creationId="{91F18E5C-7630-13F6-ED49-B2C75E631178}"/>
          </ac:spMkLst>
        </pc:spChg>
        <pc:spChg chg="mod">
          <ac:chgData name="Lala Guluzade" userId="2e684c3e-ad8a-47cf-b493-54606dd5dcb1" providerId="ADAL" clId="{A2BF9B08-964F-4531-B73D-668D4608DC8E}" dt="2026-06-29T19:22:23.738" v="2678" actId="571"/>
          <ac:spMkLst>
            <pc:docMk/>
            <pc:sldMk cId="3092869587" sldId="281"/>
            <ac:spMk id="280" creationId="{9FD78D12-FF55-60E4-912A-5E55C85ABBCC}"/>
          </ac:spMkLst>
        </pc:spChg>
        <pc:spChg chg="mod">
          <ac:chgData name="Lala Guluzade" userId="2e684c3e-ad8a-47cf-b493-54606dd5dcb1" providerId="ADAL" clId="{A2BF9B08-964F-4531-B73D-668D4608DC8E}" dt="2026-06-29T19:22:23.738" v="2678" actId="571"/>
          <ac:spMkLst>
            <pc:docMk/>
            <pc:sldMk cId="3092869587" sldId="281"/>
            <ac:spMk id="281" creationId="{94DA04E5-9B13-6299-E1C8-B182E1CC3A22}"/>
          </ac:spMkLst>
        </pc:spChg>
        <pc:spChg chg="mod">
          <ac:chgData name="Lala Guluzade" userId="2e684c3e-ad8a-47cf-b493-54606dd5dcb1" providerId="ADAL" clId="{A2BF9B08-964F-4531-B73D-668D4608DC8E}" dt="2026-06-29T19:22:23.738" v="2678" actId="571"/>
          <ac:spMkLst>
            <pc:docMk/>
            <pc:sldMk cId="3092869587" sldId="281"/>
            <ac:spMk id="283" creationId="{8998F0B7-5648-4A7F-AEAA-11FE8AC3E673}"/>
          </ac:spMkLst>
        </pc:spChg>
        <pc:spChg chg="mod">
          <ac:chgData name="Lala Guluzade" userId="2e684c3e-ad8a-47cf-b493-54606dd5dcb1" providerId="ADAL" clId="{A2BF9B08-964F-4531-B73D-668D4608DC8E}" dt="2026-06-29T19:22:23.738" v="2678" actId="571"/>
          <ac:spMkLst>
            <pc:docMk/>
            <pc:sldMk cId="3092869587" sldId="281"/>
            <ac:spMk id="284" creationId="{6B506392-035A-94BD-CDBC-9F59258D7E4E}"/>
          </ac:spMkLst>
        </pc:spChg>
        <pc:spChg chg="mod">
          <ac:chgData name="Lala Guluzade" userId="2e684c3e-ad8a-47cf-b493-54606dd5dcb1" providerId="ADAL" clId="{A2BF9B08-964F-4531-B73D-668D4608DC8E}" dt="2026-06-29T19:22:27.532" v="2679" actId="571"/>
          <ac:spMkLst>
            <pc:docMk/>
            <pc:sldMk cId="3092869587" sldId="281"/>
            <ac:spMk id="286" creationId="{454A5E99-98C6-7DF1-DB8C-27154DB0EC47}"/>
          </ac:spMkLst>
        </pc:spChg>
        <pc:spChg chg="mod">
          <ac:chgData name="Lala Guluzade" userId="2e684c3e-ad8a-47cf-b493-54606dd5dcb1" providerId="ADAL" clId="{A2BF9B08-964F-4531-B73D-668D4608DC8E}" dt="2026-06-29T19:22:27.532" v="2679" actId="571"/>
          <ac:spMkLst>
            <pc:docMk/>
            <pc:sldMk cId="3092869587" sldId="281"/>
            <ac:spMk id="287" creationId="{C6818A95-93C1-B734-AF77-1D0F7F3FA6A7}"/>
          </ac:spMkLst>
        </pc:spChg>
        <pc:spChg chg="mod">
          <ac:chgData name="Lala Guluzade" userId="2e684c3e-ad8a-47cf-b493-54606dd5dcb1" providerId="ADAL" clId="{A2BF9B08-964F-4531-B73D-668D4608DC8E}" dt="2026-06-29T19:22:27.532" v="2679" actId="571"/>
          <ac:spMkLst>
            <pc:docMk/>
            <pc:sldMk cId="3092869587" sldId="281"/>
            <ac:spMk id="289" creationId="{1699A11A-4758-78BC-EEB5-E81CB2BC36A5}"/>
          </ac:spMkLst>
        </pc:spChg>
        <pc:spChg chg="del">
          <ac:chgData name="Lala Guluzade" userId="2e684c3e-ad8a-47cf-b493-54606dd5dcb1" providerId="ADAL" clId="{A2BF9B08-964F-4531-B73D-668D4608DC8E}" dt="2026-06-29T12:36:26.714" v="104" actId="478"/>
          <ac:spMkLst>
            <pc:docMk/>
            <pc:sldMk cId="3092869587" sldId="281"/>
            <ac:spMk id="289" creationId="{21FD2F9C-1FFB-2517-0415-D0159C1A04AC}"/>
          </ac:spMkLst>
        </pc:spChg>
        <pc:spChg chg="mod">
          <ac:chgData name="Lala Guluzade" userId="2e684c3e-ad8a-47cf-b493-54606dd5dcb1" providerId="ADAL" clId="{A2BF9B08-964F-4531-B73D-668D4608DC8E}" dt="2026-06-29T19:22:27.532" v="2679" actId="571"/>
          <ac:spMkLst>
            <pc:docMk/>
            <pc:sldMk cId="3092869587" sldId="281"/>
            <ac:spMk id="290" creationId="{0DB31BD0-F0BA-60EE-A4D3-4C491E635637}"/>
          </ac:spMkLst>
        </pc:spChg>
        <pc:spChg chg="mod ord topLvl">
          <ac:chgData name="Lala Guluzade" userId="2e684c3e-ad8a-47cf-b493-54606dd5dcb1" providerId="ADAL" clId="{A2BF9B08-964F-4531-B73D-668D4608DC8E}" dt="2026-06-29T20:04:31.031" v="4277"/>
          <ac:spMkLst>
            <pc:docMk/>
            <pc:sldMk cId="3092869587" sldId="281"/>
            <ac:spMk id="292" creationId="{2219E54C-2A00-12D1-4FEF-C6BE00686C69}"/>
          </ac:spMkLst>
        </pc:spChg>
        <pc:spChg chg="mod ord topLvl">
          <ac:chgData name="Lala Guluzade" userId="2e684c3e-ad8a-47cf-b493-54606dd5dcb1" providerId="ADAL" clId="{A2BF9B08-964F-4531-B73D-668D4608DC8E}" dt="2026-06-29T20:04:31.032" v="4279"/>
          <ac:spMkLst>
            <pc:docMk/>
            <pc:sldMk cId="3092869587" sldId="281"/>
            <ac:spMk id="293" creationId="{DE8CF5DD-066D-6B62-F37E-E4A2B1357555}"/>
          </ac:spMkLst>
        </pc:spChg>
        <pc:spChg chg="mod ord topLvl">
          <ac:chgData name="Lala Guluzade" userId="2e684c3e-ad8a-47cf-b493-54606dd5dcb1" providerId="ADAL" clId="{A2BF9B08-964F-4531-B73D-668D4608DC8E}" dt="2026-06-29T20:04:31.033" v="4281"/>
          <ac:spMkLst>
            <pc:docMk/>
            <pc:sldMk cId="3092869587" sldId="281"/>
            <ac:spMk id="294" creationId="{B2DBAE50-1D97-F664-4446-D05F0C2ECA88}"/>
          </ac:spMkLst>
        </pc:spChg>
        <pc:spChg chg="mod ord">
          <ac:chgData name="Lala Guluzade" userId="2e684c3e-ad8a-47cf-b493-54606dd5dcb1" providerId="ADAL" clId="{A2BF9B08-964F-4531-B73D-668D4608DC8E}" dt="2026-06-29T20:04:31.021" v="4251"/>
          <ac:spMkLst>
            <pc:docMk/>
            <pc:sldMk cId="3092869587" sldId="281"/>
            <ac:spMk id="295" creationId="{8C2A6042-7BF4-BB67-4EC2-06F54632FCEE}"/>
          </ac:spMkLst>
        </pc:spChg>
        <pc:spChg chg="mod ord">
          <ac:chgData name="Lala Guluzade" userId="2e684c3e-ad8a-47cf-b493-54606dd5dcb1" providerId="ADAL" clId="{A2BF9B08-964F-4531-B73D-668D4608DC8E}" dt="2026-06-29T20:04:31.022" v="4253"/>
          <ac:spMkLst>
            <pc:docMk/>
            <pc:sldMk cId="3092869587" sldId="281"/>
            <ac:spMk id="296" creationId="{A03373BF-8A80-F513-AAFE-301425A503BD}"/>
          </ac:spMkLst>
        </pc:spChg>
        <pc:spChg chg="del">
          <ac:chgData name="Lala Guluzade" userId="2e684c3e-ad8a-47cf-b493-54606dd5dcb1" providerId="ADAL" clId="{A2BF9B08-964F-4531-B73D-668D4608DC8E}" dt="2026-06-29T14:20:38.677" v="976" actId="478"/>
          <ac:spMkLst>
            <pc:docMk/>
            <pc:sldMk cId="3092869587" sldId="281"/>
            <ac:spMk id="297" creationId="{A7F69FB8-FBC5-235E-98E9-F033C360B2E8}"/>
          </ac:spMkLst>
        </pc:spChg>
        <pc:spChg chg="mod">
          <ac:chgData name="Lala Guluzade" userId="2e684c3e-ad8a-47cf-b493-54606dd5dcb1" providerId="ADAL" clId="{A2BF9B08-964F-4531-B73D-668D4608DC8E}" dt="2026-06-29T19:22:27.532" v="2679" actId="571"/>
          <ac:spMkLst>
            <pc:docMk/>
            <pc:sldMk cId="3092869587" sldId="281"/>
            <ac:spMk id="297" creationId="{B79BD15E-068E-18CB-2A7E-94F7AA3F4354}"/>
          </ac:spMkLst>
        </pc:spChg>
        <pc:spChg chg="del">
          <ac:chgData name="Lala Guluzade" userId="2e684c3e-ad8a-47cf-b493-54606dd5dcb1" providerId="ADAL" clId="{A2BF9B08-964F-4531-B73D-668D4608DC8E}" dt="2026-06-29T14:20:38.677" v="976" actId="478"/>
          <ac:spMkLst>
            <pc:docMk/>
            <pc:sldMk cId="3092869587" sldId="281"/>
            <ac:spMk id="299" creationId="{5304562E-A998-5D84-E3B9-4FBF09F6E37F}"/>
          </ac:spMkLst>
        </pc:spChg>
        <pc:spChg chg="mod">
          <ac:chgData name="Lala Guluzade" userId="2e684c3e-ad8a-47cf-b493-54606dd5dcb1" providerId="ADAL" clId="{A2BF9B08-964F-4531-B73D-668D4608DC8E}" dt="2026-06-29T19:22:27.532" v="2679" actId="571"/>
          <ac:spMkLst>
            <pc:docMk/>
            <pc:sldMk cId="3092869587" sldId="281"/>
            <ac:spMk id="299" creationId="{9479320D-F422-419C-39C8-7630A4265BC0}"/>
          </ac:spMkLst>
        </pc:spChg>
        <pc:spChg chg="del">
          <ac:chgData name="Lala Guluzade" userId="2e684c3e-ad8a-47cf-b493-54606dd5dcb1" providerId="ADAL" clId="{A2BF9B08-964F-4531-B73D-668D4608DC8E}" dt="2026-06-29T14:20:38.677" v="976" actId="478"/>
          <ac:spMkLst>
            <pc:docMk/>
            <pc:sldMk cId="3092869587" sldId="281"/>
            <ac:spMk id="300" creationId="{F387BADC-91DE-B7C8-7030-7D9F2719D8BF}"/>
          </ac:spMkLst>
        </pc:spChg>
        <pc:spChg chg="mod">
          <ac:chgData name="Lala Guluzade" userId="2e684c3e-ad8a-47cf-b493-54606dd5dcb1" providerId="ADAL" clId="{A2BF9B08-964F-4531-B73D-668D4608DC8E}" dt="2026-06-29T19:22:27.532" v="2679" actId="571"/>
          <ac:spMkLst>
            <pc:docMk/>
            <pc:sldMk cId="3092869587" sldId="281"/>
            <ac:spMk id="301" creationId="{9870A9AB-4C80-0B90-71EF-C96A712739F4}"/>
          </ac:spMkLst>
        </pc:spChg>
        <pc:spChg chg="mod">
          <ac:chgData name="Lala Guluzade" userId="2e684c3e-ad8a-47cf-b493-54606dd5dcb1" providerId="ADAL" clId="{A2BF9B08-964F-4531-B73D-668D4608DC8E}" dt="2026-06-29T19:22:27.532" v="2679" actId="571"/>
          <ac:spMkLst>
            <pc:docMk/>
            <pc:sldMk cId="3092869587" sldId="281"/>
            <ac:spMk id="302" creationId="{7D7C7B9F-9B8D-1C37-1568-8D7B3EA5655A}"/>
          </ac:spMkLst>
        </pc:spChg>
        <pc:spChg chg="add mod ord">
          <ac:chgData name="Lala Guluzade" userId="2e684c3e-ad8a-47cf-b493-54606dd5dcb1" providerId="ADAL" clId="{A2BF9B08-964F-4531-B73D-668D4608DC8E}" dt="2026-06-29T20:04:31.053" v="4339"/>
          <ac:spMkLst>
            <pc:docMk/>
            <pc:sldMk cId="3092869587" sldId="281"/>
            <ac:spMk id="303" creationId="{C8167DC9-02A8-07D1-E0B2-8A4A6A321B62}"/>
          </ac:spMkLst>
        </pc:spChg>
        <pc:spChg chg="add mod ord">
          <ac:chgData name="Lala Guluzade" userId="2e684c3e-ad8a-47cf-b493-54606dd5dcb1" providerId="ADAL" clId="{A2BF9B08-964F-4531-B73D-668D4608DC8E}" dt="2026-06-29T20:04:31.054" v="4341"/>
          <ac:spMkLst>
            <pc:docMk/>
            <pc:sldMk cId="3092869587" sldId="281"/>
            <ac:spMk id="304" creationId="{C2E87C52-0B3B-296E-DF7A-F426F69104D5}"/>
          </ac:spMkLst>
        </pc:spChg>
        <pc:spChg chg="mod ord">
          <ac:chgData name="Lala Guluzade" userId="2e684c3e-ad8a-47cf-b493-54606dd5dcb1" providerId="ADAL" clId="{A2BF9B08-964F-4531-B73D-668D4608DC8E}" dt="2026-06-29T20:04:31.023" v="4257"/>
          <ac:spMkLst>
            <pc:docMk/>
            <pc:sldMk cId="3092869587" sldId="281"/>
            <ac:spMk id="305" creationId="{96211AF0-068D-7351-AA94-B74B6F40B0D7}"/>
          </ac:spMkLst>
        </pc:spChg>
        <pc:spChg chg="mod ord">
          <ac:chgData name="Lala Guluzade" userId="2e684c3e-ad8a-47cf-b493-54606dd5dcb1" providerId="ADAL" clId="{A2BF9B08-964F-4531-B73D-668D4608DC8E}" dt="2026-06-29T20:04:31.024" v="4259"/>
          <ac:spMkLst>
            <pc:docMk/>
            <pc:sldMk cId="3092869587" sldId="281"/>
            <ac:spMk id="306" creationId="{642B910C-9F16-E3EB-003B-302F598C9661}"/>
          </ac:spMkLst>
        </pc:spChg>
        <pc:spChg chg="mod ord">
          <ac:chgData name="Lala Guluzade" userId="2e684c3e-ad8a-47cf-b493-54606dd5dcb1" providerId="ADAL" clId="{A2BF9B08-964F-4531-B73D-668D4608DC8E}" dt="2026-06-29T20:04:31.024" v="4261"/>
          <ac:spMkLst>
            <pc:docMk/>
            <pc:sldMk cId="3092869587" sldId="281"/>
            <ac:spMk id="307" creationId="{136DCABF-B34D-41C3-D3F9-2BCDDE54970F}"/>
          </ac:spMkLst>
        </pc:spChg>
        <pc:spChg chg="mod ord">
          <ac:chgData name="Lala Guluzade" userId="2e684c3e-ad8a-47cf-b493-54606dd5dcb1" providerId="ADAL" clId="{A2BF9B08-964F-4531-B73D-668D4608DC8E}" dt="2026-06-29T20:04:31.025" v="4263"/>
          <ac:spMkLst>
            <pc:docMk/>
            <pc:sldMk cId="3092869587" sldId="281"/>
            <ac:spMk id="308" creationId="{539E8940-9D25-7A8E-7CC4-C4A2107D3697}"/>
          </ac:spMkLst>
        </pc:spChg>
        <pc:spChg chg="del mod">
          <ac:chgData name="Lala Guluzade" userId="2e684c3e-ad8a-47cf-b493-54606dd5dcb1" providerId="ADAL" clId="{A2BF9B08-964F-4531-B73D-668D4608DC8E}" dt="2026-06-29T19:15:29.553" v="1878" actId="478"/>
          <ac:spMkLst>
            <pc:docMk/>
            <pc:sldMk cId="3092869587" sldId="281"/>
            <ac:spMk id="309" creationId="{2D96E67D-4685-3E3E-69EA-34C615CD2CE7}"/>
          </ac:spMkLst>
        </pc:spChg>
        <pc:spChg chg="del mod">
          <ac:chgData name="Lala Guluzade" userId="2e684c3e-ad8a-47cf-b493-54606dd5dcb1" providerId="ADAL" clId="{A2BF9B08-964F-4531-B73D-668D4608DC8E}" dt="2026-06-29T19:15:29.553" v="1878" actId="478"/>
          <ac:spMkLst>
            <pc:docMk/>
            <pc:sldMk cId="3092869587" sldId="281"/>
            <ac:spMk id="310" creationId="{D49D04DA-7D4E-8257-A3B6-F71951D667A1}"/>
          </ac:spMkLst>
        </pc:spChg>
        <pc:spChg chg="del mod">
          <ac:chgData name="Lala Guluzade" userId="2e684c3e-ad8a-47cf-b493-54606dd5dcb1" providerId="ADAL" clId="{A2BF9B08-964F-4531-B73D-668D4608DC8E}" dt="2026-06-29T19:15:29.553" v="1878" actId="478"/>
          <ac:spMkLst>
            <pc:docMk/>
            <pc:sldMk cId="3092869587" sldId="281"/>
            <ac:spMk id="311" creationId="{92C3A68D-32FC-7DDA-6F63-B87890BBB6E0}"/>
          </ac:spMkLst>
        </pc:spChg>
        <pc:spChg chg="del mod">
          <ac:chgData name="Lala Guluzade" userId="2e684c3e-ad8a-47cf-b493-54606dd5dcb1" providerId="ADAL" clId="{A2BF9B08-964F-4531-B73D-668D4608DC8E}" dt="2026-06-29T19:15:29.553" v="1878" actId="478"/>
          <ac:spMkLst>
            <pc:docMk/>
            <pc:sldMk cId="3092869587" sldId="281"/>
            <ac:spMk id="312" creationId="{95922AE2-C8D2-8500-A8A0-18057DEEB8A7}"/>
          </ac:spMkLst>
        </pc:spChg>
        <pc:spChg chg="del mod">
          <ac:chgData name="Lala Guluzade" userId="2e684c3e-ad8a-47cf-b493-54606dd5dcb1" providerId="ADAL" clId="{A2BF9B08-964F-4531-B73D-668D4608DC8E}" dt="2026-06-29T19:15:29.553" v="1878" actId="478"/>
          <ac:spMkLst>
            <pc:docMk/>
            <pc:sldMk cId="3092869587" sldId="281"/>
            <ac:spMk id="313" creationId="{8B6F74B0-B3B6-99B5-6059-B46769F7AC13}"/>
          </ac:spMkLst>
        </pc:spChg>
        <pc:spChg chg="del mod">
          <ac:chgData name="Lala Guluzade" userId="2e684c3e-ad8a-47cf-b493-54606dd5dcb1" providerId="ADAL" clId="{A2BF9B08-964F-4531-B73D-668D4608DC8E}" dt="2026-06-29T19:15:29.553" v="1878" actId="478"/>
          <ac:spMkLst>
            <pc:docMk/>
            <pc:sldMk cId="3092869587" sldId="281"/>
            <ac:spMk id="314" creationId="{D72FE4B6-E140-0C17-EAF1-57E6A410C6D4}"/>
          </ac:spMkLst>
        </pc:spChg>
        <pc:spChg chg="add mod ord">
          <ac:chgData name="Lala Guluzade" userId="2e684c3e-ad8a-47cf-b493-54606dd5dcb1" providerId="ADAL" clId="{A2BF9B08-964F-4531-B73D-668D4608DC8E}" dt="2026-06-29T20:04:31.055" v="4343"/>
          <ac:spMkLst>
            <pc:docMk/>
            <pc:sldMk cId="3092869587" sldId="281"/>
            <ac:spMk id="315" creationId="{F3F54B3A-3299-711E-088B-3EFA1D4684AB}"/>
          </ac:spMkLst>
        </pc:spChg>
        <pc:spChg chg="del">
          <ac:chgData name="Lala Guluzade" userId="2e684c3e-ad8a-47cf-b493-54606dd5dcb1" providerId="ADAL" clId="{A2BF9B08-964F-4531-B73D-668D4608DC8E}" dt="2026-06-29T19:19:59.497" v="2495" actId="478"/>
          <ac:spMkLst>
            <pc:docMk/>
            <pc:sldMk cId="3092869587" sldId="281"/>
            <ac:spMk id="316" creationId="{8764D239-02BE-491F-BB8A-85B4E5E64EE8}"/>
          </ac:spMkLst>
        </pc:spChg>
        <pc:spChg chg="del">
          <ac:chgData name="Lala Guluzade" userId="2e684c3e-ad8a-47cf-b493-54606dd5dcb1" providerId="ADAL" clId="{A2BF9B08-964F-4531-B73D-668D4608DC8E}" dt="2026-06-29T19:19:59.497" v="2495" actId="478"/>
          <ac:spMkLst>
            <pc:docMk/>
            <pc:sldMk cId="3092869587" sldId="281"/>
            <ac:spMk id="321" creationId="{1FBFABC4-2E0A-29D2-0EAB-4232CD62A75E}"/>
          </ac:spMkLst>
        </pc:spChg>
        <pc:spChg chg="del">
          <ac:chgData name="Lala Guluzade" userId="2e684c3e-ad8a-47cf-b493-54606dd5dcb1" providerId="ADAL" clId="{A2BF9B08-964F-4531-B73D-668D4608DC8E}" dt="2026-06-29T19:19:59.497" v="2495" actId="478"/>
          <ac:spMkLst>
            <pc:docMk/>
            <pc:sldMk cId="3092869587" sldId="281"/>
            <ac:spMk id="322" creationId="{167D22F8-98C7-0B34-5AE5-1B2167CDB2FB}"/>
          </ac:spMkLst>
        </pc:spChg>
        <pc:spChg chg="add mod ord">
          <ac:chgData name="Lala Guluzade" userId="2e684c3e-ad8a-47cf-b493-54606dd5dcb1" providerId="ADAL" clId="{A2BF9B08-964F-4531-B73D-668D4608DC8E}" dt="2026-06-29T20:04:31.055" v="4345"/>
          <ac:spMkLst>
            <pc:docMk/>
            <pc:sldMk cId="3092869587" sldId="281"/>
            <ac:spMk id="323" creationId="{98393643-73CA-D514-098B-1466AB1ADEDF}"/>
          </ac:spMkLst>
        </pc:spChg>
        <pc:spChg chg="add mod ord">
          <ac:chgData name="Lala Guluzade" userId="2e684c3e-ad8a-47cf-b493-54606dd5dcb1" providerId="ADAL" clId="{A2BF9B08-964F-4531-B73D-668D4608DC8E}" dt="2026-06-29T20:04:31.056" v="4347"/>
          <ac:spMkLst>
            <pc:docMk/>
            <pc:sldMk cId="3092869587" sldId="281"/>
            <ac:spMk id="324" creationId="{EC2C788C-6AA6-A12F-3349-34F5C25B8553}"/>
          </ac:spMkLst>
        </pc:spChg>
        <pc:spChg chg="add mod ord">
          <ac:chgData name="Lala Guluzade" userId="2e684c3e-ad8a-47cf-b493-54606dd5dcb1" providerId="ADAL" clId="{A2BF9B08-964F-4531-B73D-668D4608DC8E}" dt="2026-06-29T20:04:31.057" v="4349"/>
          <ac:spMkLst>
            <pc:docMk/>
            <pc:sldMk cId="3092869587" sldId="281"/>
            <ac:spMk id="325" creationId="{DA60E70A-F2E7-97E0-4A8B-A371CB7EE9AC}"/>
          </ac:spMkLst>
        </pc:spChg>
        <pc:spChg chg="add mod ord">
          <ac:chgData name="Lala Guluzade" userId="2e684c3e-ad8a-47cf-b493-54606dd5dcb1" providerId="ADAL" clId="{A2BF9B08-964F-4531-B73D-668D4608DC8E}" dt="2026-06-29T20:04:31.057" v="4351"/>
          <ac:spMkLst>
            <pc:docMk/>
            <pc:sldMk cId="3092869587" sldId="281"/>
            <ac:spMk id="326" creationId="{C978DD36-9A88-0B79-7C43-8E6A004F9838}"/>
          </ac:spMkLst>
        </pc:spChg>
        <pc:spChg chg="add mod ord">
          <ac:chgData name="Lala Guluzade" userId="2e684c3e-ad8a-47cf-b493-54606dd5dcb1" providerId="ADAL" clId="{A2BF9B08-964F-4531-B73D-668D4608DC8E}" dt="2026-06-29T20:04:31.058" v="4353"/>
          <ac:spMkLst>
            <pc:docMk/>
            <pc:sldMk cId="3092869587" sldId="281"/>
            <ac:spMk id="327" creationId="{F218B65F-3417-6311-66D9-B9AC9203F89C}"/>
          </ac:spMkLst>
        </pc:spChg>
        <pc:spChg chg="add mod ord">
          <ac:chgData name="Lala Guluzade" userId="2e684c3e-ad8a-47cf-b493-54606dd5dcb1" providerId="ADAL" clId="{A2BF9B08-964F-4531-B73D-668D4608DC8E}" dt="2026-06-29T20:04:31.059" v="4355"/>
          <ac:spMkLst>
            <pc:docMk/>
            <pc:sldMk cId="3092869587" sldId="281"/>
            <ac:spMk id="328" creationId="{DA8E6F48-8532-87FD-0825-7768768E766E}"/>
          </ac:spMkLst>
        </pc:spChg>
        <pc:spChg chg="add mod ord">
          <ac:chgData name="Lala Guluzade" userId="2e684c3e-ad8a-47cf-b493-54606dd5dcb1" providerId="ADAL" clId="{A2BF9B08-964F-4531-B73D-668D4608DC8E}" dt="2026-06-29T20:04:31.059" v="4357"/>
          <ac:spMkLst>
            <pc:docMk/>
            <pc:sldMk cId="3092869587" sldId="281"/>
            <ac:spMk id="329" creationId="{A73F12CA-CF76-A7AC-79C2-51EDBDE83B5D}"/>
          </ac:spMkLst>
        </pc:spChg>
        <pc:spChg chg="add mod ord">
          <ac:chgData name="Lala Guluzade" userId="2e684c3e-ad8a-47cf-b493-54606dd5dcb1" providerId="ADAL" clId="{A2BF9B08-964F-4531-B73D-668D4608DC8E}" dt="2026-06-29T20:04:31.060" v="4359"/>
          <ac:spMkLst>
            <pc:docMk/>
            <pc:sldMk cId="3092869587" sldId="281"/>
            <ac:spMk id="330" creationId="{CC0280CC-C772-811E-7E81-176AE5D69E5E}"/>
          </ac:spMkLst>
        </pc:spChg>
        <pc:spChg chg="add mod ord">
          <ac:chgData name="Lala Guluzade" userId="2e684c3e-ad8a-47cf-b493-54606dd5dcb1" providerId="ADAL" clId="{A2BF9B08-964F-4531-B73D-668D4608DC8E}" dt="2026-06-29T20:04:31.060" v="4361"/>
          <ac:spMkLst>
            <pc:docMk/>
            <pc:sldMk cId="3092869587" sldId="281"/>
            <ac:spMk id="331" creationId="{37A03ADE-2B6E-8804-F8C8-3B4C8567EB57}"/>
          </ac:spMkLst>
        </pc:spChg>
        <pc:spChg chg="add mod ord">
          <ac:chgData name="Lala Guluzade" userId="2e684c3e-ad8a-47cf-b493-54606dd5dcb1" providerId="ADAL" clId="{A2BF9B08-964F-4531-B73D-668D4608DC8E}" dt="2026-06-29T20:04:31.061" v="4363"/>
          <ac:spMkLst>
            <pc:docMk/>
            <pc:sldMk cId="3092869587" sldId="281"/>
            <ac:spMk id="332" creationId="{9F79590E-194E-7DEE-9D68-A23E617A8507}"/>
          </ac:spMkLst>
        </pc:spChg>
        <pc:spChg chg="add mod ord">
          <ac:chgData name="Lala Guluzade" userId="2e684c3e-ad8a-47cf-b493-54606dd5dcb1" providerId="ADAL" clId="{A2BF9B08-964F-4531-B73D-668D4608DC8E}" dt="2026-06-29T20:04:31.062" v="4365"/>
          <ac:spMkLst>
            <pc:docMk/>
            <pc:sldMk cId="3092869587" sldId="281"/>
            <ac:spMk id="333" creationId="{BBE6DA4B-3F39-04E0-BC62-1E33173DC7AB}"/>
          </ac:spMkLst>
        </pc:spChg>
        <pc:spChg chg="add mod ord">
          <ac:chgData name="Lala Guluzade" userId="2e684c3e-ad8a-47cf-b493-54606dd5dcb1" providerId="ADAL" clId="{A2BF9B08-964F-4531-B73D-668D4608DC8E}" dt="2026-06-29T20:04:31.062" v="4367"/>
          <ac:spMkLst>
            <pc:docMk/>
            <pc:sldMk cId="3092869587" sldId="281"/>
            <ac:spMk id="334" creationId="{B97B98C4-0B1B-76A2-4CD8-8478A5471F59}"/>
          </ac:spMkLst>
        </pc:spChg>
        <pc:spChg chg="add del mod">
          <ac:chgData name="Lala Guluzade" userId="2e684c3e-ad8a-47cf-b493-54606dd5dcb1" providerId="ADAL" clId="{A2BF9B08-964F-4531-B73D-668D4608DC8E}" dt="2026-06-29T19:40:14.524" v="2831" actId="478"/>
          <ac:spMkLst>
            <pc:docMk/>
            <pc:sldMk cId="3092869587" sldId="281"/>
            <ac:spMk id="335" creationId="{3FCEC0BB-2C05-45C9-F793-96D65F156D2C}"/>
          </ac:spMkLst>
        </pc:spChg>
        <pc:spChg chg="add mod ord">
          <ac:chgData name="Lala Guluzade" userId="2e684c3e-ad8a-47cf-b493-54606dd5dcb1" providerId="ADAL" clId="{A2BF9B08-964F-4531-B73D-668D4608DC8E}" dt="2026-06-29T20:04:31.064" v="4369"/>
          <ac:spMkLst>
            <pc:docMk/>
            <pc:sldMk cId="3092869587" sldId="281"/>
            <ac:spMk id="336" creationId="{F54081EE-601E-F4D9-7EAB-6A868F58C323}"/>
          </ac:spMkLst>
        </pc:spChg>
        <pc:spChg chg="add mod ord">
          <ac:chgData name="Lala Guluzade" userId="2e684c3e-ad8a-47cf-b493-54606dd5dcb1" providerId="ADAL" clId="{A2BF9B08-964F-4531-B73D-668D4608DC8E}" dt="2026-06-29T20:04:31.064" v="4371"/>
          <ac:spMkLst>
            <pc:docMk/>
            <pc:sldMk cId="3092869587" sldId="281"/>
            <ac:spMk id="337" creationId="{EE80206F-37BC-2C56-9157-4B4CE4B5398E}"/>
          </ac:spMkLst>
        </pc:spChg>
        <pc:spChg chg="add mod ord">
          <ac:chgData name="Lala Guluzade" userId="2e684c3e-ad8a-47cf-b493-54606dd5dcb1" providerId="ADAL" clId="{A2BF9B08-964F-4531-B73D-668D4608DC8E}" dt="2026-06-29T20:04:31.065" v="4373"/>
          <ac:spMkLst>
            <pc:docMk/>
            <pc:sldMk cId="3092869587" sldId="281"/>
            <ac:spMk id="338" creationId="{B78B8A0B-5232-6FC6-7ED4-F02C2C200DAB}"/>
          </ac:spMkLst>
        </pc:spChg>
        <pc:spChg chg="add del mod">
          <ac:chgData name="Lala Guluzade" userId="2e684c3e-ad8a-47cf-b493-54606dd5dcb1" providerId="ADAL" clId="{A2BF9B08-964F-4531-B73D-668D4608DC8E}" dt="2026-06-29T19:40:14.524" v="2831" actId="478"/>
          <ac:spMkLst>
            <pc:docMk/>
            <pc:sldMk cId="3092869587" sldId="281"/>
            <ac:spMk id="339" creationId="{2C81714B-9ACA-AB92-59B5-040A61891179}"/>
          </ac:spMkLst>
        </pc:spChg>
        <pc:spChg chg="add mod ord">
          <ac:chgData name="Lala Guluzade" userId="2e684c3e-ad8a-47cf-b493-54606dd5dcb1" providerId="ADAL" clId="{A2BF9B08-964F-4531-B73D-668D4608DC8E}" dt="2026-06-29T20:04:31.066" v="4375"/>
          <ac:spMkLst>
            <pc:docMk/>
            <pc:sldMk cId="3092869587" sldId="281"/>
            <ac:spMk id="340" creationId="{FCF84198-2287-B9D2-8DF4-0B6FDE5578FD}"/>
          </ac:spMkLst>
        </pc:spChg>
        <pc:spChg chg="add mod ord">
          <ac:chgData name="Lala Guluzade" userId="2e684c3e-ad8a-47cf-b493-54606dd5dcb1" providerId="ADAL" clId="{A2BF9B08-964F-4531-B73D-668D4608DC8E}" dt="2026-06-29T20:04:31.066" v="4377"/>
          <ac:spMkLst>
            <pc:docMk/>
            <pc:sldMk cId="3092869587" sldId="281"/>
            <ac:spMk id="341" creationId="{F5C8DF87-07F4-17BB-8EC0-444D5D68165C}"/>
          </ac:spMkLst>
        </pc:spChg>
        <pc:spChg chg="add mod ord">
          <ac:chgData name="Lala Guluzade" userId="2e684c3e-ad8a-47cf-b493-54606dd5dcb1" providerId="ADAL" clId="{A2BF9B08-964F-4531-B73D-668D4608DC8E}" dt="2026-06-29T20:04:31.067" v="4379"/>
          <ac:spMkLst>
            <pc:docMk/>
            <pc:sldMk cId="3092869587" sldId="281"/>
            <ac:spMk id="342" creationId="{60F34B30-FDB6-1BE0-AC4B-46C0EFE1FDC1}"/>
          </ac:spMkLst>
        </pc:spChg>
        <pc:spChg chg="add mod ord">
          <ac:chgData name="Lala Guluzade" userId="2e684c3e-ad8a-47cf-b493-54606dd5dcb1" providerId="ADAL" clId="{A2BF9B08-964F-4531-B73D-668D4608DC8E}" dt="2026-06-29T20:04:31.068" v="4381"/>
          <ac:spMkLst>
            <pc:docMk/>
            <pc:sldMk cId="3092869587" sldId="281"/>
            <ac:spMk id="343" creationId="{02EB2CDC-B20B-201A-F09C-BF831227F76B}"/>
          </ac:spMkLst>
        </pc:spChg>
        <pc:spChg chg="add mod ord">
          <ac:chgData name="Lala Guluzade" userId="2e684c3e-ad8a-47cf-b493-54606dd5dcb1" providerId="ADAL" clId="{A2BF9B08-964F-4531-B73D-668D4608DC8E}" dt="2026-06-29T20:04:31.068" v="4383"/>
          <ac:spMkLst>
            <pc:docMk/>
            <pc:sldMk cId="3092869587" sldId="281"/>
            <ac:spMk id="344" creationId="{EDC31E99-8B4C-FDB0-754B-09257330A651}"/>
          </ac:spMkLst>
        </pc:spChg>
        <pc:spChg chg="add mod ord">
          <ac:chgData name="Lala Guluzade" userId="2e684c3e-ad8a-47cf-b493-54606dd5dcb1" providerId="ADAL" clId="{A2BF9B08-964F-4531-B73D-668D4608DC8E}" dt="2026-06-29T20:04:31.069" v="4385"/>
          <ac:spMkLst>
            <pc:docMk/>
            <pc:sldMk cId="3092869587" sldId="281"/>
            <ac:spMk id="345" creationId="{3F2E83D2-4C31-4EE6-8F67-8AC2D9E7E7C6}"/>
          </ac:spMkLst>
        </pc:spChg>
        <pc:spChg chg="add mod ord">
          <ac:chgData name="Lala Guluzade" userId="2e684c3e-ad8a-47cf-b493-54606dd5dcb1" providerId="ADAL" clId="{A2BF9B08-964F-4531-B73D-668D4608DC8E}" dt="2026-06-29T20:04:31.070" v="4387"/>
          <ac:spMkLst>
            <pc:docMk/>
            <pc:sldMk cId="3092869587" sldId="281"/>
            <ac:spMk id="346" creationId="{49350530-2BFC-2096-E719-EE450B2F116A}"/>
          </ac:spMkLst>
        </pc:spChg>
        <pc:spChg chg="add mod ord">
          <ac:chgData name="Lala Guluzade" userId="2e684c3e-ad8a-47cf-b493-54606dd5dcb1" providerId="ADAL" clId="{A2BF9B08-964F-4531-B73D-668D4608DC8E}" dt="2026-06-29T20:04:31.070" v="4389"/>
          <ac:spMkLst>
            <pc:docMk/>
            <pc:sldMk cId="3092869587" sldId="281"/>
            <ac:spMk id="347" creationId="{464AB305-3B7A-6837-DC04-9BCB40BD3271}"/>
          </ac:spMkLst>
        </pc:spChg>
        <pc:spChg chg="add mod ord">
          <ac:chgData name="Lala Guluzade" userId="2e684c3e-ad8a-47cf-b493-54606dd5dcb1" providerId="ADAL" clId="{A2BF9B08-964F-4531-B73D-668D4608DC8E}" dt="2026-06-29T20:04:31.071" v="4391"/>
          <ac:spMkLst>
            <pc:docMk/>
            <pc:sldMk cId="3092869587" sldId="281"/>
            <ac:spMk id="348" creationId="{B2D11AC9-41A1-BBA3-66B6-16A76B2EA84A}"/>
          </ac:spMkLst>
        </pc:spChg>
        <pc:spChg chg="add mod ord">
          <ac:chgData name="Lala Guluzade" userId="2e684c3e-ad8a-47cf-b493-54606dd5dcb1" providerId="ADAL" clId="{A2BF9B08-964F-4531-B73D-668D4608DC8E}" dt="2026-06-29T20:04:31.072" v="4393"/>
          <ac:spMkLst>
            <pc:docMk/>
            <pc:sldMk cId="3092869587" sldId="281"/>
            <ac:spMk id="349" creationId="{40D7888C-308E-546E-648D-BEAB8F2722E7}"/>
          </ac:spMkLst>
        </pc:spChg>
        <pc:spChg chg="add mod ord">
          <ac:chgData name="Lala Guluzade" userId="2e684c3e-ad8a-47cf-b493-54606dd5dcb1" providerId="ADAL" clId="{A2BF9B08-964F-4531-B73D-668D4608DC8E}" dt="2026-06-29T20:04:31.072" v="4395"/>
          <ac:spMkLst>
            <pc:docMk/>
            <pc:sldMk cId="3092869587" sldId="281"/>
            <ac:spMk id="350" creationId="{ACE6AF37-C88C-8E53-3F92-B8CD9F7EB345}"/>
          </ac:spMkLst>
        </pc:spChg>
        <pc:spChg chg="add mod ord">
          <ac:chgData name="Lala Guluzade" userId="2e684c3e-ad8a-47cf-b493-54606dd5dcb1" providerId="ADAL" clId="{A2BF9B08-964F-4531-B73D-668D4608DC8E}" dt="2026-06-29T20:04:31.073" v="4397"/>
          <ac:spMkLst>
            <pc:docMk/>
            <pc:sldMk cId="3092869587" sldId="281"/>
            <ac:spMk id="351" creationId="{23E20B21-C6DC-2F42-A5F3-C715F581CB19}"/>
          </ac:spMkLst>
        </pc:spChg>
        <pc:spChg chg="add mod ord">
          <ac:chgData name="Lala Guluzade" userId="2e684c3e-ad8a-47cf-b493-54606dd5dcb1" providerId="ADAL" clId="{A2BF9B08-964F-4531-B73D-668D4608DC8E}" dt="2026-06-29T20:04:31.073" v="4399"/>
          <ac:spMkLst>
            <pc:docMk/>
            <pc:sldMk cId="3092869587" sldId="281"/>
            <ac:spMk id="352" creationId="{B2D00A61-F644-482B-1D0E-5AB8265D834D}"/>
          </ac:spMkLst>
        </pc:spChg>
        <pc:spChg chg="add del mod modVis">
          <ac:chgData name="Lala Guluzade" userId="2e684c3e-ad8a-47cf-b493-54606dd5dcb1" providerId="ADAL" clId="{A2BF9B08-964F-4531-B73D-668D4608DC8E}" dt="2026-06-29T19:47:49.108" v="3583"/>
          <ac:spMkLst>
            <pc:docMk/>
            <pc:sldMk cId="3092869587" sldId="281"/>
            <ac:spMk id="353" creationId="{FB1524B9-F80A-869F-7BE5-9C31C159AFD3}"/>
          </ac:spMkLst>
        </pc:spChg>
        <pc:spChg chg="add del mod modVis">
          <ac:chgData name="Lala Guluzade" userId="2e684c3e-ad8a-47cf-b493-54606dd5dcb1" providerId="ADAL" clId="{A2BF9B08-964F-4531-B73D-668D4608DC8E}" dt="2026-06-29T19:47:49.897" v="3609"/>
          <ac:spMkLst>
            <pc:docMk/>
            <pc:sldMk cId="3092869587" sldId="281"/>
            <ac:spMk id="354" creationId="{0BC73AFF-B729-8050-38E4-B06F251A7D9C}"/>
          </ac:spMkLst>
        </pc:spChg>
        <pc:spChg chg="add del mod modVis">
          <ac:chgData name="Lala Guluzade" userId="2e684c3e-ad8a-47cf-b493-54606dd5dcb1" providerId="ADAL" clId="{A2BF9B08-964F-4531-B73D-668D4608DC8E}" dt="2026-06-29T19:47:51.401" v="3636"/>
          <ac:spMkLst>
            <pc:docMk/>
            <pc:sldMk cId="3092869587" sldId="281"/>
            <ac:spMk id="355" creationId="{CD04FBAF-7096-0A05-888B-BC0D85646A6C}"/>
          </ac:spMkLst>
        </pc:spChg>
        <pc:spChg chg="add mod">
          <ac:chgData name="Lala Guluzade" userId="2e684c3e-ad8a-47cf-b493-54606dd5dcb1" providerId="ADAL" clId="{A2BF9B08-964F-4531-B73D-668D4608DC8E}" dt="2026-06-29T20:04:31.074" v="4400"/>
          <ac:spMkLst>
            <pc:docMk/>
            <pc:sldMk cId="3092869587" sldId="281"/>
            <ac:spMk id="356" creationId="{AF2221C9-1550-2C4A-EE0B-A2358119724F}"/>
          </ac:spMkLst>
        </pc:spChg>
        <pc:spChg chg="add del mod modVis">
          <ac:chgData name="Lala Guluzade" userId="2e684c3e-ad8a-47cf-b493-54606dd5dcb1" providerId="ADAL" clId="{A2BF9B08-964F-4531-B73D-668D4608DC8E}" dt="2026-06-29T20:00:10.867" v="3778"/>
          <ac:spMkLst>
            <pc:docMk/>
            <pc:sldMk cId="3092869587" sldId="281"/>
            <ac:spMk id="357" creationId="{093DF7E7-43A4-0DFF-AC31-6C2D0212F7C6}"/>
          </ac:spMkLst>
        </pc:spChg>
        <pc:spChg chg="add del mod modVis">
          <ac:chgData name="Lala Guluzade" userId="2e684c3e-ad8a-47cf-b493-54606dd5dcb1" providerId="ADAL" clId="{A2BF9B08-964F-4531-B73D-668D4608DC8E}" dt="2026-06-29T20:00:12.536" v="3809"/>
          <ac:spMkLst>
            <pc:docMk/>
            <pc:sldMk cId="3092869587" sldId="281"/>
            <ac:spMk id="358" creationId="{B4E1C506-C9DF-FCFA-FF77-A38EAF4C34E3}"/>
          </ac:spMkLst>
        </pc:spChg>
        <pc:spChg chg="add del mod modVis">
          <ac:chgData name="Lala Guluzade" userId="2e684c3e-ad8a-47cf-b493-54606dd5dcb1" providerId="ADAL" clId="{A2BF9B08-964F-4531-B73D-668D4608DC8E}" dt="2026-06-29T20:00:13.897" v="3840"/>
          <ac:spMkLst>
            <pc:docMk/>
            <pc:sldMk cId="3092869587" sldId="281"/>
            <ac:spMk id="359" creationId="{61B4DB7E-18BB-8985-00F8-6CF3B6871BE0}"/>
          </ac:spMkLst>
        </pc:spChg>
        <pc:spChg chg="add del mod modVis">
          <ac:chgData name="Lala Guluzade" userId="2e684c3e-ad8a-47cf-b493-54606dd5dcb1" providerId="ADAL" clId="{A2BF9B08-964F-4531-B73D-668D4608DC8E}" dt="2026-06-29T20:00:20.709" v="3876"/>
          <ac:spMkLst>
            <pc:docMk/>
            <pc:sldMk cId="3092869587" sldId="281"/>
            <ac:spMk id="360" creationId="{828B2401-AEC3-ACA1-07CB-ACC91C75F4F7}"/>
          </ac:spMkLst>
        </pc:spChg>
        <pc:spChg chg="add del mod modVis">
          <ac:chgData name="Lala Guluzade" userId="2e684c3e-ad8a-47cf-b493-54606dd5dcb1" providerId="ADAL" clId="{A2BF9B08-964F-4531-B73D-668D4608DC8E}" dt="2026-06-29T20:00:21.811" v="3904"/>
          <ac:spMkLst>
            <pc:docMk/>
            <pc:sldMk cId="3092869587" sldId="281"/>
            <ac:spMk id="361" creationId="{C6AFF4A0-BE4F-F936-FB73-1EF8C4A6E87D}"/>
          </ac:spMkLst>
        </pc:spChg>
        <pc:spChg chg="add del mod modVis">
          <ac:chgData name="Lala Guluzade" userId="2e684c3e-ad8a-47cf-b493-54606dd5dcb1" providerId="ADAL" clId="{A2BF9B08-964F-4531-B73D-668D4608DC8E}" dt="2026-06-29T20:00:23.133" v="3933"/>
          <ac:spMkLst>
            <pc:docMk/>
            <pc:sldMk cId="3092869587" sldId="281"/>
            <ac:spMk id="362" creationId="{3B213E06-250E-460A-F06E-EF690516CD24}"/>
          </ac:spMkLst>
        </pc:spChg>
        <pc:spChg chg="add del mod modVis">
          <ac:chgData name="Lala Guluzade" userId="2e684c3e-ad8a-47cf-b493-54606dd5dcb1" providerId="ADAL" clId="{A2BF9B08-964F-4531-B73D-668D4608DC8E}" dt="2026-06-29T20:00:36.562" v="3982"/>
          <ac:spMkLst>
            <pc:docMk/>
            <pc:sldMk cId="3092869587" sldId="281"/>
            <ac:spMk id="363" creationId="{0A2D49FC-943E-0E0E-8345-3E16201E29AF}"/>
          </ac:spMkLst>
        </pc:spChg>
        <pc:spChg chg="add del mod modVis">
          <ac:chgData name="Lala Guluzade" userId="2e684c3e-ad8a-47cf-b493-54606dd5dcb1" providerId="ADAL" clId="{A2BF9B08-964F-4531-B73D-668D4608DC8E}" dt="2026-06-29T20:00:38.284" v="4014"/>
          <ac:spMkLst>
            <pc:docMk/>
            <pc:sldMk cId="3092869587" sldId="281"/>
            <ac:spMk id="364" creationId="{BDDBAEFE-5FDE-A77A-2C92-EFBECA0266BA}"/>
          </ac:spMkLst>
        </pc:spChg>
        <pc:spChg chg="add del mod modVis">
          <ac:chgData name="Lala Guluzade" userId="2e684c3e-ad8a-47cf-b493-54606dd5dcb1" providerId="ADAL" clId="{A2BF9B08-964F-4531-B73D-668D4608DC8E}" dt="2026-06-29T20:00:39.765" v="4045"/>
          <ac:spMkLst>
            <pc:docMk/>
            <pc:sldMk cId="3092869587" sldId="281"/>
            <ac:spMk id="365" creationId="{8AF20A61-836B-A824-C2CE-D45FE077EC79}"/>
          </ac:spMkLst>
        </pc:spChg>
        <pc:spChg chg="add del mod">
          <ac:chgData name="Lala Guluzade" userId="2e684c3e-ad8a-47cf-b493-54606dd5dcb1" providerId="ADAL" clId="{A2BF9B08-964F-4531-B73D-668D4608DC8E}" dt="2026-06-29T20:33:57.729" v="5787" actId="478"/>
          <ac:spMkLst>
            <pc:docMk/>
            <pc:sldMk cId="3092869587" sldId="281"/>
            <ac:spMk id="366" creationId="{EE8C896D-B244-4782-870D-36256F2CA8E8}"/>
          </ac:spMkLst>
        </pc:spChg>
        <pc:spChg chg="add mod">
          <ac:chgData name="Lala Guluzade" userId="2e684c3e-ad8a-47cf-b493-54606dd5dcb1" providerId="ADAL" clId="{A2BF9B08-964F-4531-B73D-668D4608DC8E}" dt="2026-06-29T20:35:08.928" v="5955"/>
          <ac:spMkLst>
            <pc:docMk/>
            <pc:sldMk cId="3092869587" sldId="281"/>
            <ac:spMk id="367" creationId="{81EB77DE-4239-4184-9591-2D166903A30E}"/>
          </ac:spMkLst>
        </pc:spChg>
        <pc:grpChg chg="add mod ord">
          <ac:chgData name="Lala Guluzade" userId="2e684c3e-ad8a-47cf-b493-54606dd5dcb1" providerId="ADAL" clId="{A2BF9B08-964F-4531-B73D-668D4608DC8E}" dt="2026-06-29T20:04:31.031" v="4275"/>
          <ac:grpSpMkLst>
            <pc:docMk/>
            <pc:sldMk cId="3092869587" sldId="281"/>
            <ac:grpSpMk id="18" creationId="{BCE1F3BF-AD3E-A447-DFA5-73B599AC179F}"/>
          </ac:grpSpMkLst>
        </pc:grpChg>
        <pc:grpChg chg="add del mod">
          <ac:chgData name="Lala Guluzade" userId="2e684c3e-ad8a-47cf-b493-54606dd5dcb1" providerId="ADAL" clId="{A2BF9B08-964F-4531-B73D-668D4608DC8E}" dt="2026-06-29T19:16:13.280" v="1929"/>
          <ac:grpSpMkLst>
            <pc:docMk/>
            <pc:sldMk cId="3092869587" sldId="281"/>
            <ac:grpSpMk id="21" creationId="{554DD100-83FA-8C95-2E7E-5C9F88814165}"/>
          </ac:grpSpMkLst>
        </pc:grpChg>
        <pc:grpChg chg="add mod ord">
          <ac:chgData name="Lala Guluzade" userId="2e684c3e-ad8a-47cf-b493-54606dd5dcb1" providerId="ADAL" clId="{A2BF9B08-964F-4531-B73D-668D4608DC8E}" dt="2026-06-29T20:04:31.036" v="4291"/>
          <ac:grpSpMkLst>
            <pc:docMk/>
            <pc:sldMk cId="3092869587" sldId="281"/>
            <ac:grpSpMk id="30" creationId="{C58A901E-1AEF-3A4C-533D-47745F6C995E}"/>
          </ac:grpSpMkLst>
        </pc:grpChg>
        <pc:grpChg chg="add mod ord topLvl">
          <ac:chgData name="Lala Guluzade" userId="2e684c3e-ad8a-47cf-b493-54606dd5dcb1" providerId="ADAL" clId="{A2BF9B08-964F-4531-B73D-668D4608DC8E}" dt="2026-06-29T20:04:31.038" v="4299"/>
          <ac:grpSpMkLst>
            <pc:docMk/>
            <pc:sldMk cId="3092869587" sldId="281"/>
            <ac:grpSpMk id="31" creationId="{C6C3D053-E4DD-A37F-C1B2-661965F854F5}"/>
          </ac:grpSpMkLst>
        </pc:grpChg>
        <pc:grpChg chg="add mod ord topLvl">
          <ac:chgData name="Lala Guluzade" userId="2e684c3e-ad8a-47cf-b493-54606dd5dcb1" providerId="ADAL" clId="{A2BF9B08-964F-4531-B73D-668D4608DC8E}" dt="2026-06-29T20:04:31.041" v="4307"/>
          <ac:grpSpMkLst>
            <pc:docMk/>
            <pc:sldMk cId="3092869587" sldId="281"/>
            <ac:grpSpMk id="34" creationId="{7A10A318-153F-4914-0E13-91718649C240}"/>
          </ac:grpSpMkLst>
        </pc:grpChg>
        <pc:grpChg chg="add mod ord">
          <ac:chgData name="Lala Guluzade" userId="2e684c3e-ad8a-47cf-b493-54606dd5dcb1" providerId="ADAL" clId="{A2BF9B08-964F-4531-B73D-668D4608DC8E}" dt="2026-06-29T20:04:31.044" v="4315"/>
          <ac:grpSpMkLst>
            <pc:docMk/>
            <pc:sldMk cId="3092869587" sldId="281"/>
            <ac:grpSpMk id="37" creationId="{46FBE9BA-5173-3416-053B-5483DBB42B4C}"/>
          </ac:grpSpMkLst>
        </pc:grpChg>
        <pc:grpChg chg="mod ord">
          <ac:chgData name="Lala Guluzade" userId="2e684c3e-ad8a-47cf-b493-54606dd5dcb1" providerId="ADAL" clId="{A2BF9B08-964F-4531-B73D-668D4608DC8E}" dt="2026-06-29T20:04:31.036" v="4293"/>
          <ac:grpSpMkLst>
            <pc:docMk/>
            <pc:sldMk cId="3092869587" sldId="281"/>
            <ac:grpSpMk id="40" creationId="{C88A3969-8ADD-0F3A-FD6D-DFDF67F65A8A}"/>
          </ac:grpSpMkLst>
        </pc:grpChg>
        <pc:grpChg chg="add mod ord topLvl">
          <ac:chgData name="Lala Guluzade" userId="2e684c3e-ad8a-47cf-b493-54606dd5dcb1" providerId="ADAL" clId="{A2BF9B08-964F-4531-B73D-668D4608DC8E}" dt="2026-06-29T20:04:31.039" v="4301"/>
          <ac:grpSpMkLst>
            <pc:docMk/>
            <pc:sldMk cId="3092869587" sldId="281"/>
            <ac:grpSpMk id="43" creationId="{F0EBD1CF-C734-1D4C-FA8C-08B8BCB983DB}"/>
          </ac:grpSpMkLst>
        </pc:grpChg>
        <pc:grpChg chg="mod ord topLvl">
          <ac:chgData name="Lala Guluzade" userId="2e684c3e-ad8a-47cf-b493-54606dd5dcb1" providerId="ADAL" clId="{A2BF9B08-964F-4531-B73D-668D4608DC8E}" dt="2026-06-29T20:04:31.042" v="4309"/>
          <ac:grpSpMkLst>
            <pc:docMk/>
            <pc:sldMk cId="3092869587" sldId="281"/>
            <ac:grpSpMk id="46" creationId="{CE11086A-525F-8043-8136-73761AB63875}"/>
          </ac:grpSpMkLst>
        </pc:grpChg>
        <pc:grpChg chg="add mod ord topLvl">
          <ac:chgData name="Lala Guluzade" userId="2e684c3e-ad8a-47cf-b493-54606dd5dcb1" providerId="ADAL" clId="{A2BF9B08-964F-4531-B73D-668D4608DC8E}" dt="2026-06-29T20:04:31.044" v="4317"/>
          <ac:grpSpMkLst>
            <pc:docMk/>
            <pc:sldMk cId="3092869587" sldId="281"/>
            <ac:grpSpMk id="49" creationId="{C191B637-4043-7E53-8D4A-562E2447D6E2}"/>
          </ac:grpSpMkLst>
        </pc:grpChg>
        <pc:grpChg chg="add mod ord topLvl">
          <ac:chgData name="Lala Guluzade" userId="2e684c3e-ad8a-47cf-b493-54606dd5dcb1" providerId="ADAL" clId="{A2BF9B08-964F-4531-B73D-668D4608DC8E}" dt="2026-06-29T20:04:31.037" v="4295"/>
          <ac:grpSpMkLst>
            <pc:docMk/>
            <pc:sldMk cId="3092869587" sldId="281"/>
            <ac:grpSpMk id="52" creationId="{7760523A-E894-0957-BAB5-F5D6E853E3F4}"/>
          </ac:grpSpMkLst>
        </pc:grpChg>
        <pc:grpChg chg="add mod ord">
          <ac:chgData name="Lala Guluzade" userId="2e684c3e-ad8a-47cf-b493-54606dd5dcb1" providerId="ADAL" clId="{A2BF9B08-964F-4531-B73D-668D4608DC8E}" dt="2026-06-29T20:04:31.040" v="4303"/>
          <ac:grpSpMkLst>
            <pc:docMk/>
            <pc:sldMk cId="3092869587" sldId="281"/>
            <ac:grpSpMk id="55" creationId="{CB7F9D96-8EFB-39DC-AF56-A102804278A6}"/>
          </ac:grpSpMkLst>
        </pc:grpChg>
        <pc:grpChg chg="mod ord">
          <ac:chgData name="Lala Guluzade" userId="2e684c3e-ad8a-47cf-b493-54606dd5dcb1" providerId="ADAL" clId="{A2BF9B08-964F-4531-B73D-668D4608DC8E}" dt="2026-06-29T20:04:31.042" v="4311"/>
          <ac:grpSpMkLst>
            <pc:docMk/>
            <pc:sldMk cId="3092869587" sldId="281"/>
            <ac:grpSpMk id="58" creationId="{90187FF1-162D-2F5D-F7D2-D657DADB2EFE}"/>
          </ac:grpSpMkLst>
        </pc:grpChg>
        <pc:grpChg chg="mod ord topLvl">
          <ac:chgData name="Lala Guluzade" userId="2e684c3e-ad8a-47cf-b493-54606dd5dcb1" providerId="ADAL" clId="{A2BF9B08-964F-4531-B73D-668D4608DC8E}" dt="2026-06-29T20:04:31.045" v="4319"/>
          <ac:grpSpMkLst>
            <pc:docMk/>
            <pc:sldMk cId="3092869587" sldId="281"/>
            <ac:grpSpMk id="61" creationId="{632F3C1F-C668-3130-2B28-4DFC3ADF26ED}"/>
          </ac:grpSpMkLst>
        </pc:grpChg>
        <pc:grpChg chg="add mod ord topLvl">
          <ac:chgData name="Lala Guluzade" userId="2e684c3e-ad8a-47cf-b493-54606dd5dcb1" providerId="ADAL" clId="{A2BF9B08-964F-4531-B73D-668D4608DC8E}" dt="2026-06-29T20:04:31.038" v="4297"/>
          <ac:grpSpMkLst>
            <pc:docMk/>
            <pc:sldMk cId="3092869587" sldId="281"/>
            <ac:grpSpMk id="256" creationId="{E7AD7B11-B994-3BE0-3972-739B115B7AB4}"/>
          </ac:grpSpMkLst>
        </pc:grpChg>
        <pc:grpChg chg="add mod ord">
          <ac:chgData name="Lala Guluzade" userId="2e684c3e-ad8a-47cf-b493-54606dd5dcb1" providerId="ADAL" clId="{A2BF9B08-964F-4531-B73D-668D4608DC8E}" dt="2026-06-29T20:04:31.040" v="4305"/>
          <ac:grpSpMkLst>
            <pc:docMk/>
            <pc:sldMk cId="3092869587" sldId="281"/>
            <ac:grpSpMk id="260" creationId="{3D31F936-D2F2-BFEF-2E8B-68F9EC7A92AE}"/>
          </ac:grpSpMkLst>
        </pc:grpChg>
        <pc:grpChg chg="mod ord">
          <ac:chgData name="Lala Guluzade" userId="2e684c3e-ad8a-47cf-b493-54606dd5dcb1" providerId="ADAL" clId="{A2BF9B08-964F-4531-B73D-668D4608DC8E}" dt="2026-06-29T20:04:31.043" v="4313"/>
          <ac:grpSpMkLst>
            <pc:docMk/>
            <pc:sldMk cId="3092869587" sldId="281"/>
            <ac:grpSpMk id="263" creationId="{3532C05D-8479-2AF9-EA5D-84F71699A87A}"/>
          </ac:grpSpMkLst>
        </pc:grpChg>
        <pc:grpChg chg="mod ord">
          <ac:chgData name="Lala Guluzade" userId="2e684c3e-ad8a-47cf-b493-54606dd5dcb1" providerId="ADAL" clId="{A2BF9B08-964F-4531-B73D-668D4608DC8E}" dt="2026-06-29T20:04:31.047" v="4321"/>
          <ac:grpSpMkLst>
            <pc:docMk/>
            <pc:sldMk cId="3092869587" sldId="281"/>
            <ac:grpSpMk id="266" creationId="{371C188D-479F-6F91-0293-08D3271F560E}"/>
          </ac:grpSpMkLst>
        </pc:grpChg>
        <pc:grpChg chg="add mod">
          <ac:chgData name="Lala Guluzade" userId="2e684c3e-ad8a-47cf-b493-54606dd5dcb1" providerId="ADAL" clId="{A2BF9B08-964F-4531-B73D-668D4608DC8E}" dt="2026-06-29T19:22:12.934" v="2669"/>
          <ac:grpSpMkLst>
            <pc:docMk/>
            <pc:sldMk cId="3092869587" sldId="281"/>
            <ac:grpSpMk id="269" creationId="{AD4310AE-ACC6-BF0E-6BCB-F77B87037951}"/>
          </ac:grpSpMkLst>
        </pc:grpChg>
        <pc:grpChg chg="add mod">
          <ac:chgData name="Lala Guluzade" userId="2e684c3e-ad8a-47cf-b493-54606dd5dcb1" providerId="ADAL" clId="{A2BF9B08-964F-4531-B73D-668D4608DC8E}" dt="2026-06-29T19:22:12.988" v="2673" actId="408"/>
          <ac:grpSpMkLst>
            <pc:docMk/>
            <pc:sldMk cId="3092869587" sldId="281"/>
            <ac:grpSpMk id="270" creationId="{CB8CD585-1109-D5C4-1E0A-04831AC58B95}"/>
          </ac:grpSpMkLst>
        </pc:grpChg>
        <pc:grpChg chg="add mod">
          <ac:chgData name="Lala Guluzade" userId="2e684c3e-ad8a-47cf-b493-54606dd5dcb1" providerId="ADAL" clId="{A2BF9B08-964F-4531-B73D-668D4608DC8E}" dt="2026-06-29T19:22:12.988" v="2673" actId="408"/>
          <ac:grpSpMkLst>
            <pc:docMk/>
            <pc:sldMk cId="3092869587" sldId="281"/>
            <ac:grpSpMk id="271" creationId="{BCF2A95A-7A89-7F4C-42C0-7CA65575E7C7}"/>
          </ac:grpSpMkLst>
        </pc:grpChg>
        <pc:grpChg chg="add mod">
          <ac:chgData name="Lala Guluzade" userId="2e684c3e-ad8a-47cf-b493-54606dd5dcb1" providerId="ADAL" clId="{A2BF9B08-964F-4531-B73D-668D4608DC8E}" dt="2026-06-29T19:22:12.976" v="2672"/>
          <ac:grpSpMkLst>
            <pc:docMk/>
            <pc:sldMk cId="3092869587" sldId="281"/>
            <ac:grpSpMk id="272" creationId="{2AD519D6-EEE5-F70E-34C7-7FB945EBB007}"/>
          </ac:grpSpMkLst>
        </pc:grpChg>
        <pc:grpChg chg="mod ord">
          <ac:chgData name="Lala Guluzade" userId="2e684c3e-ad8a-47cf-b493-54606dd5dcb1" providerId="ADAL" clId="{A2BF9B08-964F-4531-B73D-668D4608DC8E}" dt="2026-06-29T20:04:31.048" v="4323"/>
          <ac:grpSpMkLst>
            <pc:docMk/>
            <pc:sldMk cId="3092869587" sldId="281"/>
            <ac:grpSpMk id="273" creationId="{E36701DC-D5C7-2963-69C0-38FA382BC34C}"/>
          </ac:grpSpMkLst>
        </pc:grpChg>
        <pc:grpChg chg="mod ord">
          <ac:chgData name="Lala Guluzade" userId="2e684c3e-ad8a-47cf-b493-54606dd5dcb1" providerId="ADAL" clId="{A2BF9B08-964F-4531-B73D-668D4608DC8E}" dt="2026-06-29T20:04:31.048" v="4325"/>
          <ac:grpSpMkLst>
            <pc:docMk/>
            <pc:sldMk cId="3092869587" sldId="281"/>
            <ac:grpSpMk id="276" creationId="{02287A48-5262-A06D-6F14-B0D443418E1E}"/>
          </ac:grpSpMkLst>
        </pc:grpChg>
        <pc:grpChg chg="add mod ord">
          <ac:chgData name="Lala Guluzade" userId="2e684c3e-ad8a-47cf-b493-54606dd5dcb1" providerId="ADAL" clId="{A2BF9B08-964F-4531-B73D-668D4608DC8E}" dt="2026-06-29T20:04:31.049" v="4327"/>
          <ac:grpSpMkLst>
            <pc:docMk/>
            <pc:sldMk cId="3092869587" sldId="281"/>
            <ac:grpSpMk id="279" creationId="{28CD4F60-278C-F108-3589-593F8A58E560}"/>
          </ac:grpSpMkLst>
        </pc:grpChg>
        <pc:grpChg chg="add mod ord">
          <ac:chgData name="Lala Guluzade" userId="2e684c3e-ad8a-47cf-b493-54606dd5dcb1" providerId="ADAL" clId="{A2BF9B08-964F-4531-B73D-668D4608DC8E}" dt="2026-06-29T20:04:31.050" v="4329"/>
          <ac:grpSpMkLst>
            <pc:docMk/>
            <pc:sldMk cId="3092869587" sldId="281"/>
            <ac:grpSpMk id="282" creationId="{D268324E-A55B-5180-CBA9-7E45E3A3AE94}"/>
          </ac:grpSpMkLst>
        </pc:grpChg>
        <pc:grpChg chg="mod ord">
          <ac:chgData name="Lala Guluzade" userId="2e684c3e-ad8a-47cf-b493-54606dd5dcb1" providerId="ADAL" clId="{A2BF9B08-964F-4531-B73D-668D4608DC8E}" dt="2026-06-29T20:04:31.051" v="4331"/>
          <ac:grpSpMkLst>
            <pc:docMk/>
            <pc:sldMk cId="3092869587" sldId="281"/>
            <ac:grpSpMk id="285" creationId="{7E77B740-20F3-8EB8-0093-68C2D2C8289C}"/>
          </ac:grpSpMkLst>
        </pc:grpChg>
        <pc:grpChg chg="add mod ord">
          <ac:chgData name="Lala Guluzade" userId="2e684c3e-ad8a-47cf-b493-54606dd5dcb1" providerId="ADAL" clId="{A2BF9B08-964F-4531-B73D-668D4608DC8E}" dt="2026-06-29T20:04:31.052" v="4333"/>
          <ac:grpSpMkLst>
            <pc:docMk/>
            <pc:sldMk cId="3092869587" sldId="281"/>
            <ac:grpSpMk id="288" creationId="{F509880B-91DA-50F7-C202-C3DADCFB587E}"/>
          </ac:grpSpMkLst>
        </pc:grpChg>
        <pc:grpChg chg="mod ord">
          <ac:chgData name="Lala Guluzade" userId="2e684c3e-ad8a-47cf-b493-54606dd5dcb1" providerId="ADAL" clId="{A2BF9B08-964F-4531-B73D-668D4608DC8E}" dt="2026-06-29T20:04:31.052" v="4335"/>
          <ac:grpSpMkLst>
            <pc:docMk/>
            <pc:sldMk cId="3092869587" sldId="281"/>
            <ac:grpSpMk id="291" creationId="{C467CC7D-0C77-546C-5168-C0B3071A2F3C}"/>
          </ac:grpSpMkLst>
        </pc:grpChg>
        <pc:grpChg chg="add mod ord">
          <ac:chgData name="Lala Guluzade" userId="2e684c3e-ad8a-47cf-b493-54606dd5dcb1" providerId="ADAL" clId="{A2BF9B08-964F-4531-B73D-668D4608DC8E}" dt="2026-06-29T20:04:31.053" v="4337"/>
          <ac:grpSpMkLst>
            <pc:docMk/>
            <pc:sldMk cId="3092869587" sldId="281"/>
            <ac:grpSpMk id="300" creationId="{22A8F497-5940-1787-BFA4-137AA15FC572}"/>
          </ac:grpSpMkLst>
        </pc:grpChg>
        <pc:grpChg chg="mod ord">
          <ac:chgData name="Lala Guluzade" userId="2e684c3e-ad8a-47cf-b493-54606dd5dcb1" providerId="ADAL" clId="{A2BF9B08-964F-4531-B73D-668D4608DC8E}" dt="2026-06-29T20:04:31.027" v="4267"/>
          <ac:grpSpMkLst>
            <pc:docMk/>
            <pc:sldMk cId="3092869587" sldId="281"/>
            <ac:grpSpMk id="318" creationId="{A6343F64-2599-4CB0-3546-908870E95BAE}"/>
          </ac:grpSpMkLst>
        </pc:grpChg>
        <pc:graphicFrameChg chg="mod">
          <ac:chgData name="Lala Guluzade" userId="2e684c3e-ad8a-47cf-b493-54606dd5dcb1" providerId="ADAL" clId="{A2BF9B08-964F-4531-B73D-668D4608DC8E}" dt="2026-06-29T20:04:31.076" v="4404"/>
          <ac:graphicFrameMkLst>
            <pc:docMk/>
            <pc:sldMk cId="3092869587" sldId="281"/>
            <ac:graphicFrameMk id="5" creationId="{DF8ACD24-66D4-858B-D075-E339DF906479}"/>
          </ac:graphicFrameMkLst>
        </pc:graphicFrameChg>
        <pc:cxnChg chg="add mod ord">
          <ac:chgData name="Lala Guluzade" userId="2e684c3e-ad8a-47cf-b493-54606dd5dcb1" providerId="ADAL" clId="{A2BF9B08-964F-4531-B73D-668D4608DC8E}" dt="2026-06-29T20:04:31.035" v="4287"/>
          <ac:cxnSpMkLst>
            <pc:docMk/>
            <pc:sldMk cId="3092869587" sldId="281"/>
            <ac:cxnSpMk id="25" creationId="{EEE568BE-7F43-95AE-B3B2-57B308D910C2}"/>
          </ac:cxnSpMkLst>
        </pc:cxnChg>
        <pc:cxnChg chg="mod ord">
          <ac:chgData name="Lala Guluzade" userId="2e684c3e-ad8a-47cf-b493-54606dd5dcb1" providerId="ADAL" clId="{A2BF9B08-964F-4531-B73D-668D4608DC8E}" dt="2026-06-29T20:04:31.022" v="4255"/>
          <ac:cxnSpMkLst>
            <pc:docMk/>
            <pc:sldMk cId="3092869587" sldId="281"/>
            <ac:cxnSpMk id="298" creationId="{D7F490CE-04EB-F7FB-0E28-4305E33A2061}"/>
          </ac:cxnSpMkLst>
        </pc:cxnChg>
        <pc:cxnChg chg="del">
          <ac:chgData name="Lala Guluzade" userId="2e684c3e-ad8a-47cf-b493-54606dd5dcb1" providerId="ADAL" clId="{A2BF9B08-964F-4531-B73D-668D4608DC8E}" dt="2026-06-29T14:20:42.263" v="977" actId="478"/>
          <ac:cxnSpMkLst>
            <pc:docMk/>
            <pc:sldMk cId="3092869587" sldId="281"/>
            <ac:cxnSpMk id="301" creationId="{EF6CD4E8-3091-A420-9A28-97DF0F662923}"/>
          </ac:cxnSpMkLst>
        </pc:cxnChg>
        <pc:cxnChg chg="mod ord">
          <ac:chgData name="Lala Guluzade" userId="2e684c3e-ad8a-47cf-b493-54606dd5dcb1" providerId="ADAL" clId="{A2BF9B08-964F-4531-B73D-668D4608DC8E}" dt="2026-06-29T20:04:31.026" v="4265"/>
          <ac:cxnSpMkLst>
            <pc:docMk/>
            <pc:sldMk cId="3092869587" sldId="281"/>
            <ac:cxnSpMk id="317" creationId="{D0A1D1D9-158F-3636-94BF-7BC1AFFF6084}"/>
          </ac:cxnSpMkLst>
        </pc:cxnChg>
      </pc:sldChg>
      <pc:sldChg chg="del">
        <pc:chgData name="Lala Guluzade" userId="2e684c3e-ad8a-47cf-b493-54606dd5dcb1" providerId="ADAL" clId="{A2BF9B08-964F-4531-B73D-668D4608DC8E}" dt="2026-06-29T13:55:42.640" v="791" actId="47"/>
        <pc:sldMkLst>
          <pc:docMk/>
          <pc:sldMk cId="2187973059" sldId="282"/>
        </pc:sldMkLst>
      </pc:sldChg>
      <pc:sldChg chg="addSp delSp modSp add mod setBg">
        <pc:chgData name="Lala Guluzade" userId="2e684c3e-ad8a-47cf-b493-54606dd5dcb1" providerId="ADAL" clId="{A2BF9B08-964F-4531-B73D-668D4608DC8E}" dt="2026-06-30T16:34:41.664" v="21285" actId="478"/>
        <pc:sldMkLst>
          <pc:docMk/>
          <pc:sldMk cId="3873236114" sldId="282"/>
        </pc:sldMkLst>
        <pc:spChg chg="mod">
          <ac:chgData name="Lala Guluzade" userId="2e684c3e-ad8a-47cf-b493-54606dd5dcb1" providerId="ADAL" clId="{A2BF9B08-964F-4531-B73D-668D4608DC8E}" dt="2026-06-30T12:24:47.729" v="11949" actId="948"/>
          <ac:spMkLst>
            <pc:docMk/>
            <pc:sldMk cId="3873236114" sldId="282"/>
            <ac:spMk id="2" creationId="{928C4DDC-A260-74A0-464E-113A6673BEAA}"/>
          </ac:spMkLst>
        </pc:spChg>
        <pc:spChg chg="del">
          <ac:chgData name="Lala Guluzade" userId="2e684c3e-ad8a-47cf-b493-54606dd5dcb1" providerId="ADAL" clId="{A2BF9B08-964F-4531-B73D-668D4608DC8E}" dt="2026-06-30T16:34:41.664" v="21285" actId="478"/>
          <ac:spMkLst>
            <pc:docMk/>
            <pc:sldMk cId="3873236114" sldId="282"/>
            <ac:spMk id="3" creationId="{C27FFCF6-66CE-C98D-8A8C-4CE72E953D44}"/>
          </ac:spMkLst>
        </pc:spChg>
        <pc:spChg chg="del">
          <ac:chgData name="Lala Guluzade" userId="2e684c3e-ad8a-47cf-b493-54606dd5dcb1" providerId="ADAL" clId="{A2BF9B08-964F-4531-B73D-668D4608DC8E}" dt="2026-06-30T16:34:41.664" v="21285" actId="478"/>
          <ac:spMkLst>
            <pc:docMk/>
            <pc:sldMk cId="3873236114" sldId="282"/>
            <ac:spMk id="6" creationId="{00CFE192-E5D7-BAC6-A2A2-78328BF09F1A}"/>
          </ac:spMkLst>
        </pc:spChg>
        <pc:spChg chg="add del mod modVis">
          <ac:chgData name="Lala Guluzade" userId="2e684c3e-ad8a-47cf-b493-54606dd5dcb1" providerId="ADAL" clId="{A2BF9B08-964F-4531-B73D-668D4608DC8E}" dt="2026-06-30T12:24:47.785" v="11971"/>
          <ac:spMkLst>
            <pc:docMk/>
            <pc:sldMk cId="3873236114" sldId="282"/>
            <ac:spMk id="7" creationId="{4957AD9E-99BD-5009-8FAF-C9C63CCA5CE5}"/>
          </ac:spMkLst>
        </pc:spChg>
        <pc:spChg chg="mod">
          <ac:chgData name="Lala Guluzade" userId="2e684c3e-ad8a-47cf-b493-54606dd5dcb1" providerId="ADAL" clId="{A2BF9B08-964F-4531-B73D-668D4608DC8E}" dt="2026-06-30T12:24:59.567" v="11979"/>
          <ac:spMkLst>
            <pc:docMk/>
            <pc:sldMk cId="3873236114" sldId="282"/>
            <ac:spMk id="22" creationId="{58EA0F95-BBC7-7F8D-0FE2-CCA25BD70C59}"/>
          </ac:spMkLst>
        </pc:spChg>
        <pc:spChg chg="mod">
          <ac:chgData name="Lala Guluzade" userId="2e684c3e-ad8a-47cf-b493-54606dd5dcb1" providerId="ADAL" clId="{A2BF9B08-964F-4531-B73D-668D4608DC8E}" dt="2026-06-30T12:24:52.287" v="11975"/>
          <ac:spMkLst>
            <pc:docMk/>
            <pc:sldMk cId="3873236114" sldId="282"/>
            <ac:spMk id="23" creationId="{DBE31A7D-6B6B-25C8-8416-24D6105194AC}"/>
          </ac:spMkLst>
        </pc:spChg>
        <pc:spChg chg="mod">
          <ac:chgData name="Lala Guluzade" userId="2e684c3e-ad8a-47cf-b493-54606dd5dcb1" providerId="ADAL" clId="{A2BF9B08-964F-4531-B73D-668D4608DC8E}" dt="2026-06-30T12:25:05.224" v="11981"/>
          <ac:spMkLst>
            <pc:docMk/>
            <pc:sldMk cId="3873236114" sldId="282"/>
            <ac:spMk id="44" creationId="{DB196416-0BF6-939E-A818-0B65251ADDE2}"/>
          </ac:spMkLst>
        </pc:spChg>
        <pc:spChg chg="mod">
          <ac:chgData name="Lala Guluzade" userId="2e684c3e-ad8a-47cf-b493-54606dd5dcb1" providerId="ADAL" clId="{A2BF9B08-964F-4531-B73D-668D4608DC8E}" dt="2026-06-30T12:24:55.907" v="11977"/>
          <ac:spMkLst>
            <pc:docMk/>
            <pc:sldMk cId="3873236114" sldId="282"/>
            <ac:spMk id="45" creationId="{2B52B494-D3FF-74A3-9D45-65419647F80F}"/>
          </ac:spMkLst>
        </pc:spChg>
        <pc:spChg chg="mod">
          <ac:chgData name="Lala Guluzade" userId="2e684c3e-ad8a-47cf-b493-54606dd5dcb1" providerId="ADAL" clId="{A2BF9B08-964F-4531-B73D-668D4608DC8E}" dt="2026-06-30T12:25:15.230" v="11982" actId="207"/>
          <ac:spMkLst>
            <pc:docMk/>
            <pc:sldMk cId="3873236114" sldId="282"/>
            <ac:spMk id="47" creationId="{784B8C66-966A-E7FC-ABDC-2E8BF3A301F0}"/>
          </ac:spMkLst>
        </pc:spChg>
        <pc:spChg chg="mod">
          <ac:chgData name="Lala Guluzade" userId="2e684c3e-ad8a-47cf-b493-54606dd5dcb1" providerId="ADAL" clId="{A2BF9B08-964F-4531-B73D-668D4608DC8E}" dt="2026-06-30T12:25:19.223" v="11983" actId="207"/>
          <ac:spMkLst>
            <pc:docMk/>
            <pc:sldMk cId="3873236114" sldId="282"/>
            <ac:spMk id="48" creationId="{69948D6D-2698-23A2-D561-00D030DFC77B}"/>
          </ac:spMkLst>
        </pc:spChg>
        <pc:graphicFrameChg chg="mod">
          <ac:chgData name="Lala Guluzade" userId="2e684c3e-ad8a-47cf-b493-54606dd5dcb1" providerId="ADAL" clId="{A2BF9B08-964F-4531-B73D-668D4608DC8E}" dt="2026-06-30T12:24:47.787" v="11973"/>
          <ac:graphicFrameMkLst>
            <pc:docMk/>
            <pc:sldMk cId="3873236114" sldId="282"/>
            <ac:graphicFrameMk id="5" creationId="{6B727BE8-B870-FEE6-2148-4789B5B7FFB7}"/>
          </ac:graphicFrameMkLst>
        </pc:graphicFrameChg>
      </pc:sldChg>
      <pc:sldChg chg="del">
        <pc:chgData name="Lala Guluzade" userId="2e684c3e-ad8a-47cf-b493-54606dd5dcb1" providerId="ADAL" clId="{A2BF9B08-964F-4531-B73D-668D4608DC8E}" dt="2026-06-29T13:32:06.369" v="739" actId="47"/>
        <pc:sldMkLst>
          <pc:docMk/>
          <pc:sldMk cId="906567112" sldId="283"/>
        </pc:sldMkLst>
      </pc:sldChg>
      <pc:sldChg chg="addSp delSp modSp add mod">
        <pc:chgData name="Lala Guluzade" userId="2e684c3e-ad8a-47cf-b493-54606dd5dcb1" providerId="ADAL" clId="{A2BF9B08-964F-4531-B73D-668D4608DC8E}" dt="2026-06-30T16:21:53.195" v="20185" actId="478"/>
        <pc:sldMkLst>
          <pc:docMk/>
          <pc:sldMk cId="1678858768" sldId="283"/>
        </pc:sldMkLst>
        <pc:spChg chg="mod">
          <ac:chgData name="Lala Guluzade" userId="2e684c3e-ad8a-47cf-b493-54606dd5dcb1" providerId="ADAL" clId="{A2BF9B08-964F-4531-B73D-668D4608DC8E}" dt="2026-06-30T12:25:28.181" v="11987" actId="948"/>
          <ac:spMkLst>
            <pc:docMk/>
            <pc:sldMk cId="1678858768" sldId="283"/>
            <ac:spMk id="2" creationId="{B8DD125F-1E92-AA15-C535-886D7364BD41}"/>
          </ac:spMkLst>
        </pc:spChg>
        <pc:spChg chg="del">
          <ac:chgData name="Lala Guluzade" userId="2e684c3e-ad8a-47cf-b493-54606dd5dcb1" providerId="ADAL" clId="{A2BF9B08-964F-4531-B73D-668D4608DC8E}" dt="2026-06-30T16:21:53.195" v="20185" actId="478"/>
          <ac:spMkLst>
            <pc:docMk/>
            <pc:sldMk cId="1678858768" sldId="283"/>
            <ac:spMk id="3" creationId="{0CC215D5-9324-E47D-58A7-9688CB109980}"/>
          </ac:spMkLst>
        </pc:spChg>
        <pc:spChg chg="del">
          <ac:chgData name="Lala Guluzade" userId="2e684c3e-ad8a-47cf-b493-54606dd5dcb1" providerId="ADAL" clId="{A2BF9B08-964F-4531-B73D-668D4608DC8E}" dt="2026-06-30T16:21:53.195" v="20185" actId="478"/>
          <ac:spMkLst>
            <pc:docMk/>
            <pc:sldMk cId="1678858768" sldId="283"/>
            <ac:spMk id="6" creationId="{908E3F7B-ABE4-0FDD-ACF8-BE61D5FC68CD}"/>
          </ac:spMkLst>
        </pc:spChg>
        <pc:spChg chg="add del mod modVis">
          <ac:chgData name="Lala Guluzade" userId="2e684c3e-ad8a-47cf-b493-54606dd5dcb1" providerId="ADAL" clId="{A2BF9B08-964F-4531-B73D-668D4608DC8E}" dt="2026-06-30T12:25:28.209" v="12009"/>
          <ac:spMkLst>
            <pc:docMk/>
            <pc:sldMk cId="1678858768" sldId="283"/>
            <ac:spMk id="7" creationId="{AA764D2A-56C9-F0C0-0518-056EC8999419}"/>
          </ac:spMkLst>
        </pc:spChg>
        <pc:spChg chg="add del mod">
          <ac:chgData name="Lala Guluzade" userId="2e684c3e-ad8a-47cf-b493-54606dd5dcb1" providerId="ADAL" clId="{A2BF9B08-964F-4531-B73D-668D4608DC8E}" dt="2026-06-30T12:26:50.521" v="12054" actId="478"/>
          <ac:spMkLst>
            <pc:docMk/>
            <pc:sldMk cId="1678858768" sldId="283"/>
            <ac:spMk id="8" creationId="{860E6385-6599-0358-7169-E7F35F6568C9}"/>
          </ac:spMkLst>
        </pc:spChg>
        <pc:spChg chg="mod">
          <ac:chgData name="Lala Guluzade" userId="2e684c3e-ad8a-47cf-b493-54606dd5dcb1" providerId="ADAL" clId="{A2BF9B08-964F-4531-B73D-668D4608DC8E}" dt="2026-06-30T12:26:42.759" v="12051"/>
          <ac:spMkLst>
            <pc:docMk/>
            <pc:sldMk cId="1678858768" sldId="283"/>
            <ac:spMk id="12" creationId="{49A8C071-49D2-E61A-BA4F-00EB7F049F51}"/>
          </ac:spMkLst>
        </pc:spChg>
        <pc:spChg chg="mod">
          <ac:chgData name="Lala Guluzade" userId="2e684c3e-ad8a-47cf-b493-54606dd5dcb1" providerId="ADAL" clId="{A2BF9B08-964F-4531-B73D-668D4608DC8E}" dt="2026-06-30T12:26:48.121" v="12053"/>
          <ac:spMkLst>
            <pc:docMk/>
            <pc:sldMk cId="1678858768" sldId="283"/>
            <ac:spMk id="13" creationId="{5F7586A8-8D03-CA9A-DAEA-EE9F9D41F50F}"/>
          </ac:spMkLst>
        </pc:spChg>
        <pc:spChg chg="mod">
          <ac:chgData name="Lala Guluzade" userId="2e684c3e-ad8a-47cf-b493-54606dd5dcb1" providerId="ADAL" clId="{A2BF9B08-964F-4531-B73D-668D4608DC8E}" dt="2026-06-30T12:25:46.493" v="12017"/>
          <ac:spMkLst>
            <pc:docMk/>
            <pc:sldMk cId="1678858768" sldId="283"/>
            <ac:spMk id="23" creationId="{4691D768-C0E1-7CDB-23CC-4C810269C6D5}"/>
          </ac:spMkLst>
        </pc:spChg>
        <pc:spChg chg="mod">
          <ac:chgData name="Lala Guluzade" userId="2e684c3e-ad8a-47cf-b493-54606dd5dcb1" providerId="ADAL" clId="{A2BF9B08-964F-4531-B73D-668D4608DC8E}" dt="2026-06-30T12:25:39.181" v="12013"/>
          <ac:spMkLst>
            <pc:docMk/>
            <pc:sldMk cId="1678858768" sldId="283"/>
            <ac:spMk id="24" creationId="{CEB7DED7-8F67-E3C5-E361-6143F7D38DDF}"/>
          </ac:spMkLst>
        </pc:spChg>
        <pc:spChg chg="mod">
          <ac:chgData name="Lala Guluzade" userId="2e684c3e-ad8a-47cf-b493-54606dd5dcb1" providerId="ADAL" clId="{A2BF9B08-964F-4531-B73D-668D4608DC8E}" dt="2026-06-30T12:25:43.927" v="12015"/>
          <ac:spMkLst>
            <pc:docMk/>
            <pc:sldMk cId="1678858768" sldId="283"/>
            <ac:spMk id="45" creationId="{AF31F725-60DC-74CF-DEB1-B6244FBDE685}"/>
          </ac:spMkLst>
        </pc:spChg>
        <pc:spChg chg="mod">
          <ac:chgData name="Lala Guluzade" userId="2e684c3e-ad8a-47cf-b493-54606dd5dcb1" providerId="ADAL" clId="{A2BF9B08-964F-4531-B73D-668D4608DC8E}" dt="2026-06-30T12:25:50.796" v="12018" actId="207"/>
          <ac:spMkLst>
            <pc:docMk/>
            <pc:sldMk cId="1678858768" sldId="283"/>
            <ac:spMk id="46" creationId="{1C7A9B2B-1FFC-20AF-16ED-5F781AAC3817}"/>
          </ac:spMkLst>
        </pc:spChg>
        <pc:spChg chg="mod">
          <ac:chgData name="Lala Guluzade" userId="2e684c3e-ad8a-47cf-b493-54606dd5dcb1" providerId="ADAL" clId="{A2BF9B08-964F-4531-B73D-668D4608DC8E}" dt="2026-06-30T12:26:04.988" v="12020" actId="207"/>
          <ac:spMkLst>
            <pc:docMk/>
            <pc:sldMk cId="1678858768" sldId="283"/>
            <ac:spMk id="48" creationId="{17397835-7467-3356-DAB9-53B698E71219}"/>
          </ac:spMkLst>
        </pc:spChg>
        <pc:spChg chg="mod">
          <ac:chgData name="Lala Guluzade" userId="2e684c3e-ad8a-47cf-b493-54606dd5dcb1" providerId="ADAL" clId="{A2BF9B08-964F-4531-B73D-668D4608DC8E}" dt="2026-06-30T12:25:59.106" v="12019" actId="207"/>
          <ac:spMkLst>
            <pc:docMk/>
            <pc:sldMk cId="1678858768" sldId="283"/>
            <ac:spMk id="49" creationId="{335A4D3E-E885-7A1A-BDAB-8B47B946D899}"/>
          </ac:spMkLst>
        </pc:spChg>
        <pc:graphicFrameChg chg="mod">
          <ac:chgData name="Lala Guluzade" userId="2e684c3e-ad8a-47cf-b493-54606dd5dcb1" providerId="ADAL" clId="{A2BF9B08-964F-4531-B73D-668D4608DC8E}" dt="2026-06-30T12:25:28.211" v="12011"/>
          <ac:graphicFrameMkLst>
            <pc:docMk/>
            <pc:sldMk cId="1678858768" sldId="283"/>
            <ac:graphicFrameMk id="5" creationId="{811FD769-FD81-0FC6-87DB-BDBA7554A270}"/>
          </ac:graphicFrameMkLst>
        </pc:graphicFrameChg>
      </pc:sldChg>
      <pc:sldChg chg="addSp delSp modSp add mod">
        <pc:chgData name="Lala Guluzade" userId="2e684c3e-ad8a-47cf-b493-54606dd5dcb1" providerId="ADAL" clId="{A2BF9B08-964F-4531-B73D-668D4608DC8E}" dt="2026-06-29T20:35:09.076" v="5995"/>
        <pc:sldMkLst>
          <pc:docMk/>
          <pc:sldMk cId="2637838484" sldId="283"/>
        </pc:sldMkLst>
        <pc:spChg chg="add del mod modVis">
          <ac:chgData name="Lala Guluzade" userId="2e684c3e-ad8a-47cf-b493-54606dd5dcb1" providerId="ADAL" clId="{A2BF9B08-964F-4531-B73D-668D4608DC8E}" dt="2026-06-29T13:35:34.940" v="767"/>
          <ac:spMkLst>
            <pc:docMk/>
            <pc:sldMk cId="2637838484" sldId="283"/>
            <ac:spMk id="2" creationId="{2BA3049C-4DCF-48BA-9C09-04FBC28628A9}"/>
          </ac:spMkLst>
        </pc:spChg>
        <pc:spChg chg="add del mod">
          <ac:chgData name="Lala Guluzade" userId="2e684c3e-ad8a-47cf-b493-54606dd5dcb1" providerId="ADAL" clId="{A2BF9B08-964F-4531-B73D-668D4608DC8E}" dt="2026-06-29T13:35:48.831" v="776" actId="478"/>
          <ac:spMkLst>
            <pc:docMk/>
            <pc:sldMk cId="2637838484" sldId="283"/>
            <ac:spMk id="4" creationId="{1A405AA0-E353-1E31-29A5-BDC1F0209202}"/>
          </ac:spMkLst>
        </pc:spChg>
        <pc:spChg chg="add mod ord">
          <ac:chgData name="Lala Guluzade" userId="2e684c3e-ad8a-47cf-b493-54606dd5dcb1" providerId="ADAL" clId="{A2BF9B08-964F-4531-B73D-668D4608DC8E}" dt="2026-06-29T20:06:57.971" v="4804"/>
          <ac:spMkLst>
            <pc:docMk/>
            <pc:sldMk cId="2637838484" sldId="283"/>
            <ac:spMk id="6" creationId="{0F2C2585-9F5A-BBD6-C833-46D1D5F993E1}"/>
          </ac:spMkLst>
        </pc:spChg>
        <pc:spChg chg="mod">
          <ac:chgData name="Lala Guluzade" userId="2e684c3e-ad8a-47cf-b493-54606dd5dcb1" providerId="ADAL" clId="{A2BF9B08-964F-4531-B73D-668D4608DC8E}" dt="2026-06-29T20:06:57.938" v="4746"/>
          <ac:spMkLst>
            <pc:docMk/>
            <pc:sldMk cId="2637838484" sldId="283"/>
            <ac:spMk id="7" creationId="{4C1F3293-4EFE-461D-940D-7EE66BAE31C5}"/>
          </ac:spMkLst>
        </pc:spChg>
        <pc:spChg chg="add mod ord">
          <ac:chgData name="Lala Guluzade" userId="2e684c3e-ad8a-47cf-b493-54606dd5dcb1" providerId="ADAL" clId="{A2BF9B08-964F-4531-B73D-668D4608DC8E}" dt="2026-06-29T20:06:57.972" v="4806"/>
          <ac:spMkLst>
            <pc:docMk/>
            <pc:sldMk cId="2637838484" sldId="283"/>
            <ac:spMk id="8" creationId="{E2819835-26CA-2AF7-B254-EC0D6AE3C5AC}"/>
          </ac:spMkLst>
        </pc:spChg>
        <pc:spChg chg="add del mod ord">
          <ac:chgData name="Lala Guluzade" userId="2e684c3e-ad8a-47cf-b493-54606dd5dcb1" providerId="ADAL" clId="{A2BF9B08-964F-4531-B73D-668D4608DC8E}" dt="2026-06-29T20:07:47.807" v="4906" actId="478"/>
          <ac:spMkLst>
            <pc:docMk/>
            <pc:sldMk cId="2637838484" sldId="283"/>
            <ac:spMk id="9" creationId="{EC824512-95CC-C818-ED94-ADEDB073C150}"/>
          </ac:spMkLst>
        </pc:spChg>
        <pc:spChg chg="add mod ord">
          <ac:chgData name="Lala Guluzade" userId="2e684c3e-ad8a-47cf-b493-54606dd5dcb1" providerId="ADAL" clId="{A2BF9B08-964F-4531-B73D-668D4608DC8E}" dt="2026-06-29T20:06:57.921" v="4720"/>
          <ac:spMkLst>
            <pc:docMk/>
            <pc:sldMk cId="2637838484" sldId="283"/>
            <ac:spMk id="10" creationId="{917AEA09-9622-608C-D8F2-698FA5EC7A0C}"/>
          </ac:spMkLst>
        </pc:spChg>
        <pc:spChg chg="add mod ord">
          <ac:chgData name="Lala Guluzade" userId="2e684c3e-ad8a-47cf-b493-54606dd5dcb1" providerId="ADAL" clId="{A2BF9B08-964F-4531-B73D-668D4608DC8E}" dt="2026-06-29T20:06:57.919" v="4718"/>
          <ac:spMkLst>
            <pc:docMk/>
            <pc:sldMk cId="2637838484" sldId="283"/>
            <ac:spMk id="11" creationId="{A59FB4F9-33DB-8327-14C6-AA1851DCE3F1}"/>
          </ac:spMkLst>
        </pc:spChg>
        <pc:spChg chg="add mod ord">
          <ac:chgData name="Lala Guluzade" userId="2e684c3e-ad8a-47cf-b493-54606dd5dcb1" providerId="ADAL" clId="{A2BF9B08-964F-4531-B73D-668D4608DC8E}" dt="2026-06-29T20:07:08.775" v="4836" actId="1037"/>
          <ac:spMkLst>
            <pc:docMk/>
            <pc:sldMk cId="2637838484" sldId="283"/>
            <ac:spMk id="12" creationId="{EA33946D-70DF-F54E-8E10-B3A2B7E52ADC}"/>
          </ac:spMkLst>
        </pc:spChg>
        <pc:spChg chg="mod topLvl modVis">
          <ac:chgData name="Lala Guluzade" userId="2e684c3e-ad8a-47cf-b493-54606dd5dcb1" providerId="ADAL" clId="{A2BF9B08-964F-4531-B73D-668D4608DC8E}" dt="2026-06-29T20:07:45.170" v="4905" actId="207"/>
          <ac:spMkLst>
            <pc:docMk/>
            <pc:sldMk cId="2637838484" sldId="283"/>
            <ac:spMk id="14" creationId="{199FD445-0FAE-30B5-DAF9-ACA5734412E7}"/>
          </ac:spMkLst>
        </pc:spChg>
        <pc:spChg chg="mod">
          <ac:chgData name="Lala Guluzade" userId="2e684c3e-ad8a-47cf-b493-54606dd5dcb1" providerId="ADAL" clId="{A2BF9B08-964F-4531-B73D-668D4608DC8E}" dt="2026-06-29T20:06:57.939" v="4747"/>
          <ac:spMkLst>
            <pc:docMk/>
            <pc:sldMk cId="2637838484" sldId="283"/>
            <ac:spMk id="15" creationId="{4C1F3293-4EFE-461D-940D-7EE66BAE31C5}"/>
          </ac:spMkLst>
        </pc:spChg>
        <pc:spChg chg="del mod topLvl modVis">
          <ac:chgData name="Lala Guluzade" userId="2e684c3e-ad8a-47cf-b493-54606dd5dcb1" providerId="ADAL" clId="{A2BF9B08-964F-4531-B73D-668D4608DC8E}" dt="2026-06-29T20:07:32.075" v="4869"/>
          <ac:spMkLst>
            <pc:docMk/>
            <pc:sldMk cId="2637838484" sldId="283"/>
            <ac:spMk id="16" creationId="{A0C156F8-42D6-56D6-F4F5-7D6E301E9BC9}"/>
          </ac:spMkLst>
        </pc:spChg>
        <pc:spChg chg="del mod topLvl modVis">
          <ac:chgData name="Lala Guluzade" userId="2e684c3e-ad8a-47cf-b493-54606dd5dcb1" providerId="ADAL" clId="{A2BF9B08-964F-4531-B73D-668D4608DC8E}" dt="2026-06-29T20:07:32.077" v="4873"/>
          <ac:spMkLst>
            <pc:docMk/>
            <pc:sldMk cId="2637838484" sldId="283"/>
            <ac:spMk id="17" creationId="{8ACB7136-F1DE-0561-50D2-1BA4A2FBA5CA}"/>
          </ac:spMkLst>
        </pc:spChg>
        <pc:spChg chg="del mod topLvl modVis">
          <ac:chgData name="Lala Guluzade" userId="2e684c3e-ad8a-47cf-b493-54606dd5dcb1" providerId="ADAL" clId="{A2BF9B08-964F-4531-B73D-668D4608DC8E}" dt="2026-06-29T20:07:32.078" v="4877"/>
          <ac:spMkLst>
            <pc:docMk/>
            <pc:sldMk cId="2637838484" sldId="283"/>
            <ac:spMk id="18" creationId="{95E0D6DE-8D28-B6B6-4ED3-664CD8C3DB76}"/>
          </ac:spMkLst>
        </pc:spChg>
        <pc:spChg chg="del mod topLvl modVis">
          <ac:chgData name="Lala Guluzade" userId="2e684c3e-ad8a-47cf-b493-54606dd5dcb1" providerId="ADAL" clId="{A2BF9B08-964F-4531-B73D-668D4608DC8E}" dt="2026-06-29T20:07:32.080" v="4881"/>
          <ac:spMkLst>
            <pc:docMk/>
            <pc:sldMk cId="2637838484" sldId="283"/>
            <ac:spMk id="19" creationId="{4EC7C175-1404-B96A-F7AC-955ABE21F9FA}"/>
          </ac:spMkLst>
        </pc:spChg>
        <pc:spChg chg="mod topLvl modVis">
          <ac:chgData name="Lala Guluzade" userId="2e684c3e-ad8a-47cf-b493-54606dd5dcb1" providerId="ADAL" clId="{A2BF9B08-964F-4531-B73D-668D4608DC8E}" dt="2026-06-29T20:07:36.727" v="4890" actId="404"/>
          <ac:spMkLst>
            <pc:docMk/>
            <pc:sldMk cId="2637838484" sldId="283"/>
            <ac:spMk id="20" creationId="{6D17AB6A-8AF0-54BB-976D-ACB6A20CE9D8}"/>
          </ac:spMkLst>
        </pc:spChg>
        <pc:spChg chg="del mod topLvl modVis">
          <ac:chgData name="Lala Guluzade" userId="2e684c3e-ad8a-47cf-b493-54606dd5dcb1" providerId="ADAL" clId="{A2BF9B08-964F-4531-B73D-668D4608DC8E}" dt="2026-06-29T20:07:32.074" v="4867"/>
          <ac:spMkLst>
            <pc:docMk/>
            <pc:sldMk cId="2637838484" sldId="283"/>
            <ac:spMk id="21" creationId="{44CF369D-4A46-8520-ECB6-ABCE8D5F48DB}"/>
          </ac:spMkLst>
        </pc:spChg>
        <pc:spChg chg="del mod topLvl modVis">
          <ac:chgData name="Lala Guluzade" userId="2e684c3e-ad8a-47cf-b493-54606dd5dcb1" providerId="ADAL" clId="{A2BF9B08-964F-4531-B73D-668D4608DC8E}" dt="2026-06-29T20:07:32.076" v="4871"/>
          <ac:spMkLst>
            <pc:docMk/>
            <pc:sldMk cId="2637838484" sldId="283"/>
            <ac:spMk id="22" creationId="{41E20AE2-DE27-D21A-A19D-BE1B8F05AD40}"/>
          </ac:spMkLst>
        </pc:spChg>
        <pc:spChg chg="del mod topLvl modVis">
          <ac:chgData name="Lala Guluzade" userId="2e684c3e-ad8a-47cf-b493-54606dd5dcb1" providerId="ADAL" clId="{A2BF9B08-964F-4531-B73D-668D4608DC8E}" dt="2026-06-29T20:07:32.077" v="4875"/>
          <ac:spMkLst>
            <pc:docMk/>
            <pc:sldMk cId="2637838484" sldId="283"/>
            <ac:spMk id="23" creationId="{166E0EE8-AB70-C8DC-97D5-360E7329FB35}"/>
          </ac:spMkLst>
        </pc:spChg>
        <pc:spChg chg="del mod topLvl modVis">
          <ac:chgData name="Lala Guluzade" userId="2e684c3e-ad8a-47cf-b493-54606dd5dcb1" providerId="ADAL" clId="{A2BF9B08-964F-4531-B73D-668D4608DC8E}" dt="2026-06-29T20:07:32.079" v="4879"/>
          <ac:spMkLst>
            <pc:docMk/>
            <pc:sldMk cId="2637838484" sldId="283"/>
            <ac:spMk id="24" creationId="{E5F1BD25-09D6-0311-BF1A-824FB74A9C74}"/>
          </ac:spMkLst>
        </pc:spChg>
        <pc:spChg chg="mod">
          <ac:chgData name="Lala Guluzade" userId="2e684c3e-ad8a-47cf-b493-54606dd5dcb1" providerId="ADAL" clId="{A2BF9B08-964F-4531-B73D-668D4608DC8E}" dt="2026-06-29T20:06:57.939" v="4748"/>
          <ac:spMkLst>
            <pc:docMk/>
            <pc:sldMk cId="2637838484" sldId="283"/>
            <ac:spMk id="25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40" v="4749"/>
          <ac:spMkLst>
            <pc:docMk/>
            <pc:sldMk cId="2637838484" sldId="283"/>
            <ac:spMk id="26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40" v="4750"/>
          <ac:spMkLst>
            <pc:docMk/>
            <pc:sldMk cId="2637838484" sldId="283"/>
            <ac:spMk id="2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41" v="4751"/>
          <ac:spMkLst>
            <pc:docMk/>
            <pc:sldMk cId="2637838484" sldId="283"/>
            <ac:spMk id="2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42" v="4752"/>
          <ac:spMkLst>
            <pc:docMk/>
            <pc:sldMk cId="2637838484" sldId="283"/>
            <ac:spMk id="2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43" v="4753"/>
          <ac:spMkLst>
            <pc:docMk/>
            <pc:sldMk cId="2637838484" sldId="283"/>
            <ac:spMk id="30" creationId="{4C1F3293-4EFE-461D-940D-7EE66BAE31C5}"/>
          </ac:spMkLst>
        </pc:spChg>
        <pc:spChg chg="add del mod">
          <ac:chgData name="Lala Guluzade" userId="2e684c3e-ad8a-47cf-b493-54606dd5dcb1" providerId="ADAL" clId="{A2BF9B08-964F-4531-B73D-668D4608DC8E}" dt="2026-06-29T20:34:02.027" v="5789" actId="478"/>
          <ac:spMkLst>
            <pc:docMk/>
            <pc:sldMk cId="2637838484" sldId="283"/>
            <ac:spMk id="32" creationId="{78ACEC5C-1284-48AB-8DF1-303CFDF75946}"/>
          </ac:spMkLst>
        </pc:spChg>
        <pc:spChg chg="add mod">
          <ac:chgData name="Lala Guluzade" userId="2e684c3e-ad8a-47cf-b493-54606dd5dcb1" providerId="ADAL" clId="{A2BF9B08-964F-4531-B73D-668D4608DC8E}" dt="2026-06-29T20:35:09.076" v="5995"/>
          <ac:spMkLst>
            <pc:docMk/>
            <pc:sldMk cId="2637838484" sldId="283"/>
            <ac:spMk id="33" creationId="{A455B3FD-2D06-4760-A2C8-0D67F7517C45}"/>
          </ac:spMkLst>
        </pc:spChg>
        <pc:spChg chg="mod">
          <ac:chgData name="Lala Guluzade" userId="2e684c3e-ad8a-47cf-b493-54606dd5dcb1" providerId="ADAL" clId="{A2BF9B08-964F-4531-B73D-668D4608DC8E}" dt="2026-06-29T20:06:57.926" v="4730"/>
          <ac:spMkLst>
            <pc:docMk/>
            <pc:sldMk cId="2637838484" sldId="283"/>
            <ac:spMk id="7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2" v="4738"/>
          <ac:spMkLst>
            <pc:docMk/>
            <pc:sldMk cId="2637838484" sldId="283"/>
            <ac:spMk id="12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3" v="4740"/>
          <ac:spMkLst>
            <pc:docMk/>
            <pc:sldMk cId="2637838484" sldId="283"/>
            <ac:spMk id="12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5" v="4742"/>
          <ac:spMkLst>
            <pc:docMk/>
            <pc:sldMk cId="2637838484" sldId="283"/>
            <ac:spMk id="122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6" v="4744"/>
          <ac:spMkLst>
            <pc:docMk/>
            <pc:sldMk cId="2637838484" sldId="283"/>
            <ac:spMk id="123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44" v="4754"/>
          <ac:spMkLst>
            <pc:docMk/>
            <pc:sldMk cId="2637838484" sldId="283"/>
            <ac:spMk id="152" creationId="{D774FF96-0BE5-FC80-F076-0CE21475373D}"/>
          </ac:spMkLst>
        </pc:spChg>
        <pc:spChg chg="mod">
          <ac:chgData name="Lala Guluzade" userId="2e684c3e-ad8a-47cf-b493-54606dd5dcb1" providerId="ADAL" clId="{A2BF9B08-964F-4531-B73D-668D4608DC8E}" dt="2026-06-29T20:06:57.944" v="4755"/>
          <ac:spMkLst>
            <pc:docMk/>
            <pc:sldMk cId="2637838484" sldId="283"/>
            <ac:spMk id="158" creationId="{3CFE8502-E027-5B0E-D099-F00DFE881EAE}"/>
          </ac:spMkLst>
        </pc:spChg>
        <pc:spChg chg="mod">
          <ac:chgData name="Lala Guluzade" userId="2e684c3e-ad8a-47cf-b493-54606dd5dcb1" providerId="ADAL" clId="{A2BF9B08-964F-4531-B73D-668D4608DC8E}" dt="2026-06-29T20:06:57.928" v="4732"/>
          <ac:spMkLst>
            <pc:docMk/>
            <pc:sldMk cId="2637838484" sldId="283"/>
            <ac:spMk id="17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29" v="4734"/>
          <ac:spMkLst>
            <pc:docMk/>
            <pc:sldMk cId="2637838484" sldId="283"/>
            <ac:spMk id="17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0" v="4736"/>
          <ac:spMkLst>
            <pc:docMk/>
            <pc:sldMk cId="2637838484" sldId="283"/>
            <ac:spMk id="17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25" v="4729"/>
          <ac:spMkLst>
            <pc:docMk/>
            <pc:sldMk cId="2637838484" sldId="283"/>
            <ac:spMk id="18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27" v="4731"/>
          <ac:spMkLst>
            <pc:docMk/>
            <pc:sldMk cId="2637838484" sldId="283"/>
            <ac:spMk id="19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28" v="4733"/>
          <ac:spMkLst>
            <pc:docMk/>
            <pc:sldMk cId="2637838484" sldId="283"/>
            <ac:spMk id="19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0" v="4735"/>
          <ac:spMkLst>
            <pc:docMk/>
            <pc:sldMk cId="2637838484" sldId="283"/>
            <ac:spMk id="192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1" v="4737"/>
          <ac:spMkLst>
            <pc:docMk/>
            <pc:sldMk cId="2637838484" sldId="283"/>
            <ac:spMk id="212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29T20:06:57.945" v="4757"/>
          <ac:spMkLst>
            <pc:docMk/>
            <pc:sldMk cId="2637838484" sldId="283"/>
            <ac:spMk id="404" creationId="{A029A57E-BCB0-2A7B-36F6-457D207689FC}"/>
          </ac:spMkLst>
        </pc:spChg>
        <pc:spChg chg="del mod">
          <ac:chgData name="Lala Guluzade" userId="2e684c3e-ad8a-47cf-b493-54606dd5dcb1" providerId="ADAL" clId="{A2BF9B08-964F-4531-B73D-668D4608DC8E}" dt="2026-06-29T13:35:44.391" v="772" actId="478"/>
          <ac:spMkLst>
            <pc:docMk/>
            <pc:sldMk cId="2637838484" sldId="283"/>
            <ac:spMk id="405" creationId="{8D0F4C8B-E46D-D467-0328-D0EA6FF7250B}"/>
          </ac:spMkLst>
        </pc:spChg>
        <pc:spChg chg="mod ord">
          <ac:chgData name="Lala Guluzade" userId="2e684c3e-ad8a-47cf-b493-54606dd5dcb1" providerId="ADAL" clId="{A2BF9B08-964F-4531-B73D-668D4608DC8E}" dt="2026-06-29T20:06:57.947" v="4761"/>
          <ac:spMkLst>
            <pc:docMk/>
            <pc:sldMk cId="2637838484" sldId="283"/>
            <ac:spMk id="422" creationId="{02C26003-D9BC-81D6-A0D5-1CC556263D6B}"/>
          </ac:spMkLst>
        </pc:spChg>
        <pc:spChg chg="mod">
          <ac:chgData name="Lala Guluzade" userId="2e684c3e-ad8a-47cf-b493-54606dd5dcb1" providerId="ADAL" clId="{A2BF9B08-964F-4531-B73D-668D4608DC8E}" dt="2026-06-29T20:06:57.932" v="4739"/>
          <ac:spMkLst>
            <pc:docMk/>
            <pc:sldMk cId="2637838484" sldId="283"/>
            <ac:spMk id="42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4" v="4741"/>
          <ac:spMkLst>
            <pc:docMk/>
            <pc:sldMk cId="2637838484" sldId="283"/>
            <ac:spMk id="42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6" v="4743"/>
          <ac:spMkLst>
            <pc:docMk/>
            <pc:sldMk cId="2637838484" sldId="283"/>
            <ac:spMk id="43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37" v="4745"/>
          <ac:spMkLst>
            <pc:docMk/>
            <pc:sldMk cId="2637838484" sldId="283"/>
            <ac:spMk id="43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48" v="4762"/>
          <ac:spMkLst>
            <pc:docMk/>
            <pc:sldMk cId="2637838484" sldId="283"/>
            <ac:spMk id="435" creationId="{83271C31-9427-232A-0C6D-92BB1461B73A}"/>
          </ac:spMkLst>
        </pc:spChg>
        <pc:spChg chg="mod ord">
          <ac:chgData name="Lala Guluzade" userId="2e684c3e-ad8a-47cf-b493-54606dd5dcb1" providerId="ADAL" clId="{A2BF9B08-964F-4531-B73D-668D4608DC8E}" dt="2026-06-29T20:06:57.948" v="4764"/>
          <ac:spMkLst>
            <pc:docMk/>
            <pc:sldMk cId="2637838484" sldId="283"/>
            <ac:spMk id="442" creationId="{0074B33E-3BBA-3EA7-139B-0407A6AC7832}"/>
          </ac:spMkLst>
        </pc:spChg>
        <pc:spChg chg="mod ord">
          <ac:chgData name="Lala Guluzade" userId="2e684c3e-ad8a-47cf-b493-54606dd5dcb1" providerId="ADAL" clId="{A2BF9B08-964F-4531-B73D-668D4608DC8E}" dt="2026-06-29T20:06:57.950" v="4768"/>
          <ac:spMkLst>
            <pc:docMk/>
            <pc:sldMk cId="2637838484" sldId="283"/>
            <ac:spMk id="444" creationId="{AEA395EC-B2C8-5D09-FF57-2BAABB488DBF}"/>
          </ac:spMkLst>
        </pc:spChg>
        <pc:spChg chg="mod">
          <ac:chgData name="Lala Guluzade" userId="2e684c3e-ad8a-47cf-b493-54606dd5dcb1" providerId="ADAL" clId="{A2BF9B08-964F-4531-B73D-668D4608DC8E}" dt="2026-06-29T20:06:57.966" v="4794"/>
          <ac:spMkLst>
            <pc:docMk/>
            <pc:sldMk cId="2637838484" sldId="283"/>
            <ac:spMk id="49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55" v="4777"/>
          <ac:spMkLst>
            <pc:docMk/>
            <pc:sldMk cId="2637838484" sldId="283"/>
            <ac:spMk id="516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55" v="4778"/>
          <ac:spMkLst>
            <pc:docMk/>
            <pc:sldMk cId="2637838484" sldId="283"/>
            <ac:spMk id="51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56" v="4779"/>
          <ac:spMkLst>
            <pc:docMk/>
            <pc:sldMk cId="2637838484" sldId="283"/>
            <ac:spMk id="51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57" v="4780"/>
          <ac:spMkLst>
            <pc:docMk/>
            <pc:sldMk cId="2637838484" sldId="283"/>
            <ac:spMk id="52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57" v="4781"/>
          <ac:spMkLst>
            <pc:docMk/>
            <pc:sldMk cId="2637838484" sldId="283"/>
            <ac:spMk id="52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58" v="4782"/>
          <ac:spMkLst>
            <pc:docMk/>
            <pc:sldMk cId="2637838484" sldId="283"/>
            <ac:spMk id="522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59" v="4783"/>
          <ac:spMkLst>
            <pc:docMk/>
            <pc:sldMk cId="2637838484" sldId="283"/>
            <ac:spMk id="523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59" v="4784"/>
          <ac:spMkLst>
            <pc:docMk/>
            <pc:sldMk cId="2637838484" sldId="283"/>
            <ac:spMk id="524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60" v="4785"/>
          <ac:spMkLst>
            <pc:docMk/>
            <pc:sldMk cId="2637838484" sldId="283"/>
            <ac:spMk id="525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61" v="4786"/>
          <ac:spMkLst>
            <pc:docMk/>
            <pc:sldMk cId="2637838484" sldId="283"/>
            <ac:spMk id="544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61" v="4787"/>
          <ac:spMkLst>
            <pc:docMk/>
            <pc:sldMk cId="2637838484" sldId="283"/>
            <ac:spMk id="545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62" v="4788"/>
          <ac:spMkLst>
            <pc:docMk/>
            <pc:sldMk cId="2637838484" sldId="283"/>
            <ac:spMk id="546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63" v="4789"/>
          <ac:spMkLst>
            <pc:docMk/>
            <pc:sldMk cId="2637838484" sldId="283"/>
            <ac:spMk id="54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64" v="4790"/>
          <ac:spMkLst>
            <pc:docMk/>
            <pc:sldMk cId="2637838484" sldId="283"/>
            <ac:spMk id="54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64" v="4791"/>
          <ac:spMkLst>
            <pc:docMk/>
            <pc:sldMk cId="2637838484" sldId="283"/>
            <ac:spMk id="54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65" v="4792"/>
          <ac:spMkLst>
            <pc:docMk/>
            <pc:sldMk cId="2637838484" sldId="283"/>
            <ac:spMk id="55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29T20:06:57.966" v="4793"/>
          <ac:spMkLst>
            <pc:docMk/>
            <pc:sldMk cId="2637838484" sldId="283"/>
            <ac:spMk id="551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29T20:06:57.953" v="4774"/>
          <ac:spMkLst>
            <pc:docMk/>
            <pc:sldMk cId="2637838484" sldId="283"/>
            <ac:spMk id="595" creationId="{08B88F41-7DDA-61A9-6F03-C53C2605034D}"/>
          </ac:spMkLst>
        </pc:spChg>
        <pc:spChg chg="mod ord">
          <ac:chgData name="Lala Guluzade" userId="2e684c3e-ad8a-47cf-b493-54606dd5dcb1" providerId="ADAL" clId="{A2BF9B08-964F-4531-B73D-668D4608DC8E}" dt="2026-06-29T20:06:57.954" v="4776"/>
          <ac:spMkLst>
            <pc:docMk/>
            <pc:sldMk cId="2637838484" sldId="283"/>
            <ac:spMk id="596" creationId="{4DB0D525-C85B-2B95-59B3-856A5363E6AD}"/>
          </ac:spMkLst>
        </pc:spChg>
        <pc:spChg chg="mod ord">
          <ac:chgData name="Lala Guluzade" userId="2e684c3e-ad8a-47cf-b493-54606dd5dcb1" providerId="ADAL" clId="{A2BF9B08-964F-4531-B73D-668D4608DC8E}" dt="2026-06-29T20:06:57.952" v="4772"/>
          <ac:spMkLst>
            <pc:docMk/>
            <pc:sldMk cId="2637838484" sldId="283"/>
            <ac:spMk id="597" creationId="{92223B60-DAC2-24AA-30E0-B155335EBC9D}"/>
          </ac:spMkLst>
        </pc:spChg>
        <pc:spChg chg="mod ord">
          <ac:chgData name="Lala Guluzade" userId="2e684c3e-ad8a-47cf-b493-54606dd5dcb1" providerId="ADAL" clId="{A2BF9B08-964F-4531-B73D-668D4608DC8E}" dt="2026-06-29T20:06:57.967" v="4796"/>
          <ac:spMkLst>
            <pc:docMk/>
            <pc:sldMk cId="2637838484" sldId="283"/>
            <ac:spMk id="624" creationId="{88C9E14A-C946-E9BA-A929-2D48A39210C9}"/>
          </ac:spMkLst>
        </pc:spChg>
        <pc:spChg chg="mod ord">
          <ac:chgData name="Lala Guluzade" userId="2e684c3e-ad8a-47cf-b493-54606dd5dcb1" providerId="ADAL" clId="{A2BF9B08-964F-4531-B73D-668D4608DC8E}" dt="2026-06-29T20:06:57.969" v="4800"/>
          <ac:spMkLst>
            <pc:docMk/>
            <pc:sldMk cId="2637838484" sldId="283"/>
            <ac:spMk id="626" creationId="{BC0C7A17-CB99-D990-DAD4-9B504CE77A4B}"/>
          </ac:spMkLst>
        </pc:spChg>
        <pc:spChg chg="mod ord">
          <ac:chgData name="Lala Guluzade" userId="2e684c3e-ad8a-47cf-b493-54606dd5dcb1" providerId="ADAL" clId="{A2BF9B08-964F-4531-B73D-668D4608DC8E}" dt="2026-06-29T20:06:57.923" v="4724"/>
          <ac:spMkLst>
            <pc:docMk/>
            <pc:sldMk cId="2637838484" sldId="283"/>
            <ac:spMk id="654" creationId="{0E77AC78-B7DF-74A7-EAA9-3A41E11AA956}"/>
          </ac:spMkLst>
        </pc:spChg>
        <pc:spChg chg="mod ord">
          <ac:chgData name="Lala Guluzade" userId="2e684c3e-ad8a-47cf-b493-54606dd5dcb1" providerId="ADAL" clId="{A2BF9B08-964F-4531-B73D-668D4608DC8E}" dt="2026-06-29T20:06:57.924" v="4726"/>
          <ac:spMkLst>
            <pc:docMk/>
            <pc:sldMk cId="2637838484" sldId="283"/>
            <ac:spMk id="655" creationId="{306123B1-F1FD-A9F3-86AD-B6AA717B715D}"/>
          </ac:spMkLst>
        </pc:spChg>
        <pc:spChg chg="mod ord">
          <ac:chgData name="Lala Guluzade" userId="2e684c3e-ad8a-47cf-b493-54606dd5dcb1" providerId="ADAL" clId="{A2BF9B08-964F-4531-B73D-668D4608DC8E}" dt="2026-06-29T20:06:57.922" v="4722"/>
          <ac:spMkLst>
            <pc:docMk/>
            <pc:sldMk cId="2637838484" sldId="283"/>
            <ac:spMk id="658" creationId="{BEEEC62D-915C-EE2A-C274-FABCE6419E76}"/>
          </ac:spMkLst>
        </pc:spChg>
        <pc:grpChg chg="mod modVis">
          <ac:chgData name="Lala Guluzade" userId="2e684c3e-ad8a-47cf-b493-54606dd5dcb1" providerId="ADAL" clId="{A2BF9B08-964F-4531-B73D-668D4608DC8E}" dt="2026-06-29T20:07:32.047" v="4851"/>
          <ac:grpSpMkLst>
            <pc:docMk/>
            <pc:sldMk cId="2637838484" sldId="283"/>
            <ac:grpSpMk id="13" creationId="{A24CBAB3-338B-7E25-6C31-94862BFA9D90}"/>
          </ac:grpSpMkLst>
        </pc:grpChg>
        <pc:grpChg chg="add mod">
          <ac:chgData name="Lala Guluzade" userId="2e684c3e-ad8a-47cf-b493-54606dd5dcb1" providerId="ADAL" clId="{A2BF9B08-964F-4531-B73D-668D4608DC8E}" dt="2026-06-29T20:07:38.198" v="4904" actId="1038"/>
          <ac:grpSpMkLst>
            <pc:docMk/>
            <pc:sldMk cId="2637838484" sldId="283"/>
            <ac:grpSpMk id="31" creationId="{0C6523FB-4864-F5A3-58D8-B5840B000893}"/>
          </ac:grpSpMkLst>
        </pc:grpChg>
        <pc:graphicFrameChg chg="mod">
          <ac:chgData name="Lala Guluzade" userId="2e684c3e-ad8a-47cf-b493-54606dd5dcb1" providerId="ADAL" clId="{A2BF9B08-964F-4531-B73D-668D4608DC8E}" dt="2026-06-29T20:06:57.974" v="4810"/>
          <ac:graphicFrameMkLst>
            <pc:docMk/>
            <pc:sldMk cId="2637838484" sldId="283"/>
            <ac:graphicFrameMk id="5" creationId="{BCEC8222-44EB-A06F-CF98-D9AB7963C6A6}"/>
          </ac:graphicFrameMkLst>
        </pc:graphicFrameChg>
        <pc:graphicFrameChg chg="mod ord">
          <ac:chgData name="Lala Guluzade" userId="2e684c3e-ad8a-47cf-b493-54606dd5dcb1" providerId="ADAL" clId="{A2BF9B08-964F-4531-B73D-668D4608DC8E}" dt="2026-06-29T20:06:57.925" v="4728"/>
          <ac:graphicFrameMkLst>
            <pc:docMk/>
            <pc:sldMk cId="2637838484" sldId="283"/>
            <ac:graphicFrameMk id="569" creationId="{719B903C-A817-F1FC-20B2-F777F3E01C10}"/>
          </ac:graphicFrameMkLst>
        </pc:graphicFrameChg>
        <pc:graphicFrameChg chg="mod ord">
          <ac:chgData name="Lala Guluzade" userId="2e684c3e-ad8a-47cf-b493-54606dd5dcb1" providerId="ADAL" clId="{A2BF9B08-964F-4531-B73D-668D4608DC8E}" dt="2026-06-29T20:06:57.951" v="4770"/>
          <ac:graphicFrameMkLst>
            <pc:docMk/>
            <pc:sldMk cId="2637838484" sldId="283"/>
            <ac:graphicFrameMk id="656" creationId="{33A324C8-C188-CB86-A662-B0831A785212}"/>
          </ac:graphicFrameMkLst>
        </pc:graphicFrameChg>
        <pc:cxnChg chg="mod ord">
          <ac:chgData name="Lala Guluzade" userId="2e684c3e-ad8a-47cf-b493-54606dd5dcb1" providerId="ADAL" clId="{A2BF9B08-964F-4531-B73D-668D4608DC8E}" dt="2026-06-29T20:06:57.946" v="4759"/>
          <ac:cxnSpMkLst>
            <pc:docMk/>
            <pc:sldMk cId="2637838484" sldId="283"/>
            <ac:cxnSpMk id="420" creationId="{26CED148-A209-BB6F-7FE8-08BAD5C21C7A}"/>
          </ac:cxnSpMkLst>
        </pc:cxnChg>
        <pc:cxnChg chg="mod ord">
          <ac:chgData name="Lala Guluzade" userId="2e684c3e-ad8a-47cf-b493-54606dd5dcb1" providerId="ADAL" clId="{A2BF9B08-964F-4531-B73D-668D4608DC8E}" dt="2026-06-29T20:06:57.949" v="4766"/>
          <ac:cxnSpMkLst>
            <pc:docMk/>
            <pc:sldMk cId="2637838484" sldId="283"/>
            <ac:cxnSpMk id="443" creationId="{D77F56D4-E6CB-40B5-DD47-B4ABDAF91369}"/>
          </ac:cxnSpMkLst>
        </pc:cxnChg>
        <pc:cxnChg chg="mod ord">
          <ac:chgData name="Lala Guluzade" userId="2e684c3e-ad8a-47cf-b493-54606dd5dcb1" providerId="ADAL" clId="{A2BF9B08-964F-4531-B73D-668D4608DC8E}" dt="2026-06-29T20:06:57.968" v="4798"/>
          <ac:cxnSpMkLst>
            <pc:docMk/>
            <pc:sldMk cId="2637838484" sldId="283"/>
            <ac:cxnSpMk id="625" creationId="{5F59F1DE-2E67-6AFD-BD2A-3586C4EAD6F0}"/>
          </ac:cxnSpMkLst>
        </pc:cxnChg>
        <pc:cxnChg chg="mod ord">
          <ac:chgData name="Lala Guluzade" userId="2e684c3e-ad8a-47cf-b493-54606dd5dcb1" providerId="ADAL" clId="{A2BF9B08-964F-4531-B73D-668D4608DC8E}" dt="2026-06-29T20:06:57.970" v="4802"/>
          <ac:cxnSpMkLst>
            <pc:docMk/>
            <pc:sldMk cId="2637838484" sldId="283"/>
            <ac:cxnSpMk id="659" creationId="{1C4A667B-F36E-AAFD-7D6B-1755FA28C451}"/>
          </ac:cxnSpMkLst>
        </pc:cxnChg>
      </pc:sldChg>
      <pc:sldChg chg="addSp delSp modSp mod">
        <pc:chgData name="Lala Guluzade" userId="2e684c3e-ad8a-47cf-b493-54606dd5dcb1" providerId="ADAL" clId="{A2BF9B08-964F-4531-B73D-668D4608DC8E}" dt="2026-06-29T20:35:09.238" v="6035"/>
        <pc:sldMkLst>
          <pc:docMk/>
          <pc:sldMk cId="0" sldId="284"/>
        </pc:sldMkLst>
        <pc:spChg chg="mod">
          <ac:chgData name="Lala Guluzade" userId="2e684c3e-ad8a-47cf-b493-54606dd5dcb1" providerId="ADAL" clId="{A2BF9B08-964F-4531-B73D-668D4608DC8E}" dt="2026-06-29T14:47:30.389" v="1175" actId="20577"/>
          <ac:spMkLst>
            <pc:docMk/>
            <pc:sldMk cId="0" sldId="284"/>
            <ac:spMk id="2" creationId="{2EF09BDC-8E52-40BA-B931-DA5E84F1000F}"/>
          </ac:spMkLst>
        </pc:spChg>
        <pc:spChg chg="add mod">
          <ac:chgData name="Lala Guluzade" userId="2e684c3e-ad8a-47cf-b493-54606dd5dcb1" providerId="ADAL" clId="{A2BF9B08-964F-4531-B73D-668D4608DC8E}" dt="2026-06-29T14:23:28.403" v="1146"/>
          <ac:spMkLst>
            <pc:docMk/>
            <pc:sldMk cId="0" sldId="284"/>
            <ac:spMk id="4" creationId="{576B02BD-3D53-B759-14B3-1A1F49830361}"/>
          </ac:spMkLst>
        </pc:spChg>
        <pc:spChg chg="add del mod">
          <ac:chgData name="Lala Guluzade" userId="2e684c3e-ad8a-47cf-b493-54606dd5dcb1" providerId="ADAL" clId="{A2BF9B08-964F-4531-B73D-668D4608DC8E}" dt="2026-06-29T20:09:09.068" v="4969" actId="478"/>
          <ac:spMkLst>
            <pc:docMk/>
            <pc:sldMk cId="0" sldId="284"/>
            <ac:spMk id="5" creationId="{E354BEF3-953E-E784-A687-6689A27A38C2}"/>
          </ac:spMkLst>
        </pc:spChg>
        <pc:spChg chg="add mod">
          <ac:chgData name="Lala Guluzade" userId="2e684c3e-ad8a-47cf-b493-54606dd5dcb1" providerId="ADAL" clId="{A2BF9B08-964F-4531-B73D-668D4608DC8E}" dt="2026-06-29T20:09:26.634" v="5051" actId="20577"/>
          <ac:spMkLst>
            <pc:docMk/>
            <pc:sldMk cId="0" sldId="284"/>
            <ac:spMk id="8" creationId="{A64A2550-262A-AC9C-A32B-245EA686506F}"/>
          </ac:spMkLst>
        </pc:spChg>
        <pc:spChg chg="add del mod">
          <ac:chgData name="Lala Guluzade" userId="2e684c3e-ad8a-47cf-b493-54606dd5dcb1" providerId="ADAL" clId="{A2BF9B08-964F-4531-B73D-668D4608DC8E}" dt="2026-06-29T20:34:05.860" v="5791" actId="478"/>
          <ac:spMkLst>
            <pc:docMk/>
            <pc:sldMk cId="0" sldId="284"/>
            <ac:spMk id="9" creationId="{0A17B2D9-5CC0-40EE-8DEB-BBEE3E077A64}"/>
          </ac:spMkLst>
        </pc:spChg>
        <pc:spChg chg="add mod">
          <ac:chgData name="Lala Guluzade" userId="2e684c3e-ad8a-47cf-b493-54606dd5dcb1" providerId="ADAL" clId="{A2BF9B08-964F-4531-B73D-668D4608DC8E}" dt="2026-06-29T20:35:09.238" v="6035"/>
          <ac:spMkLst>
            <pc:docMk/>
            <pc:sldMk cId="0" sldId="284"/>
            <ac:spMk id="10" creationId="{8D95C710-FEF8-4BC8-BF39-0A3ACC2188DA}"/>
          </ac:spMkLst>
        </pc:spChg>
        <pc:spChg chg="mod">
          <ac:chgData name="Lala Guluzade" userId="2e684c3e-ad8a-47cf-b493-54606dd5dcb1" providerId="ADAL" clId="{A2BF9B08-964F-4531-B73D-668D4608DC8E}" dt="2026-06-29T14:23:38.094" v="1149" actId="1035"/>
          <ac:spMkLst>
            <pc:docMk/>
            <pc:sldMk cId="0" sldId="284"/>
            <ac:spMk id="89" creationId="{D6C90C15-8563-4F75-C6BA-09F7DA428B77}"/>
          </ac:spMkLst>
        </pc:spChg>
        <pc:cxnChg chg="add mod">
          <ac:chgData name="Lala Guluzade" userId="2e684c3e-ad8a-47cf-b493-54606dd5dcb1" providerId="ADAL" clId="{A2BF9B08-964F-4531-B73D-668D4608DC8E}" dt="2026-06-29T20:09:21.213" v="5044" actId="1038"/>
          <ac:cxnSpMkLst>
            <pc:docMk/>
            <pc:sldMk cId="0" sldId="284"/>
            <ac:cxnSpMk id="6" creationId="{F3534C85-FE1B-8CF2-86F7-7BE641506C2A}"/>
          </ac:cxnSpMkLst>
        </pc:cxnChg>
      </pc:sldChg>
      <pc:sldChg chg="addSp delSp modSp add mod">
        <pc:chgData name="Lala Guluzade" userId="2e684c3e-ad8a-47cf-b493-54606dd5dcb1" providerId="ADAL" clId="{A2BF9B08-964F-4531-B73D-668D4608DC8E}" dt="2026-06-30T16:21:31.538" v="20183" actId="478"/>
        <pc:sldMkLst>
          <pc:docMk/>
          <pc:sldMk cId="1439728659" sldId="284"/>
        </pc:sldMkLst>
        <pc:spChg chg="mod">
          <ac:chgData name="Lala Guluzade" userId="2e684c3e-ad8a-47cf-b493-54606dd5dcb1" providerId="ADAL" clId="{A2BF9B08-964F-4531-B73D-668D4608DC8E}" dt="2026-06-30T12:28:09.116" v="12103" actId="948"/>
          <ac:spMkLst>
            <pc:docMk/>
            <pc:sldMk cId="1439728659" sldId="284"/>
            <ac:spMk id="2" creationId="{DEB7DC79-6B77-D512-77C7-CD93DB27918B}"/>
          </ac:spMkLst>
        </pc:spChg>
        <pc:spChg chg="del">
          <ac:chgData name="Lala Guluzade" userId="2e684c3e-ad8a-47cf-b493-54606dd5dcb1" providerId="ADAL" clId="{A2BF9B08-964F-4531-B73D-668D4608DC8E}" dt="2026-06-30T16:21:31.538" v="20183" actId="478"/>
          <ac:spMkLst>
            <pc:docMk/>
            <pc:sldMk cId="1439728659" sldId="284"/>
            <ac:spMk id="3" creationId="{160CEFB5-5D73-C0D6-C92F-F88F2929A3A6}"/>
          </ac:spMkLst>
        </pc:spChg>
        <pc:spChg chg="mod">
          <ac:chgData name="Lala Guluzade" userId="2e684c3e-ad8a-47cf-b493-54606dd5dcb1" providerId="ADAL" clId="{A2BF9B08-964F-4531-B73D-668D4608DC8E}" dt="2026-06-30T12:28:20.574" v="12133"/>
          <ac:spMkLst>
            <pc:docMk/>
            <pc:sldMk cId="1439728659" sldId="284"/>
            <ac:spMk id="4" creationId="{6D957719-16CE-94CE-C839-37BE91D66BEE}"/>
          </ac:spMkLst>
        </pc:spChg>
        <pc:spChg chg="del">
          <ac:chgData name="Lala Guluzade" userId="2e684c3e-ad8a-47cf-b493-54606dd5dcb1" providerId="ADAL" clId="{A2BF9B08-964F-4531-B73D-668D4608DC8E}" dt="2026-06-30T16:21:31.538" v="20183" actId="478"/>
          <ac:spMkLst>
            <pc:docMk/>
            <pc:sldMk cId="1439728659" sldId="284"/>
            <ac:spMk id="6" creationId="{CF01CA93-7A83-7AAD-BA10-9289A87018D4}"/>
          </ac:spMkLst>
        </pc:spChg>
        <pc:spChg chg="add del mod modVis">
          <ac:chgData name="Lala Guluzade" userId="2e684c3e-ad8a-47cf-b493-54606dd5dcb1" providerId="ADAL" clId="{A2BF9B08-964F-4531-B73D-668D4608DC8E}" dt="2026-06-30T12:28:09.160" v="12125"/>
          <ac:spMkLst>
            <pc:docMk/>
            <pc:sldMk cId="1439728659" sldId="284"/>
            <ac:spMk id="7" creationId="{547C7BD0-6020-C72A-45C0-C9272C68B6F5}"/>
          </ac:spMkLst>
        </pc:spChg>
        <pc:spChg chg="mod">
          <ac:chgData name="Lala Guluzade" userId="2e684c3e-ad8a-47cf-b493-54606dd5dcb1" providerId="ADAL" clId="{A2BF9B08-964F-4531-B73D-668D4608DC8E}" dt="2026-06-30T12:28:27.674" v="12135"/>
          <ac:spMkLst>
            <pc:docMk/>
            <pc:sldMk cId="1439728659" sldId="284"/>
            <ac:spMk id="15" creationId="{AC2D4865-B316-0D18-3076-9215753F7323}"/>
          </ac:spMkLst>
        </pc:spChg>
        <pc:spChg chg="mod">
          <ac:chgData name="Lala Guluzade" userId="2e684c3e-ad8a-47cf-b493-54606dd5dcb1" providerId="ADAL" clId="{A2BF9B08-964F-4531-B73D-668D4608DC8E}" dt="2026-06-30T12:28:12.348" v="12129"/>
          <ac:spMkLst>
            <pc:docMk/>
            <pc:sldMk cId="1439728659" sldId="284"/>
            <ac:spMk id="16" creationId="{C0BDA94F-B18D-1EF7-41D0-DC6C9A5BDD2D}"/>
          </ac:spMkLst>
        </pc:spChg>
        <pc:spChg chg="mod">
          <ac:chgData name="Lala Guluzade" userId="2e684c3e-ad8a-47cf-b493-54606dd5dcb1" providerId="ADAL" clId="{A2BF9B08-964F-4531-B73D-668D4608DC8E}" dt="2026-06-30T12:28:16.968" v="12131"/>
          <ac:spMkLst>
            <pc:docMk/>
            <pc:sldMk cId="1439728659" sldId="284"/>
            <ac:spMk id="20" creationId="{3C53DDAC-4A3D-CF16-ACEF-6406A1F0F3AF}"/>
          </ac:spMkLst>
        </pc:spChg>
        <pc:spChg chg="mod">
          <ac:chgData name="Lala Guluzade" userId="2e684c3e-ad8a-47cf-b493-54606dd5dcb1" providerId="ADAL" clId="{A2BF9B08-964F-4531-B73D-668D4608DC8E}" dt="2026-06-30T12:28:31.479" v="12136" actId="207"/>
          <ac:spMkLst>
            <pc:docMk/>
            <pc:sldMk cId="1439728659" sldId="284"/>
            <ac:spMk id="27" creationId="{A5BA8485-1792-A876-AAA1-095CBB958F01}"/>
          </ac:spMkLst>
        </pc:spChg>
        <pc:spChg chg="mod">
          <ac:chgData name="Lala Guluzade" userId="2e684c3e-ad8a-47cf-b493-54606dd5dcb1" providerId="ADAL" clId="{A2BF9B08-964F-4531-B73D-668D4608DC8E}" dt="2026-06-30T12:28:35.383" v="12137" actId="207"/>
          <ac:spMkLst>
            <pc:docMk/>
            <pc:sldMk cId="1439728659" sldId="284"/>
            <ac:spMk id="33" creationId="{1357505E-E3B0-D896-512C-F4D35A79AC0B}"/>
          </ac:spMkLst>
        </pc:spChg>
        <pc:graphicFrameChg chg="mod">
          <ac:chgData name="Lala Guluzade" userId="2e684c3e-ad8a-47cf-b493-54606dd5dcb1" providerId="ADAL" clId="{A2BF9B08-964F-4531-B73D-668D4608DC8E}" dt="2026-06-30T12:28:09.161" v="12127"/>
          <ac:graphicFrameMkLst>
            <pc:docMk/>
            <pc:sldMk cId="1439728659" sldId="284"/>
            <ac:graphicFrameMk id="5" creationId="{80C44517-F1D4-B79F-3536-E1BC01E4180B}"/>
          </ac:graphicFrameMkLst>
        </pc:graphicFrameChg>
      </pc:sldChg>
      <pc:sldChg chg="addSp delSp modSp add del mod">
        <pc:chgData name="Lala Guluzade" userId="2e684c3e-ad8a-47cf-b493-54606dd5dcb1" providerId="ADAL" clId="{A2BF9B08-964F-4531-B73D-668D4608DC8E}" dt="2026-06-30T12:27:04.741" v="12084" actId="47"/>
        <pc:sldMkLst>
          <pc:docMk/>
          <pc:sldMk cId="3234846674" sldId="284"/>
        </pc:sldMkLst>
        <pc:spChg chg="mod">
          <ac:chgData name="Lala Guluzade" userId="2e684c3e-ad8a-47cf-b493-54606dd5dcb1" providerId="ADAL" clId="{A2BF9B08-964F-4531-B73D-668D4608DC8E}" dt="2026-06-30T12:26:17.261" v="12024" actId="948"/>
          <ac:spMkLst>
            <pc:docMk/>
            <pc:sldMk cId="3234846674" sldId="284"/>
            <ac:spMk id="2" creationId="{7841D32D-916F-5A3C-EEA1-96E2E796B947}"/>
          </ac:spMkLst>
        </pc:spChg>
        <pc:spChg chg="add del mod modVis">
          <ac:chgData name="Lala Guluzade" userId="2e684c3e-ad8a-47cf-b493-54606dd5dcb1" providerId="ADAL" clId="{A2BF9B08-964F-4531-B73D-668D4608DC8E}" dt="2026-06-30T12:26:17.301" v="12046"/>
          <ac:spMkLst>
            <pc:docMk/>
            <pc:sldMk cId="3234846674" sldId="284"/>
            <ac:spMk id="7" creationId="{68CCF4F7-C420-68EA-06CC-4D3FB60A1A63}"/>
          </ac:spMkLst>
        </pc:spChg>
        <pc:graphicFrameChg chg="mod">
          <ac:chgData name="Lala Guluzade" userId="2e684c3e-ad8a-47cf-b493-54606dd5dcb1" providerId="ADAL" clId="{A2BF9B08-964F-4531-B73D-668D4608DC8E}" dt="2026-06-30T12:26:17.302" v="12048"/>
          <ac:graphicFrameMkLst>
            <pc:docMk/>
            <pc:sldMk cId="3234846674" sldId="284"/>
            <ac:graphicFrameMk id="5" creationId="{B0880D34-5FB2-5F52-C3B4-91911A3605DE}"/>
          </ac:graphicFrameMkLst>
        </pc:graphicFrameChg>
      </pc:sldChg>
      <pc:sldChg chg="addSp delSp modSp add mod">
        <pc:chgData name="Lala Guluzade" userId="2e684c3e-ad8a-47cf-b493-54606dd5dcb1" providerId="ADAL" clId="{A2BF9B08-964F-4531-B73D-668D4608DC8E}" dt="2026-06-30T16:21:39.428" v="20184" actId="478"/>
        <pc:sldMkLst>
          <pc:docMk/>
          <pc:sldMk cId="3359199964" sldId="285"/>
        </pc:sldMkLst>
        <pc:spChg chg="mod">
          <ac:chgData name="Lala Guluzade" userId="2e684c3e-ad8a-47cf-b493-54606dd5dcb1" providerId="ADAL" clId="{A2BF9B08-964F-4531-B73D-668D4608DC8E}" dt="2026-06-30T12:27:02.378" v="12059" actId="948"/>
          <ac:spMkLst>
            <pc:docMk/>
            <pc:sldMk cId="3359199964" sldId="285"/>
            <ac:spMk id="2" creationId="{E0B579DE-867A-FCF4-87C5-40213C75CDD9}"/>
          </ac:spMkLst>
        </pc:spChg>
        <pc:spChg chg="del">
          <ac:chgData name="Lala Guluzade" userId="2e684c3e-ad8a-47cf-b493-54606dd5dcb1" providerId="ADAL" clId="{A2BF9B08-964F-4531-B73D-668D4608DC8E}" dt="2026-06-30T16:21:39.428" v="20184" actId="478"/>
          <ac:spMkLst>
            <pc:docMk/>
            <pc:sldMk cId="3359199964" sldId="285"/>
            <ac:spMk id="3" creationId="{B5686F77-1D6C-B16D-642C-0E176E992070}"/>
          </ac:spMkLst>
        </pc:spChg>
        <pc:spChg chg="mod">
          <ac:chgData name="Lala Guluzade" userId="2e684c3e-ad8a-47cf-b493-54606dd5dcb1" providerId="ADAL" clId="{A2BF9B08-964F-4531-B73D-668D4608DC8E}" dt="2026-06-30T12:27:08.725" v="12086"/>
          <ac:spMkLst>
            <pc:docMk/>
            <pc:sldMk cId="3359199964" sldId="285"/>
            <ac:spMk id="4" creationId="{6279F7ED-82A6-E095-5E00-689618DA2930}"/>
          </ac:spMkLst>
        </pc:spChg>
        <pc:spChg chg="del">
          <ac:chgData name="Lala Guluzade" userId="2e684c3e-ad8a-47cf-b493-54606dd5dcb1" providerId="ADAL" clId="{A2BF9B08-964F-4531-B73D-668D4608DC8E}" dt="2026-06-30T16:21:39.428" v="20184" actId="478"/>
          <ac:spMkLst>
            <pc:docMk/>
            <pc:sldMk cId="3359199964" sldId="285"/>
            <ac:spMk id="6" creationId="{3E4F6074-AA87-DA72-7EF7-47B193CDCB93}"/>
          </ac:spMkLst>
        </pc:spChg>
        <pc:spChg chg="add del mod modVis">
          <ac:chgData name="Lala Guluzade" userId="2e684c3e-ad8a-47cf-b493-54606dd5dcb1" providerId="ADAL" clId="{A2BF9B08-964F-4531-B73D-668D4608DC8E}" dt="2026-06-30T12:27:02.409" v="12081"/>
          <ac:spMkLst>
            <pc:docMk/>
            <pc:sldMk cId="3359199964" sldId="285"/>
            <ac:spMk id="7" creationId="{68C57407-F329-495D-820F-906CF64CE15B}"/>
          </ac:spMkLst>
        </pc:spChg>
        <pc:spChg chg="mod">
          <ac:chgData name="Lala Guluzade" userId="2e684c3e-ad8a-47cf-b493-54606dd5dcb1" providerId="ADAL" clId="{A2BF9B08-964F-4531-B73D-668D4608DC8E}" dt="2026-06-30T12:27:13.362" v="12088"/>
          <ac:spMkLst>
            <pc:docMk/>
            <pc:sldMk cId="3359199964" sldId="285"/>
            <ac:spMk id="15" creationId="{E2E50508-0D59-189D-2C1D-4D65E8A655A7}"/>
          </ac:spMkLst>
        </pc:spChg>
        <pc:spChg chg="mod">
          <ac:chgData name="Lala Guluzade" userId="2e684c3e-ad8a-47cf-b493-54606dd5dcb1" providerId="ADAL" clId="{A2BF9B08-964F-4531-B73D-668D4608DC8E}" dt="2026-06-30T12:27:16.466" v="12090"/>
          <ac:spMkLst>
            <pc:docMk/>
            <pc:sldMk cId="3359199964" sldId="285"/>
            <ac:spMk id="24" creationId="{11A97575-FB40-98AD-8EA1-0A2A9504392F}"/>
          </ac:spMkLst>
        </pc:spChg>
        <pc:spChg chg="mod">
          <ac:chgData name="Lala Guluzade" userId="2e684c3e-ad8a-47cf-b493-54606dd5dcb1" providerId="ADAL" clId="{A2BF9B08-964F-4531-B73D-668D4608DC8E}" dt="2026-06-30T12:27:32.262" v="12094" actId="207"/>
          <ac:spMkLst>
            <pc:docMk/>
            <pc:sldMk cId="3359199964" sldId="285"/>
            <ac:spMk id="27" creationId="{37D0BFA6-7177-98FE-E253-9D09FF291EB3}"/>
          </ac:spMkLst>
        </pc:spChg>
        <pc:spChg chg="mod">
          <ac:chgData name="Lala Guluzade" userId="2e684c3e-ad8a-47cf-b493-54606dd5dcb1" providerId="ADAL" clId="{A2BF9B08-964F-4531-B73D-668D4608DC8E}" dt="2026-06-30T12:27:27.975" v="12093" actId="207"/>
          <ac:spMkLst>
            <pc:docMk/>
            <pc:sldMk cId="3359199964" sldId="285"/>
            <ac:spMk id="46" creationId="{2995CB63-5646-7A9B-4F18-30136CC7B3CC}"/>
          </ac:spMkLst>
        </pc:spChg>
        <pc:spChg chg="mod">
          <ac:chgData name="Lala Guluzade" userId="2e684c3e-ad8a-47cf-b493-54606dd5dcb1" providerId="ADAL" clId="{A2BF9B08-964F-4531-B73D-668D4608DC8E}" dt="2026-06-30T12:27:41.030" v="12097" actId="207"/>
          <ac:spMkLst>
            <pc:docMk/>
            <pc:sldMk cId="3359199964" sldId="285"/>
            <ac:spMk id="49" creationId="{239196AE-0A8F-264F-6259-1F11535676F2}"/>
          </ac:spMkLst>
        </pc:spChg>
        <pc:graphicFrameChg chg="mod">
          <ac:chgData name="Lala Guluzade" userId="2e684c3e-ad8a-47cf-b493-54606dd5dcb1" providerId="ADAL" clId="{A2BF9B08-964F-4531-B73D-668D4608DC8E}" dt="2026-06-30T12:27:02.410" v="12083"/>
          <ac:graphicFrameMkLst>
            <pc:docMk/>
            <pc:sldMk cId="3359199964" sldId="285"/>
            <ac:graphicFrameMk id="5" creationId="{525C1DC8-C38D-1E82-69E6-361ECFEC6645}"/>
          </ac:graphicFrameMkLst>
        </pc:graphicFrameChg>
      </pc:sldChg>
      <pc:sldChg chg="ord">
        <pc:chgData name="Lala Guluzade" userId="2e684c3e-ad8a-47cf-b493-54606dd5dcb1" providerId="ADAL" clId="{A2BF9B08-964F-4531-B73D-668D4608DC8E}" dt="2026-06-30T14:59:08.566" v="19183"/>
        <pc:sldMkLst>
          <pc:docMk/>
          <pc:sldMk cId="3051069076" sldId="286"/>
        </pc:sldMkLst>
      </pc:sldChg>
      <pc:sldChg chg="addSp delSp modSp add mod">
        <pc:chgData name="Lala Guluzade" userId="2e684c3e-ad8a-47cf-b493-54606dd5dcb1" providerId="ADAL" clId="{A2BF9B08-964F-4531-B73D-668D4608DC8E}" dt="2026-06-29T20:34:53.091" v="5818"/>
        <pc:sldMkLst>
          <pc:docMk/>
          <pc:sldMk cId="343613159" sldId="287"/>
        </pc:sldMkLst>
        <pc:spChg chg="mod">
          <ac:chgData name="Lala Guluzade" userId="2e684c3e-ad8a-47cf-b493-54606dd5dcb1" providerId="ADAL" clId="{A2BF9B08-964F-4531-B73D-668D4608DC8E}" dt="2026-06-29T12:43:33.128" v="519" actId="948"/>
          <ac:spMkLst>
            <pc:docMk/>
            <pc:sldMk cId="343613159" sldId="287"/>
            <ac:spMk id="2" creationId="{CC496210-FC97-695D-2ACD-50D2A003D7C1}"/>
          </ac:spMkLst>
        </pc:spChg>
        <pc:spChg chg="add del mod modVis">
          <ac:chgData name="Lala Guluzade" userId="2e684c3e-ad8a-47cf-b493-54606dd5dcb1" providerId="ADAL" clId="{A2BF9B08-964F-4531-B73D-668D4608DC8E}" dt="2026-06-29T12:42:01.423" v="148"/>
          <ac:spMkLst>
            <pc:docMk/>
            <pc:sldMk cId="343613159" sldId="287"/>
            <ac:spMk id="3" creationId="{F8B829BB-C9D1-2C05-4655-F27BADF0EA41}"/>
          </ac:spMkLst>
        </pc:spChg>
        <pc:spChg chg="add del mod modVis">
          <ac:chgData name="Lala Guluzade" userId="2e684c3e-ad8a-47cf-b493-54606dd5dcb1" providerId="ADAL" clId="{A2BF9B08-964F-4531-B73D-668D4608DC8E}" dt="2026-06-29T12:42:03.662" v="182"/>
          <ac:spMkLst>
            <pc:docMk/>
            <pc:sldMk cId="343613159" sldId="287"/>
            <ac:spMk id="4" creationId="{B2D3CC39-6E1C-7369-A6CA-B9FC3E63306F}"/>
          </ac:spMkLst>
        </pc:spChg>
        <pc:spChg chg="add del mod modVis">
          <ac:chgData name="Lala Guluzade" userId="2e684c3e-ad8a-47cf-b493-54606dd5dcb1" providerId="ADAL" clId="{A2BF9B08-964F-4531-B73D-668D4608DC8E}" dt="2026-06-29T12:42:09.079" v="233"/>
          <ac:spMkLst>
            <pc:docMk/>
            <pc:sldMk cId="343613159" sldId="287"/>
            <ac:spMk id="7" creationId="{FFAF860C-3ECB-40C0-65A4-5327875BFCB8}"/>
          </ac:spMkLst>
        </pc:spChg>
        <pc:spChg chg="add del mod modVis">
          <ac:chgData name="Lala Guluzade" userId="2e684c3e-ad8a-47cf-b493-54606dd5dcb1" providerId="ADAL" clId="{A2BF9B08-964F-4531-B73D-668D4608DC8E}" dt="2026-06-29T12:42:11.094" v="262"/>
          <ac:spMkLst>
            <pc:docMk/>
            <pc:sldMk cId="343613159" sldId="287"/>
            <ac:spMk id="8" creationId="{40F302F9-1C2C-D15A-A3F7-6EA9EA38E6F0}"/>
          </ac:spMkLst>
        </pc:spChg>
        <pc:spChg chg="add del mod modVis">
          <ac:chgData name="Lala Guluzade" userId="2e684c3e-ad8a-47cf-b493-54606dd5dcb1" providerId="ADAL" clId="{A2BF9B08-964F-4531-B73D-668D4608DC8E}" dt="2026-06-29T12:42:13.588" v="292"/>
          <ac:spMkLst>
            <pc:docMk/>
            <pc:sldMk cId="343613159" sldId="287"/>
            <ac:spMk id="10" creationId="{317DDBA9-26A7-147E-C39C-A66821291D6E}"/>
          </ac:spMkLst>
        </pc:spChg>
        <pc:spChg chg="add del mod modVis">
          <ac:chgData name="Lala Guluzade" userId="2e684c3e-ad8a-47cf-b493-54606dd5dcb1" providerId="ADAL" clId="{A2BF9B08-964F-4531-B73D-668D4608DC8E}" dt="2026-06-29T12:42:16.836" v="319"/>
          <ac:spMkLst>
            <pc:docMk/>
            <pc:sldMk cId="343613159" sldId="287"/>
            <ac:spMk id="11" creationId="{C4BBE5E4-1D66-B164-AA47-71FEC6724361}"/>
          </ac:spMkLst>
        </pc:spChg>
        <pc:spChg chg="del mod">
          <ac:chgData name="Lala Guluzade" userId="2e684c3e-ad8a-47cf-b493-54606dd5dcb1" providerId="ADAL" clId="{A2BF9B08-964F-4531-B73D-668D4608DC8E}" dt="2026-06-29T12:43:27.153" v="514" actId="478"/>
          <ac:spMkLst>
            <pc:docMk/>
            <pc:sldMk cId="343613159" sldId="287"/>
            <ac:spMk id="12" creationId="{DF6BBB56-5D38-B47A-21FA-3F15B6090107}"/>
          </ac:spMkLst>
        </pc:spChg>
        <pc:spChg chg="add del mod modVis">
          <ac:chgData name="Lala Guluzade" userId="2e684c3e-ad8a-47cf-b493-54606dd5dcb1" providerId="ADAL" clId="{A2BF9B08-964F-4531-B73D-668D4608DC8E}" dt="2026-06-29T12:42:17.599" v="346"/>
          <ac:spMkLst>
            <pc:docMk/>
            <pc:sldMk cId="343613159" sldId="287"/>
            <ac:spMk id="13" creationId="{748FD211-AFB9-28F8-4381-F8D82A57C02C}"/>
          </ac:spMkLst>
        </pc:spChg>
        <pc:spChg chg="add del mod modVis">
          <ac:chgData name="Lala Guluzade" userId="2e684c3e-ad8a-47cf-b493-54606dd5dcb1" providerId="ADAL" clId="{A2BF9B08-964F-4531-B73D-668D4608DC8E}" dt="2026-06-29T12:42:20.224" v="386"/>
          <ac:spMkLst>
            <pc:docMk/>
            <pc:sldMk cId="343613159" sldId="287"/>
            <ac:spMk id="14" creationId="{AFE0900F-53E0-040E-AE3F-F074C3A38899}"/>
          </ac:spMkLst>
        </pc:spChg>
        <pc:spChg chg="add del mod modVis">
          <ac:chgData name="Lala Guluzade" userId="2e684c3e-ad8a-47cf-b493-54606dd5dcb1" providerId="ADAL" clId="{A2BF9B08-964F-4531-B73D-668D4608DC8E}" dt="2026-06-29T12:42:22.188" v="417"/>
          <ac:spMkLst>
            <pc:docMk/>
            <pc:sldMk cId="343613159" sldId="287"/>
            <ac:spMk id="15" creationId="{B4DE3038-3036-BD69-F4D2-0125B2788D7D}"/>
          </ac:spMkLst>
        </pc:spChg>
        <pc:spChg chg="add del mod modVis">
          <ac:chgData name="Lala Guluzade" userId="2e684c3e-ad8a-47cf-b493-54606dd5dcb1" providerId="ADAL" clId="{A2BF9B08-964F-4531-B73D-668D4608DC8E}" dt="2026-06-29T12:42:41.779" v="461"/>
          <ac:spMkLst>
            <pc:docMk/>
            <pc:sldMk cId="343613159" sldId="287"/>
            <ac:spMk id="16" creationId="{BB634175-4A1A-B56C-B9FA-79B1557595A7}"/>
          </ac:spMkLst>
        </pc:spChg>
        <pc:spChg chg="add mod">
          <ac:chgData name="Lala Guluzade" userId="2e684c3e-ad8a-47cf-b493-54606dd5dcb1" providerId="ADAL" clId="{A2BF9B08-964F-4531-B73D-668D4608DC8E}" dt="2026-06-29T12:43:18.228" v="513" actId="20577"/>
          <ac:spMkLst>
            <pc:docMk/>
            <pc:sldMk cId="343613159" sldId="287"/>
            <ac:spMk id="25" creationId="{89C0306E-D2FB-2D0D-5008-69B67EECB1E8}"/>
          </ac:spMkLst>
        </pc:spChg>
        <pc:spChg chg="mod">
          <ac:chgData name="Lala Guluzade" userId="2e684c3e-ad8a-47cf-b493-54606dd5dcb1" providerId="ADAL" clId="{A2BF9B08-964F-4531-B73D-668D4608DC8E}" dt="2026-06-29T14:16:23.115" v="809" actId="20577"/>
          <ac:spMkLst>
            <pc:docMk/>
            <pc:sldMk cId="343613159" sldId="287"/>
            <ac:spMk id="34" creationId="{F73D2DD5-E7D5-44CD-847E-E2FD4D88DC4E}"/>
          </ac:spMkLst>
        </pc:spChg>
        <pc:spChg chg="add mod">
          <ac:chgData name="Lala Guluzade" userId="2e684c3e-ad8a-47cf-b493-54606dd5dcb1" providerId="ADAL" clId="{A2BF9B08-964F-4531-B73D-668D4608DC8E}" dt="2026-06-29T14:48:02.299" v="1191" actId="20577"/>
          <ac:spMkLst>
            <pc:docMk/>
            <pc:sldMk cId="343613159" sldId="287"/>
            <ac:spMk id="49" creationId="{AA0D55F6-6088-7459-F6D3-A0CD3F68257E}"/>
          </ac:spMkLst>
        </pc:spChg>
        <pc:spChg chg="add del mod modVis">
          <ac:chgData name="Lala Guluzade" userId="2e684c3e-ad8a-47cf-b493-54606dd5dcb1" providerId="ADAL" clId="{A2BF9B08-964F-4531-B73D-668D4608DC8E}" dt="2026-06-29T12:43:33.216" v="541"/>
          <ac:spMkLst>
            <pc:docMk/>
            <pc:sldMk cId="343613159" sldId="287"/>
            <ac:spMk id="50" creationId="{E3196DDE-D334-0A73-58E7-386946097C96}"/>
          </ac:spMkLst>
        </pc:spChg>
        <pc:spChg chg="add del mod">
          <ac:chgData name="Lala Guluzade" userId="2e684c3e-ad8a-47cf-b493-54606dd5dcb1" providerId="ADAL" clId="{A2BF9B08-964F-4531-B73D-668D4608DC8E}" dt="2026-06-29T20:34:28.976" v="5799" actId="478"/>
          <ac:spMkLst>
            <pc:docMk/>
            <pc:sldMk cId="343613159" sldId="287"/>
            <ac:spMk id="52" creationId="{523C23C7-DF67-4BDD-B3EF-8FA6E43CE544}"/>
          </ac:spMkLst>
        </pc:spChg>
        <pc:spChg chg="add mod">
          <ac:chgData name="Lala Guluzade" userId="2e684c3e-ad8a-47cf-b493-54606dd5dcb1" providerId="ADAL" clId="{A2BF9B08-964F-4531-B73D-668D4608DC8E}" dt="2026-06-29T20:34:53.091" v="5818"/>
          <ac:spMkLst>
            <pc:docMk/>
            <pc:sldMk cId="343613159" sldId="287"/>
            <ac:spMk id="53" creationId="{FEC43D73-553E-40B7-A3F3-1C58A06E4B48}"/>
          </ac:spMkLst>
        </pc:spChg>
        <pc:spChg chg="mod">
          <ac:chgData name="Lala Guluzade" userId="2e684c3e-ad8a-47cf-b493-54606dd5dcb1" providerId="ADAL" clId="{A2BF9B08-964F-4531-B73D-668D4608DC8E}" dt="2026-06-29T12:41:31.900" v="108"/>
          <ac:spMkLst>
            <pc:docMk/>
            <pc:sldMk cId="343613159" sldId="287"/>
            <ac:spMk id="1056" creationId="{51FEE24D-BFCD-1A4D-23F6-19DF37C8FAB3}"/>
          </ac:spMkLst>
        </pc:spChg>
        <pc:spChg chg="mod">
          <ac:chgData name="Lala Guluzade" userId="2e684c3e-ad8a-47cf-b493-54606dd5dcb1" providerId="ADAL" clId="{A2BF9B08-964F-4531-B73D-668D4608DC8E}" dt="2026-06-29T12:41:31.901" v="109"/>
          <ac:spMkLst>
            <pc:docMk/>
            <pc:sldMk cId="343613159" sldId="287"/>
            <ac:spMk id="1057" creationId="{34F7AF64-8B83-A4F1-7AA8-28854958B4A6}"/>
          </ac:spMkLst>
        </pc:spChg>
        <pc:graphicFrameChg chg="mod">
          <ac:chgData name="Lala Guluzade" userId="2e684c3e-ad8a-47cf-b493-54606dd5dcb1" providerId="ADAL" clId="{A2BF9B08-964F-4531-B73D-668D4608DC8E}" dt="2026-06-29T12:43:33.219" v="543"/>
          <ac:graphicFrameMkLst>
            <pc:docMk/>
            <pc:sldMk cId="343613159" sldId="287"/>
            <ac:graphicFrameMk id="5" creationId="{64A2BDF6-ED1F-19B5-A7D6-4D16D49A5A9D}"/>
          </ac:graphicFrameMkLst>
        </pc:graphicFrameChg>
        <pc:picChg chg="mod">
          <ac:chgData name="Lala Guluzade" userId="2e684c3e-ad8a-47cf-b493-54606dd5dcb1" providerId="ADAL" clId="{A2BF9B08-964F-4531-B73D-668D4608DC8E}" dt="2026-06-29T12:42:37.090" v="432" actId="1036"/>
          <ac:picMkLst>
            <pc:docMk/>
            <pc:sldMk cId="343613159" sldId="287"/>
            <ac:picMk id="1031" creationId="{23052479-C398-FA4B-0833-C9AA0DE99F4B}"/>
          </ac:picMkLst>
        </pc:picChg>
      </pc:sldChg>
      <pc:sldChg chg="addSp delSp modSp mod ord">
        <pc:chgData name="Lala Guluzade" userId="2e684c3e-ad8a-47cf-b493-54606dd5dcb1" providerId="ADAL" clId="{A2BF9B08-964F-4531-B73D-668D4608DC8E}" dt="2026-06-30T16:18:47.395" v="19967" actId="20577"/>
        <pc:sldMkLst>
          <pc:docMk/>
          <pc:sldMk cId="699403238" sldId="287"/>
        </pc:sldMkLst>
        <pc:spChg chg="del">
          <ac:chgData name="Lala Guluzade" userId="2e684c3e-ad8a-47cf-b493-54606dd5dcb1" providerId="ADAL" clId="{A2BF9B08-964F-4531-B73D-668D4608DC8E}" dt="2026-06-30T16:18:43.971" v="19962" actId="478"/>
          <ac:spMkLst>
            <pc:docMk/>
            <pc:sldMk cId="699403238" sldId="287"/>
            <ac:spMk id="2" creationId="{9DF75411-ECFE-CFA3-F351-1377495D5930}"/>
          </ac:spMkLst>
        </pc:spChg>
        <pc:spChg chg="add mod">
          <ac:chgData name="Lala Guluzade" userId="2e684c3e-ad8a-47cf-b493-54606dd5dcb1" providerId="ADAL" clId="{A2BF9B08-964F-4531-B73D-668D4608DC8E}" dt="2026-06-30T16:18:44.352" v="19963"/>
          <ac:spMkLst>
            <pc:docMk/>
            <pc:sldMk cId="699403238" sldId="287"/>
            <ac:spMk id="28" creationId="{36A51329-5BE3-A8F0-7D36-22310DEC6852}"/>
          </ac:spMkLst>
        </pc:spChg>
        <pc:spChg chg="del">
          <ac:chgData name="Lala Guluzade" userId="2e684c3e-ad8a-47cf-b493-54606dd5dcb1" providerId="ADAL" clId="{A2BF9B08-964F-4531-B73D-668D4608DC8E}" dt="2026-06-30T14:59:17.136" v="19186" actId="478"/>
          <ac:spMkLst>
            <pc:docMk/>
            <pc:sldMk cId="699403238" sldId="287"/>
            <ac:spMk id="29" creationId="{BE366414-21DB-6890-1DFA-B4410DAE3E4D}"/>
          </ac:spMkLst>
        </pc:spChg>
        <pc:spChg chg="mod">
          <ac:chgData name="Lala Guluzade" userId="2e684c3e-ad8a-47cf-b493-54606dd5dcb1" providerId="ADAL" clId="{A2BF9B08-964F-4531-B73D-668D4608DC8E}" dt="2026-06-30T16:18:47.395" v="19967" actId="20577"/>
          <ac:spMkLst>
            <pc:docMk/>
            <pc:sldMk cId="699403238" sldId="287"/>
            <ac:spMk id="40" creationId="{45059462-F3C0-24B9-97EA-D95EE9EEDBDB}"/>
          </ac:spMkLst>
        </pc:spChg>
      </pc:sldChg>
      <pc:sldChg chg="delSp mod ord">
        <pc:chgData name="Lala Guluzade" userId="2e684c3e-ad8a-47cf-b493-54606dd5dcb1" providerId="ADAL" clId="{A2BF9B08-964F-4531-B73D-668D4608DC8E}" dt="2026-06-30T16:19:10.466" v="19974" actId="478"/>
        <pc:sldMkLst>
          <pc:docMk/>
          <pc:sldMk cId="2152419856" sldId="288"/>
        </pc:sldMkLst>
        <pc:spChg chg="del">
          <ac:chgData name="Lala Guluzade" userId="2e684c3e-ad8a-47cf-b493-54606dd5dcb1" providerId="ADAL" clId="{A2BF9B08-964F-4531-B73D-668D4608DC8E}" dt="2026-06-30T16:19:10.466" v="19974" actId="478"/>
          <ac:spMkLst>
            <pc:docMk/>
            <pc:sldMk cId="2152419856" sldId="288"/>
            <ac:spMk id="52" creationId="{F30F25EE-1C4B-4BB8-050D-334F91EAD4E0}"/>
          </ac:spMkLst>
        </pc:spChg>
      </pc:sldChg>
      <pc:sldChg chg="ord">
        <pc:chgData name="Lala Guluzade" userId="2e684c3e-ad8a-47cf-b493-54606dd5dcb1" providerId="ADAL" clId="{A2BF9B08-964F-4531-B73D-668D4608DC8E}" dt="2026-06-30T15:49:06.198" v="19361"/>
        <pc:sldMkLst>
          <pc:docMk/>
          <pc:sldMk cId="1111372215" sldId="289"/>
        </pc:sldMkLst>
      </pc:sldChg>
      <pc:sldChg chg="del">
        <pc:chgData name="Lala Guluzade" userId="2e684c3e-ad8a-47cf-b493-54606dd5dcb1" providerId="ADAL" clId="{A2BF9B08-964F-4531-B73D-668D4608DC8E}" dt="2026-06-30T16:01:06.434" v="19418" actId="47"/>
        <pc:sldMkLst>
          <pc:docMk/>
          <pc:sldMk cId="3153255151" sldId="290"/>
        </pc:sldMkLst>
      </pc:sldChg>
      <pc:sldChg chg="modSp add del mod">
        <pc:chgData name="Lala Guluzade" userId="2e684c3e-ad8a-47cf-b493-54606dd5dcb1" providerId="ADAL" clId="{A2BF9B08-964F-4531-B73D-668D4608DC8E}" dt="2026-06-30T15:49:31.222" v="19367"/>
        <pc:sldMkLst>
          <pc:docMk/>
          <pc:sldMk cId="1542756124" sldId="291"/>
        </pc:sldMkLst>
        <pc:spChg chg="mod">
          <ac:chgData name="Lala Guluzade" userId="2e684c3e-ad8a-47cf-b493-54606dd5dcb1" providerId="ADAL" clId="{A2BF9B08-964F-4531-B73D-668D4608DC8E}" dt="2026-06-30T15:49:31.222" v="19367"/>
          <ac:spMkLst>
            <pc:docMk/>
            <pc:sldMk cId="1542756124" sldId="291"/>
            <ac:spMk id="205" creationId="{8903E7C3-B256-494B-3568-F78570241BF1}"/>
          </ac:spMkLst>
        </pc:spChg>
        <pc:graphicFrameChg chg="mod">
          <ac:chgData name="Lala Guluzade" userId="2e684c3e-ad8a-47cf-b493-54606dd5dcb1" providerId="ADAL" clId="{A2BF9B08-964F-4531-B73D-668D4608DC8E}" dt="2026-06-30T15:49:31.218" v="19366"/>
          <ac:graphicFrameMkLst>
            <pc:docMk/>
            <pc:sldMk cId="1542756124" sldId="291"/>
            <ac:graphicFrameMk id="6" creationId="{CBE6262D-8883-4387-2976-3DFAD683B556}"/>
          </ac:graphicFrameMkLst>
        </pc:graphicFrameChg>
      </pc:sldChg>
      <pc:sldChg chg="ord">
        <pc:chgData name="Lala Guluzade" userId="2e684c3e-ad8a-47cf-b493-54606dd5dcb1" providerId="ADAL" clId="{A2BF9B08-964F-4531-B73D-668D4608DC8E}" dt="2026-06-30T16:19:39.914" v="19976"/>
        <pc:sldMkLst>
          <pc:docMk/>
          <pc:sldMk cId="4103286499" sldId="292"/>
        </pc:sldMkLst>
      </pc:sldChg>
      <pc:sldChg chg="ord">
        <pc:chgData name="Lala Guluzade" userId="2e684c3e-ad8a-47cf-b493-54606dd5dcb1" providerId="ADAL" clId="{A2BF9B08-964F-4531-B73D-668D4608DC8E}" dt="2026-06-30T16:14:05.296" v="19760"/>
        <pc:sldMkLst>
          <pc:docMk/>
          <pc:sldMk cId="0" sldId="295"/>
        </pc:sldMkLst>
      </pc:sldChg>
      <pc:sldChg chg="addSp delSp modSp add del mod">
        <pc:chgData name="Lala Guluzade" userId="2e684c3e-ad8a-47cf-b493-54606dd5dcb1" providerId="ADAL" clId="{A2BF9B08-964F-4531-B73D-668D4608DC8E}" dt="2026-06-30T22:11:12.743" v="23275" actId="47"/>
        <pc:sldMkLst>
          <pc:docMk/>
          <pc:sldMk cId="3227916181" sldId="296"/>
        </pc:sldMkLst>
        <pc:spChg chg="mod ord">
          <ac:chgData name="Lala Guluzade" userId="2e684c3e-ad8a-47cf-b493-54606dd5dcb1" providerId="ADAL" clId="{A2BF9B08-964F-4531-B73D-668D4608DC8E}" dt="2026-06-30T14:16:16.558" v="14176"/>
          <ac:spMkLst>
            <pc:docMk/>
            <pc:sldMk cId="3227916181" sldId="296"/>
            <ac:spMk id="2" creationId="{F1DAAA41-569D-B3CF-C1BF-26F9C2400CA9}"/>
          </ac:spMkLst>
        </pc:spChg>
        <pc:spChg chg="add del mod modVis">
          <ac:chgData name="Lala Guluzade" userId="2e684c3e-ad8a-47cf-b493-54606dd5dcb1" providerId="ADAL" clId="{A2BF9B08-964F-4531-B73D-668D4608DC8E}" dt="2026-06-30T14:11:17.917" v="12343"/>
          <ac:spMkLst>
            <pc:docMk/>
            <pc:sldMk cId="3227916181" sldId="296"/>
            <ac:spMk id="4" creationId="{511AED59-66DF-8033-AA5F-2BE217FD5BD4}"/>
          </ac:spMkLst>
        </pc:spChg>
        <pc:spChg chg="add mod">
          <ac:chgData name="Lala Guluzade" userId="2e684c3e-ad8a-47cf-b493-54606dd5dcb1" providerId="ADAL" clId="{A2BF9B08-964F-4531-B73D-668D4608DC8E}" dt="2026-06-30T20:21:31.541" v="22857" actId="1035"/>
          <ac:spMkLst>
            <pc:docMk/>
            <pc:sldMk cId="3227916181" sldId="296"/>
            <ac:spMk id="4" creationId="{DD9C4447-6D7E-6C4A-A857-95DF369D2038}"/>
          </ac:spMkLst>
        </pc:spChg>
        <pc:spChg chg="mod ord">
          <ac:chgData name="Lala Guluzade" userId="2e684c3e-ad8a-47cf-b493-54606dd5dcb1" providerId="ADAL" clId="{A2BF9B08-964F-4531-B73D-668D4608DC8E}" dt="2026-06-30T14:16:43.141" v="14330" actId="552"/>
          <ac:spMkLst>
            <pc:docMk/>
            <pc:sldMk cId="3227916181" sldId="296"/>
            <ac:spMk id="6" creationId="{3915100E-2947-2441-406B-7E65943FD53D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7" creationId="{07C5FC38-23E5-A571-9532-7BAFADC0FD80}"/>
          </ac:spMkLst>
        </pc:spChg>
        <pc:spChg chg="mod ord">
          <ac:chgData name="Lala Guluzade" userId="2e684c3e-ad8a-47cf-b493-54606dd5dcb1" providerId="ADAL" clId="{A2BF9B08-964F-4531-B73D-668D4608DC8E}" dt="2026-06-30T14:17:22.426" v="14357" actId="465"/>
          <ac:spMkLst>
            <pc:docMk/>
            <pc:sldMk cId="3227916181" sldId="296"/>
            <ac:spMk id="8" creationId="{7FE3248B-7943-B834-F479-581536F55041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9" creationId="{4D9923B3-35CE-B79E-13A4-0A38EADFC158}"/>
          </ac:spMkLst>
        </pc:spChg>
        <pc:spChg chg="mod ord">
          <ac:chgData name="Lala Guluzade" userId="2e684c3e-ad8a-47cf-b493-54606dd5dcb1" providerId="ADAL" clId="{A2BF9B08-964F-4531-B73D-668D4608DC8E}" dt="2026-06-30T14:17:22.426" v="14357" actId="465"/>
          <ac:spMkLst>
            <pc:docMk/>
            <pc:sldMk cId="3227916181" sldId="296"/>
            <ac:spMk id="10" creationId="{7869CB33-34FB-52A8-B2D8-B5EB0221FF9F}"/>
          </ac:spMkLst>
        </pc:spChg>
        <pc:spChg chg="add del mod modVis">
          <ac:chgData name="Lala Guluzade" userId="2e684c3e-ad8a-47cf-b493-54606dd5dcb1" providerId="ADAL" clId="{A2BF9B08-964F-4531-B73D-668D4608DC8E}" dt="2026-06-30T14:11:33.888" v="12600"/>
          <ac:spMkLst>
            <pc:docMk/>
            <pc:sldMk cId="3227916181" sldId="296"/>
            <ac:spMk id="11" creationId="{E14BFB1E-11B8-D579-3C2F-E7D3B10A55BC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12" creationId="{521B2FE0-D5E5-C39E-2C9F-7C7234C4447C}"/>
          </ac:spMkLst>
        </pc:spChg>
        <pc:spChg chg="mod ord">
          <ac:chgData name="Lala Guluzade" userId="2e684c3e-ad8a-47cf-b493-54606dd5dcb1" providerId="ADAL" clId="{A2BF9B08-964F-4531-B73D-668D4608DC8E}" dt="2026-06-30T14:18:52.101" v="14474" actId="465"/>
          <ac:spMkLst>
            <pc:docMk/>
            <pc:sldMk cId="3227916181" sldId="296"/>
            <ac:spMk id="16" creationId="{7993AE74-BF05-F798-1A1E-750AB1C51618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17" creationId="{094654D1-A14E-B585-8783-F99D58169784}"/>
          </ac:spMkLst>
        </pc:spChg>
        <pc:spChg chg="mod ord">
          <ac:chgData name="Lala Guluzade" userId="2e684c3e-ad8a-47cf-b493-54606dd5dcb1" providerId="ADAL" clId="{A2BF9B08-964F-4531-B73D-668D4608DC8E}" dt="2026-06-30T14:16:16.597" v="14268"/>
          <ac:spMkLst>
            <pc:docMk/>
            <pc:sldMk cId="3227916181" sldId="296"/>
            <ac:spMk id="21" creationId="{B61BC5B9-704B-E4DC-87FE-5C49A112313A}"/>
          </ac:spMkLst>
        </pc:spChg>
        <pc:spChg chg="mod ord">
          <ac:chgData name="Lala Guluzade" userId="2e684c3e-ad8a-47cf-b493-54606dd5dcb1" providerId="ADAL" clId="{A2BF9B08-964F-4531-B73D-668D4608DC8E}" dt="2026-06-30T14:19:12.085" v="14479" actId="555"/>
          <ac:spMkLst>
            <pc:docMk/>
            <pc:sldMk cId="3227916181" sldId="296"/>
            <ac:spMk id="23" creationId="{C151E25F-9F0F-5490-FE45-A37E32D81B52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24" creationId="{2271338C-7D34-305B-9849-0BAE88647A6B}"/>
          </ac:spMkLst>
        </pc:spChg>
        <pc:spChg chg="mod ord">
          <ac:chgData name="Lala Guluzade" userId="2e684c3e-ad8a-47cf-b493-54606dd5dcb1" providerId="ADAL" clId="{A2BF9B08-964F-4531-B73D-668D4608DC8E}" dt="2026-06-30T14:19:09.736" v="14478" actId="555"/>
          <ac:spMkLst>
            <pc:docMk/>
            <pc:sldMk cId="3227916181" sldId="296"/>
            <ac:spMk id="25" creationId="{6D4144F3-F081-243E-D1D8-738278397DC9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27" creationId="{BAA7F03D-D55E-A1F7-E4E8-8552FA9D4310}"/>
          </ac:spMkLst>
        </pc:spChg>
        <pc:spChg chg="mod ord">
          <ac:chgData name="Lala Guluzade" userId="2e684c3e-ad8a-47cf-b493-54606dd5dcb1" providerId="ADAL" clId="{A2BF9B08-964F-4531-B73D-668D4608DC8E}" dt="2026-06-30T14:19:23.407" v="14481" actId="554"/>
          <ac:spMkLst>
            <pc:docMk/>
            <pc:sldMk cId="3227916181" sldId="296"/>
            <ac:spMk id="29" creationId="{372A5D24-9496-BD60-93B0-75BC5EDF5B39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30" creationId="{4918AD2A-AF08-F642-897A-C064E609DA50}"/>
          </ac:spMkLst>
        </pc:spChg>
        <pc:spChg chg="add del mod">
          <ac:chgData name="Lala Guluzade" userId="2e684c3e-ad8a-47cf-b493-54606dd5dcb1" providerId="ADAL" clId="{A2BF9B08-964F-4531-B73D-668D4608DC8E}" dt="2026-06-30T14:11:40.015" v="12814"/>
          <ac:spMkLst>
            <pc:docMk/>
            <pc:sldMk cId="3227916181" sldId="296"/>
            <ac:spMk id="32" creationId="{4C1F3293-4EFE-461D-940D-7EE66BAE31C5}"/>
          </ac:spMkLst>
        </pc:spChg>
        <pc:spChg chg="add del mod modVis">
          <ac:chgData name="Lala Guluzade" userId="2e684c3e-ad8a-47cf-b493-54606dd5dcb1" providerId="ADAL" clId="{A2BF9B08-964F-4531-B73D-668D4608DC8E}" dt="2026-06-30T14:11:38.428" v="12811"/>
          <ac:spMkLst>
            <pc:docMk/>
            <pc:sldMk cId="3227916181" sldId="296"/>
            <ac:spMk id="34" creationId="{5C7712BA-E72A-C0BA-3A91-074B504E9DE5}"/>
          </ac:spMkLst>
        </pc:spChg>
        <pc:spChg chg="mod ord">
          <ac:chgData name="Lala Guluzade" userId="2e684c3e-ad8a-47cf-b493-54606dd5dcb1" providerId="ADAL" clId="{A2BF9B08-964F-4531-B73D-668D4608DC8E}" dt="2026-06-30T14:20:28.096" v="14526" actId="554"/>
          <ac:spMkLst>
            <pc:docMk/>
            <pc:sldMk cId="3227916181" sldId="296"/>
            <ac:spMk id="35" creationId="{56235EA4-0E4F-AD73-CEE0-7D098A9E049E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37" creationId="{390E4F95-4B50-0F63-FCC8-D9CB5C42B3E9}"/>
          </ac:spMkLst>
        </pc:spChg>
        <pc:spChg chg="mod">
          <ac:chgData name="Lala Guluzade" userId="2e684c3e-ad8a-47cf-b493-54606dd5dcb1" providerId="ADAL" clId="{A2BF9B08-964F-4531-B73D-668D4608DC8E}" dt="2026-06-30T14:16:16.604" v="14285"/>
          <ac:spMkLst>
            <pc:docMk/>
            <pc:sldMk cId="3227916181" sldId="296"/>
            <ac:spMk id="46" creationId="{CCE05D68-E9BF-350F-1BAC-855E1006CA72}"/>
          </ac:spMkLst>
        </pc:spChg>
        <pc:spChg chg="mod">
          <ac:chgData name="Lala Guluzade" userId="2e684c3e-ad8a-47cf-b493-54606dd5dcb1" providerId="ADAL" clId="{A2BF9B08-964F-4531-B73D-668D4608DC8E}" dt="2026-06-30T14:16:16.606" v="14290"/>
          <ac:spMkLst>
            <pc:docMk/>
            <pc:sldMk cId="3227916181" sldId="296"/>
            <ac:spMk id="47" creationId="{6514B241-5280-AE66-226D-27ED259EE52A}"/>
          </ac:spMkLst>
        </pc:spChg>
        <pc:spChg chg="del mod">
          <ac:chgData name="Lala Guluzade" userId="2e684c3e-ad8a-47cf-b493-54606dd5dcb1" providerId="ADAL" clId="{A2BF9B08-964F-4531-B73D-668D4608DC8E}" dt="2026-06-30T14:11:33.784" v="12390"/>
          <ac:spMkLst>
            <pc:docMk/>
            <pc:sldMk cId="3227916181" sldId="296"/>
            <ac:spMk id="48" creationId="{3AF8BF61-17C7-B77C-921F-A171C37320C8}"/>
          </ac:spMkLst>
        </pc:spChg>
        <pc:spChg chg="mod ord">
          <ac:chgData name="Lala Guluzade" userId="2e684c3e-ad8a-47cf-b493-54606dd5dcb1" providerId="ADAL" clId="{A2BF9B08-964F-4531-B73D-668D4608DC8E}" dt="2026-06-30T14:16:16.604" v="14287"/>
          <ac:spMkLst>
            <pc:docMk/>
            <pc:sldMk cId="3227916181" sldId="296"/>
            <ac:spMk id="49" creationId="{377203C4-7E82-063F-8A3D-00A23F90304A}"/>
          </ac:spMkLst>
        </pc:spChg>
        <pc:spChg chg="del mod">
          <ac:chgData name="Lala Guluzade" userId="2e684c3e-ad8a-47cf-b493-54606dd5dcb1" providerId="ADAL" clId="{A2BF9B08-964F-4531-B73D-668D4608DC8E}" dt="2026-06-30T14:11:33.788" v="12395"/>
          <ac:spMkLst>
            <pc:docMk/>
            <pc:sldMk cId="3227916181" sldId="296"/>
            <ac:spMk id="50" creationId="{06E8EBFC-C073-D720-B20B-4EAB1AFAC077}"/>
          </ac:spMkLst>
        </pc:spChg>
        <pc:spChg chg="mod ord">
          <ac:chgData name="Lala Guluzade" userId="2e684c3e-ad8a-47cf-b493-54606dd5dcb1" providerId="ADAL" clId="{A2BF9B08-964F-4531-B73D-668D4608DC8E}" dt="2026-06-30T14:19:25.658" v="14482" actId="554"/>
          <ac:spMkLst>
            <pc:docMk/>
            <pc:sldMk cId="3227916181" sldId="296"/>
            <ac:spMk id="51" creationId="{A39594B6-06F1-5DDC-9117-E033E8435AF6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52" creationId="{B338C4C4-C0BE-B444-7C37-3C006D3DB9CE}"/>
          </ac:spMkLst>
        </pc:spChg>
        <pc:spChg chg="del mod">
          <ac:chgData name="Lala Guluzade" userId="2e684c3e-ad8a-47cf-b493-54606dd5dcb1" providerId="ADAL" clId="{A2BF9B08-964F-4531-B73D-668D4608DC8E}" dt="2026-06-30T14:11:33.788" v="12396"/>
          <ac:spMkLst>
            <pc:docMk/>
            <pc:sldMk cId="3227916181" sldId="296"/>
            <ac:spMk id="53" creationId="{22214E7C-B284-8D23-792A-AF104E6FDC55}"/>
          </ac:spMkLst>
        </pc:spChg>
        <pc:spChg chg="del mod">
          <ac:chgData name="Lala Guluzade" userId="2e684c3e-ad8a-47cf-b493-54606dd5dcb1" providerId="ADAL" clId="{A2BF9B08-964F-4531-B73D-668D4608DC8E}" dt="2026-06-30T14:11:33.791" v="12401"/>
          <ac:spMkLst>
            <pc:docMk/>
            <pc:sldMk cId="3227916181" sldId="296"/>
            <ac:spMk id="54" creationId="{67CB6800-B267-170E-184F-5A9053CD8BF4}"/>
          </ac:spMkLst>
        </pc:spChg>
        <pc:spChg chg="del mod">
          <ac:chgData name="Lala Guluzade" userId="2e684c3e-ad8a-47cf-b493-54606dd5dcb1" providerId="ADAL" clId="{A2BF9B08-964F-4531-B73D-668D4608DC8E}" dt="2026-06-30T14:11:33.799" v="12416"/>
          <ac:spMkLst>
            <pc:docMk/>
            <pc:sldMk cId="3227916181" sldId="296"/>
            <ac:spMk id="55" creationId="{01316690-BF5B-734A-C991-973D97D8D652}"/>
          </ac:spMkLst>
        </pc:spChg>
        <pc:spChg chg="mod ord">
          <ac:chgData name="Lala Guluzade" userId="2e684c3e-ad8a-47cf-b493-54606dd5dcb1" providerId="ADAL" clId="{A2BF9B08-964F-4531-B73D-668D4608DC8E}" dt="2026-06-30T14:16:16.605" v="14289"/>
          <ac:spMkLst>
            <pc:docMk/>
            <pc:sldMk cId="3227916181" sldId="296"/>
            <ac:spMk id="56" creationId="{9888431C-712B-9D57-E9C3-EB35B04CEA8B}"/>
          </ac:spMkLst>
        </pc:spChg>
        <pc:spChg chg="del mod">
          <ac:chgData name="Lala Guluzade" userId="2e684c3e-ad8a-47cf-b493-54606dd5dcb1" providerId="ADAL" clId="{A2BF9B08-964F-4531-B73D-668D4608DC8E}" dt="2026-06-30T14:11:33.813" v="12435"/>
          <ac:spMkLst>
            <pc:docMk/>
            <pc:sldMk cId="3227916181" sldId="296"/>
            <ac:spMk id="57" creationId="{8A5F9221-357F-89F3-5BFC-7601DAF4A3FC}"/>
          </ac:spMkLst>
        </pc:spChg>
        <pc:spChg chg="add mod ord">
          <ac:chgData name="Lala Guluzade" userId="2e684c3e-ad8a-47cf-b493-54606dd5dcb1" providerId="ADAL" clId="{A2BF9B08-964F-4531-B73D-668D4608DC8E}" dt="2026-06-30T14:16:16.607" v="14292"/>
          <ac:spMkLst>
            <pc:docMk/>
            <pc:sldMk cId="3227916181" sldId="296"/>
            <ac:spMk id="58" creationId="{4C1F3293-4EFE-461D-940D-7EE66BAE31C5}"/>
          </ac:spMkLst>
        </pc:spChg>
        <pc:spChg chg="add del mod modVis">
          <ac:chgData name="Lala Guluzade" userId="2e684c3e-ad8a-47cf-b493-54606dd5dcb1" providerId="ADAL" clId="{A2BF9B08-964F-4531-B73D-668D4608DC8E}" dt="2026-06-30T14:11:41.191" v="13286"/>
          <ac:spMkLst>
            <pc:docMk/>
            <pc:sldMk cId="3227916181" sldId="296"/>
            <ac:spMk id="59" creationId="{20F4F0E9-4FA7-52C8-3FC8-068418347582}"/>
          </ac:spMkLst>
        </pc:spChg>
        <pc:spChg chg="add mod ord">
          <ac:chgData name="Lala Guluzade" userId="2e684c3e-ad8a-47cf-b493-54606dd5dcb1" providerId="ADAL" clId="{A2BF9B08-964F-4531-B73D-668D4608DC8E}" dt="2026-06-30T14:16:16.607" v="14294"/>
          <ac:spMkLst>
            <pc:docMk/>
            <pc:sldMk cId="3227916181" sldId="296"/>
            <ac:spMk id="60" creationId="{4C1F3293-4EFE-461D-940D-7EE66BAE31C5}"/>
          </ac:spMkLst>
        </pc:spChg>
        <pc:spChg chg="add mod ord">
          <ac:chgData name="Lala Guluzade" userId="2e684c3e-ad8a-47cf-b493-54606dd5dcb1" providerId="ADAL" clId="{A2BF9B08-964F-4531-B73D-668D4608DC8E}" dt="2026-06-30T14:16:16.608" v="14296"/>
          <ac:spMkLst>
            <pc:docMk/>
            <pc:sldMk cId="3227916181" sldId="296"/>
            <ac:spMk id="62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4:16:43.141" v="14330" actId="552"/>
          <ac:spMkLst>
            <pc:docMk/>
            <pc:sldMk cId="3227916181" sldId="296"/>
            <ac:spMk id="81" creationId="{57853A78-71C2-9EAA-E448-2F6A15379126}"/>
          </ac:spMkLst>
        </pc:spChg>
        <pc:spChg chg="mod ord">
          <ac:chgData name="Lala Guluzade" userId="2e684c3e-ad8a-47cf-b493-54606dd5dcb1" providerId="ADAL" clId="{A2BF9B08-964F-4531-B73D-668D4608DC8E}" dt="2026-06-30T14:16:43.141" v="14330" actId="552"/>
          <ac:spMkLst>
            <pc:docMk/>
            <pc:sldMk cId="3227916181" sldId="296"/>
            <ac:spMk id="82" creationId="{2542A610-7A83-E948-7221-82D0E62B566D}"/>
          </ac:spMkLst>
        </pc:spChg>
        <pc:spChg chg="mod ord">
          <ac:chgData name="Lala Guluzade" userId="2e684c3e-ad8a-47cf-b493-54606dd5dcb1" providerId="ADAL" clId="{A2BF9B08-964F-4531-B73D-668D4608DC8E}" dt="2026-06-30T14:20:33.363" v="14527" actId="207"/>
          <ac:spMkLst>
            <pc:docMk/>
            <pc:sldMk cId="3227916181" sldId="296"/>
            <ac:spMk id="87" creationId="{07BC2548-B9B7-2C8A-E2FB-022315430DA7}"/>
          </ac:spMkLst>
        </pc:spChg>
        <pc:spChg chg="mod ord">
          <ac:chgData name="Lala Guluzade" userId="2e684c3e-ad8a-47cf-b493-54606dd5dcb1" providerId="ADAL" clId="{A2BF9B08-964F-4531-B73D-668D4608DC8E}" dt="2026-06-30T14:16:16.563" v="14198"/>
          <ac:spMkLst>
            <pc:docMk/>
            <pc:sldMk cId="3227916181" sldId="296"/>
            <ac:spMk id="103" creationId="{186F7035-1B3E-3042-B882-D1CBE1EC4CE6}"/>
          </ac:spMkLst>
        </pc:spChg>
        <pc:spChg chg="mod ord">
          <ac:chgData name="Lala Guluzade" userId="2e684c3e-ad8a-47cf-b493-54606dd5dcb1" providerId="ADAL" clId="{A2BF9B08-964F-4531-B73D-668D4608DC8E}" dt="2026-06-30T14:16:16.564" v="14200"/>
          <ac:spMkLst>
            <pc:docMk/>
            <pc:sldMk cId="3227916181" sldId="296"/>
            <ac:spMk id="105" creationId="{F9FFC6C0-009F-2101-F018-993D835C91BE}"/>
          </ac:spMkLst>
        </pc:spChg>
        <pc:spChg chg="mod ord">
          <ac:chgData name="Lala Guluzade" userId="2e684c3e-ad8a-47cf-b493-54606dd5dcb1" providerId="ADAL" clId="{A2BF9B08-964F-4531-B73D-668D4608DC8E}" dt="2026-06-30T14:16:16.564" v="14202"/>
          <ac:spMkLst>
            <pc:docMk/>
            <pc:sldMk cId="3227916181" sldId="296"/>
            <ac:spMk id="107" creationId="{642FD663-4D1B-75EA-E612-205BA2045E29}"/>
          </ac:spMkLst>
        </pc:spChg>
        <pc:spChg chg="mod ord">
          <ac:chgData name="Lala Guluzade" userId="2e684c3e-ad8a-47cf-b493-54606dd5dcb1" providerId="ADAL" clId="{A2BF9B08-964F-4531-B73D-668D4608DC8E}" dt="2026-06-30T14:16:16.565" v="14204"/>
          <ac:spMkLst>
            <pc:docMk/>
            <pc:sldMk cId="3227916181" sldId="296"/>
            <ac:spMk id="108" creationId="{7E5388EF-1C18-72EF-AF29-E34ADD9A5FDF}"/>
          </ac:spMkLst>
        </pc:spChg>
        <pc:spChg chg="mod ord">
          <ac:chgData name="Lala Guluzade" userId="2e684c3e-ad8a-47cf-b493-54606dd5dcb1" providerId="ADAL" clId="{A2BF9B08-964F-4531-B73D-668D4608DC8E}" dt="2026-06-30T14:16:16.566" v="14206"/>
          <ac:spMkLst>
            <pc:docMk/>
            <pc:sldMk cId="3227916181" sldId="296"/>
            <ac:spMk id="109" creationId="{CAF6357C-AF9A-C544-D557-924CCBC8C795}"/>
          </ac:spMkLst>
        </pc:spChg>
        <pc:spChg chg="mod ord">
          <ac:chgData name="Lala Guluzade" userId="2e684c3e-ad8a-47cf-b493-54606dd5dcb1" providerId="ADAL" clId="{A2BF9B08-964F-4531-B73D-668D4608DC8E}" dt="2026-06-30T14:16:16.566" v="14208"/>
          <ac:spMkLst>
            <pc:docMk/>
            <pc:sldMk cId="3227916181" sldId="296"/>
            <ac:spMk id="110" creationId="{D1EC44F5-FC6A-786E-1CC0-E853678A1E18}"/>
          </ac:spMkLst>
        </pc:spChg>
        <pc:spChg chg="mod ord">
          <ac:chgData name="Lala Guluzade" userId="2e684c3e-ad8a-47cf-b493-54606dd5dcb1" providerId="ADAL" clId="{A2BF9B08-964F-4531-B73D-668D4608DC8E}" dt="2026-06-30T14:16:16.567" v="14210"/>
          <ac:spMkLst>
            <pc:docMk/>
            <pc:sldMk cId="3227916181" sldId="296"/>
            <ac:spMk id="111" creationId="{0B5444F1-8747-FE6A-4AAC-700599B8A8E8}"/>
          </ac:spMkLst>
        </pc:spChg>
        <pc:spChg chg="mod ord">
          <ac:chgData name="Lala Guluzade" userId="2e684c3e-ad8a-47cf-b493-54606dd5dcb1" providerId="ADAL" clId="{A2BF9B08-964F-4531-B73D-668D4608DC8E}" dt="2026-06-30T14:16:16.570" v="14212"/>
          <ac:spMkLst>
            <pc:docMk/>
            <pc:sldMk cId="3227916181" sldId="296"/>
            <ac:spMk id="112" creationId="{2915C162-5980-0FD7-1B41-2E82BD4DAFED}"/>
          </ac:spMkLst>
        </pc:spChg>
        <pc:spChg chg="mod ord">
          <ac:chgData name="Lala Guluzade" userId="2e684c3e-ad8a-47cf-b493-54606dd5dcb1" providerId="ADAL" clId="{A2BF9B08-964F-4531-B73D-668D4608DC8E}" dt="2026-06-30T14:16:16.572" v="14214"/>
          <ac:spMkLst>
            <pc:docMk/>
            <pc:sldMk cId="3227916181" sldId="296"/>
            <ac:spMk id="115" creationId="{4A937CB5-3505-085C-9A8C-B1E15172AD00}"/>
          </ac:spMkLst>
        </pc:spChg>
        <pc:spChg chg="mod ord">
          <ac:chgData name="Lala Guluzade" userId="2e684c3e-ad8a-47cf-b493-54606dd5dcb1" providerId="ADAL" clId="{A2BF9B08-964F-4531-B73D-668D4608DC8E}" dt="2026-06-30T14:16:16.574" v="14216"/>
          <ac:spMkLst>
            <pc:docMk/>
            <pc:sldMk cId="3227916181" sldId="296"/>
            <ac:spMk id="116" creationId="{50575081-F3C4-CBE1-7610-063236F4D312}"/>
          </ac:spMkLst>
        </pc:spChg>
        <pc:spChg chg="mod ord">
          <ac:chgData name="Lala Guluzade" userId="2e684c3e-ad8a-47cf-b493-54606dd5dcb1" providerId="ADAL" clId="{A2BF9B08-964F-4531-B73D-668D4608DC8E}" dt="2026-06-30T14:16:16.576" v="14218"/>
          <ac:spMkLst>
            <pc:docMk/>
            <pc:sldMk cId="3227916181" sldId="296"/>
            <ac:spMk id="117" creationId="{16F93312-984B-0DB6-1C45-1416AADC726C}"/>
          </ac:spMkLst>
        </pc:spChg>
        <pc:spChg chg="mod ord">
          <ac:chgData name="Lala Guluzade" userId="2e684c3e-ad8a-47cf-b493-54606dd5dcb1" providerId="ADAL" clId="{A2BF9B08-964F-4531-B73D-668D4608DC8E}" dt="2026-06-30T14:16:16.578" v="14220"/>
          <ac:spMkLst>
            <pc:docMk/>
            <pc:sldMk cId="3227916181" sldId="296"/>
            <ac:spMk id="118" creationId="{28F839A9-E44F-9FBA-E6D2-7018A915A2AF}"/>
          </ac:spMkLst>
        </pc:spChg>
        <pc:spChg chg="mod ord">
          <ac:chgData name="Lala Guluzade" userId="2e684c3e-ad8a-47cf-b493-54606dd5dcb1" providerId="ADAL" clId="{A2BF9B08-964F-4531-B73D-668D4608DC8E}" dt="2026-06-30T14:16:16.579" v="14222"/>
          <ac:spMkLst>
            <pc:docMk/>
            <pc:sldMk cId="3227916181" sldId="296"/>
            <ac:spMk id="119" creationId="{A4882042-2400-A5FB-48FA-BD730EBBA65D}"/>
          </ac:spMkLst>
        </pc:spChg>
        <pc:spChg chg="mod ord">
          <ac:chgData name="Lala Guluzade" userId="2e684c3e-ad8a-47cf-b493-54606dd5dcb1" providerId="ADAL" clId="{A2BF9B08-964F-4531-B73D-668D4608DC8E}" dt="2026-06-30T14:16:16.580" v="14224"/>
          <ac:spMkLst>
            <pc:docMk/>
            <pc:sldMk cId="3227916181" sldId="296"/>
            <ac:spMk id="120" creationId="{F4E4F42E-BE66-1B89-17F1-11E157C4F2AA}"/>
          </ac:spMkLst>
        </pc:spChg>
        <pc:grpChg chg="mod ord">
          <ac:chgData name="Lala Guluzade" userId="2e684c3e-ad8a-47cf-b493-54606dd5dcb1" providerId="ADAL" clId="{A2BF9B08-964F-4531-B73D-668D4608DC8E}" dt="2026-06-30T14:16:34.880" v="14316" actId="1037"/>
          <ac:grpSpMkLst>
            <pc:docMk/>
            <pc:sldMk cId="3227916181" sldId="296"/>
            <ac:grpSpMk id="125" creationId="{2298F10F-5BF4-9322-8F6D-55CDC5EC0FF1}"/>
          </ac:grpSpMkLst>
        </pc:grpChg>
        <pc:graphicFrameChg chg="mod">
          <ac:chgData name="Lala Guluzade" userId="2e684c3e-ad8a-47cf-b493-54606dd5dcb1" providerId="ADAL" clId="{A2BF9B08-964F-4531-B73D-668D4608DC8E}" dt="2026-06-30T14:16:16.612" v="14302"/>
          <ac:graphicFrameMkLst>
            <pc:docMk/>
            <pc:sldMk cId="3227916181" sldId="296"/>
            <ac:graphicFrameMk id="5" creationId="{6D0E910E-BF04-FD13-152A-BF34937BF177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11:38.365" v="12675"/>
          <ac:graphicFrameMkLst>
            <pc:docMk/>
            <pc:sldMk cId="3227916181" sldId="296"/>
            <ac:graphicFrameMk id="31" creationId="{D3843C07-1FD9-F086-5387-C050564E2067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11:40.020" v="12816"/>
          <ac:graphicFrameMkLst>
            <pc:docMk/>
            <pc:sldMk cId="3227916181" sldId="296"/>
            <ac:graphicFrameMk id="36" creationId="{9C7C86A6-2338-4747-7A86-A06EF54E0B82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11:41.108" v="13151"/>
          <ac:graphicFrameMkLst>
            <pc:docMk/>
            <pc:sldMk cId="3227916181" sldId="296"/>
            <ac:graphicFrameMk id="43" creationId="{89B294EF-5C88-54C9-13F8-6AD887E15A8E}"/>
          </ac:graphicFrameMkLst>
        </pc:graphicFrameChg>
        <pc:graphicFrameChg chg="del">
          <ac:chgData name="Lala Guluzade" userId="2e684c3e-ad8a-47cf-b493-54606dd5dcb1" providerId="ADAL" clId="{A2BF9B08-964F-4531-B73D-668D4608DC8E}" dt="2026-06-30T14:11:33.827" v="12465"/>
          <ac:graphicFrameMkLst>
            <pc:docMk/>
            <pc:sldMk cId="3227916181" sldId="296"/>
            <ac:graphicFrameMk id="44" creationId="{7216FAC1-2CFD-D152-BBF5-F65CEBF6FDE6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16:14.674" v="13795"/>
          <ac:graphicFrameMkLst>
            <pc:docMk/>
            <pc:sldMk cId="3227916181" sldId="296"/>
            <ac:graphicFrameMk id="63" creationId="{92C625A6-CAD7-5D94-E7BD-FA5AE3935CAB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16:15.397" v="13982"/>
          <ac:graphicFrameMkLst>
            <pc:docMk/>
            <pc:sldMk cId="3227916181" sldId="296"/>
            <ac:graphicFrameMk id="65" creationId="{9F01F7FC-3295-1AF3-AC1F-E15AFD0264E9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4:16:16.540" v="14169"/>
          <ac:graphicFrameMkLst>
            <pc:docMk/>
            <pc:sldMk cId="3227916181" sldId="296"/>
            <ac:graphicFrameMk id="66" creationId="{C2261D42-6005-AEBD-FB2F-83440534CDD3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4:16:16.603" v="14284"/>
          <ac:graphicFrameMkLst>
            <pc:docMk/>
            <pc:sldMk cId="3227916181" sldId="296"/>
            <ac:graphicFrameMk id="67" creationId="{66C426A3-46A3-0A15-714F-83C18C96E136}"/>
          </ac:graphicFrameMkLst>
        </pc:graphicFrameChg>
        <pc:cxnChg chg="mod ord">
          <ac:chgData name="Lala Guluzade" userId="2e684c3e-ad8a-47cf-b493-54606dd5dcb1" providerId="ADAL" clId="{A2BF9B08-964F-4531-B73D-668D4608DC8E}" dt="2026-06-30T14:16:16.598" v="14270"/>
          <ac:cxnSpMkLst>
            <pc:docMk/>
            <pc:sldMk cId="3227916181" sldId="296"/>
            <ac:cxnSpMk id="3" creationId="{4E4FD706-6330-DB33-11C1-61F4FC9BA072}"/>
          </ac:cxnSpMkLst>
        </pc:cxnChg>
        <pc:cxnChg chg="mod ord">
          <ac:chgData name="Lala Guluzade" userId="2e684c3e-ad8a-47cf-b493-54606dd5dcb1" providerId="ADAL" clId="{A2BF9B08-964F-4531-B73D-668D4608DC8E}" dt="2026-06-30T14:16:16.599" v="14272"/>
          <ac:cxnSpMkLst>
            <pc:docMk/>
            <pc:sldMk cId="3227916181" sldId="296"/>
            <ac:cxnSpMk id="13" creationId="{73409CA7-5580-C6DD-374D-ED7B848A08B7}"/>
          </ac:cxnSpMkLst>
        </pc:cxnChg>
        <pc:cxnChg chg="mod ord">
          <ac:chgData name="Lala Guluzade" userId="2e684c3e-ad8a-47cf-b493-54606dd5dcb1" providerId="ADAL" clId="{A2BF9B08-964F-4531-B73D-668D4608DC8E}" dt="2026-06-30T14:16:16.559" v="14180"/>
          <ac:cxnSpMkLst>
            <pc:docMk/>
            <pc:sldMk cId="3227916181" sldId="296"/>
            <ac:cxnSpMk id="14" creationId="{A5DBCAB0-FC94-492C-7C0C-261F1DA189DE}"/>
          </ac:cxnSpMkLst>
        </pc:cxnChg>
        <pc:cxnChg chg="add del mod ord">
          <ac:chgData name="Lala Guluzade" userId="2e684c3e-ad8a-47cf-b493-54606dd5dcb1" providerId="ADAL" clId="{A2BF9B08-964F-4531-B73D-668D4608DC8E}" dt="2026-06-30T14:11:41.068" v="13130"/>
          <ac:cxnSpMkLst>
            <pc:docMk/>
            <pc:sldMk cId="3227916181" sldId="296"/>
            <ac:cxnSpMk id="15" creationId="{D2399D14-33F3-0CE5-2E20-A882DBD286D7}"/>
          </ac:cxnSpMkLst>
        </pc:cxnChg>
        <pc:cxnChg chg="mod ord">
          <ac:chgData name="Lala Guluzade" userId="2e684c3e-ad8a-47cf-b493-54606dd5dcb1" providerId="ADAL" clId="{A2BF9B08-964F-4531-B73D-668D4608DC8E}" dt="2026-06-30T14:19:37.410" v="14513" actId="552"/>
          <ac:cxnSpMkLst>
            <pc:docMk/>
            <pc:sldMk cId="3227916181" sldId="296"/>
            <ac:cxnSpMk id="18" creationId="{6A0364D9-E8DE-DFAC-C1FD-F978709A4A97}"/>
          </ac:cxnSpMkLst>
        </pc:cxnChg>
        <pc:cxnChg chg="add del mod ord">
          <ac:chgData name="Lala Guluzade" userId="2e684c3e-ad8a-47cf-b493-54606dd5dcb1" providerId="ADAL" clId="{A2BF9B08-964F-4531-B73D-668D4608DC8E}" dt="2026-06-30T14:11:41.096" v="13144"/>
          <ac:cxnSpMkLst>
            <pc:docMk/>
            <pc:sldMk cId="3227916181" sldId="296"/>
            <ac:cxnSpMk id="19" creationId="{D131440B-1288-F152-A66B-257DF277425E}"/>
          </ac:cxnSpMkLst>
        </pc:cxnChg>
        <pc:cxnChg chg="mod ord">
          <ac:chgData name="Lala Guluzade" userId="2e684c3e-ad8a-47cf-b493-54606dd5dcb1" providerId="ADAL" clId="{A2BF9B08-964F-4531-B73D-668D4608DC8E}" dt="2026-06-30T14:19:51.769" v="14520" actId="14100"/>
          <ac:cxnSpMkLst>
            <pc:docMk/>
            <pc:sldMk cId="3227916181" sldId="296"/>
            <ac:cxnSpMk id="20" creationId="{4FB8CF5D-380D-C276-2510-B3B4AC93D6BE}"/>
          </ac:cxnSpMkLst>
        </pc:cxnChg>
        <pc:cxnChg chg="mod ord">
          <ac:chgData name="Lala Guluzade" userId="2e684c3e-ad8a-47cf-b493-54606dd5dcb1" providerId="ADAL" clId="{A2BF9B08-964F-4531-B73D-668D4608DC8E}" dt="2026-06-30T14:16:16.600" v="14274"/>
          <ac:cxnSpMkLst>
            <pc:docMk/>
            <pc:sldMk cId="3227916181" sldId="296"/>
            <ac:cxnSpMk id="22" creationId="{1E0AB02A-76EC-B288-C540-2FFFBFE1F19A}"/>
          </ac:cxnSpMkLst>
        </pc:cxnChg>
        <pc:cxnChg chg="mod ord">
          <ac:chgData name="Lala Guluzade" userId="2e684c3e-ad8a-47cf-b493-54606dd5dcb1" providerId="ADAL" clId="{A2BF9B08-964F-4531-B73D-668D4608DC8E}" dt="2026-06-30T14:18:19.104" v="14432"/>
          <ac:cxnSpMkLst>
            <pc:docMk/>
            <pc:sldMk cId="3227916181" sldId="296"/>
            <ac:cxnSpMk id="26" creationId="{4C9D5D80-90CB-A767-43AC-44DDA0FD263E}"/>
          </ac:cxnSpMkLst>
        </pc:cxnChg>
        <pc:cxnChg chg="mod ord">
          <ac:chgData name="Lala Guluzade" userId="2e684c3e-ad8a-47cf-b493-54606dd5dcb1" providerId="ADAL" clId="{A2BF9B08-964F-4531-B73D-668D4608DC8E}" dt="2026-06-30T14:16:16.600" v="14276"/>
          <ac:cxnSpMkLst>
            <pc:docMk/>
            <pc:sldMk cId="3227916181" sldId="296"/>
            <ac:cxnSpMk id="28" creationId="{AE625125-960C-C853-AB7C-CEAB6F916699}"/>
          </ac:cxnSpMkLst>
        </pc:cxnChg>
        <pc:cxnChg chg="mod ord">
          <ac:chgData name="Lala Guluzade" userId="2e684c3e-ad8a-47cf-b493-54606dd5dcb1" providerId="ADAL" clId="{A2BF9B08-964F-4531-B73D-668D4608DC8E}" dt="2026-06-30T14:19:46.984" v="14519"/>
          <ac:cxnSpMkLst>
            <pc:docMk/>
            <pc:sldMk cId="3227916181" sldId="296"/>
            <ac:cxnSpMk id="33" creationId="{DC2CB028-C7E2-6E64-93E6-D5012EEE04E2}"/>
          </ac:cxnSpMkLst>
        </pc:cxnChg>
        <pc:cxnChg chg="mod ord">
          <ac:chgData name="Lala Guluzade" userId="2e684c3e-ad8a-47cf-b493-54606dd5dcb1" providerId="ADAL" clId="{A2BF9B08-964F-4531-B73D-668D4608DC8E}" dt="2026-06-30T14:19:37.410" v="14513" actId="552"/>
          <ac:cxnSpMkLst>
            <pc:docMk/>
            <pc:sldMk cId="3227916181" sldId="296"/>
            <ac:cxnSpMk id="38" creationId="{FB1271D9-2672-503D-CEF9-480DC53AE967}"/>
          </ac:cxnSpMkLst>
        </pc:cxnChg>
        <pc:cxnChg chg="del mod ord">
          <ac:chgData name="Lala Guluzade" userId="2e684c3e-ad8a-47cf-b493-54606dd5dcb1" providerId="ADAL" clId="{A2BF9B08-964F-4531-B73D-668D4608DC8E}" dt="2026-06-30T14:15:04.004" v="13724" actId="478"/>
          <ac:cxnSpMkLst>
            <pc:docMk/>
            <pc:sldMk cId="3227916181" sldId="296"/>
            <ac:cxnSpMk id="39" creationId="{8E7E77AE-6A75-25AB-C9ED-6510E7A64331}"/>
          </ac:cxnSpMkLst>
        </pc:cxnChg>
        <pc:cxnChg chg="mod ord">
          <ac:chgData name="Lala Guluzade" userId="2e684c3e-ad8a-47cf-b493-54606dd5dcb1" providerId="ADAL" clId="{A2BF9B08-964F-4531-B73D-668D4608DC8E}" dt="2026-06-30T14:16:16.601" v="14278"/>
          <ac:cxnSpMkLst>
            <pc:docMk/>
            <pc:sldMk cId="3227916181" sldId="296"/>
            <ac:cxnSpMk id="40" creationId="{02E52F31-C1F9-5E58-501F-444924B43035}"/>
          </ac:cxnSpMkLst>
        </pc:cxnChg>
        <pc:cxnChg chg="mod ord">
          <ac:chgData name="Lala Guluzade" userId="2e684c3e-ad8a-47cf-b493-54606dd5dcb1" providerId="ADAL" clId="{A2BF9B08-964F-4531-B73D-668D4608DC8E}" dt="2026-06-30T14:16:16.602" v="14280"/>
          <ac:cxnSpMkLst>
            <pc:docMk/>
            <pc:sldMk cId="3227916181" sldId="296"/>
            <ac:cxnSpMk id="41" creationId="{BA7CB8AF-9A0A-62AC-EFD7-A8053F79D794}"/>
          </ac:cxnSpMkLst>
        </pc:cxnChg>
        <pc:cxnChg chg="mod ord">
          <ac:chgData name="Lala Guluzade" userId="2e684c3e-ad8a-47cf-b493-54606dd5dcb1" providerId="ADAL" clId="{A2BF9B08-964F-4531-B73D-668D4608DC8E}" dt="2026-06-30T14:16:16.602" v="14282"/>
          <ac:cxnSpMkLst>
            <pc:docMk/>
            <pc:sldMk cId="3227916181" sldId="296"/>
            <ac:cxnSpMk id="42" creationId="{D1B87BDD-916C-6BB1-B8FF-1E754A7CCB67}"/>
          </ac:cxnSpMkLst>
        </pc:cxnChg>
        <pc:cxnChg chg="del mod ord">
          <ac:chgData name="Lala Guluzade" userId="2e684c3e-ad8a-47cf-b493-54606dd5dcb1" providerId="ADAL" clId="{A2BF9B08-964F-4531-B73D-668D4608DC8E}" dt="2026-06-30T14:11:41.033" v="13115"/>
          <ac:cxnSpMkLst>
            <pc:docMk/>
            <pc:sldMk cId="3227916181" sldId="296"/>
            <ac:cxnSpMk id="45" creationId="{E13032F4-F2CF-F35C-0E02-EEA96C2F219C}"/>
          </ac:cxnSpMkLst>
        </pc:cxnChg>
        <pc:cxnChg chg="mod ord">
          <ac:chgData name="Lala Guluzade" userId="2e684c3e-ad8a-47cf-b493-54606dd5dcb1" providerId="ADAL" clId="{A2BF9B08-964F-4531-B73D-668D4608DC8E}" dt="2026-06-30T14:16:16.560" v="14188"/>
          <ac:cxnSpMkLst>
            <pc:docMk/>
            <pc:sldMk cId="3227916181" sldId="296"/>
            <ac:cxnSpMk id="61" creationId="{E92A6EA9-06BA-1D50-7261-AA33CF45B912}"/>
          </ac:cxnSpMkLst>
        </pc:cxnChg>
        <pc:cxnChg chg="add mod">
          <ac:chgData name="Lala Guluzade" userId="2e684c3e-ad8a-47cf-b493-54606dd5dcb1" providerId="ADAL" clId="{A2BF9B08-964F-4531-B73D-668D4608DC8E}" dt="2026-06-30T14:20:07.534" v="14524" actId="14100"/>
          <ac:cxnSpMkLst>
            <pc:docMk/>
            <pc:sldMk cId="3227916181" sldId="296"/>
            <ac:cxnSpMk id="71" creationId="{21DB47C0-8B3A-9201-4369-A4147D7B60BA}"/>
          </ac:cxnSpMkLst>
        </pc:cxnChg>
        <pc:cxnChg chg="mod ord">
          <ac:chgData name="Lala Guluzade" userId="2e684c3e-ad8a-47cf-b493-54606dd5dcb1" providerId="ADAL" clId="{A2BF9B08-964F-4531-B73D-668D4608DC8E}" dt="2026-06-30T14:16:16.559" v="14182"/>
          <ac:cxnSpMkLst>
            <pc:docMk/>
            <pc:sldMk cId="3227916181" sldId="296"/>
            <ac:cxnSpMk id="74" creationId="{55C1D671-D394-2ED3-B0D4-2E92E5EC0F3A}"/>
          </ac:cxnSpMkLst>
        </pc:cxnChg>
        <pc:cxnChg chg="mod ord">
          <ac:chgData name="Lala Guluzade" userId="2e684c3e-ad8a-47cf-b493-54606dd5dcb1" providerId="ADAL" clId="{A2BF9B08-964F-4531-B73D-668D4608DC8E}" dt="2026-06-30T14:19:46.983" v="14516"/>
          <ac:cxnSpMkLst>
            <pc:docMk/>
            <pc:sldMk cId="3227916181" sldId="296"/>
            <ac:cxnSpMk id="75" creationId="{8828FABB-F15D-3D74-E62E-F43F186E953F}"/>
          </ac:cxnSpMkLst>
        </pc:cxnChg>
        <pc:cxnChg chg="mod ord">
          <ac:chgData name="Lala Guluzade" userId="2e684c3e-ad8a-47cf-b493-54606dd5dcb1" providerId="ADAL" clId="{A2BF9B08-964F-4531-B73D-668D4608DC8E}" dt="2026-06-30T14:16:16.560" v="14186"/>
          <ac:cxnSpMkLst>
            <pc:docMk/>
            <pc:sldMk cId="3227916181" sldId="296"/>
            <ac:cxnSpMk id="77" creationId="{8D505D9D-18E2-F146-BEB7-45351FFC03D5}"/>
          </ac:cxnSpMkLst>
        </pc:cxnChg>
        <pc:cxnChg chg="mod ord">
          <ac:chgData name="Lala Guluzade" userId="2e684c3e-ad8a-47cf-b493-54606dd5dcb1" providerId="ADAL" clId="{A2BF9B08-964F-4531-B73D-668D4608DC8E}" dt="2026-06-30T14:18:29.727" v="14456" actId="553"/>
          <ac:cxnSpMkLst>
            <pc:docMk/>
            <pc:sldMk cId="3227916181" sldId="296"/>
            <ac:cxnSpMk id="79" creationId="{2C129BA2-C6FE-08A1-6F09-25FF1C51F801}"/>
          </ac:cxnSpMkLst>
        </pc:cxnChg>
      </pc:sldChg>
      <pc:sldChg chg="addSp modSp new mod">
        <pc:chgData name="Lala Guluzade" userId="2e684c3e-ad8a-47cf-b493-54606dd5dcb1" providerId="ADAL" clId="{A2BF9B08-964F-4531-B73D-668D4608DC8E}" dt="2026-06-30T14:57:08.914" v="18621" actId="12789"/>
        <pc:sldMkLst>
          <pc:docMk/>
          <pc:sldMk cId="2734428380" sldId="297"/>
        </pc:sldMkLst>
        <pc:spChg chg="mod">
          <ac:chgData name="Lala Guluzade" userId="2e684c3e-ad8a-47cf-b493-54606dd5dcb1" providerId="ADAL" clId="{A2BF9B08-964F-4531-B73D-668D4608DC8E}" dt="2026-06-30T14:54:47.433" v="18574"/>
          <ac:spMkLst>
            <pc:docMk/>
            <pc:sldMk cId="2734428380" sldId="297"/>
            <ac:spMk id="2" creationId="{454BA65E-548D-5424-49FE-FFA0600B1C1C}"/>
          </ac:spMkLst>
        </pc:spChg>
        <pc:spChg chg="mod">
          <ac:chgData name="Lala Guluzade" userId="2e684c3e-ad8a-47cf-b493-54606dd5dcb1" providerId="ADAL" clId="{A2BF9B08-964F-4531-B73D-668D4608DC8E}" dt="2026-06-30T14:54:47.436" v="18575"/>
          <ac:spMkLst>
            <pc:docMk/>
            <pc:sldMk cId="2734428380" sldId="297"/>
            <ac:spMk id="3" creationId="{0A3EC5C1-AFE0-9508-6BD2-709297C52F77}"/>
          </ac:spMkLst>
        </pc:spChg>
        <pc:spChg chg="add mod">
          <ac:chgData name="Lala Guluzade" userId="2e684c3e-ad8a-47cf-b493-54606dd5dcb1" providerId="ADAL" clId="{A2BF9B08-964F-4531-B73D-668D4608DC8E}" dt="2026-06-30T14:57:08.914" v="18621" actId="12789"/>
          <ac:spMkLst>
            <pc:docMk/>
            <pc:sldMk cId="2734428380" sldId="297"/>
            <ac:spMk id="5" creationId="{BE64D8A1-7382-625D-2A2F-53EF78AAEA8E}"/>
          </ac:spMkLst>
        </pc:spChg>
        <pc:graphicFrameChg chg="add mod ord modVis">
          <ac:chgData name="Lala Guluzade" userId="2e684c3e-ad8a-47cf-b493-54606dd5dcb1" providerId="ADAL" clId="{A2BF9B08-964F-4531-B73D-668D4608DC8E}" dt="2026-06-30T14:54:48.015" v="18589"/>
          <ac:graphicFrameMkLst>
            <pc:docMk/>
            <pc:sldMk cId="2734428380" sldId="297"/>
            <ac:graphicFrameMk id="4" creationId="{09809B45-768A-6472-0975-CF3E23BA8686}"/>
          </ac:graphicFrameMkLst>
        </pc:graphicFrameChg>
      </pc:sldChg>
      <pc:sldChg chg="addSp modSp new del mod">
        <pc:chgData name="Lala Guluzade" userId="2e684c3e-ad8a-47cf-b493-54606dd5dcb1" providerId="ADAL" clId="{A2BF9B08-964F-4531-B73D-668D4608DC8E}" dt="2026-06-30T14:43:13.983" v="15062" actId="47"/>
        <pc:sldMkLst>
          <pc:docMk/>
          <pc:sldMk cId="3033325447" sldId="297"/>
        </pc:sldMkLst>
        <pc:spChg chg="mod">
          <ac:chgData name="Lala Guluzade" userId="2e684c3e-ad8a-47cf-b493-54606dd5dcb1" providerId="ADAL" clId="{A2BF9B08-964F-4531-B73D-668D4608DC8E}" dt="2026-06-30T14:43:12.028" v="15045"/>
          <ac:spMkLst>
            <pc:docMk/>
            <pc:sldMk cId="3033325447" sldId="297"/>
            <ac:spMk id="2" creationId="{9D159983-18B9-2A20-5BC0-4615D8FA3EFA}"/>
          </ac:spMkLst>
        </pc:spChg>
        <pc:spChg chg="mod">
          <ac:chgData name="Lala Guluzade" userId="2e684c3e-ad8a-47cf-b493-54606dd5dcb1" providerId="ADAL" clId="{A2BF9B08-964F-4531-B73D-668D4608DC8E}" dt="2026-06-30T14:43:12.032" v="15046"/>
          <ac:spMkLst>
            <pc:docMk/>
            <pc:sldMk cId="3033325447" sldId="297"/>
            <ac:spMk id="3" creationId="{49FD6CA0-FCF7-EC60-C085-1726292F48B2}"/>
          </ac:spMkLst>
        </pc:spChg>
        <pc:spChg chg="mod">
          <ac:chgData name="Lala Guluzade" userId="2e684c3e-ad8a-47cf-b493-54606dd5dcb1" providerId="ADAL" clId="{A2BF9B08-964F-4531-B73D-668D4608DC8E}" dt="2026-06-30T14:43:12.034" v="15047"/>
          <ac:spMkLst>
            <pc:docMk/>
            <pc:sldMk cId="3033325447" sldId="297"/>
            <ac:spMk id="4" creationId="{FA45FA42-27AB-2F78-85FE-0ADC3E9094A2}"/>
          </ac:spMkLst>
        </pc:spChg>
        <pc:graphicFrameChg chg="add mod ord modVis">
          <ac:chgData name="Lala Guluzade" userId="2e684c3e-ad8a-47cf-b493-54606dd5dcb1" providerId="ADAL" clId="{A2BF9B08-964F-4531-B73D-668D4608DC8E}" dt="2026-06-30T14:43:12.634" v="15061"/>
          <ac:graphicFrameMkLst>
            <pc:docMk/>
            <pc:sldMk cId="3033325447" sldId="297"/>
            <ac:graphicFrameMk id="5" creationId="{435B9733-5658-A27D-39B1-A8826585AE25}"/>
          </ac:graphicFrameMkLst>
        </pc:graphicFrameChg>
      </pc:sldChg>
      <pc:sldChg chg="modSp add del">
        <pc:chgData name="Lala Guluzade" userId="2e684c3e-ad8a-47cf-b493-54606dd5dcb1" providerId="ADAL" clId="{A2BF9B08-964F-4531-B73D-668D4608DC8E}" dt="2026-06-30T14:21:42.262" v="14536"/>
        <pc:sldMkLst>
          <pc:docMk/>
          <pc:sldMk cId="4149251719" sldId="297"/>
        </pc:sldMkLst>
        <pc:spChg chg="mod">
          <ac:chgData name="Lala Guluzade" userId="2e684c3e-ad8a-47cf-b493-54606dd5dcb1" providerId="ADAL" clId="{A2BF9B08-964F-4531-B73D-668D4608DC8E}" dt="2026-06-30T14:21:39.619" v="14535"/>
          <ac:spMkLst>
            <pc:docMk/>
            <pc:sldMk cId="4149251719" sldId="297"/>
            <ac:spMk id="205" creationId="{8903E7C3-B256-494B-3568-F78570241BF1}"/>
          </ac:spMkLst>
        </pc:spChg>
        <pc:graphicFrameChg chg="mod">
          <ac:chgData name="Lala Guluzade" userId="2e684c3e-ad8a-47cf-b493-54606dd5dcb1" providerId="ADAL" clId="{A2BF9B08-964F-4531-B73D-668D4608DC8E}" dt="2026-06-30T14:21:39.615" v="14534"/>
          <ac:graphicFrameMkLst>
            <pc:docMk/>
            <pc:sldMk cId="4149251719" sldId="297"/>
            <ac:graphicFrameMk id="6" creationId="{CBE6262D-8883-4387-2976-3DFAD683B556}"/>
          </ac:graphicFrameMkLst>
        </pc:graphicFrameChg>
      </pc:sldChg>
      <pc:sldChg chg="add del">
        <pc:chgData name="Lala Guluzade" userId="2e684c3e-ad8a-47cf-b493-54606dd5dcb1" providerId="ADAL" clId="{A2BF9B08-964F-4531-B73D-668D4608DC8E}" dt="2026-06-30T14:57:27.609" v="18642" actId="2696"/>
        <pc:sldMkLst>
          <pc:docMk/>
          <pc:sldMk cId="271276433" sldId="298"/>
        </pc:sldMkLst>
      </pc:sldChg>
      <pc:sldChg chg="addSp delSp modSp add mod modTransition modClrScheme chgLayout">
        <pc:chgData name="Lala Guluzade" userId="2e684c3e-ad8a-47cf-b493-54606dd5dcb1" providerId="ADAL" clId="{A2BF9B08-964F-4531-B73D-668D4608DC8E}" dt="2026-06-30T16:15:08.133" v="19877"/>
        <pc:sldMkLst>
          <pc:docMk/>
          <pc:sldMk cId="1176910177" sldId="298"/>
        </pc:sldMkLst>
        <pc:spChg chg="mod ord">
          <ac:chgData name="Lala Guluzade" userId="2e684c3e-ad8a-47cf-b493-54606dd5dcb1" providerId="ADAL" clId="{A2BF9B08-964F-4531-B73D-668D4608DC8E}" dt="2026-06-30T16:15:08.117" v="19864"/>
          <ac:spMkLst>
            <pc:docMk/>
            <pc:sldMk cId="1176910177" sldId="298"/>
            <ac:spMk id="2" creationId="{296C3184-1BA8-89F0-85F1-B641007F7DA5}"/>
          </ac:spMkLst>
        </pc:spChg>
        <pc:spChg chg="del">
          <ac:chgData name="Lala Guluzade" userId="2e684c3e-ad8a-47cf-b493-54606dd5dcb1" providerId="ADAL" clId="{A2BF9B08-964F-4531-B73D-668D4608DC8E}" dt="2026-06-30T14:57:27.672" v="18647"/>
          <ac:spMkLst>
            <pc:docMk/>
            <pc:sldMk cId="1176910177" sldId="298"/>
            <ac:spMk id="3" creationId="{9C0197FE-9704-9E98-2BCB-407BE9A9099F}"/>
          </ac:spMkLst>
        </pc:spChg>
        <pc:spChg chg="add del mod modVis">
          <ac:chgData name="Lala Guluzade" userId="2e684c3e-ad8a-47cf-b493-54606dd5dcb1" providerId="ADAL" clId="{A2BF9B08-964F-4531-B73D-668D4608DC8E}" dt="2026-06-30T16:15:08.131" v="19875"/>
          <ac:spMkLst>
            <pc:docMk/>
            <pc:sldMk cId="1176910177" sldId="298"/>
            <ac:spMk id="3" creationId="{DAD5ED8C-A151-6AFA-C9DA-DBC2FD90083F}"/>
          </ac:spMkLst>
        </pc:spChg>
        <pc:spChg chg="add del mod ord">
          <ac:chgData name="Lala Guluzade" userId="2e684c3e-ad8a-47cf-b493-54606dd5dcb1" providerId="ADAL" clId="{A2BF9B08-964F-4531-B73D-668D4608DC8E}" dt="2026-06-30T16:13:35.061" v="19562"/>
          <ac:spMkLst>
            <pc:docMk/>
            <pc:sldMk cId="1176910177" sldId="298"/>
            <ac:spMk id="4" creationId="{4C1F3293-4EFE-461D-940D-7EE66BAE31C5}"/>
          </ac:spMkLst>
        </pc:spChg>
        <pc:spChg chg="add del mod modVis">
          <ac:chgData name="Lala Guluzade" userId="2e684c3e-ad8a-47cf-b493-54606dd5dcb1" providerId="ADAL" clId="{A2BF9B08-964F-4531-B73D-668D4608DC8E}" dt="2026-06-30T14:57:27.806" v="18746"/>
          <ac:spMkLst>
            <pc:docMk/>
            <pc:sldMk cId="1176910177" sldId="298"/>
            <ac:spMk id="5" creationId="{2DF3F348-11FB-E20C-A674-66E80D8D5948}"/>
          </ac:spMkLst>
        </pc:spChg>
        <pc:spChg chg="add del mod modVis">
          <ac:chgData name="Lala Guluzade" userId="2e684c3e-ad8a-47cf-b493-54606dd5dcb1" providerId="ADAL" clId="{A2BF9B08-964F-4531-B73D-668D4608DC8E}" dt="2026-06-30T14:57:28.599" v="18785"/>
          <ac:spMkLst>
            <pc:docMk/>
            <pc:sldMk cId="1176910177" sldId="298"/>
            <ac:spMk id="7" creationId="{BDB79AC8-8151-17A2-01BD-AA642C400BDC}"/>
          </ac:spMkLst>
        </pc:spChg>
        <pc:spChg chg="add mod ord">
          <ac:chgData name="Lala Guluzade" userId="2e684c3e-ad8a-47cf-b493-54606dd5dcb1" providerId="ADAL" clId="{A2BF9B08-964F-4531-B73D-668D4608DC8E}" dt="2026-06-30T16:15:08.119" v="19866"/>
          <ac:spMkLst>
            <pc:docMk/>
            <pc:sldMk cId="1176910177" sldId="298"/>
            <ac:spMk id="8" creationId="{965EB7BF-5457-8882-D933-B3C30AE41F80}"/>
          </ac:spMkLst>
        </pc:spChg>
        <pc:spChg chg="add del mod modVis">
          <ac:chgData name="Lala Guluzade" userId="2e684c3e-ad8a-47cf-b493-54606dd5dcb1" providerId="ADAL" clId="{A2BF9B08-964F-4531-B73D-668D4608DC8E}" dt="2026-06-30T14:57:34.808" v="18811"/>
          <ac:spMkLst>
            <pc:docMk/>
            <pc:sldMk cId="1176910177" sldId="298"/>
            <ac:spMk id="9" creationId="{FB2D0CDB-1213-9F6B-EFEB-6A0D1D3CF4F8}"/>
          </ac:spMkLst>
        </pc:spChg>
        <pc:spChg chg="add del mod modVis">
          <ac:chgData name="Lala Guluzade" userId="2e684c3e-ad8a-47cf-b493-54606dd5dcb1" providerId="ADAL" clId="{A2BF9B08-964F-4531-B73D-668D4608DC8E}" dt="2026-06-30T14:57:37.759" v="18845"/>
          <ac:spMkLst>
            <pc:docMk/>
            <pc:sldMk cId="1176910177" sldId="298"/>
            <ac:spMk id="10" creationId="{4FE53EBC-66FF-13DF-6E0F-D0A97F8A1A01}"/>
          </ac:spMkLst>
        </pc:spChg>
        <pc:spChg chg="add del mod modVis">
          <ac:chgData name="Lala Guluzade" userId="2e684c3e-ad8a-47cf-b493-54606dd5dcb1" providerId="ADAL" clId="{A2BF9B08-964F-4531-B73D-668D4608DC8E}" dt="2026-06-30T14:57:44.830" v="18910"/>
          <ac:spMkLst>
            <pc:docMk/>
            <pc:sldMk cId="1176910177" sldId="298"/>
            <ac:spMk id="11" creationId="{6DBC1B57-FC31-E66A-5B2F-24F150CF980D}"/>
          </ac:spMkLst>
        </pc:spChg>
        <pc:spChg chg="add del mod modVis">
          <ac:chgData name="Lala Guluzade" userId="2e684c3e-ad8a-47cf-b493-54606dd5dcb1" providerId="ADAL" clId="{A2BF9B08-964F-4531-B73D-668D4608DC8E}" dt="2026-06-30T14:57:46.643" v="18946"/>
          <ac:spMkLst>
            <pc:docMk/>
            <pc:sldMk cId="1176910177" sldId="298"/>
            <ac:spMk id="12" creationId="{635BB782-A1F2-9EF3-8132-4CA677F3D990}"/>
          </ac:spMkLst>
        </pc:spChg>
        <pc:spChg chg="add del mod modVis">
          <ac:chgData name="Lala Guluzade" userId="2e684c3e-ad8a-47cf-b493-54606dd5dcb1" providerId="ADAL" clId="{A2BF9B08-964F-4531-B73D-668D4608DC8E}" dt="2026-06-30T14:57:49.889" v="18978"/>
          <ac:spMkLst>
            <pc:docMk/>
            <pc:sldMk cId="1176910177" sldId="298"/>
            <ac:spMk id="13" creationId="{EF0FB85E-1183-5D62-588E-FFC36D0CA1FF}"/>
          </ac:spMkLst>
        </pc:spChg>
        <pc:spChg chg="add del mod modVis">
          <ac:chgData name="Lala Guluzade" userId="2e684c3e-ad8a-47cf-b493-54606dd5dcb1" providerId="ADAL" clId="{A2BF9B08-964F-4531-B73D-668D4608DC8E}" dt="2026-06-30T14:57:51.435" v="19010"/>
          <ac:spMkLst>
            <pc:docMk/>
            <pc:sldMk cId="1176910177" sldId="298"/>
            <ac:spMk id="14" creationId="{807B419E-2B19-5474-D672-54FEB48A103A}"/>
          </ac:spMkLst>
        </pc:spChg>
        <pc:spChg chg="add del mod modVis">
          <ac:chgData name="Lala Guluzade" userId="2e684c3e-ad8a-47cf-b493-54606dd5dcb1" providerId="ADAL" clId="{A2BF9B08-964F-4531-B73D-668D4608DC8E}" dt="2026-06-30T14:57:55.676" v="19044"/>
          <ac:spMkLst>
            <pc:docMk/>
            <pc:sldMk cId="1176910177" sldId="298"/>
            <ac:spMk id="15" creationId="{6DCB5E0A-7272-CA98-BB4A-3ABE4480AF50}"/>
          </ac:spMkLst>
        </pc:spChg>
        <pc:spChg chg="add del mod modVis">
          <ac:chgData name="Lala Guluzade" userId="2e684c3e-ad8a-47cf-b493-54606dd5dcb1" providerId="ADAL" clId="{A2BF9B08-964F-4531-B73D-668D4608DC8E}" dt="2026-06-30T14:57:57.034" v="19076"/>
          <ac:spMkLst>
            <pc:docMk/>
            <pc:sldMk cId="1176910177" sldId="298"/>
            <ac:spMk id="16" creationId="{56822835-86C2-809A-A872-4F40862C7BAB}"/>
          </ac:spMkLst>
        </pc:spChg>
        <pc:spChg chg="add del mod modVis">
          <ac:chgData name="Lala Guluzade" userId="2e684c3e-ad8a-47cf-b493-54606dd5dcb1" providerId="ADAL" clId="{A2BF9B08-964F-4531-B73D-668D4608DC8E}" dt="2026-06-30T14:57:58.199" v="19109"/>
          <ac:spMkLst>
            <pc:docMk/>
            <pc:sldMk cId="1176910177" sldId="298"/>
            <ac:spMk id="17" creationId="{5D857F6C-6392-4C7A-BBB2-42DE739F858B}"/>
          </ac:spMkLst>
        </pc:spChg>
        <pc:spChg chg="add del mod modVis">
          <ac:chgData name="Lala Guluzade" userId="2e684c3e-ad8a-47cf-b493-54606dd5dcb1" providerId="ADAL" clId="{A2BF9B08-964F-4531-B73D-668D4608DC8E}" dt="2026-06-30T14:58:00.996" v="19140"/>
          <ac:spMkLst>
            <pc:docMk/>
            <pc:sldMk cId="1176910177" sldId="298"/>
            <ac:spMk id="18" creationId="{BA1B9F28-1DD7-92F6-D82E-875216BAD55D}"/>
          </ac:spMkLst>
        </pc:spChg>
        <pc:spChg chg="add del mod modVis">
          <ac:chgData name="Lala Guluzade" userId="2e684c3e-ad8a-47cf-b493-54606dd5dcb1" providerId="ADAL" clId="{A2BF9B08-964F-4531-B73D-668D4608DC8E}" dt="2026-06-30T14:58:02.031" v="19170"/>
          <ac:spMkLst>
            <pc:docMk/>
            <pc:sldMk cId="1176910177" sldId="298"/>
            <ac:spMk id="19" creationId="{809A5F2A-4C88-71E2-4154-7C049BC0534E}"/>
          </ac:spMkLst>
        </pc:spChg>
        <pc:spChg chg="add del mod">
          <ac:chgData name="Lala Guluzade" userId="2e684c3e-ad8a-47cf-b493-54606dd5dcb1" providerId="ADAL" clId="{A2BF9B08-964F-4531-B73D-668D4608DC8E}" dt="2026-06-30T16:13:35.149" v="19586"/>
          <ac:spMkLst>
            <pc:docMk/>
            <pc:sldMk cId="1176910177" sldId="298"/>
            <ac:spMk id="20" creationId="{9017CE1F-2080-405D-C272-6F847416E2C6}"/>
          </ac:spMkLst>
        </pc:spChg>
        <pc:spChg chg="add del mod modVis">
          <ac:chgData name="Lala Guluzade" userId="2e684c3e-ad8a-47cf-b493-54606dd5dcb1" providerId="ADAL" clId="{A2BF9B08-964F-4531-B73D-668D4608DC8E}" dt="2026-06-30T16:13:30.171" v="19523"/>
          <ac:spMkLst>
            <pc:docMk/>
            <pc:sldMk cId="1176910177" sldId="298"/>
            <ac:spMk id="21" creationId="{D82CFBFE-B1B6-5096-BAC1-6A35AC6658E2}"/>
          </ac:spMkLst>
        </pc:spChg>
        <pc:spChg chg="add mod ord">
          <ac:chgData name="Lala Guluzade" userId="2e684c3e-ad8a-47cf-b493-54606dd5dcb1" providerId="ADAL" clId="{A2BF9B08-964F-4531-B73D-668D4608DC8E}" dt="2026-06-30T16:15:08.120" v="19868"/>
          <ac:spMkLst>
            <pc:docMk/>
            <pc:sldMk cId="1176910177" sldId="298"/>
            <ac:spMk id="22" creationId="{29D24C03-AED2-1044-F658-5766A090E8B6}"/>
          </ac:spMkLst>
        </pc:spChg>
        <pc:spChg chg="add del mod modVis">
          <ac:chgData name="Lala Guluzade" userId="2e684c3e-ad8a-47cf-b493-54606dd5dcb1" providerId="ADAL" clId="{A2BF9B08-964F-4531-B73D-668D4608DC8E}" dt="2026-06-30T16:13:35.229" v="19610"/>
          <ac:spMkLst>
            <pc:docMk/>
            <pc:sldMk cId="1176910177" sldId="298"/>
            <ac:spMk id="23" creationId="{E5C70587-E15F-B37F-BD7C-EDD03757C67A}"/>
          </ac:spMkLst>
        </pc:spChg>
        <pc:spChg chg="add del mod">
          <ac:chgData name="Lala Guluzade" userId="2e684c3e-ad8a-47cf-b493-54606dd5dcb1" providerId="ADAL" clId="{A2BF9B08-964F-4531-B73D-668D4608DC8E}" dt="2026-06-30T16:13:39.044" v="19620"/>
          <ac:spMkLst>
            <pc:docMk/>
            <pc:sldMk cId="1176910177" sldId="298"/>
            <ac:spMk id="24" creationId="{6BF39620-5F43-A588-6551-637D8D0DADA0}"/>
          </ac:spMkLst>
        </pc:spChg>
        <pc:spChg chg="add del mod">
          <ac:chgData name="Lala Guluzade" userId="2e684c3e-ad8a-47cf-b493-54606dd5dcb1" providerId="ADAL" clId="{A2BF9B08-964F-4531-B73D-668D4608DC8E}" dt="2026-06-30T16:13:40.206" v="19645"/>
          <ac:spMkLst>
            <pc:docMk/>
            <pc:sldMk cId="1176910177" sldId="298"/>
            <ac:spMk id="25" creationId="{F4CE5896-661E-82B5-DFFE-28607733583B}"/>
          </ac:spMkLst>
        </pc:spChg>
        <pc:spChg chg="add del mod">
          <ac:chgData name="Lala Guluzade" userId="2e684c3e-ad8a-47cf-b493-54606dd5dcb1" providerId="ADAL" clId="{A2BF9B08-964F-4531-B73D-668D4608DC8E}" dt="2026-06-30T16:13:44.122" v="19703"/>
          <ac:spMkLst>
            <pc:docMk/>
            <pc:sldMk cId="1176910177" sldId="298"/>
            <ac:spMk id="26" creationId="{6CB92D8E-6B34-C778-6D23-440EDEA115AC}"/>
          </ac:spMkLst>
        </pc:spChg>
        <pc:spChg chg="add mod">
          <ac:chgData name="Lala Guluzade" userId="2e684c3e-ad8a-47cf-b493-54606dd5dcb1" providerId="ADAL" clId="{A2BF9B08-964F-4531-B73D-668D4608DC8E}" dt="2026-06-30T16:15:08.120" v="19869"/>
          <ac:spMkLst>
            <pc:docMk/>
            <pc:sldMk cId="1176910177" sldId="298"/>
            <ac:spMk id="27" creationId="{A6D67EEC-B8F6-C649-71D6-46BEC1B0758C}"/>
          </ac:spMkLst>
        </pc:spChg>
        <pc:spChg chg="add del mod modVis">
          <ac:chgData name="Lala Guluzade" userId="2e684c3e-ad8a-47cf-b493-54606dd5dcb1" providerId="ADAL" clId="{A2BF9B08-964F-4531-B73D-668D4608DC8E}" dt="2026-06-30T16:13:44.169" v="19738"/>
          <ac:spMkLst>
            <pc:docMk/>
            <pc:sldMk cId="1176910177" sldId="298"/>
            <ac:spMk id="28" creationId="{787A027B-B37F-DB45-BAAD-3F5717F276FD}"/>
          </ac:spMkLst>
        </pc:spChg>
        <pc:graphicFrameChg chg="add mod ord modVis">
          <ac:chgData name="Lala Guluzade" userId="2e684c3e-ad8a-47cf-b493-54606dd5dcb1" providerId="ADAL" clId="{A2BF9B08-964F-4531-B73D-668D4608DC8E}" dt="2026-06-30T16:15:08.133" v="19877"/>
          <ac:graphicFrameMkLst>
            <pc:docMk/>
            <pc:sldMk cId="1176910177" sldId="298"/>
            <ac:graphicFrameMk id="6" creationId="{2670FAC5-B6BA-EBDF-8F03-B4BBEFF63175}"/>
          </ac:graphicFrameMkLst>
        </pc:graphicFrameChg>
      </pc:sldChg>
      <pc:sldChg chg="add del">
        <pc:chgData name="Lala Guluzade" userId="2e684c3e-ad8a-47cf-b493-54606dd5dcb1" providerId="ADAL" clId="{A2BF9B08-964F-4531-B73D-668D4608DC8E}" dt="2026-06-30T14:57:27.648" v="18644" actId="2696"/>
        <pc:sldMkLst>
          <pc:docMk/>
          <pc:sldMk cId="2413416578" sldId="298"/>
        </pc:sldMkLst>
      </pc:sldChg>
      <pc:sldChg chg="add del">
        <pc:chgData name="Lala Guluzade" userId="2e684c3e-ad8a-47cf-b493-54606dd5dcb1" providerId="ADAL" clId="{A2BF9B08-964F-4531-B73D-668D4608DC8E}" dt="2026-06-30T16:20:26.395" v="19984" actId="47"/>
        <pc:sldMkLst>
          <pc:docMk/>
          <pc:sldMk cId="1039539998" sldId="303"/>
        </pc:sldMkLst>
      </pc:sldChg>
      <pc:sldChg chg="del">
        <pc:chgData name="Lala Guluzade" userId="2e684c3e-ad8a-47cf-b493-54606dd5dcb1" providerId="ADAL" clId="{A2BF9B08-964F-4531-B73D-668D4608DC8E}" dt="2026-06-29T12:34:53.708" v="6" actId="47"/>
        <pc:sldMkLst>
          <pc:docMk/>
          <pc:sldMk cId="1944596704" sldId="305"/>
        </pc:sldMkLst>
      </pc:sldChg>
      <pc:sldChg chg="addSp delSp modSp add mod">
        <pc:chgData name="Lala Guluzade" userId="2e684c3e-ad8a-47cf-b493-54606dd5dcb1" providerId="ADAL" clId="{A2BF9B08-964F-4531-B73D-668D4608DC8E}" dt="2026-06-30T16:20:43.285" v="20077"/>
        <pc:sldMkLst>
          <pc:docMk/>
          <pc:sldMk cId="3429101810" sldId="305"/>
        </pc:sldMkLst>
        <pc:spChg chg="mod">
          <ac:chgData name="Lala Guluzade" userId="2e684c3e-ad8a-47cf-b493-54606dd5dcb1" providerId="ADAL" clId="{A2BF9B08-964F-4531-B73D-668D4608DC8E}" dt="2026-06-30T16:20:43.243" v="20053" actId="948"/>
          <ac:spMkLst>
            <pc:docMk/>
            <pc:sldMk cId="3429101810" sldId="305"/>
            <ac:spMk id="2" creationId="{F1295243-F1C0-1941-B197-12713DDA9064}"/>
          </ac:spMkLst>
        </pc:spChg>
        <pc:spChg chg="add del mod modVis">
          <ac:chgData name="Lala Guluzade" userId="2e684c3e-ad8a-47cf-b493-54606dd5dcb1" providerId="ADAL" clId="{A2BF9B08-964F-4531-B73D-668D4608DC8E}" dt="2026-06-30T16:20:43.283" v="20075"/>
          <ac:spMkLst>
            <pc:docMk/>
            <pc:sldMk cId="3429101810" sldId="305"/>
            <ac:spMk id="3" creationId="{0AB2F039-D496-09B2-E5F6-A490BB50DE48}"/>
          </ac:spMkLst>
        </pc:spChg>
        <pc:graphicFrameChg chg="mod">
          <ac:chgData name="Lala Guluzade" userId="2e684c3e-ad8a-47cf-b493-54606dd5dcb1" providerId="ADAL" clId="{A2BF9B08-964F-4531-B73D-668D4608DC8E}" dt="2026-06-30T16:20:43.285" v="20077"/>
          <ac:graphicFrameMkLst>
            <pc:docMk/>
            <pc:sldMk cId="3429101810" sldId="305"/>
            <ac:graphicFrameMk id="5" creationId="{95866B0C-FA00-3119-4881-0CBE406BD7CD}"/>
          </ac:graphicFrameMkLst>
        </pc:graphicFrameChg>
      </pc:sldChg>
      <pc:sldChg chg="ord">
        <pc:chgData name="Lala Guluzade" userId="2e684c3e-ad8a-47cf-b493-54606dd5dcb1" providerId="ADAL" clId="{A2BF9B08-964F-4531-B73D-668D4608DC8E}" dt="2026-06-30T16:14:02.694" v="19757"/>
        <pc:sldMkLst>
          <pc:docMk/>
          <pc:sldMk cId="1137827941" sldId="306"/>
        </pc:sldMkLst>
      </pc:sldChg>
      <pc:sldChg chg="ord">
        <pc:chgData name="Lala Guluzade" userId="2e684c3e-ad8a-47cf-b493-54606dd5dcb1" providerId="ADAL" clId="{A2BF9B08-964F-4531-B73D-668D4608DC8E}" dt="2026-06-30T16:16:58.700" v="19936"/>
        <pc:sldMkLst>
          <pc:docMk/>
          <pc:sldMk cId="1924026858" sldId="322"/>
        </pc:sldMkLst>
      </pc:sldChg>
      <pc:sldChg chg="addSp delSp modSp mod">
        <pc:chgData name="Lala Guluzade" userId="2e684c3e-ad8a-47cf-b493-54606dd5dcb1" providerId="ADAL" clId="{A2BF9B08-964F-4531-B73D-668D4608DC8E}" dt="2026-06-29T20:34:53.165" v="5837"/>
        <pc:sldMkLst>
          <pc:docMk/>
          <pc:sldMk cId="2297812239" sldId="453"/>
        </pc:sldMkLst>
        <pc:spChg chg="add del mod">
          <ac:chgData name="Lala Guluzade" userId="2e684c3e-ad8a-47cf-b493-54606dd5dcb1" providerId="ADAL" clId="{A2BF9B08-964F-4531-B73D-668D4608DC8E}" dt="2026-06-29T20:34:21.719" v="5796" actId="478"/>
          <ac:spMkLst>
            <pc:docMk/>
            <pc:sldMk cId="2297812239" sldId="453"/>
            <ac:spMk id="5" creationId="{D96A5E44-9DA5-4FFA-89EF-AB9594FA001F}"/>
          </ac:spMkLst>
        </pc:spChg>
        <pc:spChg chg="mod">
          <ac:chgData name="Lala Guluzade" userId="2e684c3e-ad8a-47cf-b493-54606dd5dcb1" providerId="ADAL" clId="{A2BF9B08-964F-4531-B73D-668D4608DC8E}" dt="2026-06-29T14:47:50.179" v="1185" actId="20577"/>
          <ac:spMkLst>
            <pc:docMk/>
            <pc:sldMk cId="2297812239" sldId="453"/>
            <ac:spMk id="9" creationId="{089D1DB0-A4C1-E10A-7B64-0B674EC8D698}"/>
          </ac:spMkLst>
        </pc:spChg>
        <pc:spChg chg="add mod">
          <ac:chgData name="Lala Guluzade" userId="2e684c3e-ad8a-47cf-b493-54606dd5dcb1" providerId="ADAL" clId="{A2BF9B08-964F-4531-B73D-668D4608DC8E}" dt="2026-06-29T20:34:53.165" v="5837"/>
          <ac:spMkLst>
            <pc:docMk/>
            <pc:sldMk cId="2297812239" sldId="453"/>
            <ac:spMk id="10" creationId="{86148C77-AA86-4B47-817F-378543BC1C64}"/>
          </ac:spMkLst>
        </pc:spChg>
      </pc:sldChg>
      <pc:sldChg chg="addSp delSp modSp mod">
        <pc:chgData name="Lala Guluzade" userId="2e684c3e-ad8a-47cf-b493-54606dd5dcb1" providerId="ADAL" clId="{A2BF9B08-964F-4531-B73D-668D4608DC8E}" dt="2026-06-30T19:37:16.379" v="22797" actId="571"/>
        <pc:sldMkLst>
          <pc:docMk/>
          <pc:sldMk cId="3129888542" sldId="7074"/>
        </pc:sldMkLst>
        <pc:spChg chg="mod">
          <ac:chgData name="Lala Guluzade" userId="2e684c3e-ad8a-47cf-b493-54606dd5dcb1" providerId="ADAL" clId="{A2BF9B08-964F-4531-B73D-668D4608DC8E}" dt="2026-06-30T19:35:10.134" v="22670"/>
          <ac:spMkLst>
            <pc:docMk/>
            <pc:sldMk cId="3129888542" sldId="7074"/>
            <ac:spMk id="2" creationId="{EA6B9C21-D73E-46F6-B8D6-46141D12C06D}"/>
          </ac:spMkLst>
        </pc:spChg>
        <pc:spChg chg="mod ord">
          <ac:chgData name="Lala Guluzade" userId="2e684c3e-ad8a-47cf-b493-54606dd5dcb1" providerId="ADAL" clId="{A2BF9B08-964F-4531-B73D-668D4608DC8E}" dt="2026-06-30T19:34:43.236" v="22531"/>
          <ac:spMkLst>
            <pc:docMk/>
            <pc:sldMk cId="3129888542" sldId="7074"/>
            <ac:spMk id="3" creationId="{D317607E-362A-4B95-8501-177D0FA6568D}"/>
          </ac:spMkLst>
        </pc:spChg>
        <pc:spChg chg="mod">
          <ac:chgData name="Lala Guluzade" userId="2e684c3e-ad8a-47cf-b493-54606dd5dcb1" providerId="ADAL" clId="{A2BF9B08-964F-4531-B73D-668D4608DC8E}" dt="2026-06-30T19:37:04.685" v="22796" actId="20577"/>
          <ac:spMkLst>
            <pc:docMk/>
            <pc:sldMk cId="3129888542" sldId="7074"/>
            <ac:spMk id="5" creationId="{D5140B9E-D3C7-433C-987F-020DE5754E57}"/>
          </ac:spMkLst>
        </pc:spChg>
        <pc:spChg chg="add mod ord">
          <ac:chgData name="Lala Guluzade" userId="2e684c3e-ad8a-47cf-b493-54606dd5dcb1" providerId="ADAL" clId="{A2BF9B08-964F-4531-B73D-668D4608DC8E}" dt="2026-06-30T19:34:43.241" v="22536"/>
          <ac:spMkLst>
            <pc:docMk/>
            <pc:sldMk cId="3129888542" sldId="7074"/>
            <ac:spMk id="6" creationId="{EB340DD2-61F3-A64E-7CE0-C025D032ACB9}"/>
          </ac:spMkLst>
        </pc:spChg>
        <pc:spChg chg="add mod ord">
          <ac:chgData name="Lala Guluzade" userId="2e684c3e-ad8a-47cf-b493-54606dd5dcb1" providerId="ADAL" clId="{A2BF9B08-964F-4531-B73D-668D4608DC8E}" dt="2026-06-30T19:34:43.243" v="22538"/>
          <ac:spMkLst>
            <pc:docMk/>
            <pc:sldMk cId="3129888542" sldId="7074"/>
            <ac:spMk id="7" creationId="{3899227C-2781-2AFF-D5C3-8C0A8C2F96C5}"/>
          </ac:spMkLst>
        </pc:spChg>
        <pc:spChg chg="add del mod modVis">
          <ac:chgData name="Lala Guluzade" userId="2e684c3e-ad8a-47cf-b493-54606dd5dcb1" providerId="ADAL" clId="{A2BF9B08-964F-4531-B73D-668D4608DC8E}" dt="2026-06-30T19:34:43.323" v="22664"/>
          <ac:spMkLst>
            <pc:docMk/>
            <pc:sldMk cId="3129888542" sldId="7074"/>
            <ac:spMk id="8" creationId="{BF2D20FD-CA22-994F-67D9-D82C7893F4EF}"/>
          </ac:spMkLst>
        </pc:spChg>
        <pc:spChg chg="mod ord">
          <ac:chgData name="Lala Guluzade" userId="2e684c3e-ad8a-47cf-b493-54606dd5dcb1" providerId="ADAL" clId="{A2BF9B08-964F-4531-B73D-668D4608DC8E}" dt="2026-06-30T19:34:43.275" v="22588"/>
          <ac:spMkLst>
            <pc:docMk/>
            <pc:sldMk cId="3129888542" sldId="7074"/>
            <ac:spMk id="9" creationId="{3CC9CEE4-62A4-4209-B4C4-881C9AAF8999}"/>
          </ac:spMkLst>
        </pc:spChg>
        <pc:spChg chg="add del mod modVis">
          <ac:chgData name="Lala Guluzade" userId="2e684c3e-ad8a-47cf-b493-54606dd5dcb1" providerId="ADAL" clId="{A2BF9B08-964F-4531-B73D-668D4608DC8E}" dt="2026-06-30T19:35:10.191" v="22692"/>
          <ac:spMkLst>
            <pc:docMk/>
            <pc:sldMk cId="3129888542" sldId="7074"/>
            <ac:spMk id="11" creationId="{B6C0FCAC-6255-33B2-D795-78F6AD33499B}"/>
          </ac:spMkLst>
        </pc:spChg>
        <pc:spChg chg="add mod">
          <ac:chgData name="Lala Guluzade" userId="2e684c3e-ad8a-47cf-b493-54606dd5dcb1" providerId="ADAL" clId="{A2BF9B08-964F-4531-B73D-668D4608DC8E}" dt="2026-06-30T19:35:21.800" v="22696"/>
          <ac:spMkLst>
            <pc:docMk/>
            <pc:sldMk cId="3129888542" sldId="7074"/>
            <ac:spMk id="12" creationId="{ABB819BE-0246-BC8B-354D-9CD5B071D9B2}"/>
          </ac:spMkLst>
        </pc:spChg>
        <pc:spChg chg="del mod ord">
          <ac:chgData name="Lala Guluzade" userId="2e684c3e-ad8a-47cf-b493-54606dd5dcb1" providerId="ADAL" clId="{A2BF9B08-964F-4531-B73D-668D4608DC8E}" dt="2026-06-30T19:36:13.009" v="22698" actId="478"/>
          <ac:spMkLst>
            <pc:docMk/>
            <pc:sldMk cId="3129888542" sldId="7074"/>
            <ac:spMk id="16" creationId="{D50FFC27-523C-4DB1-83F4-49656A2BEB5E}"/>
          </ac:spMkLst>
        </pc:spChg>
        <pc:spChg chg="mod">
          <ac:chgData name="Lala Guluzade" userId="2e684c3e-ad8a-47cf-b493-54606dd5dcb1" providerId="ADAL" clId="{A2BF9B08-964F-4531-B73D-668D4608DC8E}" dt="2026-06-30T19:34:43.290" v="22609"/>
          <ac:spMkLst>
            <pc:docMk/>
            <pc:sldMk cId="3129888542" sldId="7074"/>
            <ac:spMk id="20" creationId="{7E345775-C6D8-418A-A05A-EE751539B7B0}"/>
          </ac:spMkLst>
        </pc:spChg>
        <pc:spChg chg="mod">
          <ac:chgData name="Lala Guluzade" userId="2e684c3e-ad8a-47cf-b493-54606dd5dcb1" providerId="ADAL" clId="{A2BF9B08-964F-4531-B73D-668D4608DC8E}" dt="2026-06-30T19:34:43.291" v="22610"/>
          <ac:spMkLst>
            <pc:docMk/>
            <pc:sldMk cId="3129888542" sldId="7074"/>
            <ac:spMk id="21" creationId="{B2F3C476-2C2A-4BD6-BC98-9C09293ED01E}"/>
          </ac:spMkLst>
        </pc:spChg>
        <pc:spChg chg="mod ord">
          <ac:chgData name="Lala Guluzade" userId="2e684c3e-ad8a-47cf-b493-54606dd5dcb1" providerId="ADAL" clId="{A2BF9B08-964F-4531-B73D-668D4608DC8E}" dt="2026-06-30T19:34:43.292" v="22612"/>
          <ac:spMkLst>
            <pc:docMk/>
            <pc:sldMk cId="3129888542" sldId="7074"/>
            <ac:spMk id="24" creationId="{64653EA2-AF5B-4963-BB95-D61B6483B4F9}"/>
          </ac:spMkLst>
        </pc:spChg>
        <pc:spChg chg="mod">
          <ac:chgData name="Lala Guluzade" userId="2e684c3e-ad8a-47cf-b493-54606dd5dcb1" providerId="ADAL" clId="{A2BF9B08-964F-4531-B73D-668D4608DC8E}" dt="2026-06-30T19:34:43.294" v="22613"/>
          <ac:spMkLst>
            <pc:docMk/>
            <pc:sldMk cId="3129888542" sldId="7074"/>
            <ac:spMk id="27" creationId="{EB3EC046-FEDD-4051-97C4-2E0EEE66AF76}"/>
          </ac:spMkLst>
        </pc:spChg>
        <pc:spChg chg="mod">
          <ac:chgData name="Lala Guluzade" userId="2e684c3e-ad8a-47cf-b493-54606dd5dcb1" providerId="ADAL" clId="{A2BF9B08-964F-4531-B73D-668D4608DC8E}" dt="2026-06-30T19:34:43.295" v="22614"/>
          <ac:spMkLst>
            <pc:docMk/>
            <pc:sldMk cId="3129888542" sldId="7074"/>
            <ac:spMk id="28" creationId="{82284509-5CEB-464F-9BEA-DF2E685F3438}"/>
          </ac:spMkLst>
        </pc:spChg>
        <pc:spChg chg="mod ord">
          <ac:chgData name="Lala Guluzade" userId="2e684c3e-ad8a-47cf-b493-54606dd5dcb1" providerId="ADAL" clId="{A2BF9B08-964F-4531-B73D-668D4608DC8E}" dt="2026-06-30T19:34:43.273" v="22584"/>
          <ac:spMkLst>
            <pc:docMk/>
            <pc:sldMk cId="3129888542" sldId="7074"/>
            <ac:spMk id="32" creationId="{715A0009-422B-4310-A144-A1E80AC6BAD2}"/>
          </ac:spMkLst>
        </pc:spChg>
        <pc:spChg chg="mod ord">
          <ac:chgData name="Lala Guluzade" userId="2e684c3e-ad8a-47cf-b493-54606dd5dcb1" providerId="ADAL" clId="{A2BF9B08-964F-4531-B73D-668D4608DC8E}" dt="2026-06-30T19:34:43.298" v="22620"/>
          <ac:spMkLst>
            <pc:docMk/>
            <pc:sldMk cId="3129888542" sldId="7074"/>
            <ac:spMk id="34" creationId="{DFDC67ED-944C-403F-A59C-E069DB0A020B}"/>
          </ac:spMkLst>
        </pc:spChg>
        <pc:spChg chg="mod ord">
          <ac:chgData name="Lala Guluzade" userId="2e684c3e-ad8a-47cf-b493-54606dd5dcb1" providerId="ADAL" clId="{A2BF9B08-964F-4531-B73D-668D4608DC8E}" dt="2026-06-30T19:34:43.296" v="22616"/>
          <ac:spMkLst>
            <pc:docMk/>
            <pc:sldMk cId="3129888542" sldId="7074"/>
            <ac:spMk id="35" creationId="{B59ED136-55E4-4436-BA69-ECCBEEF88CCC}"/>
          </ac:spMkLst>
        </pc:spChg>
        <pc:spChg chg="mod ord">
          <ac:chgData name="Lala Guluzade" userId="2e684c3e-ad8a-47cf-b493-54606dd5dcb1" providerId="ADAL" clId="{A2BF9B08-964F-4531-B73D-668D4608DC8E}" dt="2026-06-30T19:34:43.297" v="22618"/>
          <ac:spMkLst>
            <pc:docMk/>
            <pc:sldMk cId="3129888542" sldId="7074"/>
            <ac:spMk id="36" creationId="{93338904-B70E-43E9-A6AC-378A848F3AA3}"/>
          </ac:spMkLst>
        </pc:spChg>
        <pc:spChg chg="mod ord">
          <ac:chgData name="Lala Guluzade" userId="2e684c3e-ad8a-47cf-b493-54606dd5dcb1" providerId="ADAL" clId="{A2BF9B08-964F-4531-B73D-668D4608DC8E}" dt="2026-06-30T19:34:43.299" v="22622"/>
          <ac:spMkLst>
            <pc:docMk/>
            <pc:sldMk cId="3129888542" sldId="7074"/>
            <ac:spMk id="37" creationId="{DA91676E-4283-472E-BFD1-84E463FFA338}"/>
          </ac:spMkLst>
        </pc:spChg>
        <pc:spChg chg="mod ord">
          <ac:chgData name="Lala Guluzade" userId="2e684c3e-ad8a-47cf-b493-54606dd5dcb1" providerId="ADAL" clId="{A2BF9B08-964F-4531-B73D-668D4608DC8E}" dt="2026-06-30T19:34:43.274" v="22586"/>
          <ac:spMkLst>
            <pc:docMk/>
            <pc:sldMk cId="3129888542" sldId="7074"/>
            <ac:spMk id="49" creationId="{FE979531-698F-4BEC-BC9E-105728A0B7B0}"/>
          </ac:spMkLst>
        </pc:spChg>
        <pc:spChg chg="mod ord">
          <ac:chgData name="Lala Guluzade" userId="2e684c3e-ad8a-47cf-b493-54606dd5dcb1" providerId="ADAL" clId="{A2BF9B08-964F-4531-B73D-668D4608DC8E}" dt="2026-06-30T19:34:43.272" v="22582"/>
          <ac:spMkLst>
            <pc:docMk/>
            <pc:sldMk cId="3129888542" sldId="7074"/>
            <ac:spMk id="52" creationId="{EF1E4C32-2964-4938-B68B-910326861AA3}"/>
          </ac:spMkLst>
        </pc:spChg>
        <pc:spChg chg="mod ord">
          <ac:chgData name="Lala Guluzade" userId="2e684c3e-ad8a-47cf-b493-54606dd5dcb1" providerId="ADAL" clId="{A2BF9B08-964F-4531-B73D-668D4608DC8E}" dt="2026-06-30T19:34:43.264" v="22566"/>
          <ac:spMkLst>
            <pc:docMk/>
            <pc:sldMk cId="3129888542" sldId="7074"/>
            <ac:spMk id="55" creationId="{4B6920DE-48B3-4910-B2F5-49EE6FDE47DC}"/>
          </ac:spMkLst>
        </pc:spChg>
        <pc:spChg chg="mod">
          <ac:chgData name="Lala Guluzade" userId="2e684c3e-ad8a-47cf-b493-54606dd5dcb1" providerId="ADAL" clId="{A2BF9B08-964F-4531-B73D-668D4608DC8E}" dt="2026-06-30T19:36:03.750" v="22697" actId="20577"/>
          <ac:spMkLst>
            <pc:docMk/>
            <pc:sldMk cId="3129888542" sldId="7074"/>
            <ac:spMk id="70" creationId="{E985F1A8-2052-4236-B049-5D58420337B6}"/>
          </ac:spMkLst>
        </pc:spChg>
        <pc:spChg chg="mod ord">
          <ac:chgData name="Lala Guluzade" userId="2e684c3e-ad8a-47cf-b493-54606dd5dcb1" providerId="ADAL" clId="{A2BF9B08-964F-4531-B73D-668D4608DC8E}" dt="2026-06-30T19:34:43.263" v="22564"/>
          <ac:spMkLst>
            <pc:docMk/>
            <pc:sldMk cId="3129888542" sldId="7074"/>
            <ac:spMk id="81" creationId="{0078C5AD-6C48-496D-BB04-D8F358251032}"/>
          </ac:spMkLst>
        </pc:spChg>
        <pc:spChg chg="mod ord">
          <ac:chgData name="Lala Guluzade" userId="2e684c3e-ad8a-47cf-b493-54606dd5dcb1" providerId="ADAL" clId="{A2BF9B08-964F-4531-B73D-668D4608DC8E}" dt="2026-06-30T19:34:43.314" v="22646"/>
          <ac:spMkLst>
            <pc:docMk/>
            <pc:sldMk cId="3129888542" sldId="7074"/>
            <ac:spMk id="84" creationId="{6EFA96C7-E253-4343-B93B-849526E3D8E3}"/>
          </ac:spMkLst>
        </pc:spChg>
        <pc:spChg chg="mod ord">
          <ac:chgData name="Lala Guluzade" userId="2e684c3e-ad8a-47cf-b493-54606dd5dcb1" providerId="ADAL" clId="{A2BF9B08-964F-4531-B73D-668D4608DC8E}" dt="2026-06-30T19:34:43.269" v="22576"/>
          <ac:spMkLst>
            <pc:docMk/>
            <pc:sldMk cId="3129888542" sldId="7074"/>
            <ac:spMk id="86" creationId="{126D02B2-D8B4-4182-94D2-4D0268367A92}"/>
          </ac:spMkLst>
        </pc:spChg>
        <pc:spChg chg="mod ord">
          <ac:chgData name="Lala Guluzade" userId="2e684c3e-ad8a-47cf-b493-54606dd5dcb1" providerId="ADAL" clId="{A2BF9B08-964F-4531-B73D-668D4608DC8E}" dt="2026-06-30T19:34:43.313" v="22644"/>
          <ac:spMkLst>
            <pc:docMk/>
            <pc:sldMk cId="3129888542" sldId="7074"/>
            <ac:spMk id="87" creationId="{96ECF5B9-2118-462A-BEDE-8B373C9EF425}"/>
          </ac:spMkLst>
        </pc:spChg>
        <pc:spChg chg="mod ord">
          <ac:chgData name="Lala Guluzade" userId="2e684c3e-ad8a-47cf-b493-54606dd5dcb1" providerId="ADAL" clId="{A2BF9B08-964F-4531-B73D-668D4608DC8E}" dt="2026-06-30T19:34:43.270" v="22578"/>
          <ac:spMkLst>
            <pc:docMk/>
            <pc:sldMk cId="3129888542" sldId="7074"/>
            <ac:spMk id="88" creationId="{E1D1313D-770C-4DB2-89F7-FD80FD89A4C9}"/>
          </ac:spMkLst>
        </pc:spChg>
        <pc:spChg chg="mod ord">
          <ac:chgData name="Lala Guluzade" userId="2e684c3e-ad8a-47cf-b493-54606dd5dcb1" providerId="ADAL" clId="{A2BF9B08-964F-4531-B73D-668D4608DC8E}" dt="2026-06-30T19:34:43.268" v="22574"/>
          <ac:spMkLst>
            <pc:docMk/>
            <pc:sldMk cId="3129888542" sldId="7074"/>
            <ac:spMk id="89" creationId="{028EB4B8-0341-4B27-B351-ED083241A8A0}"/>
          </ac:spMkLst>
        </pc:spChg>
        <pc:spChg chg="mod ord">
          <ac:chgData name="Lala Guluzade" userId="2e684c3e-ad8a-47cf-b493-54606dd5dcb1" providerId="ADAL" clId="{A2BF9B08-964F-4531-B73D-668D4608DC8E}" dt="2026-06-30T19:34:43.265" v="22568"/>
          <ac:spMkLst>
            <pc:docMk/>
            <pc:sldMk cId="3129888542" sldId="7074"/>
            <ac:spMk id="95" creationId="{8E88994E-2CCE-4F89-9F87-639C906E8F64}"/>
          </ac:spMkLst>
        </pc:spChg>
        <pc:spChg chg="mod ord">
          <ac:chgData name="Lala Guluzade" userId="2e684c3e-ad8a-47cf-b493-54606dd5dcb1" providerId="ADAL" clId="{A2BF9B08-964F-4531-B73D-668D4608DC8E}" dt="2026-06-30T19:34:43.266" v="22570"/>
          <ac:spMkLst>
            <pc:docMk/>
            <pc:sldMk cId="3129888542" sldId="7074"/>
            <ac:spMk id="96" creationId="{D97F0717-5DDC-4918-8C24-EA80E4BB66E4}"/>
          </ac:spMkLst>
        </pc:spChg>
        <pc:spChg chg="mod ord">
          <ac:chgData name="Lala Guluzade" userId="2e684c3e-ad8a-47cf-b493-54606dd5dcb1" providerId="ADAL" clId="{A2BF9B08-964F-4531-B73D-668D4608DC8E}" dt="2026-06-30T19:34:43.267" v="22572"/>
          <ac:spMkLst>
            <pc:docMk/>
            <pc:sldMk cId="3129888542" sldId="7074"/>
            <ac:spMk id="97" creationId="{6A48AF26-CB79-43C9-AA31-4DDA19D01C78}"/>
          </ac:spMkLst>
        </pc:spChg>
        <pc:spChg chg="mod ord">
          <ac:chgData name="Lala Guluzade" userId="2e684c3e-ad8a-47cf-b493-54606dd5dcb1" providerId="ADAL" clId="{A2BF9B08-964F-4531-B73D-668D4608DC8E}" dt="2026-06-30T19:34:43.271" v="22580"/>
          <ac:spMkLst>
            <pc:docMk/>
            <pc:sldMk cId="3129888542" sldId="7074"/>
            <ac:spMk id="98" creationId="{D3287144-EC07-42E7-AFF7-03BFC63FA115}"/>
          </ac:spMkLst>
        </pc:spChg>
        <pc:spChg chg="mod ord">
          <ac:chgData name="Lala Guluzade" userId="2e684c3e-ad8a-47cf-b493-54606dd5dcb1" providerId="ADAL" clId="{A2BF9B08-964F-4531-B73D-668D4608DC8E}" dt="2026-06-30T19:34:43.277" v="22590"/>
          <ac:spMkLst>
            <pc:docMk/>
            <pc:sldMk cId="3129888542" sldId="7074"/>
            <ac:spMk id="115" creationId="{C8428347-4188-4E2B-A0C2-9E323DB764D6}"/>
          </ac:spMkLst>
        </pc:spChg>
        <pc:spChg chg="mod ord">
          <ac:chgData name="Lala Guluzade" userId="2e684c3e-ad8a-47cf-b493-54606dd5dcb1" providerId="ADAL" clId="{A2BF9B08-964F-4531-B73D-668D4608DC8E}" dt="2026-06-30T19:34:43.278" v="22592"/>
          <ac:spMkLst>
            <pc:docMk/>
            <pc:sldMk cId="3129888542" sldId="7074"/>
            <ac:spMk id="117" creationId="{8B8249E0-0937-4679-AF74-7BB8216D7A0E}"/>
          </ac:spMkLst>
        </pc:spChg>
        <pc:spChg chg="mod ord">
          <ac:chgData name="Lala Guluzade" userId="2e684c3e-ad8a-47cf-b493-54606dd5dcb1" providerId="ADAL" clId="{A2BF9B08-964F-4531-B73D-668D4608DC8E}" dt="2026-06-30T19:34:43.284" v="22604"/>
          <ac:spMkLst>
            <pc:docMk/>
            <pc:sldMk cId="3129888542" sldId="7074"/>
            <ac:spMk id="119" creationId="{CC18866D-F1E1-42FD-820B-1D85FE145BD6}"/>
          </ac:spMkLst>
        </pc:spChg>
        <pc:spChg chg="mod ord">
          <ac:chgData name="Lala Guluzade" userId="2e684c3e-ad8a-47cf-b493-54606dd5dcb1" providerId="ADAL" clId="{A2BF9B08-964F-4531-B73D-668D4608DC8E}" dt="2026-06-30T19:34:43.287" v="22607"/>
          <ac:spMkLst>
            <pc:docMk/>
            <pc:sldMk cId="3129888542" sldId="7074"/>
            <ac:spMk id="120" creationId="{2D75B079-3B42-407B-B529-98ABF9C298DB}"/>
          </ac:spMkLst>
        </pc:spChg>
        <pc:spChg chg="mod ord">
          <ac:chgData name="Lala Guluzade" userId="2e684c3e-ad8a-47cf-b493-54606dd5dcb1" providerId="ADAL" clId="{A2BF9B08-964F-4531-B73D-668D4608DC8E}" dt="2026-06-30T19:34:43.252" v="22549"/>
          <ac:spMkLst>
            <pc:docMk/>
            <pc:sldMk cId="3129888542" sldId="7074"/>
            <ac:spMk id="134" creationId="{3741C09C-0B21-444D-9194-43691BB5F187}"/>
          </ac:spMkLst>
        </pc:spChg>
        <pc:spChg chg="mod">
          <ac:chgData name="Lala Guluzade" userId="2e684c3e-ad8a-47cf-b493-54606dd5dcb1" providerId="ADAL" clId="{A2BF9B08-964F-4531-B73D-668D4608DC8E}" dt="2026-06-30T19:34:43.256" v="22553"/>
          <ac:spMkLst>
            <pc:docMk/>
            <pc:sldMk cId="3129888542" sldId="7074"/>
            <ac:spMk id="136" creationId="{6440285B-FAAC-4C31-95EC-9B7649874F4B}"/>
          </ac:spMkLst>
        </pc:spChg>
        <pc:spChg chg="mod">
          <ac:chgData name="Lala Guluzade" userId="2e684c3e-ad8a-47cf-b493-54606dd5dcb1" providerId="ADAL" clId="{A2BF9B08-964F-4531-B73D-668D4608DC8E}" dt="2026-06-30T19:34:43.254" v="22552"/>
          <ac:spMkLst>
            <pc:docMk/>
            <pc:sldMk cId="3129888542" sldId="7074"/>
            <ac:spMk id="137" creationId="{228478DC-85D1-421B-BEB2-C4299B25B83C}"/>
          </ac:spMkLst>
        </pc:spChg>
        <pc:spChg chg="mod">
          <ac:chgData name="Lala Guluzade" userId="2e684c3e-ad8a-47cf-b493-54606dd5dcb1" providerId="ADAL" clId="{A2BF9B08-964F-4531-B73D-668D4608DC8E}" dt="2026-06-30T19:34:43.257" v="22554"/>
          <ac:spMkLst>
            <pc:docMk/>
            <pc:sldMk cId="3129888542" sldId="7074"/>
            <ac:spMk id="138" creationId="{0F663227-BE35-4301-A62C-8EBF4E64BEC4}"/>
          </ac:spMkLst>
        </pc:spChg>
        <pc:spChg chg="mod">
          <ac:chgData name="Lala Guluzade" userId="2e684c3e-ad8a-47cf-b493-54606dd5dcb1" providerId="ADAL" clId="{A2BF9B08-964F-4531-B73D-668D4608DC8E}" dt="2026-06-30T19:34:43.258" v="22555"/>
          <ac:spMkLst>
            <pc:docMk/>
            <pc:sldMk cId="3129888542" sldId="7074"/>
            <ac:spMk id="139" creationId="{F101E50A-8C34-44D4-941F-E88405992E0B}"/>
          </ac:spMkLst>
        </pc:spChg>
        <pc:spChg chg="mod">
          <ac:chgData name="Lala Guluzade" userId="2e684c3e-ad8a-47cf-b493-54606dd5dcb1" providerId="ADAL" clId="{A2BF9B08-964F-4531-B73D-668D4608DC8E}" dt="2026-06-30T19:34:43.258" v="22556"/>
          <ac:spMkLst>
            <pc:docMk/>
            <pc:sldMk cId="3129888542" sldId="7074"/>
            <ac:spMk id="140" creationId="{E9192356-D304-4B9E-ACE6-BA6B505C9FD5}"/>
          </ac:spMkLst>
        </pc:spChg>
        <pc:spChg chg="mod ord">
          <ac:chgData name="Lala Guluzade" userId="2e684c3e-ad8a-47cf-b493-54606dd5dcb1" providerId="ADAL" clId="{A2BF9B08-964F-4531-B73D-668D4608DC8E}" dt="2026-06-30T19:34:43.280" v="22596"/>
          <ac:spMkLst>
            <pc:docMk/>
            <pc:sldMk cId="3129888542" sldId="7074"/>
            <ac:spMk id="147" creationId="{2337D809-E857-4A2D-ADCA-80E4774C7D53}"/>
          </ac:spMkLst>
        </pc:spChg>
        <pc:spChg chg="mod ord">
          <ac:chgData name="Lala Guluzade" userId="2e684c3e-ad8a-47cf-b493-54606dd5dcb1" providerId="ADAL" clId="{A2BF9B08-964F-4531-B73D-668D4608DC8E}" dt="2026-06-30T19:34:43.281" v="22598"/>
          <ac:spMkLst>
            <pc:docMk/>
            <pc:sldMk cId="3129888542" sldId="7074"/>
            <ac:spMk id="148" creationId="{A8F92993-E872-471B-90B7-F75F13D33789}"/>
          </ac:spMkLst>
        </pc:spChg>
        <pc:spChg chg="mod ord">
          <ac:chgData name="Lala Guluzade" userId="2e684c3e-ad8a-47cf-b493-54606dd5dcb1" providerId="ADAL" clId="{A2BF9B08-964F-4531-B73D-668D4608DC8E}" dt="2026-06-30T19:34:43.282" v="22600"/>
          <ac:spMkLst>
            <pc:docMk/>
            <pc:sldMk cId="3129888542" sldId="7074"/>
            <ac:spMk id="149" creationId="{7C3E0EED-C927-40A8-BDD1-043AEFEBBE00}"/>
          </ac:spMkLst>
        </pc:spChg>
        <pc:spChg chg="mod ord">
          <ac:chgData name="Lala Guluzade" userId="2e684c3e-ad8a-47cf-b493-54606dd5dcb1" providerId="ADAL" clId="{A2BF9B08-964F-4531-B73D-668D4608DC8E}" dt="2026-06-30T19:34:43.283" v="22602"/>
          <ac:spMkLst>
            <pc:docMk/>
            <pc:sldMk cId="3129888542" sldId="7074"/>
            <ac:spMk id="150" creationId="{F82EFA62-EB83-492F-9F76-6662CC778830}"/>
          </ac:spMkLst>
        </pc:spChg>
        <pc:spChg chg="mod ord">
          <ac:chgData name="Lala Guluzade" userId="2e684c3e-ad8a-47cf-b493-54606dd5dcb1" providerId="ADAL" clId="{A2BF9B08-964F-4531-B73D-668D4608DC8E}" dt="2026-06-30T19:34:43.238" v="22533"/>
          <ac:spMkLst>
            <pc:docMk/>
            <pc:sldMk cId="3129888542" sldId="7074"/>
            <ac:spMk id="247" creationId="{B1DD138E-488A-4A29-99BD-65D922F14C4D}"/>
          </ac:spMkLst>
        </pc:spChg>
        <pc:spChg chg="mod ord">
          <ac:chgData name="Lala Guluzade" userId="2e684c3e-ad8a-47cf-b493-54606dd5dcb1" providerId="ADAL" clId="{A2BF9B08-964F-4531-B73D-668D4608DC8E}" dt="2026-06-30T19:34:43.321" v="22660"/>
          <ac:spMkLst>
            <pc:docMk/>
            <pc:sldMk cId="3129888542" sldId="7074"/>
            <ac:spMk id="289" creationId="{9F5FC593-D3AB-4889-A8CA-0FC8B01FB7D2}"/>
          </ac:spMkLst>
        </pc:spChg>
        <pc:spChg chg="mod ord">
          <ac:chgData name="Lala Guluzade" userId="2e684c3e-ad8a-47cf-b493-54606dd5dcb1" providerId="ADAL" clId="{A2BF9B08-964F-4531-B73D-668D4608DC8E}" dt="2026-06-30T19:34:43.322" v="22662"/>
          <ac:spMkLst>
            <pc:docMk/>
            <pc:sldMk cId="3129888542" sldId="7074"/>
            <ac:spMk id="294" creationId="{DF9F7826-89D8-4111-ADEC-D2533C4DEC8E}"/>
          </ac:spMkLst>
        </pc:spChg>
        <pc:grpChg chg="mod ord">
          <ac:chgData name="Lala Guluzade" userId="2e684c3e-ad8a-47cf-b493-54606dd5dcb1" providerId="ADAL" clId="{A2BF9B08-964F-4531-B73D-668D4608DC8E}" dt="2026-06-30T19:34:43.312" v="22642"/>
          <ac:grpSpMkLst>
            <pc:docMk/>
            <pc:sldMk cId="3129888542" sldId="7074"/>
            <ac:grpSpMk id="40" creationId="{4D931EB3-BD40-4B0D-9714-A8DA44B40590}"/>
          </ac:grpSpMkLst>
        </pc:grpChg>
        <pc:grpChg chg="mod ord">
          <ac:chgData name="Lala Guluzade" userId="2e684c3e-ad8a-47cf-b493-54606dd5dcb1" providerId="ADAL" clId="{A2BF9B08-964F-4531-B73D-668D4608DC8E}" dt="2026-06-30T19:34:43.319" v="22656"/>
          <ac:grpSpMkLst>
            <pc:docMk/>
            <pc:sldMk cId="3129888542" sldId="7074"/>
            <ac:grpSpMk id="142" creationId="{1D4849E6-B4EE-4365-AE0F-44FE389E56EA}"/>
          </ac:grpSpMkLst>
        </pc:grpChg>
        <pc:grpChg chg="mod ord">
          <ac:chgData name="Lala Guluzade" userId="2e684c3e-ad8a-47cf-b493-54606dd5dcb1" providerId="ADAL" clId="{A2BF9B08-964F-4531-B73D-668D4608DC8E}" dt="2026-06-30T19:34:43.307" v="22634"/>
          <ac:grpSpMkLst>
            <pc:docMk/>
            <pc:sldMk cId="3129888542" sldId="7074"/>
            <ac:grpSpMk id="155" creationId="{AD9160ED-E3D8-4FDB-800A-F8DDA638F249}"/>
          </ac:grpSpMkLst>
        </pc:grpChg>
        <pc:grpChg chg="mod ord">
          <ac:chgData name="Lala Guluzade" userId="2e684c3e-ad8a-47cf-b493-54606dd5dcb1" providerId="ADAL" clId="{A2BF9B08-964F-4531-B73D-668D4608DC8E}" dt="2026-06-30T19:34:43.309" v="22636"/>
          <ac:grpSpMkLst>
            <pc:docMk/>
            <pc:sldMk cId="3129888542" sldId="7074"/>
            <ac:grpSpMk id="162" creationId="{B20839EA-C7C9-49A8-B3A1-249C05E9AFFA}"/>
          </ac:grpSpMkLst>
        </pc:grpChg>
        <pc:grpChg chg="mod ord">
          <ac:chgData name="Lala Guluzade" userId="2e684c3e-ad8a-47cf-b493-54606dd5dcb1" providerId="ADAL" clId="{A2BF9B08-964F-4531-B73D-668D4608DC8E}" dt="2026-06-30T19:34:43.310" v="22638"/>
          <ac:grpSpMkLst>
            <pc:docMk/>
            <pc:sldMk cId="3129888542" sldId="7074"/>
            <ac:grpSpMk id="165" creationId="{28B25735-B1B1-41F6-A8BA-8D1676EDA9FD}"/>
          </ac:grpSpMkLst>
        </pc:grpChg>
        <pc:grpChg chg="mod ord">
          <ac:chgData name="Lala Guluzade" userId="2e684c3e-ad8a-47cf-b493-54606dd5dcb1" providerId="ADAL" clId="{A2BF9B08-964F-4531-B73D-668D4608DC8E}" dt="2026-06-30T19:34:43.311" v="22640"/>
          <ac:grpSpMkLst>
            <pc:docMk/>
            <pc:sldMk cId="3129888542" sldId="7074"/>
            <ac:grpSpMk id="184" creationId="{356B6BB0-9B75-477E-B1B6-3BA04CC1531B}"/>
          </ac:grpSpMkLst>
        </pc:grpChg>
        <pc:grpChg chg="mod">
          <ac:chgData name="Lala Guluzade" userId="2e684c3e-ad8a-47cf-b493-54606dd5dcb1" providerId="ADAL" clId="{A2BF9B08-964F-4531-B73D-668D4608DC8E}" dt="2026-06-30T19:34:43.285" v="22605"/>
          <ac:grpSpMkLst>
            <pc:docMk/>
            <pc:sldMk cId="3129888542" sldId="7074"/>
            <ac:grpSpMk id="219" creationId="{7C27918F-BA84-412D-A872-8817CDC67D41}"/>
          </ac:grpSpMkLst>
        </pc:grpChg>
        <pc:grpChg chg="mod">
          <ac:chgData name="Lala Guluzade" userId="2e684c3e-ad8a-47cf-b493-54606dd5dcb1" providerId="ADAL" clId="{A2BF9B08-964F-4531-B73D-668D4608DC8E}" dt="2026-06-30T19:34:43.289" v="22608"/>
          <ac:grpSpMkLst>
            <pc:docMk/>
            <pc:sldMk cId="3129888542" sldId="7074"/>
            <ac:grpSpMk id="226" creationId="{3B025369-478C-4D0F-B801-5853D9A3B08A}"/>
          </ac:grpSpMkLst>
        </pc:grpChg>
        <pc:grpChg chg="mod ord">
          <ac:chgData name="Lala Guluzade" userId="2e684c3e-ad8a-47cf-b493-54606dd5dcb1" providerId="ADAL" clId="{A2BF9B08-964F-4531-B73D-668D4608DC8E}" dt="2026-06-30T19:34:43.320" v="22658"/>
          <ac:grpSpMkLst>
            <pc:docMk/>
            <pc:sldMk cId="3129888542" sldId="7074"/>
            <ac:grpSpMk id="252" creationId="{AC388582-C6B5-4439-B767-B934D7E4AAF2}"/>
          </ac:grpSpMkLst>
        </pc:grpChg>
        <pc:grpChg chg="mod ord">
          <ac:chgData name="Lala Guluzade" userId="2e684c3e-ad8a-47cf-b493-54606dd5dcb1" providerId="ADAL" clId="{A2BF9B08-964F-4531-B73D-668D4608DC8E}" dt="2026-06-30T19:34:43.261" v="22560"/>
          <ac:grpSpMkLst>
            <pc:docMk/>
            <pc:sldMk cId="3129888542" sldId="7074"/>
            <ac:grpSpMk id="278" creationId="{522CE336-1E73-4D4F-9D5E-4EAF2A0AF731}"/>
          </ac:grpSpMkLst>
        </pc:grpChg>
        <pc:grpChg chg="mod ord">
          <ac:chgData name="Lala Guluzade" userId="2e684c3e-ad8a-47cf-b493-54606dd5dcb1" providerId="ADAL" clId="{A2BF9B08-964F-4531-B73D-668D4608DC8E}" dt="2026-06-30T19:34:43.260" v="22558"/>
          <ac:grpSpMkLst>
            <pc:docMk/>
            <pc:sldMk cId="3129888542" sldId="7074"/>
            <ac:grpSpMk id="279" creationId="{AE320508-7215-4783-B589-EB694BF86AE2}"/>
          </ac:grpSpMkLst>
        </pc:grpChg>
        <pc:grpChg chg="mod ord">
          <ac:chgData name="Lala Guluzade" userId="2e684c3e-ad8a-47cf-b493-54606dd5dcb1" providerId="ADAL" clId="{A2BF9B08-964F-4531-B73D-668D4608DC8E}" dt="2026-06-30T19:34:43.262" v="22562"/>
          <ac:grpSpMkLst>
            <pc:docMk/>
            <pc:sldMk cId="3129888542" sldId="7074"/>
            <ac:grpSpMk id="280" creationId="{F495C41A-8371-4F75-B9EB-0DC7D1DF101A}"/>
          </ac:grpSpMkLst>
        </pc:grpChg>
        <pc:graphicFrameChg chg="mod">
          <ac:chgData name="Lala Guluzade" userId="2e684c3e-ad8a-47cf-b493-54606dd5dcb1" providerId="ADAL" clId="{A2BF9B08-964F-4531-B73D-668D4608DC8E}" dt="2026-06-30T19:35:10.193" v="22694"/>
          <ac:graphicFrameMkLst>
            <pc:docMk/>
            <pc:sldMk cId="3129888542" sldId="7074"/>
            <ac:graphicFrameMk id="4" creationId="{7498938D-6D9C-4EC9-A0F0-BCC7E1550CC9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9:34:43.253" v="22551"/>
          <ac:graphicFrameMkLst>
            <pc:docMk/>
            <pc:sldMk cId="3129888542" sldId="7074"/>
            <ac:graphicFrameMk id="10" creationId="{D776D763-166F-2EAB-E6AA-03EDC34A711C}"/>
          </ac:graphicFrameMkLst>
        </pc:graphicFrameChg>
        <pc:graphicFrameChg chg="del">
          <ac:chgData name="Lala Guluzade" userId="2e684c3e-ad8a-47cf-b493-54606dd5dcb1" providerId="ADAL" clId="{A2BF9B08-964F-4531-B73D-668D4608DC8E}" dt="2026-06-30T19:34:43.196" v="22524"/>
          <ac:graphicFrameMkLst>
            <pc:docMk/>
            <pc:sldMk cId="3129888542" sldId="7074"/>
            <ac:graphicFrameMk id="113" creationId="{A438983C-ACC6-4FB7-8CDC-B2155FA9E77E}"/>
          </ac:graphicFrameMkLst>
        </pc:graphicFrameChg>
        <pc:cxnChg chg="add mod">
          <ac:chgData name="Lala Guluzade" userId="2e684c3e-ad8a-47cf-b493-54606dd5dcb1" providerId="ADAL" clId="{A2BF9B08-964F-4531-B73D-668D4608DC8E}" dt="2026-06-30T19:37:16.379" v="22797" actId="571"/>
          <ac:cxnSpMkLst>
            <pc:docMk/>
            <pc:sldMk cId="3129888542" sldId="7074"/>
            <ac:cxnSpMk id="13" creationId="{A8FD33CD-93FB-8214-DD2F-44EB082FEC68}"/>
          </ac:cxnSpMkLst>
        </pc:cxnChg>
        <pc:cxnChg chg="mod ord">
          <ac:chgData name="Lala Guluzade" userId="2e684c3e-ad8a-47cf-b493-54606dd5dcb1" providerId="ADAL" clId="{A2BF9B08-964F-4531-B73D-668D4608DC8E}" dt="2026-06-30T19:34:43.306" v="22632"/>
          <ac:cxnSpMkLst>
            <pc:docMk/>
            <pc:sldMk cId="3129888542" sldId="7074"/>
            <ac:cxnSpMk id="26" creationId="{951C936F-9071-4D9A-BF10-4DC38D692CA2}"/>
          </ac:cxnSpMkLst>
        </pc:cxnChg>
        <pc:cxnChg chg="mod ord">
          <ac:chgData name="Lala Guluzade" userId="2e684c3e-ad8a-47cf-b493-54606dd5dcb1" providerId="ADAL" clId="{A2BF9B08-964F-4531-B73D-668D4608DC8E}" dt="2026-06-30T19:34:43.315" v="22648"/>
          <ac:cxnSpMkLst>
            <pc:docMk/>
            <pc:sldMk cId="3129888542" sldId="7074"/>
            <ac:cxnSpMk id="102" creationId="{31187410-4345-448D-9C59-7CBE8C275B68}"/>
          </ac:cxnSpMkLst>
        </pc:cxnChg>
        <pc:cxnChg chg="mod ord">
          <ac:chgData name="Lala Guluzade" userId="2e684c3e-ad8a-47cf-b493-54606dd5dcb1" providerId="ADAL" clId="{A2BF9B08-964F-4531-B73D-668D4608DC8E}" dt="2026-06-30T19:34:43.279" v="22594"/>
          <ac:cxnSpMkLst>
            <pc:docMk/>
            <pc:sldMk cId="3129888542" sldId="7074"/>
            <ac:cxnSpMk id="125" creationId="{33BB2527-D28D-400F-ACD6-4E0B5794323D}"/>
          </ac:cxnSpMkLst>
        </pc:cxnChg>
        <pc:cxnChg chg="mod ord">
          <ac:chgData name="Lala Guluzade" userId="2e684c3e-ad8a-47cf-b493-54606dd5dcb1" providerId="ADAL" clId="{A2BF9B08-964F-4531-B73D-668D4608DC8E}" dt="2026-06-30T19:34:43.248" v="22543"/>
          <ac:cxnSpMkLst>
            <pc:docMk/>
            <pc:sldMk cId="3129888542" sldId="7074"/>
            <ac:cxnSpMk id="130" creationId="{B2B941D2-1019-4491-9364-CAF0999E45BD}"/>
          </ac:cxnSpMkLst>
        </pc:cxnChg>
        <pc:cxnChg chg="mod ord">
          <ac:chgData name="Lala Guluzade" userId="2e684c3e-ad8a-47cf-b493-54606dd5dcb1" providerId="ADAL" clId="{A2BF9B08-964F-4531-B73D-668D4608DC8E}" dt="2026-06-30T19:34:43.246" v="22541"/>
          <ac:cxnSpMkLst>
            <pc:docMk/>
            <pc:sldMk cId="3129888542" sldId="7074"/>
            <ac:cxnSpMk id="131" creationId="{45FA5124-A2A3-414F-8391-358153EA4A3E}"/>
          </ac:cxnSpMkLst>
        </pc:cxnChg>
        <pc:cxnChg chg="mod ord">
          <ac:chgData name="Lala Guluzade" userId="2e684c3e-ad8a-47cf-b493-54606dd5dcb1" providerId="ADAL" clId="{A2BF9B08-964F-4531-B73D-668D4608DC8E}" dt="2026-06-30T19:34:43.249" v="22545"/>
          <ac:cxnSpMkLst>
            <pc:docMk/>
            <pc:sldMk cId="3129888542" sldId="7074"/>
            <ac:cxnSpMk id="132" creationId="{48264015-171F-42F1-A3EF-09766C87C36B}"/>
          </ac:cxnSpMkLst>
        </pc:cxnChg>
        <pc:cxnChg chg="mod ord">
          <ac:chgData name="Lala Guluzade" userId="2e684c3e-ad8a-47cf-b493-54606dd5dcb1" providerId="ADAL" clId="{A2BF9B08-964F-4531-B73D-668D4608DC8E}" dt="2026-06-30T19:34:43.250" v="22547"/>
          <ac:cxnSpMkLst>
            <pc:docMk/>
            <pc:sldMk cId="3129888542" sldId="7074"/>
            <ac:cxnSpMk id="133" creationId="{738D443D-BA2B-4DC0-9F4C-3265C394BFF1}"/>
          </ac:cxnSpMkLst>
        </pc:cxnChg>
        <pc:cxnChg chg="mod ord">
          <ac:chgData name="Lala Guluzade" userId="2e684c3e-ad8a-47cf-b493-54606dd5dcb1" providerId="ADAL" clId="{A2BF9B08-964F-4531-B73D-668D4608DC8E}" dt="2026-06-30T19:34:43.303" v="22628"/>
          <ac:cxnSpMkLst>
            <pc:docMk/>
            <pc:sldMk cId="3129888542" sldId="7074"/>
            <ac:cxnSpMk id="167" creationId="{82AE2E1E-F96A-4D58-ACB0-86B868A23329}"/>
          </ac:cxnSpMkLst>
        </pc:cxnChg>
        <pc:cxnChg chg="mod ord">
          <ac:chgData name="Lala Guluzade" userId="2e684c3e-ad8a-47cf-b493-54606dd5dcb1" providerId="ADAL" clId="{A2BF9B08-964F-4531-B73D-668D4608DC8E}" dt="2026-06-30T19:34:43.301" v="22624"/>
          <ac:cxnSpMkLst>
            <pc:docMk/>
            <pc:sldMk cId="3129888542" sldId="7074"/>
            <ac:cxnSpMk id="168" creationId="{7111E1A2-0CB1-4148-B3B6-B81B830B0DB8}"/>
          </ac:cxnSpMkLst>
        </pc:cxnChg>
        <pc:cxnChg chg="mod ord">
          <ac:chgData name="Lala Guluzade" userId="2e684c3e-ad8a-47cf-b493-54606dd5dcb1" providerId="ADAL" clId="{A2BF9B08-964F-4531-B73D-668D4608DC8E}" dt="2026-06-30T19:34:43.302" v="22626"/>
          <ac:cxnSpMkLst>
            <pc:docMk/>
            <pc:sldMk cId="3129888542" sldId="7074"/>
            <ac:cxnSpMk id="169" creationId="{AC6F9064-2125-4708-BFE6-C1D5B8FD7A74}"/>
          </ac:cxnSpMkLst>
        </pc:cxnChg>
        <pc:cxnChg chg="mod ord">
          <ac:chgData name="Lala Guluzade" userId="2e684c3e-ad8a-47cf-b493-54606dd5dcb1" providerId="ADAL" clId="{A2BF9B08-964F-4531-B73D-668D4608DC8E}" dt="2026-06-30T19:34:43.317" v="22652"/>
          <ac:cxnSpMkLst>
            <pc:docMk/>
            <pc:sldMk cId="3129888542" sldId="7074"/>
            <ac:cxnSpMk id="173" creationId="{83D71B7B-4DBB-42AD-BD42-1A77A29CFA16}"/>
          </ac:cxnSpMkLst>
        </pc:cxnChg>
        <pc:cxnChg chg="mod ord">
          <ac:chgData name="Lala Guluzade" userId="2e684c3e-ad8a-47cf-b493-54606dd5dcb1" providerId="ADAL" clId="{A2BF9B08-964F-4531-B73D-668D4608DC8E}" dt="2026-06-30T19:34:43.318" v="22654"/>
          <ac:cxnSpMkLst>
            <pc:docMk/>
            <pc:sldMk cId="3129888542" sldId="7074"/>
            <ac:cxnSpMk id="175" creationId="{B683DCE0-60EE-4748-A23C-574CE61723FC}"/>
          </ac:cxnSpMkLst>
        </pc:cxnChg>
        <pc:cxnChg chg="mod ord">
          <ac:chgData name="Lala Guluzade" userId="2e684c3e-ad8a-47cf-b493-54606dd5dcb1" providerId="ADAL" clId="{A2BF9B08-964F-4531-B73D-668D4608DC8E}" dt="2026-06-30T19:34:43.316" v="22650"/>
          <ac:cxnSpMkLst>
            <pc:docMk/>
            <pc:sldMk cId="3129888542" sldId="7074"/>
            <ac:cxnSpMk id="239" creationId="{9ACEAC4F-7F70-49DE-9204-DA4FD1FFBF26}"/>
          </ac:cxnSpMkLst>
        </pc:cxnChg>
      </pc:sldChg>
      <pc:sldChg chg="addSp delSp modSp mod ord">
        <pc:chgData name="Lala Guluzade" userId="2e684c3e-ad8a-47cf-b493-54606dd5dcb1" providerId="ADAL" clId="{A2BF9B08-964F-4531-B73D-668D4608DC8E}" dt="2026-06-30T16:15:52.292" v="19894"/>
        <pc:sldMkLst>
          <pc:docMk/>
          <pc:sldMk cId="913025426" sldId="2134804404"/>
        </pc:sldMkLst>
        <pc:spChg chg="mod">
          <ac:chgData name="Lala Guluzade" userId="2e684c3e-ad8a-47cf-b493-54606dd5dcb1" providerId="ADAL" clId="{A2BF9B08-964F-4531-B73D-668D4608DC8E}" dt="2026-06-29T14:47:26.261" v="1173" actId="20577"/>
          <ac:spMkLst>
            <pc:docMk/>
            <pc:sldMk cId="913025426" sldId="2134804404"/>
            <ac:spMk id="2" creationId="{A71C3F7C-7D12-C802-7101-A9CEF8EDAFA6}"/>
          </ac:spMkLst>
        </pc:spChg>
        <pc:spChg chg="add del mod">
          <ac:chgData name="Lala Guluzade" userId="2e684c3e-ad8a-47cf-b493-54606dd5dcb1" providerId="ADAL" clId="{A2BF9B08-964F-4531-B73D-668D4608DC8E}" dt="2026-06-29T20:09:05.756" v="4968" actId="478"/>
          <ac:spMkLst>
            <pc:docMk/>
            <pc:sldMk cId="913025426" sldId="2134804404"/>
            <ac:spMk id="4" creationId="{EF2AF0D5-C9BC-27B2-2DB2-9E0A50571E67}"/>
          </ac:spMkLst>
        </pc:spChg>
        <pc:spChg chg="add mod">
          <ac:chgData name="Lala Guluzade" userId="2e684c3e-ad8a-47cf-b493-54606dd5dcb1" providerId="ADAL" clId="{A2BF9B08-964F-4531-B73D-668D4608DC8E}" dt="2026-06-29T20:08:23.884" v="4953" actId="20577"/>
          <ac:spMkLst>
            <pc:docMk/>
            <pc:sldMk cId="913025426" sldId="2134804404"/>
            <ac:spMk id="6" creationId="{86E9DACC-A00E-E4EE-75CC-21EC263CFEFE}"/>
          </ac:spMkLst>
        </pc:spChg>
        <pc:spChg chg="add del mod">
          <ac:chgData name="Lala Guluzade" userId="2e684c3e-ad8a-47cf-b493-54606dd5dcb1" providerId="ADAL" clId="{A2BF9B08-964F-4531-B73D-668D4608DC8E}" dt="2026-06-29T20:34:03.974" v="5790" actId="478"/>
          <ac:spMkLst>
            <pc:docMk/>
            <pc:sldMk cId="913025426" sldId="2134804404"/>
            <ac:spMk id="8" creationId="{7A3F5B6C-FC72-45FD-A49C-CF8A670616C7}"/>
          </ac:spMkLst>
        </pc:spChg>
        <pc:spChg chg="add mod">
          <ac:chgData name="Lala Guluzade" userId="2e684c3e-ad8a-47cf-b493-54606dd5dcb1" providerId="ADAL" clId="{A2BF9B08-964F-4531-B73D-668D4608DC8E}" dt="2026-06-29T20:35:09.146" v="6015"/>
          <ac:spMkLst>
            <pc:docMk/>
            <pc:sldMk cId="913025426" sldId="2134804404"/>
            <ac:spMk id="9" creationId="{0FA86442-8AAA-4280-8B9C-6E2A8ADBF640}"/>
          </ac:spMkLst>
        </pc:spChg>
        <pc:spChg chg="mod">
          <ac:chgData name="Lala Guluzade" userId="2e684c3e-ad8a-47cf-b493-54606dd5dcb1" providerId="ADAL" clId="{A2BF9B08-964F-4531-B73D-668D4608DC8E}" dt="2026-06-29T20:08:59.424" v="4965" actId="20577"/>
          <ac:spMkLst>
            <pc:docMk/>
            <pc:sldMk cId="913025426" sldId="2134804404"/>
            <ac:spMk id="135" creationId="{1056365F-D714-78CD-C2C8-F010C9637DC8}"/>
          </ac:spMkLst>
        </pc:spChg>
        <pc:spChg chg="mod">
          <ac:chgData name="Lala Guluzade" userId="2e684c3e-ad8a-47cf-b493-54606dd5dcb1" providerId="ADAL" clId="{A2BF9B08-964F-4531-B73D-668D4608DC8E}" dt="2026-06-29T20:09:03.623" v="4967" actId="20577"/>
          <ac:spMkLst>
            <pc:docMk/>
            <pc:sldMk cId="913025426" sldId="2134804404"/>
            <ac:spMk id="136" creationId="{644278F0-B13A-7DD4-30E0-67AA6B2BBE5F}"/>
          </ac:spMkLst>
        </pc:spChg>
        <pc:spChg chg="mod">
          <ac:chgData name="Lala Guluzade" userId="2e684c3e-ad8a-47cf-b493-54606dd5dcb1" providerId="ADAL" clId="{A2BF9B08-964F-4531-B73D-668D4608DC8E}" dt="2026-06-29T20:08:55.362" v="4963" actId="1035"/>
          <ac:spMkLst>
            <pc:docMk/>
            <pc:sldMk cId="913025426" sldId="2134804404"/>
            <ac:spMk id="282" creationId="{25A40324-C5F6-FA18-1B2B-8FB43FEFA13C}"/>
          </ac:spMkLst>
        </pc:spChg>
        <pc:cxnChg chg="add mod">
          <ac:chgData name="Lala Guluzade" userId="2e684c3e-ad8a-47cf-b493-54606dd5dcb1" providerId="ADAL" clId="{A2BF9B08-964F-4531-B73D-668D4608DC8E}" dt="2026-06-29T20:08:07.133" v="4928" actId="1035"/>
          <ac:cxnSpMkLst>
            <pc:docMk/>
            <pc:sldMk cId="913025426" sldId="2134804404"/>
            <ac:cxnSpMk id="5" creationId="{9835BE92-DF2C-7D18-F460-A6BF5CFF80F2}"/>
          </ac:cxnSpMkLst>
        </pc:cxnChg>
      </pc:sldChg>
      <pc:sldChg chg="ord">
        <pc:chgData name="Lala Guluzade" userId="2e684c3e-ad8a-47cf-b493-54606dd5dcb1" providerId="ADAL" clId="{A2BF9B08-964F-4531-B73D-668D4608DC8E}" dt="2026-06-30T16:18:58.220" v="19973"/>
        <pc:sldMkLst>
          <pc:docMk/>
          <pc:sldMk cId="2854557076" sldId="2134804410"/>
        </pc:sldMkLst>
      </pc:sldChg>
      <pc:sldChg chg="ord">
        <pc:chgData name="Lala Guluzade" userId="2e684c3e-ad8a-47cf-b493-54606dd5dcb1" providerId="ADAL" clId="{A2BF9B08-964F-4531-B73D-668D4608DC8E}" dt="2026-06-30T14:58:12.536" v="19174"/>
        <pc:sldMkLst>
          <pc:docMk/>
          <pc:sldMk cId="848803478" sldId="2134804424"/>
        </pc:sldMkLst>
      </pc:sldChg>
      <pc:sldChg chg="modSp add ord">
        <pc:chgData name="Lala Guluzade" userId="2e684c3e-ad8a-47cf-b493-54606dd5dcb1" providerId="ADAL" clId="{A2BF9B08-964F-4531-B73D-668D4608DC8E}" dt="2026-06-30T16:19:43.579" v="19980"/>
        <pc:sldMkLst>
          <pc:docMk/>
          <pc:sldMk cId="2146340355" sldId="2147479339"/>
        </pc:sldMkLst>
        <pc:spChg chg="mod">
          <ac:chgData name="Lala Guluzade" userId="2e684c3e-ad8a-47cf-b493-54606dd5dcb1" providerId="ADAL" clId="{A2BF9B08-964F-4531-B73D-668D4608DC8E}" dt="2026-06-30T16:19:42.319" v="19979"/>
          <ac:spMkLst>
            <pc:docMk/>
            <pc:sldMk cId="2146340355" sldId="2147479339"/>
            <ac:spMk id="4" creationId="{03D94A03-0A36-2F6D-F878-BDA8A3118732}"/>
          </ac:spMkLst>
        </pc:spChg>
        <pc:graphicFrameChg chg="mod">
          <ac:chgData name="Lala Guluzade" userId="2e684c3e-ad8a-47cf-b493-54606dd5dcb1" providerId="ADAL" clId="{A2BF9B08-964F-4531-B73D-668D4608DC8E}" dt="2026-06-30T16:19:42.317" v="19978"/>
          <ac:graphicFrameMkLst>
            <pc:docMk/>
            <pc:sldMk cId="2146340355" sldId="2147479339"/>
            <ac:graphicFrameMk id="20" creationId="{CDACAF24-03E1-408C-62CC-1AFA0ED0F130}"/>
          </ac:graphicFrameMkLst>
        </pc:graphicFrameChg>
      </pc:sldChg>
      <pc:sldChg chg="ord">
        <pc:chgData name="Lala Guluzade" userId="2e684c3e-ad8a-47cf-b493-54606dd5dcb1" providerId="ADAL" clId="{A2BF9B08-964F-4531-B73D-668D4608DC8E}" dt="2026-06-30T16:16:42.379" v="19923"/>
        <pc:sldMkLst>
          <pc:docMk/>
          <pc:sldMk cId="2948397278" sldId="2147480381"/>
        </pc:sldMkLst>
      </pc:sldChg>
      <pc:sldChg chg="ord">
        <pc:chgData name="Lala Guluzade" userId="2e684c3e-ad8a-47cf-b493-54606dd5dcb1" providerId="ADAL" clId="{A2BF9B08-964F-4531-B73D-668D4608DC8E}" dt="2026-06-30T16:16:55.806" v="19935"/>
        <pc:sldMkLst>
          <pc:docMk/>
          <pc:sldMk cId="996765905" sldId="2147480383"/>
        </pc:sldMkLst>
      </pc:sldChg>
      <pc:sldChg chg="ord">
        <pc:chgData name="Lala Guluzade" userId="2e684c3e-ad8a-47cf-b493-54606dd5dcb1" providerId="ADAL" clId="{A2BF9B08-964F-4531-B73D-668D4608DC8E}" dt="2026-06-30T16:16:44.293" v="19924"/>
        <pc:sldMkLst>
          <pc:docMk/>
          <pc:sldMk cId="254983171" sldId="2147480385"/>
        </pc:sldMkLst>
      </pc:sldChg>
      <pc:sldChg chg="ord">
        <pc:chgData name="Lala Guluzade" userId="2e684c3e-ad8a-47cf-b493-54606dd5dcb1" providerId="ADAL" clId="{A2BF9B08-964F-4531-B73D-668D4608DC8E}" dt="2026-06-30T14:59:05.163" v="19182"/>
        <pc:sldMkLst>
          <pc:docMk/>
          <pc:sldMk cId="2020436347" sldId="2147480405"/>
        </pc:sldMkLst>
      </pc:sldChg>
      <pc:sldChg chg="del">
        <pc:chgData name="Lala Guluzade" userId="2e684c3e-ad8a-47cf-b493-54606dd5dcb1" providerId="ADAL" clId="{A2BF9B08-964F-4531-B73D-668D4608DC8E}" dt="2026-06-29T12:35:53.512" v="75" actId="47"/>
        <pc:sldMkLst>
          <pc:docMk/>
          <pc:sldMk cId="1110841496" sldId="2147481067"/>
        </pc:sldMkLst>
      </pc:sldChg>
      <pc:sldChg chg="addSp delSp modSp mod">
        <pc:chgData name="Lala Guluzade" userId="2e684c3e-ad8a-47cf-b493-54606dd5dcb1" providerId="ADAL" clId="{A2BF9B08-964F-4531-B73D-668D4608DC8E}" dt="2026-06-29T20:34:53.227" v="5856"/>
        <pc:sldMkLst>
          <pc:docMk/>
          <pc:sldMk cId="3980888539" sldId="2147482830"/>
        </pc:sldMkLst>
        <pc:spChg chg="mod">
          <ac:chgData name="Lala Guluzade" userId="2e684c3e-ad8a-47cf-b493-54606dd5dcb1" providerId="ADAL" clId="{A2BF9B08-964F-4531-B73D-668D4608DC8E}" dt="2026-06-29T14:47:55.254" v="1187" actId="20577"/>
          <ac:spMkLst>
            <pc:docMk/>
            <pc:sldMk cId="3980888539" sldId="2147482830"/>
            <ac:spMk id="4" creationId="{0513BC69-B3E6-7B17-A631-3F22FFAF44FB}"/>
          </ac:spMkLst>
        </pc:spChg>
        <pc:spChg chg="add del mod">
          <ac:chgData name="Lala Guluzade" userId="2e684c3e-ad8a-47cf-b493-54606dd5dcb1" providerId="ADAL" clId="{A2BF9B08-964F-4531-B73D-668D4608DC8E}" dt="2026-06-29T20:34:24.071" v="5797" actId="478"/>
          <ac:spMkLst>
            <pc:docMk/>
            <pc:sldMk cId="3980888539" sldId="2147482830"/>
            <ac:spMk id="6" creationId="{7D22A6DA-9F3C-4404-BEDF-CB7BBDA25708}"/>
          </ac:spMkLst>
        </pc:spChg>
        <pc:spChg chg="add mod">
          <ac:chgData name="Lala Guluzade" userId="2e684c3e-ad8a-47cf-b493-54606dd5dcb1" providerId="ADAL" clId="{A2BF9B08-964F-4531-B73D-668D4608DC8E}" dt="2026-06-29T20:34:53.227" v="5856"/>
          <ac:spMkLst>
            <pc:docMk/>
            <pc:sldMk cId="3980888539" sldId="2147482830"/>
            <ac:spMk id="12" creationId="{0E6DC7D9-DE7C-4721-9B5E-185DD237D646}"/>
          </ac:spMkLst>
        </pc:spChg>
      </pc:sldChg>
      <pc:sldChg chg="addSp delSp modSp mod">
        <pc:chgData name="Lala Guluzade" userId="2e684c3e-ad8a-47cf-b493-54606dd5dcb1" providerId="ADAL" clId="{A2BF9B08-964F-4531-B73D-668D4608DC8E}" dt="2026-06-29T20:34:53.287" v="5875"/>
        <pc:sldMkLst>
          <pc:docMk/>
          <pc:sldMk cId="1665233656" sldId="2147482833"/>
        </pc:sldMkLst>
        <pc:spChg chg="mod">
          <ac:chgData name="Lala Guluzade" userId="2e684c3e-ad8a-47cf-b493-54606dd5dcb1" providerId="ADAL" clId="{A2BF9B08-964F-4531-B73D-668D4608DC8E}" dt="2026-06-29T14:47:58.640" v="1189" actId="20577"/>
          <ac:spMkLst>
            <pc:docMk/>
            <pc:sldMk cId="1665233656" sldId="2147482833"/>
            <ac:spMk id="4" creationId="{93D980AD-0F32-CED0-10D8-6C7FDB5F885B}"/>
          </ac:spMkLst>
        </pc:spChg>
        <pc:spChg chg="add del mod">
          <ac:chgData name="Lala Guluzade" userId="2e684c3e-ad8a-47cf-b493-54606dd5dcb1" providerId="ADAL" clId="{A2BF9B08-964F-4531-B73D-668D4608DC8E}" dt="2026-06-29T20:34:26.693" v="5798" actId="478"/>
          <ac:spMkLst>
            <pc:docMk/>
            <pc:sldMk cId="1665233656" sldId="2147482833"/>
            <ac:spMk id="18" creationId="{AAB76AD1-9225-4BF1-97E7-16260245E1DB}"/>
          </ac:spMkLst>
        </pc:spChg>
        <pc:spChg chg="add mod">
          <ac:chgData name="Lala Guluzade" userId="2e684c3e-ad8a-47cf-b493-54606dd5dcb1" providerId="ADAL" clId="{A2BF9B08-964F-4531-B73D-668D4608DC8E}" dt="2026-06-29T20:34:53.287" v="5875"/>
          <ac:spMkLst>
            <pc:docMk/>
            <pc:sldMk cId="1665233656" sldId="2147482833"/>
            <ac:spMk id="30" creationId="{F6CFA194-67A7-418F-8787-D0E4F2E3F130}"/>
          </ac:spMkLst>
        </pc:spChg>
      </pc:sldChg>
      <pc:sldChg chg="addSp delSp modSp mod">
        <pc:chgData name="Lala Guluzade" userId="2e684c3e-ad8a-47cf-b493-54606dd5dcb1" providerId="ADAL" clId="{A2BF9B08-964F-4531-B73D-668D4608DC8E}" dt="2026-06-29T20:34:17.680" v="5795" actId="478"/>
        <pc:sldMkLst>
          <pc:docMk/>
          <pc:sldMk cId="1965613949" sldId="2147482835"/>
        </pc:sldMkLst>
        <pc:spChg chg="add del mod">
          <ac:chgData name="Lala Guluzade" userId="2e684c3e-ad8a-47cf-b493-54606dd5dcb1" providerId="ADAL" clId="{A2BF9B08-964F-4531-B73D-668D4608DC8E}" dt="2026-06-29T20:34:17.680" v="5795" actId="478"/>
          <ac:spMkLst>
            <pc:docMk/>
            <pc:sldMk cId="1965613949" sldId="2147482835"/>
            <ac:spMk id="4" creationId="{5348D25F-5005-46E1-BC01-4802034EB1FE}"/>
          </ac:spMkLst>
        </pc:spChg>
        <pc:spChg chg="mod">
          <ac:chgData name="Lala Guluzade" userId="2e684c3e-ad8a-47cf-b493-54606dd5dcb1" providerId="ADAL" clId="{A2BF9B08-964F-4531-B73D-668D4608DC8E}" dt="2026-06-29T14:47:44.505" v="1183" actId="20577"/>
          <ac:spMkLst>
            <pc:docMk/>
            <pc:sldMk cId="1965613949" sldId="2147482835"/>
            <ac:spMk id="7" creationId="{7139DC9C-72DD-7601-7C9B-7E304525FD5C}"/>
          </ac:spMkLst>
        </pc:spChg>
      </pc:sldChg>
      <pc:sldChg chg="addSp delSp modSp mod">
        <pc:chgData name="Lala Guluzade" userId="2e684c3e-ad8a-47cf-b493-54606dd5dcb1" providerId="ADAL" clId="{A2BF9B08-964F-4531-B73D-668D4608DC8E}" dt="2026-06-29T20:34:15.480" v="5794" actId="478"/>
        <pc:sldMkLst>
          <pc:docMk/>
          <pc:sldMk cId="3791682473" sldId="2147482847"/>
        </pc:sldMkLst>
        <pc:spChg chg="add del mod">
          <ac:chgData name="Lala Guluzade" userId="2e684c3e-ad8a-47cf-b493-54606dd5dcb1" providerId="ADAL" clId="{A2BF9B08-964F-4531-B73D-668D4608DC8E}" dt="2026-06-29T20:34:15.480" v="5794" actId="478"/>
          <ac:spMkLst>
            <pc:docMk/>
            <pc:sldMk cId="3791682473" sldId="2147482847"/>
            <ac:spMk id="7" creationId="{A9C3F869-AB4C-4680-8BBE-A316985979E7}"/>
          </ac:spMkLst>
        </pc:spChg>
        <pc:spChg chg="mod">
          <ac:chgData name="Lala Guluzade" userId="2e684c3e-ad8a-47cf-b493-54606dd5dcb1" providerId="ADAL" clId="{A2BF9B08-964F-4531-B73D-668D4608DC8E}" dt="2026-06-29T14:47:41.246" v="1181" actId="20577"/>
          <ac:spMkLst>
            <pc:docMk/>
            <pc:sldMk cId="3791682473" sldId="2147482847"/>
            <ac:spMk id="10" creationId="{218AB647-12FE-8E3B-DC67-2C9D0504E1DE}"/>
          </ac:spMkLst>
        </pc:spChg>
      </pc:sldChg>
      <pc:sldChg chg="addSp delSp modSp mod">
        <pc:chgData name="Lala Guluzade" userId="2e684c3e-ad8a-47cf-b493-54606dd5dcb1" providerId="ADAL" clId="{A2BF9B08-964F-4531-B73D-668D4608DC8E}" dt="2026-06-29T20:35:09.318" v="6055"/>
        <pc:sldMkLst>
          <pc:docMk/>
          <pc:sldMk cId="1428701825" sldId="2147482848"/>
        </pc:sldMkLst>
        <pc:spChg chg="mod">
          <ac:chgData name="Lala Guluzade" userId="2e684c3e-ad8a-47cf-b493-54606dd5dcb1" providerId="ADAL" clId="{A2BF9B08-964F-4531-B73D-668D4608DC8E}" dt="2026-06-29T14:47:34.124" v="1177" actId="20577"/>
          <ac:spMkLst>
            <pc:docMk/>
            <pc:sldMk cId="1428701825" sldId="2147482848"/>
            <ac:spMk id="2" creationId="{C0E335D2-67FD-C0AA-048D-4653F605162E}"/>
          </ac:spMkLst>
        </pc:spChg>
        <pc:spChg chg="add del mod">
          <ac:chgData name="Lala Guluzade" userId="2e684c3e-ad8a-47cf-b493-54606dd5dcb1" providerId="ADAL" clId="{A2BF9B08-964F-4531-B73D-668D4608DC8E}" dt="2026-06-29T20:09:34.247" v="5053" actId="478"/>
          <ac:spMkLst>
            <pc:docMk/>
            <pc:sldMk cId="1428701825" sldId="2147482848"/>
            <ac:spMk id="6" creationId="{695D57FA-7C62-A07B-F34E-FC3DA1CDD147}"/>
          </ac:spMkLst>
        </pc:spChg>
        <pc:spChg chg="add mod">
          <ac:chgData name="Lala Guluzade" userId="2e684c3e-ad8a-47cf-b493-54606dd5dcb1" providerId="ADAL" clId="{A2BF9B08-964F-4531-B73D-668D4608DC8E}" dt="2026-06-29T20:09:31.949" v="5052"/>
          <ac:spMkLst>
            <pc:docMk/>
            <pc:sldMk cId="1428701825" sldId="2147482848"/>
            <ac:spMk id="10" creationId="{F357C341-C179-4F10-2478-A131FB8F9C72}"/>
          </ac:spMkLst>
        </pc:spChg>
        <pc:spChg chg="add del mod">
          <ac:chgData name="Lala Guluzade" userId="2e684c3e-ad8a-47cf-b493-54606dd5dcb1" providerId="ADAL" clId="{A2BF9B08-964F-4531-B73D-668D4608DC8E}" dt="2026-06-29T20:34:07.805" v="5792" actId="478"/>
          <ac:spMkLst>
            <pc:docMk/>
            <pc:sldMk cId="1428701825" sldId="2147482848"/>
            <ac:spMk id="11" creationId="{6C27659A-0A90-4B58-AE89-A961F4E61105}"/>
          </ac:spMkLst>
        </pc:spChg>
        <pc:spChg chg="add mod">
          <ac:chgData name="Lala Guluzade" userId="2e684c3e-ad8a-47cf-b493-54606dd5dcb1" providerId="ADAL" clId="{A2BF9B08-964F-4531-B73D-668D4608DC8E}" dt="2026-06-29T20:35:09.318" v="6055"/>
          <ac:spMkLst>
            <pc:docMk/>
            <pc:sldMk cId="1428701825" sldId="2147482848"/>
            <ac:spMk id="14" creationId="{AE07D492-DBBA-48C6-8D0A-2A8F81F7EEE7}"/>
          </ac:spMkLst>
        </pc:spChg>
        <pc:cxnChg chg="add mod">
          <ac:chgData name="Lala Guluzade" userId="2e684c3e-ad8a-47cf-b493-54606dd5dcb1" providerId="ADAL" clId="{A2BF9B08-964F-4531-B73D-668D4608DC8E}" dt="2026-06-29T20:09:31.949" v="5052"/>
          <ac:cxnSpMkLst>
            <pc:docMk/>
            <pc:sldMk cId="1428701825" sldId="2147482848"/>
            <ac:cxnSpMk id="9" creationId="{18B85E9B-2778-A39F-C9AE-A7E58E3CFBD6}"/>
          </ac:cxnSpMkLst>
        </pc:cxnChg>
      </pc:sldChg>
      <pc:sldChg chg="delSp add del ord">
        <pc:chgData name="Lala Guluzade" userId="2e684c3e-ad8a-47cf-b493-54606dd5dcb1" providerId="ADAL" clId="{A2BF9B08-964F-4531-B73D-668D4608DC8E}" dt="2026-06-30T16:15:27.523" v="19880" actId="47"/>
        <pc:sldMkLst>
          <pc:docMk/>
          <pc:sldMk cId="4127143760" sldId="2147482848"/>
        </pc:sldMkLst>
        <pc:spChg chg="del">
          <ac:chgData name="Lala Guluzade" userId="2e684c3e-ad8a-47cf-b493-54606dd5dcb1" providerId="ADAL" clId="{A2BF9B08-964F-4531-B73D-668D4608DC8E}" dt="2026-06-30T16:15:13.490" v="19878" actId="478"/>
          <ac:spMkLst>
            <pc:docMk/>
            <pc:sldMk cId="4127143760" sldId="2147482848"/>
            <ac:spMk id="3" creationId="{B7923BD5-B47A-38A1-81CE-208877029C46}"/>
          </ac:spMkLst>
        </pc:spChg>
      </pc:sldChg>
      <pc:sldChg chg="addSp delSp modSp del mod ord">
        <pc:chgData name="Lala Guluzade" userId="2e684c3e-ad8a-47cf-b493-54606dd5dcb1" providerId="ADAL" clId="{A2BF9B08-964F-4531-B73D-668D4608DC8E}" dt="2026-06-30T14:48:39.902" v="17922" actId="47"/>
        <pc:sldMkLst>
          <pc:docMk/>
          <pc:sldMk cId="600567543" sldId="2147482849"/>
        </pc:sldMkLst>
        <pc:spChg chg="mod">
          <ac:chgData name="Lala Guluzade" userId="2e684c3e-ad8a-47cf-b493-54606dd5dcb1" providerId="ADAL" clId="{A2BF9B08-964F-4531-B73D-668D4608DC8E}" dt="2026-06-29T14:47:37.562" v="1179" actId="20577"/>
          <ac:spMkLst>
            <pc:docMk/>
            <pc:sldMk cId="600567543" sldId="2147482849"/>
            <ac:spMk id="2" creationId="{256893E3-C059-F65C-A650-7A488CDCE773}"/>
          </ac:spMkLst>
        </pc:spChg>
        <pc:spChg chg="mod">
          <ac:chgData name="Lala Guluzade" userId="2e684c3e-ad8a-47cf-b493-54606dd5dcb1" providerId="ADAL" clId="{A2BF9B08-964F-4531-B73D-668D4608DC8E}" dt="2026-06-29T20:09:41.624" v="5054" actId="1076"/>
          <ac:spMkLst>
            <pc:docMk/>
            <pc:sldMk cId="600567543" sldId="2147482849"/>
            <ac:spMk id="4" creationId="{FA48812F-2863-FBF3-2D5C-F0D549A839F4}"/>
          </ac:spMkLst>
        </pc:spChg>
        <pc:spChg chg="add mod">
          <ac:chgData name="Lala Guluzade" userId="2e684c3e-ad8a-47cf-b493-54606dd5dcb1" providerId="ADAL" clId="{A2BF9B08-964F-4531-B73D-668D4608DC8E}" dt="2026-06-29T14:23:42.759" v="1151"/>
          <ac:spMkLst>
            <pc:docMk/>
            <pc:sldMk cId="600567543" sldId="2147482849"/>
            <ac:spMk id="12" creationId="{256BE5B6-B21E-321F-8E1C-9302A2BC74E4}"/>
          </ac:spMkLst>
        </pc:spChg>
        <pc:spChg chg="add del mod">
          <ac:chgData name="Lala Guluzade" userId="2e684c3e-ad8a-47cf-b493-54606dd5dcb1" providerId="ADAL" clId="{A2BF9B08-964F-4531-B73D-668D4608DC8E}" dt="2026-06-29T14:23:45.376" v="1154" actId="478"/>
          <ac:spMkLst>
            <pc:docMk/>
            <pc:sldMk cId="600567543" sldId="2147482849"/>
            <ac:spMk id="13" creationId="{0FE49432-64D3-D1CB-06B0-240A2F4064D6}"/>
          </ac:spMkLst>
        </pc:spChg>
      </pc:sldChg>
      <pc:sldChg chg="add del">
        <pc:chgData name="Lala Guluzade" userId="2e684c3e-ad8a-47cf-b493-54606dd5dcb1" providerId="ADAL" clId="{A2BF9B08-964F-4531-B73D-668D4608DC8E}" dt="2026-06-30T16:14:37.598" v="19762" actId="47"/>
        <pc:sldMkLst>
          <pc:docMk/>
          <pc:sldMk cId="4282694942" sldId="2147482878"/>
        </pc:sldMkLst>
      </pc:sldChg>
      <pc:sldChg chg="addSp delSp modSp add mod">
        <pc:chgData name="Lala Guluzade" userId="2e684c3e-ad8a-47cf-b493-54606dd5dcb1" providerId="ADAL" clId="{A2BF9B08-964F-4531-B73D-668D4608DC8E}" dt="2026-06-29T20:35:08.999" v="5975"/>
        <pc:sldMkLst>
          <pc:docMk/>
          <pc:sldMk cId="2841193543" sldId="2147482973"/>
        </pc:sldMkLst>
        <pc:spChg chg="add del mod">
          <ac:chgData name="Lala Guluzade" userId="2e684c3e-ad8a-47cf-b493-54606dd5dcb1" providerId="ADAL" clId="{A2BF9B08-964F-4531-B73D-668D4608DC8E}" dt="2026-06-29T20:33:59.606" v="5788" actId="478"/>
          <ac:spMkLst>
            <pc:docMk/>
            <pc:sldMk cId="2841193543" sldId="2147482973"/>
            <ac:spMk id="3" creationId="{19B25378-EE54-491D-91D6-2CD844F2B7A8}"/>
          </ac:spMkLst>
        </pc:spChg>
        <pc:spChg chg="mod">
          <ac:chgData name="Lala Guluzade" userId="2e684c3e-ad8a-47cf-b493-54606dd5dcb1" providerId="ADAL" clId="{A2BF9B08-964F-4531-B73D-668D4608DC8E}" dt="2026-06-29T14:47:18.087" v="1170" actId="20577"/>
          <ac:spMkLst>
            <pc:docMk/>
            <pc:sldMk cId="2841193543" sldId="2147482973"/>
            <ac:spMk id="4" creationId="{A6FAC847-8B28-1068-2A37-9B1616B3C229}"/>
          </ac:spMkLst>
        </pc:spChg>
        <pc:spChg chg="add mod">
          <ac:chgData name="Lala Guluzade" userId="2e684c3e-ad8a-47cf-b493-54606dd5dcb1" providerId="ADAL" clId="{A2BF9B08-964F-4531-B73D-668D4608DC8E}" dt="2026-06-29T20:35:08.999" v="5975"/>
          <ac:spMkLst>
            <pc:docMk/>
            <pc:sldMk cId="2841193543" sldId="2147482973"/>
            <ac:spMk id="5" creationId="{FEE1A4C4-FE8C-42D5-B964-A7BC5D89E3CC}"/>
          </ac:spMkLst>
        </pc:spChg>
        <pc:spChg chg="mod">
          <ac:chgData name="Lala Guluzade" userId="2e684c3e-ad8a-47cf-b493-54606dd5dcb1" providerId="ADAL" clId="{A2BF9B08-964F-4531-B73D-668D4608DC8E}" dt="2026-06-29T13:55:19.209" v="784"/>
          <ac:spMkLst>
            <pc:docMk/>
            <pc:sldMk cId="2841193543" sldId="2147482973"/>
            <ac:spMk id="42" creationId="{A02B0605-62D4-93E5-70BA-E163695C9503}"/>
          </ac:spMkLst>
        </pc:spChg>
        <pc:graphicFrameChg chg="mod">
          <ac:chgData name="Lala Guluzade" userId="2e684c3e-ad8a-47cf-b493-54606dd5dcb1" providerId="ADAL" clId="{A2BF9B08-964F-4531-B73D-668D4608DC8E}" dt="2026-06-29T13:55:19.205" v="783"/>
          <ac:graphicFrameMkLst>
            <pc:docMk/>
            <pc:sldMk cId="2841193543" sldId="2147482973"/>
            <ac:graphicFrameMk id="6" creationId="{EF1DB76D-9126-9398-BD5F-BE079146AD2D}"/>
          </ac:graphicFrameMkLst>
        </pc:graphicFrameChg>
      </pc:sldChg>
      <pc:sldChg chg="addSp delSp modSp del mod">
        <pc:chgData name="Lala Guluzade" userId="2e684c3e-ad8a-47cf-b493-54606dd5dcb1" providerId="ADAL" clId="{A2BF9B08-964F-4531-B73D-668D4608DC8E}" dt="2026-06-30T22:11:37.366" v="23308" actId="47"/>
        <pc:sldMkLst>
          <pc:docMk/>
          <pc:sldMk cId="2492097569" sldId="2147482975"/>
        </pc:sldMkLst>
        <pc:spChg chg="del">
          <ac:chgData name="Lala Guluzade" userId="2e684c3e-ad8a-47cf-b493-54606dd5dcb1" providerId="ADAL" clId="{A2BF9B08-964F-4531-B73D-668D4608DC8E}" dt="2026-06-30T13:59:42.412" v="12140" actId="478"/>
          <ac:spMkLst>
            <pc:docMk/>
            <pc:sldMk cId="2492097569" sldId="2147482975"/>
            <ac:spMk id="3" creationId="{82B266B9-9A0E-C8B2-6C7B-D80C319ECF29}"/>
          </ac:spMkLst>
        </pc:spChg>
        <pc:spChg chg="add del mod">
          <ac:chgData name="Lala Guluzade" userId="2e684c3e-ad8a-47cf-b493-54606dd5dcb1" providerId="ADAL" clId="{A2BF9B08-964F-4531-B73D-668D4608DC8E}" dt="2026-06-30T22:11:26.585" v="23306" actId="21"/>
          <ac:spMkLst>
            <pc:docMk/>
            <pc:sldMk cId="2492097569" sldId="2147482975"/>
            <ac:spMk id="3" creationId="{AB684721-8385-D84B-1C19-A9B89259895F}"/>
          </ac:spMkLst>
        </pc:spChg>
        <pc:spChg chg="add mod">
          <ac:chgData name="Lala Guluzade" userId="2e684c3e-ad8a-47cf-b493-54606dd5dcb1" providerId="ADAL" clId="{A2BF9B08-964F-4531-B73D-668D4608DC8E}" dt="2026-06-30T14:39:18.331" v="14743" actId="1037"/>
          <ac:spMkLst>
            <pc:docMk/>
            <pc:sldMk cId="2492097569" sldId="2147482975"/>
            <ac:spMk id="4" creationId="{ABFF316A-8E0C-BF6F-368F-84A163C55814}"/>
          </ac:spMkLst>
        </pc:spChg>
        <pc:spChg chg="add mod">
          <ac:chgData name="Lala Guluzade" userId="2e684c3e-ad8a-47cf-b493-54606dd5dcb1" providerId="ADAL" clId="{A2BF9B08-964F-4531-B73D-668D4608DC8E}" dt="2026-06-30T14:39:09.537" v="14715" actId="14100"/>
          <ac:spMkLst>
            <pc:docMk/>
            <pc:sldMk cId="2492097569" sldId="2147482975"/>
            <ac:spMk id="6" creationId="{399B7C5D-7993-2FD1-6EFC-BF4FE9203910}"/>
          </ac:spMkLst>
        </pc:spChg>
        <pc:spChg chg="mod">
          <ac:chgData name="Lala Guluzade" userId="2e684c3e-ad8a-47cf-b493-54606dd5dcb1" providerId="ADAL" clId="{A2BF9B08-964F-4531-B73D-668D4608DC8E}" dt="2026-06-30T14:39:18.331" v="14743" actId="1037"/>
          <ac:spMkLst>
            <pc:docMk/>
            <pc:sldMk cId="2492097569" sldId="2147482975"/>
            <ac:spMk id="298" creationId="{BA5308AF-5DD9-1FEA-A02B-9749B63C77CE}"/>
          </ac:spMkLst>
        </pc:spChg>
        <pc:spChg chg="del">
          <ac:chgData name="Lala Guluzade" userId="2e684c3e-ad8a-47cf-b493-54606dd5dcb1" providerId="ADAL" clId="{A2BF9B08-964F-4531-B73D-668D4608DC8E}" dt="2026-06-30T16:34:28.624" v="21283" actId="478"/>
          <ac:spMkLst>
            <pc:docMk/>
            <pc:sldMk cId="2492097569" sldId="2147482975"/>
            <ac:spMk id="299" creationId="{FB238C69-C16B-FB21-1AC6-A96D5D1194F0}"/>
          </ac:spMkLst>
        </pc:spChg>
      </pc:sldChg>
      <pc:sldChg chg="del">
        <pc:chgData name="Lala Guluzade" userId="2e684c3e-ad8a-47cf-b493-54606dd5dcb1" providerId="ADAL" clId="{A2BF9B08-964F-4531-B73D-668D4608DC8E}" dt="2026-06-29T12:34:59.892" v="7" actId="47"/>
        <pc:sldMkLst>
          <pc:docMk/>
          <pc:sldMk cId="1480092593" sldId="2147482976"/>
        </pc:sldMkLst>
      </pc:sldChg>
      <pc:sldChg chg="addSp delSp modSp mod">
        <pc:chgData name="Lala Guluzade" userId="2e684c3e-ad8a-47cf-b493-54606dd5dcb1" providerId="ADAL" clId="{A2BF9B08-964F-4531-B73D-668D4608DC8E}" dt="2026-06-30T20:21:48.866" v="22905" actId="1035"/>
        <pc:sldMkLst>
          <pc:docMk/>
          <pc:sldMk cId="1791252667" sldId="2147482976"/>
        </pc:sldMkLst>
        <pc:spChg chg="mod">
          <ac:chgData name="Lala Guluzade" userId="2e684c3e-ad8a-47cf-b493-54606dd5dcb1" providerId="ADAL" clId="{A2BF9B08-964F-4531-B73D-668D4608DC8E}" dt="2026-06-30T12:11:27.500" v="11215"/>
          <ac:spMkLst>
            <pc:docMk/>
            <pc:sldMk cId="1791252667" sldId="2147482976"/>
            <ac:spMk id="2" creationId="{EA3D5921-D579-F93F-CD26-F69AAFB4F7A4}"/>
          </ac:spMkLst>
        </pc:spChg>
        <pc:spChg chg="del">
          <ac:chgData name="Lala Guluzade" userId="2e684c3e-ad8a-47cf-b493-54606dd5dcb1" providerId="ADAL" clId="{A2BF9B08-964F-4531-B73D-668D4608DC8E}" dt="2026-06-30T14:20:56.710" v="14529" actId="478"/>
          <ac:spMkLst>
            <pc:docMk/>
            <pc:sldMk cId="1791252667" sldId="2147482976"/>
            <ac:spMk id="3" creationId="{4DE930A2-31B8-D355-3C3D-6DEE0075FC63}"/>
          </ac:spMkLst>
        </pc:spChg>
        <pc:spChg chg="add mod">
          <ac:chgData name="Lala Guluzade" userId="2e684c3e-ad8a-47cf-b493-54606dd5dcb1" providerId="ADAL" clId="{A2BF9B08-964F-4531-B73D-668D4608DC8E}" dt="2026-06-30T20:21:48.866" v="22905" actId="1035"/>
          <ac:spMkLst>
            <pc:docMk/>
            <pc:sldMk cId="1791252667" sldId="2147482976"/>
            <ac:spMk id="3" creationId="{D6EF23FF-E89B-C77E-F68E-5D40A28FE1C2}"/>
          </ac:spMkLst>
        </pc:spChg>
        <pc:spChg chg="add del">
          <ac:chgData name="Lala Guluzade" userId="2e684c3e-ad8a-47cf-b493-54606dd5dcb1" providerId="ADAL" clId="{A2BF9B08-964F-4531-B73D-668D4608DC8E}" dt="2026-06-30T19:32:14.846" v="22421" actId="22"/>
          <ac:spMkLst>
            <pc:docMk/>
            <pc:sldMk cId="1791252667" sldId="2147482976"/>
            <ac:spMk id="4" creationId="{3E7C9284-C1FF-1388-14D8-2334FD0C4A24}"/>
          </ac:spMkLst>
        </pc:spChg>
        <pc:spChg chg="del mod">
          <ac:chgData name="Lala Guluzade" userId="2e684c3e-ad8a-47cf-b493-54606dd5dcb1" providerId="ADAL" clId="{A2BF9B08-964F-4531-B73D-668D4608DC8E}" dt="2026-06-30T14:20:56.710" v="14529" actId="478"/>
          <ac:spMkLst>
            <pc:docMk/>
            <pc:sldMk cId="1791252667" sldId="2147482976"/>
            <ac:spMk id="4" creationId="{EE1A6F33-E7B6-5FCF-6D8F-F898F68526B3}"/>
          </ac:spMkLst>
        </pc:spChg>
        <pc:spChg chg="add 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7" creationId="{2EBE0D18-83A8-7DAB-24AB-1F8357739964}"/>
          </ac:spMkLst>
        </pc:spChg>
        <pc:spChg chg="add del mod modVis">
          <ac:chgData name="Lala Guluzade" userId="2e684c3e-ad8a-47cf-b493-54606dd5dcb1" providerId="ADAL" clId="{A2BF9B08-964F-4531-B73D-668D4608DC8E}" dt="2026-06-30T11:29:13.790" v="10864"/>
          <ac:spMkLst>
            <pc:docMk/>
            <pc:sldMk cId="1791252667" sldId="2147482976"/>
            <ac:spMk id="9" creationId="{C6D0912A-B02E-49A1-4796-0939B9A19CE5}"/>
          </ac:spMkLst>
        </pc:spChg>
        <pc:spChg chg="add mod">
          <ac:chgData name="Lala Guluzade" userId="2e684c3e-ad8a-47cf-b493-54606dd5dcb1" providerId="ADAL" clId="{A2BF9B08-964F-4531-B73D-668D4608DC8E}" dt="2026-06-30T12:05:31.867" v="11088" actId="164"/>
          <ac:spMkLst>
            <pc:docMk/>
            <pc:sldMk cId="1791252667" sldId="2147482976"/>
            <ac:spMk id="11" creationId="{AEB199F9-589E-4205-D67F-CF435375DE50}"/>
          </ac:spMkLst>
        </pc:spChg>
        <pc:spChg chg="add mod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12" creationId="{44A81A58-CFA1-087C-1432-7ED653B108C9}"/>
          </ac:spMkLst>
        </pc:spChg>
        <pc:spChg chg="add mod">
          <ac:chgData name="Lala Guluzade" userId="2e684c3e-ad8a-47cf-b493-54606dd5dcb1" providerId="ADAL" clId="{A2BF9B08-964F-4531-B73D-668D4608DC8E}" dt="2026-06-30T12:05:39.760" v="11090" actId="164"/>
          <ac:spMkLst>
            <pc:docMk/>
            <pc:sldMk cId="1791252667" sldId="2147482976"/>
            <ac:spMk id="13" creationId="{6295D8BC-3096-03A5-0472-E9B23703C2BE}"/>
          </ac:spMkLst>
        </pc:spChg>
        <pc:spChg chg="add mod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14" creationId="{BF82F6E8-EB9A-A9B6-1C85-2A520E9F2737}"/>
          </ac:spMkLst>
        </pc:spChg>
        <pc:spChg chg="add mod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18" creationId="{14BC668E-87EA-48E3-846A-59D5D5FC6170}"/>
          </ac:spMkLst>
        </pc:spChg>
        <pc:spChg chg="mod">
          <ac:chgData name="Lala Guluzade" userId="2e684c3e-ad8a-47cf-b493-54606dd5dcb1" providerId="ADAL" clId="{A2BF9B08-964F-4531-B73D-668D4608DC8E}" dt="2026-06-30T12:10:02.084" v="11166" actId="552"/>
          <ac:spMkLst>
            <pc:docMk/>
            <pc:sldMk cId="1791252667" sldId="2147482976"/>
            <ac:spMk id="19" creationId="{EFE0032A-30B9-4DF9-B589-BAB9888E8935}"/>
          </ac:spMkLst>
        </pc:spChg>
        <pc:spChg chg="add mod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21" creationId="{D5C62D91-D1BF-6C60-5CB2-97FB65B5F9DC}"/>
          </ac:spMkLst>
        </pc:spChg>
        <pc:spChg chg="add mod">
          <ac:chgData name="Lala Guluzade" userId="2e684c3e-ad8a-47cf-b493-54606dd5dcb1" providerId="ADAL" clId="{A2BF9B08-964F-4531-B73D-668D4608DC8E}" dt="2026-06-30T12:05:31.867" v="11088" actId="164"/>
          <ac:spMkLst>
            <pc:docMk/>
            <pc:sldMk cId="1791252667" sldId="2147482976"/>
            <ac:spMk id="22" creationId="{CE8F99B7-C285-97A2-42F7-B0DF539632B4}"/>
          </ac:spMkLst>
        </pc:spChg>
        <pc:spChg chg="add mod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23" creationId="{A0079C9D-56C9-A8E5-DB6C-25AB2D5A451E}"/>
          </ac:spMkLst>
        </pc:spChg>
        <pc:spChg chg="add mod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24" creationId="{7B47F61D-93B3-0835-D552-F81BAA65A2E0}"/>
          </ac:spMkLst>
        </pc:spChg>
        <pc:spChg chg="mod">
          <ac:chgData name="Lala Guluzade" userId="2e684c3e-ad8a-47cf-b493-54606dd5dcb1" providerId="ADAL" clId="{A2BF9B08-964F-4531-B73D-668D4608DC8E}" dt="2026-06-30T12:12:37.793" v="11257" actId="20577"/>
          <ac:spMkLst>
            <pc:docMk/>
            <pc:sldMk cId="1791252667" sldId="2147482976"/>
            <ac:spMk id="26" creationId="{E15FBD9E-D13F-BF05-0C21-A18D131BE1AA}"/>
          </ac:spMkLst>
        </pc:spChg>
        <pc:spChg chg="add mod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27" creationId="{499372DA-166B-F37B-D460-493E21F3FBD2}"/>
          </ac:spMkLst>
        </pc:spChg>
        <pc:spChg chg="mod">
          <ac:chgData name="Lala Guluzade" userId="2e684c3e-ad8a-47cf-b493-54606dd5dcb1" providerId="ADAL" clId="{A2BF9B08-964F-4531-B73D-668D4608DC8E}" dt="2026-06-30T12:06:20.443" v="11133" actId="165"/>
          <ac:spMkLst>
            <pc:docMk/>
            <pc:sldMk cId="1791252667" sldId="2147482976"/>
            <ac:spMk id="28" creationId="{7261174A-6C8B-9A15-4654-7BF5B8D52134}"/>
          </ac:spMkLst>
        </pc:spChg>
        <pc:spChg chg="mod">
          <ac:chgData name="Lala Guluzade" userId="2e684c3e-ad8a-47cf-b493-54606dd5dcb1" providerId="ADAL" clId="{A2BF9B08-964F-4531-B73D-668D4608DC8E}" dt="2026-06-30T12:08:30.773" v="11150" actId="20577"/>
          <ac:spMkLst>
            <pc:docMk/>
            <pc:sldMk cId="1791252667" sldId="2147482976"/>
            <ac:spMk id="29" creationId="{76E438B6-2218-0E21-789C-EAE67F2699C4}"/>
          </ac:spMkLst>
        </pc:spChg>
        <pc:spChg chg="add mod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30" creationId="{CFA07B6C-8696-819E-ED47-0FB2205E75EE}"/>
          </ac:spMkLst>
        </pc:spChg>
        <pc:spChg chg="add mod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31" creationId="{7EBF7244-E874-4013-4C66-7092DD491A26}"/>
          </ac:spMkLst>
        </pc:spChg>
        <pc:spChg chg="mod">
          <ac:chgData name="Lala Guluzade" userId="2e684c3e-ad8a-47cf-b493-54606dd5dcb1" providerId="ADAL" clId="{A2BF9B08-964F-4531-B73D-668D4608DC8E}" dt="2026-06-30T12:06:20.443" v="11133" actId="165"/>
          <ac:spMkLst>
            <pc:docMk/>
            <pc:sldMk cId="1791252667" sldId="2147482976"/>
            <ac:spMk id="32" creationId="{E3F67D3D-4CCB-F3A1-EA70-E5A45D608413}"/>
          </ac:spMkLst>
        </pc:spChg>
        <pc:spChg chg="mod">
          <ac:chgData name="Lala Guluzade" userId="2e684c3e-ad8a-47cf-b493-54606dd5dcb1" providerId="ADAL" clId="{A2BF9B08-964F-4531-B73D-668D4608DC8E}" dt="2026-06-30T12:09:17.837" v="11159" actId="20577"/>
          <ac:spMkLst>
            <pc:docMk/>
            <pc:sldMk cId="1791252667" sldId="2147482976"/>
            <ac:spMk id="33" creationId="{408F529D-339C-F3FC-136D-0BC8C5309BDD}"/>
          </ac:spMkLst>
        </pc:spChg>
        <pc:spChg chg="add 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34" creationId="{A53F9D02-7837-2EF8-D388-EDE84A96214A}"/>
          </ac:spMkLst>
        </pc:spChg>
        <pc:spChg chg="mod">
          <ac:chgData name="Lala Guluzade" userId="2e684c3e-ad8a-47cf-b493-54606dd5dcb1" providerId="ADAL" clId="{A2BF9B08-964F-4531-B73D-668D4608DC8E}" dt="2026-06-30T12:06:20.443" v="11133" actId="165"/>
          <ac:spMkLst>
            <pc:docMk/>
            <pc:sldMk cId="1791252667" sldId="2147482976"/>
            <ac:spMk id="35" creationId="{BA031F32-8892-F624-BB03-42D8A8212C15}"/>
          </ac:spMkLst>
        </pc:spChg>
        <pc:spChg chg="mod">
          <ac:chgData name="Lala Guluzade" userId="2e684c3e-ad8a-47cf-b493-54606dd5dcb1" providerId="ADAL" clId="{A2BF9B08-964F-4531-B73D-668D4608DC8E}" dt="2026-06-30T12:09:43.357" v="11164" actId="20577"/>
          <ac:spMkLst>
            <pc:docMk/>
            <pc:sldMk cId="1791252667" sldId="2147482976"/>
            <ac:spMk id="36" creationId="{0B29E69D-BC89-0984-5D3F-20DC85244DE2}"/>
          </ac:spMkLst>
        </pc:spChg>
        <pc:spChg chg="add mod">
          <ac:chgData name="Lala Guluzade" userId="2e684c3e-ad8a-47cf-b493-54606dd5dcb1" providerId="ADAL" clId="{A2BF9B08-964F-4531-B73D-668D4608DC8E}" dt="2026-06-30T12:05:26.406" v="11087" actId="164"/>
          <ac:spMkLst>
            <pc:docMk/>
            <pc:sldMk cId="1791252667" sldId="2147482976"/>
            <ac:spMk id="37" creationId="{5CC747A7-D7E6-E85C-37E3-91B510892E5C}"/>
          </ac:spMkLst>
        </pc:spChg>
        <pc:spChg chg="mod">
          <ac:chgData name="Lala Guluzade" userId="2e684c3e-ad8a-47cf-b493-54606dd5dcb1" providerId="ADAL" clId="{A2BF9B08-964F-4531-B73D-668D4608DC8E}" dt="2026-06-30T12:06:20.443" v="11133" actId="165"/>
          <ac:spMkLst>
            <pc:docMk/>
            <pc:sldMk cId="1791252667" sldId="2147482976"/>
            <ac:spMk id="38" creationId="{77CD3BC7-7145-50E7-8162-A7061A482C0F}"/>
          </ac:spMkLst>
        </pc:spChg>
        <pc:spChg chg="mod">
          <ac:chgData name="Lala Guluzade" userId="2e684c3e-ad8a-47cf-b493-54606dd5dcb1" providerId="ADAL" clId="{A2BF9B08-964F-4531-B73D-668D4608DC8E}" dt="2026-06-30T12:08:50.964" v="11153" actId="20577"/>
          <ac:spMkLst>
            <pc:docMk/>
            <pc:sldMk cId="1791252667" sldId="2147482976"/>
            <ac:spMk id="39" creationId="{A9668759-6610-07B1-1BED-C11E639AA69C}"/>
          </ac:spMkLst>
        </pc:spChg>
        <pc:spChg chg="add 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40" creationId="{CD52A84E-B62E-6E17-6842-0240636DCE38}"/>
          </ac:spMkLst>
        </pc:spChg>
        <pc:spChg chg="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41" creationId="{9D0FB989-175A-BAB9-ECEF-AFC4D8541045}"/>
          </ac:spMkLst>
        </pc:spChg>
        <pc:spChg chg="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42" creationId="{D0AE4293-0D59-2FFE-5E90-5A1FCEEA768F}"/>
          </ac:spMkLst>
        </pc:spChg>
        <pc:spChg chg="add del mod">
          <ac:chgData name="Lala Guluzade" userId="2e684c3e-ad8a-47cf-b493-54606dd5dcb1" providerId="ADAL" clId="{A2BF9B08-964F-4531-B73D-668D4608DC8E}" dt="2026-06-30T12:04:45.402" v="11045" actId="478"/>
          <ac:spMkLst>
            <pc:docMk/>
            <pc:sldMk cId="1791252667" sldId="2147482976"/>
            <ac:spMk id="43" creationId="{EC724E92-184B-9CA8-EF90-63FF8E851307}"/>
          </ac:spMkLst>
        </pc:spChg>
        <pc:spChg chg="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44" creationId="{EDEC5F2B-3E39-C488-51F7-9D1B528B7C91}"/>
          </ac:spMkLst>
        </pc:spChg>
        <pc:spChg chg="mod">
          <ac:chgData name="Lala Guluzade" userId="2e684c3e-ad8a-47cf-b493-54606dd5dcb1" providerId="ADAL" clId="{A2BF9B08-964F-4531-B73D-668D4608DC8E}" dt="2026-06-30T11:30:22.852" v="10883" actId="20577"/>
          <ac:spMkLst>
            <pc:docMk/>
            <pc:sldMk cId="1791252667" sldId="2147482976"/>
            <ac:spMk id="45" creationId="{1CE7CB69-110B-3806-EC2E-47A70B879921}"/>
          </ac:spMkLst>
        </pc:spChg>
        <pc:spChg chg="add del mod">
          <ac:chgData name="Lala Guluzade" userId="2e684c3e-ad8a-47cf-b493-54606dd5dcb1" providerId="ADAL" clId="{A2BF9B08-964F-4531-B73D-668D4608DC8E}" dt="2026-06-30T12:04:45.402" v="11045" actId="478"/>
          <ac:spMkLst>
            <pc:docMk/>
            <pc:sldMk cId="1791252667" sldId="2147482976"/>
            <ac:spMk id="46" creationId="{1402054B-D014-B70F-429B-F1AD82B857B5}"/>
          </ac:spMkLst>
        </pc:spChg>
        <pc:spChg chg="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47" creationId="{B33920AC-6F4A-51F8-3FDD-F94F08F1D6C7}"/>
          </ac:spMkLst>
        </pc:spChg>
        <pc:spChg chg="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48" creationId="{BF0A013D-6A86-85A2-001E-AA360B56C7FF}"/>
          </ac:spMkLst>
        </pc:spChg>
        <pc:spChg chg="add del mod">
          <ac:chgData name="Lala Guluzade" userId="2e684c3e-ad8a-47cf-b493-54606dd5dcb1" providerId="ADAL" clId="{A2BF9B08-964F-4531-B73D-668D4608DC8E}" dt="2026-06-30T12:04:45.402" v="11045" actId="478"/>
          <ac:spMkLst>
            <pc:docMk/>
            <pc:sldMk cId="1791252667" sldId="2147482976"/>
            <ac:spMk id="49" creationId="{A74AD31C-44F8-5E01-1CB4-10F743FD0167}"/>
          </ac:spMkLst>
        </pc:spChg>
        <pc:spChg chg="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50" creationId="{F996EFD9-682F-29F1-1D3C-9ACF6625045E}"/>
          </ac:spMkLst>
        </pc:spChg>
        <pc:spChg chg="mod">
          <ac:chgData name="Lala Guluzade" userId="2e684c3e-ad8a-47cf-b493-54606dd5dcb1" providerId="ADAL" clId="{A2BF9B08-964F-4531-B73D-668D4608DC8E}" dt="2026-06-30T12:05:44.585" v="11102"/>
          <ac:spMkLst>
            <pc:docMk/>
            <pc:sldMk cId="1791252667" sldId="2147482976"/>
            <ac:spMk id="51" creationId="{9000BDE8-FBE4-589C-FE44-2876AD3ACE37}"/>
          </ac:spMkLst>
        </pc:spChg>
        <pc:spChg chg="add del mod">
          <ac:chgData name="Lala Guluzade" userId="2e684c3e-ad8a-47cf-b493-54606dd5dcb1" providerId="ADAL" clId="{A2BF9B08-964F-4531-B73D-668D4608DC8E}" dt="2026-06-30T12:04:45.402" v="11045" actId="478"/>
          <ac:spMkLst>
            <pc:docMk/>
            <pc:sldMk cId="1791252667" sldId="2147482976"/>
            <ac:spMk id="52" creationId="{5AFCA92A-2643-E905-80E8-5C9E3437EC90}"/>
          </ac:spMkLst>
        </pc:spChg>
        <pc:spChg chg="mod">
          <ac:chgData name="Lala Guluzade" userId="2e684c3e-ad8a-47cf-b493-54606dd5dcb1" providerId="ADAL" clId="{A2BF9B08-964F-4531-B73D-668D4608DC8E}" dt="2026-06-30T11:59:22.116" v="10970" actId="20577"/>
          <ac:spMkLst>
            <pc:docMk/>
            <pc:sldMk cId="1791252667" sldId="2147482976"/>
            <ac:spMk id="53" creationId="{682EC293-775E-F2B8-2888-CB0B34F29831}"/>
          </ac:spMkLst>
        </pc:spChg>
        <pc:spChg chg="mod">
          <ac:chgData name="Lala Guluzade" userId="2e684c3e-ad8a-47cf-b493-54606dd5dcb1" providerId="ADAL" clId="{A2BF9B08-964F-4531-B73D-668D4608DC8E}" dt="2026-06-30T11:58:55.585" v="10960" actId="20577"/>
          <ac:spMkLst>
            <pc:docMk/>
            <pc:sldMk cId="1791252667" sldId="2147482976"/>
            <ac:spMk id="54" creationId="{F6646AE2-2B82-D16A-4D04-878A5A976E67}"/>
          </ac:spMkLst>
        </pc:spChg>
        <pc:spChg chg="add mod">
          <ac:chgData name="Lala Guluzade" userId="2e684c3e-ad8a-47cf-b493-54606dd5dcb1" providerId="ADAL" clId="{A2BF9B08-964F-4531-B73D-668D4608DC8E}" dt="2026-06-30T12:05:18.063" v="11086" actId="164"/>
          <ac:spMkLst>
            <pc:docMk/>
            <pc:sldMk cId="1791252667" sldId="2147482976"/>
            <ac:spMk id="55" creationId="{FE1DD946-6EE8-DA0B-0AB8-C9D5D94C1CA5}"/>
          </ac:spMkLst>
        </pc:spChg>
        <pc:spChg chg="mod">
          <ac:chgData name="Lala Guluzade" userId="2e684c3e-ad8a-47cf-b493-54606dd5dcb1" providerId="ADAL" clId="{A2BF9B08-964F-4531-B73D-668D4608DC8E}" dt="2026-06-30T11:59:19.291" v="10969" actId="20577"/>
          <ac:spMkLst>
            <pc:docMk/>
            <pc:sldMk cId="1791252667" sldId="2147482976"/>
            <ac:spMk id="56" creationId="{4816D923-06A3-C71A-B34F-447B87E01A19}"/>
          </ac:spMkLst>
        </pc:spChg>
        <pc:spChg chg="add mod">
          <ac:chgData name="Lala Guluzade" userId="2e684c3e-ad8a-47cf-b493-54606dd5dcb1" providerId="ADAL" clId="{A2BF9B08-964F-4531-B73D-668D4608DC8E}" dt="2026-06-30T12:09:22.648" v="11161" actId="20577"/>
          <ac:spMkLst>
            <pc:docMk/>
            <pc:sldMk cId="1791252667" sldId="2147482976"/>
            <ac:spMk id="58" creationId="{2F95FE9D-7569-F997-F2FF-04D3FD17C351}"/>
          </ac:spMkLst>
        </pc:spChg>
        <pc:spChg chg="mod">
          <ac:chgData name="Lala Guluzade" userId="2e684c3e-ad8a-47cf-b493-54606dd5dcb1" providerId="ADAL" clId="{A2BF9B08-964F-4531-B73D-668D4608DC8E}" dt="2026-06-30T11:59:17.689" v="10968" actId="20577"/>
          <ac:spMkLst>
            <pc:docMk/>
            <pc:sldMk cId="1791252667" sldId="2147482976"/>
            <ac:spMk id="59" creationId="{82A052A8-0881-C971-206E-844C93DDD41D}"/>
          </ac:spMkLst>
        </pc:spChg>
        <pc:spChg chg="add mod topLvl">
          <ac:chgData name="Lala Guluzade" userId="2e684c3e-ad8a-47cf-b493-54606dd5dcb1" providerId="ADAL" clId="{A2BF9B08-964F-4531-B73D-668D4608DC8E}" dt="2026-06-30T12:09:47.061" v="11165" actId="20577"/>
          <ac:spMkLst>
            <pc:docMk/>
            <pc:sldMk cId="1791252667" sldId="2147482976"/>
            <ac:spMk id="61" creationId="{02C3E6CB-D966-F23A-7CAA-A008A6584803}"/>
          </ac:spMkLst>
        </pc:spChg>
        <pc:spChg chg="mod">
          <ac:chgData name="Lala Guluzade" userId="2e684c3e-ad8a-47cf-b493-54606dd5dcb1" providerId="ADAL" clId="{A2BF9B08-964F-4531-B73D-668D4608DC8E}" dt="2026-06-30T11:59:15.857" v="10967" actId="20577"/>
          <ac:spMkLst>
            <pc:docMk/>
            <pc:sldMk cId="1791252667" sldId="2147482976"/>
            <ac:spMk id="62" creationId="{D7FA6E16-B4BA-868D-5786-D6A5BB03D9F3}"/>
          </ac:spMkLst>
        </pc:spChg>
        <pc:spChg chg="mod">
          <ac:chgData name="Lala Guluzade" userId="2e684c3e-ad8a-47cf-b493-54606dd5dcb1" providerId="ADAL" clId="{A2BF9B08-964F-4531-B73D-668D4608DC8E}" dt="2026-06-30T12:00:09.251" v="10976" actId="20577"/>
          <ac:spMkLst>
            <pc:docMk/>
            <pc:sldMk cId="1791252667" sldId="2147482976"/>
            <ac:spMk id="63" creationId="{09FEFEEB-BAF7-A44A-44C1-DADA0E35C99C}"/>
          </ac:spMkLst>
        </pc:spChg>
        <pc:spChg chg="mod topLvl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258" creationId="{A58A0965-7C20-EFA4-E4C8-D7C505FB3E44}"/>
          </ac:spMkLst>
        </pc:spChg>
        <pc:spChg chg="mod topLvl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259" creationId="{900C1BB3-BFCF-8028-2CE4-E2523C7F3193}"/>
          </ac:spMkLst>
        </pc:spChg>
        <pc:spChg chg="mod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261" creationId="{7B32A06B-5440-52CE-5E12-515DCBB32099}"/>
          </ac:spMkLst>
        </pc:spChg>
        <pc:spChg chg="mod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262" creationId="{3C31EDA8-CEAB-C136-F97B-258275327381}"/>
          </ac:spMkLst>
        </pc:spChg>
        <pc:spChg chg="mod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264" creationId="{4A1DF3DB-C9C9-BDBC-8901-C67031F24307}"/>
          </ac:spMkLst>
        </pc:spChg>
        <pc:spChg chg="mod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265" creationId="{185832FE-FF53-D960-4470-0ECF2A974535}"/>
          </ac:spMkLst>
        </pc:spChg>
        <pc:spChg chg="mod">
          <ac:chgData name="Lala Guluzade" userId="2e684c3e-ad8a-47cf-b493-54606dd5dcb1" providerId="ADAL" clId="{A2BF9B08-964F-4531-B73D-668D4608DC8E}" dt="2026-06-30T11:30:43.968" v="10891" actId="6549"/>
          <ac:spMkLst>
            <pc:docMk/>
            <pc:sldMk cId="1791252667" sldId="2147482976"/>
            <ac:spMk id="267" creationId="{AEB4CD32-58BB-DEA9-1AF5-9943E654EFF7}"/>
          </ac:spMkLst>
        </pc:spChg>
        <pc:spChg chg="mod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268" creationId="{DB81CE3E-AB8C-363B-BC97-6E21D6E56E0C}"/>
          </ac:spMkLst>
        </pc:spChg>
        <pc:spChg chg="mod topLvl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274" creationId="{9AB101A7-C046-6DE4-382D-3729B652D5AE}"/>
          </ac:spMkLst>
        </pc:spChg>
        <pc:spChg chg="mod topLvl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275" creationId="{E944F808-FCF8-CF6D-A6CB-400F3EDD1B52}"/>
          </ac:spMkLst>
        </pc:spChg>
        <pc:spChg chg="mod">
          <ac:chgData name="Lala Guluzade" userId="2e684c3e-ad8a-47cf-b493-54606dd5dcb1" providerId="ADAL" clId="{A2BF9B08-964F-4531-B73D-668D4608DC8E}" dt="2026-06-30T11:30:49.483" v="10894" actId="6549"/>
          <ac:spMkLst>
            <pc:docMk/>
            <pc:sldMk cId="1791252667" sldId="2147482976"/>
            <ac:spMk id="277" creationId="{447763EB-CE47-1B8E-60BE-863C9377A831}"/>
          </ac:spMkLst>
        </pc:spChg>
        <pc:spChg chg="mod">
          <ac:chgData name="Lala Guluzade" userId="2e684c3e-ad8a-47cf-b493-54606dd5dcb1" providerId="ADAL" clId="{A2BF9B08-964F-4531-B73D-668D4608DC8E}" dt="2026-06-30T11:31:16.576" v="10904" actId="20577"/>
          <ac:spMkLst>
            <pc:docMk/>
            <pc:sldMk cId="1791252667" sldId="2147482976"/>
            <ac:spMk id="278" creationId="{91F18E5C-7630-13F6-ED49-B2C75E631178}"/>
          </ac:spMkLst>
        </pc:spChg>
        <pc:spChg chg="mod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280" creationId="{9FD78D12-FF55-60E4-912A-5E55C85ABBCC}"/>
          </ac:spMkLst>
        </pc:spChg>
        <pc:spChg chg="mod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281" creationId="{94DA04E5-9B13-6299-E1C8-B182E1CC3A22}"/>
          </ac:spMkLst>
        </pc:spChg>
        <pc:spChg chg="mod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283" creationId="{8998F0B7-5648-4A7F-AEAA-11FE8AC3E673}"/>
          </ac:spMkLst>
        </pc:spChg>
        <pc:spChg chg="mod">
          <ac:chgData name="Lala Guluzade" userId="2e684c3e-ad8a-47cf-b493-54606dd5dcb1" providerId="ADAL" clId="{A2BF9B08-964F-4531-B73D-668D4608DC8E}" dt="2026-06-30T12:06:03.032" v="11131"/>
          <ac:spMkLst>
            <pc:docMk/>
            <pc:sldMk cId="1791252667" sldId="2147482976"/>
            <ac:spMk id="284" creationId="{6B506392-035A-94BD-CDBC-9F59258D7E4E}"/>
          </ac:spMkLst>
        </pc:spChg>
        <pc:spChg chg="mod topLvl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286" creationId="{454A5E99-98C6-7DF1-DB8C-27154DB0EC47}"/>
          </ac:spMkLst>
        </pc:spChg>
        <pc:spChg chg="mod topLvl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287" creationId="{C6818A95-93C1-B734-AF77-1D0F7F3FA6A7}"/>
          </ac:spMkLst>
        </pc:spChg>
        <pc:spChg chg="mod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289" creationId="{1699A11A-4758-78BC-EEB5-E81CB2BC36A5}"/>
          </ac:spMkLst>
        </pc:spChg>
        <pc:spChg chg="mod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290" creationId="{0DB31BD0-F0BA-60EE-A4D3-4C491E635637}"/>
          </ac:spMkLst>
        </pc:spChg>
        <pc:spChg chg="mod topLvl">
          <ac:chgData name="Lala Guluzade" userId="2e684c3e-ad8a-47cf-b493-54606dd5dcb1" providerId="ADAL" clId="{A2BF9B08-964F-4531-B73D-668D4608DC8E}" dt="2026-06-30T12:06:20.443" v="11133" actId="165"/>
          <ac:spMkLst>
            <pc:docMk/>
            <pc:sldMk cId="1791252667" sldId="2147482976"/>
            <ac:spMk id="292" creationId="{2219E54C-2A00-12D1-4FEF-C6BE00686C69}"/>
          </ac:spMkLst>
        </pc:spChg>
        <pc:spChg chg="mod">
          <ac:chgData name="Lala Guluzade" userId="2e684c3e-ad8a-47cf-b493-54606dd5dcb1" providerId="ADAL" clId="{A2BF9B08-964F-4531-B73D-668D4608DC8E}" dt="2026-06-30T12:05:26.406" v="11087" actId="164"/>
          <ac:spMkLst>
            <pc:docMk/>
            <pc:sldMk cId="1791252667" sldId="2147482976"/>
            <ac:spMk id="293" creationId="{DE8CF5DD-066D-6B62-F37E-E4A2B1357555}"/>
          </ac:spMkLst>
        </pc:spChg>
        <pc:spChg chg="mod">
          <ac:chgData name="Lala Guluzade" userId="2e684c3e-ad8a-47cf-b493-54606dd5dcb1" providerId="ADAL" clId="{A2BF9B08-964F-4531-B73D-668D4608DC8E}" dt="2026-06-30T12:05:57.488" v="11123"/>
          <ac:spMkLst>
            <pc:docMk/>
            <pc:sldMk cId="1791252667" sldId="2147482976"/>
            <ac:spMk id="294" creationId="{B2DBAE50-1D97-F664-4446-D05F0C2ECA88}"/>
          </ac:spMkLst>
        </pc:spChg>
        <pc:spChg chg="mod">
          <ac:chgData name="Lala Guluzade" userId="2e684c3e-ad8a-47cf-b493-54606dd5dcb1" providerId="ADAL" clId="{A2BF9B08-964F-4531-B73D-668D4608DC8E}" dt="2026-06-30T12:05:35.797" v="11089" actId="164"/>
          <ac:spMkLst>
            <pc:docMk/>
            <pc:sldMk cId="1791252667" sldId="2147482976"/>
            <ac:spMk id="295" creationId="{8C2A6042-7BF4-BB67-4EC2-06F54632FCEE}"/>
          </ac:spMkLst>
        </pc:spChg>
        <pc:spChg chg="mod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296" creationId="{A03373BF-8A80-F513-AAFE-301425A503BD}"/>
          </ac:spMkLst>
        </pc:spChg>
        <pc:spChg chg="mod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297" creationId="{B79BD15E-068E-18CB-2A7E-94F7AA3F4354}"/>
          </ac:spMkLst>
        </pc:spChg>
        <pc:spChg chg="mod">
          <ac:chgData name="Lala Guluzade" userId="2e684c3e-ad8a-47cf-b493-54606dd5dcb1" providerId="ADAL" clId="{A2BF9B08-964F-4531-B73D-668D4608DC8E}" dt="2026-06-30T12:06:03.026" v="11127"/>
          <ac:spMkLst>
            <pc:docMk/>
            <pc:sldMk cId="1791252667" sldId="2147482976"/>
            <ac:spMk id="299" creationId="{9479320D-F422-419C-39C8-7630A4265BC0}"/>
          </ac:spMkLst>
        </pc:spChg>
        <pc:spChg chg="mod">
          <ac:chgData name="Lala Guluzade" userId="2e684c3e-ad8a-47cf-b493-54606dd5dcb1" providerId="ADAL" clId="{A2BF9B08-964F-4531-B73D-668D4608DC8E}" dt="2026-06-30T11:30:56.167" v="10897" actId="6549"/>
          <ac:spMkLst>
            <pc:docMk/>
            <pc:sldMk cId="1791252667" sldId="2147482976"/>
            <ac:spMk id="301" creationId="{9870A9AB-4C80-0B90-71EF-C96A712739F4}"/>
          </ac:spMkLst>
        </pc:spChg>
        <pc:spChg chg="mod">
          <ac:chgData name="Lala Guluzade" userId="2e684c3e-ad8a-47cf-b493-54606dd5dcb1" providerId="ADAL" clId="{A2BF9B08-964F-4531-B73D-668D4608DC8E}" dt="2026-06-30T11:32:50.261" v="10941" actId="20577"/>
          <ac:spMkLst>
            <pc:docMk/>
            <pc:sldMk cId="1791252667" sldId="2147482976"/>
            <ac:spMk id="302" creationId="{7D7C7B9F-9B8D-1C37-1568-8D7B3EA5655A}"/>
          </ac:spMkLst>
        </pc:spChg>
        <pc:spChg chg="mod">
          <ac:chgData name="Lala Guluzade" userId="2e684c3e-ad8a-47cf-b493-54606dd5dcb1" providerId="ADAL" clId="{A2BF9B08-964F-4531-B73D-668D4608DC8E}" dt="2026-06-30T12:12:18.396" v="11245" actId="20577"/>
          <ac:spMkLst>
            <pc:docMk/>
            <pc:sldMk cId="1791252667" sldId="2147482976"/>
            <ac:spMk id="315" creationId="{F3F54B3A-3299-711E-088B-3EFA1D4684AB}"/>
          </ac:spMkLst>
        </pc:spChg>
        <pc:spChg chg="mod">
          <ac:chgData name="Lala Guluzade" userId="2e684c3e-ad8a-47cf-b493-54606dd5dcb1" providerId="ADAL" clId="{A2BF9B08-964F-4531-B73D-668D4608DC8E}" dt="2026-06-30T12:12:22.457" v="11247" actId="20577"/>
          <ac:spMkLst>
            <pc:docMk/>
            <pc:sldMk cId="1791252667" sldId="2147482976"/>
            <ac:spMk id="323" creationId="{98393643-73CA-D514-098B-1466AB1ADEDF}"/>
          </ac:spMkLst>
        </pc:spChg>
        <pc:spChg chg="mod">
          <ac:chgData name="Lala Guluzade" userId="2e684c3e-ad8a-47cf-b493-54606dd5dcb1" providerId="ADAL" clId="{A2BF9B08-964F-4531-B73D-668D4608DC8E}" dt="2026-06-30T12:12:44.272" v="11261" actId="20577"/>
          <ac:spMkLst>
            <pc:docMk/>
            <pc:sldMk cId="1791252667" sldId="2147482976"/>
            <ac:spMk id="324" creationId="{EC2C788C-6AA6-A12F-3349-34F5C25B8553}"/>
          </ac:spMkLst>
        </pc:spChg>
        <pc:spChg chg="mod">
          <ac:chgData name="Lala Guluzade" userId="2e684c3e-ad8a-47cf-b493-54606dd5dcb1" providerId="ADAL" clId="{A2BF9B08-964F-4531-B73D-668D4608DC8E}" dt="2026-06-30T12:12:48.472" v="11263" actId="20577"/>
          <ac:spMkLst>
            <pc:docMk/>
            <pc:sldMk cId="1791252667" sldId="2147482976"/>
            <ac:spMk id="325" creationId="{DA60E70A-F2E7-97E0-4A8B-A371CB7EE9AC}"/>
          </ac:spMkLst>
        </pc:spChg>
        <pc:spChg chg="mod">
          <ac:chgData name="Lala Guluzade" userId="2e684c3e-ad8a-47cf-b493-54606dd5dcb1" providerId="ADAL" clId="{A2BF9B08-964F-4531-B73D-668D4608DC8E}" dt="2026-06-30T12:12:53.735" v="11265" actId="20577"/>
          <ac:spMkLst>
            <pc:docMk/>
            <pc:sldMk cId="1791252667" sldId="2147482976"/>
            <ac:spMk id="326" creationId="{C978DD36-9A88-0B79-7C43-8E6A004F9838}"/>
          </ac:spMkLst>
        </pc:spChg>
        <pc:spChg chg="mod">
          <ac:chgData name="Lala Guluzade" userId="2e684c3e-ad8a-47cf-b493-54606dd5dcb1" providerId="ADAL" clId="{A2BF9B08-964F-4531-B73D-668D4608DC8E}" dt="2026-06-30T12:12:55.901" v="11267" actId="20577"/>
          <ac:spMkLst>
            <pc:docMk/>
            <pc:sldMk cId="1791252667" sldId="2147482976"/>
            <ac:spMk id="327" creationId="{F218B65F-3417-6311-66D9-B9AC9203F89C}"/>
          </ac:spMkLst>
        </pc:spChg>
        <pc:spChg chg="mod">
          <ac:chgData name="Lala Guluzade" userId="2e684c3e-ad8a-47cf-b493-54606dd5dcb1" providerId="ADAL" clId="{A2BF9B08-964F-4531-B73D-668D4608DC8E}" dt="2026-06-30T12:12:59.777" v="11268" actId="20577"/>
          <ac:spMkLst>
            <pc:docMk/>
            <pc:sldMk cId="1791252667" sldId="2147482976"/>
            <ac:spMk id="328" creationId="{DA8E6F48-8532-87FD-0825-7768768E766E}"/>
          </ac:spMkLst>
        </pc:spChg>
        <pc:spChg chg="mod">
          <ac:chgData name="Lala Guluzade" userId="2e684c3e-ad8a-47cf-b493-54606dd5dcb1" providerId="ADAL" clId="{A2BF9B08-964F-4531-B73D-668D4608DC8E}" dt="2026-06-30T12:13:01.912" v="11269" actId="20577"/>
          <ac:spMkLst>
            <pc:docMk/>
            <pc:sldMk cId="1791252667" sldId="2147482976"/>
            <ac:spMk id="329" creationId="{A73F12CA-CF76-A7AC-79C2-51EDBDE83B5D}"/>
          </ac:spMkLst>
        </pc:spChg>
        <pc:spChg chg="mod">
          <ac:chgData name="Lala Guluzade" userId="2e684c3e-ad8a-47cf-b493-54606dd5dcb1" providerId="ADAL" clId="{A2BF9B08-964F-4531-B73D-668D4608DC8E}" dt="2026-06-30T12:13:07.865" v="11270" actId="20577"/>
          <ac:spMkLst>
            <pc:docMk/>
            <pc:sldMk cId="1791252667" sldId="2147482976"/>
            <ac:spMk id="330" creationId="{CC0280CC-C772-811E-7E81-176AE5D69E5E}"/>
          </ac:spMkLst>
        </pc:spChg>
        <pc:spChg chg="mod">
          <ac:chgData name="Lala Guluzade" userId="2e684c3e-ad8a-47cf-b493-54606dd5dcb1" providerId="ADAL" clId="{A2BF9B08-964F-4531-B73D-668D4608DC8E}" dt="2026-06-30T12:13:10.087" v="11271" actId="20577"/>
          <ac:spMkLst>
            <pc:docMk/>
            <pc:sldMk cId="1791252667" sldId="2147482976"/>
            <ac:spMk id="331" creationId="{37A03ADE-2B6E-8804-F8C8-3B4C8567EB57}"/>
          </ac:spMkLst>
        </pc:spChg>
        <pc:spChg chg="mod">
          <ac:chgData name="Lala Guluzade" userId="2e684c3e-ad8a-47cf-b493-54606dd5dcb1" providerId="ADAL" clId="{A2BF9B08-964F-4531-B73D-668D4608DC8E}" dt="2026-06-30T12:13:20.912" v="11275" actId="20577"/>
          <ac:spMkLst>
            <pc:docMk/>
            <pc:sldMk cId="1791252667" sldId="2147482976"/>
            <ac:spMk id="332" creationId="{9F79590E-194E-7DEE-9D68-A23E617A8507}"/>
          </ac:spMkLst>
        </pc:spChg>
        <pc:spChg chg="mod">
          <ac:chgData name="Lala Guluzade" userId="2e684c3e-ad8a-47cf-b493-54606dd5dcb1" providerId="ADAL" clId="{A2BF9B08-964F-4531-B73D-668D4608DC8E}" dt="2026-06-30T12:13:28.111" v="11277" actId="20577"/>
          <ac:spMkLst>
            <pc:docMk/>
            <pc:sldMk cId="1791252667" sldId="2147482976"/>
            <ac:spMk id="333" creationId="{BBE6DA4B-3F39-04E0-BC62-1E33173DC7AB}"/>
          </ac:spMkLst>
        </pc:spChg>
        <pc:spChg chg="mod">
          <ac:chgData name="Lala Guluzade" userId="2e684c3e-ad8a-47cf-b493-54606dd5dcb1" providerId="ADAL" clId="{A2BF9B08-964F-4531-B73D-668D4608DC8E}" dt="2026-06-30T15:11:42.931" v="19191" actId="20577"/>
          <ac:spMkLst>
            <pc:docMk/>
            <pc:sldMk cId="1791252667" sldId="2147482976"/>
            <ac:spMk id="338" creationId="{B78B8A0B-5232-6FC6-7ED4-F02C2C200DAB}"/>
          </ac:spMkLst>
        </pc:spChg>
        <pc:spChg chg="mod">
          <ac:chgData name="Lala Guluzade" userId="2e684c3e-ad8a-47cf-b493-54606dd5dcb1" providerId="ADAL" clId="{A2BF9B08-964F-4531-B73D-668D4608DC8E}" dt="2026-06-30T12:17:29.544" v="11315" actId="3064"/>
          <ac:spMkLst>
            <pc:docMk/>
            <pc:sldMk cId="1791252667" sldId="2147482976"/>
            <ac:spMk id="340" creationId="{FCF84198-2287-B9D2-8DF4-0B6FDE5578FD}"/>
          </ac:spMkLst>
        </pc:spChg>
        <pc:spChg chg="mod">
          <ac:chgData name="Lala Guluzade" userId="2e684c3e-ad8a-47cf-b493-54606dd5dcb1" providerId="ADAL" clId="{A2BF9B08-964F-4531-B73D-668D4608DC8E}" dt="2026-06-30T12:17:29.544" v="11315" actId="3064"/>
          <ac:spMkLst>
            <pc:docMk/>
            <pc:sldMk cId="1791252667" sldId="2147482976"/>
            <ac:spMk id="341" creationId="{F5C8DF87-07F4-17BB-8EC0-444D5D68165C}"/>
          </ac:spMkLst>
        </pc:spChg>
        <pc:spChg chg="mod">
          <ac:chgData name="Lala Guluzade" userId="2e684c3e-ad8a-47cf-b493-54606dd5dcb1" providerId="ADAL" clId="{A2BF9B08-964F-4531-B73D-668D4608DC8E}" dt="2026-06-30T12:17:29.544" v="11315" actId="3064"/>
          <ac:spMkLst>
            <pc:docMk/>
            <pc:sldMk cId="1791252667" sldId="2147482976"/>
            <ac:spMk id="342" creationId="{60F34B30-FDB6-1BE0-AC4B-46C0EFE1FDC1}"/>
          </ac:spMkLst>
        </pc:spChg>
        <pc:spChg chg="mod">
          <ac:chgData name="Lala Guluzade" userId="2e684c3e-ad8a-47cf-b493-54606dd5dcb1" providerId="ADAL" clId="{A2BF9B08-964F-4531-B73D-668D4608DC8E}" dt="2026-06-30T12:17:29.544" v="11315" actId="3064"/>
          <ac:spMkLst>
            <pc:docMk/>
            <pc:sldMk cId="1791252667" sldId="2147482976"/>
            <ac:spMk id="343" creationId="{02EB2CDC-B20B-201A-F09C-BF831227F76B}"/>
          </ac:spMkLst>
        </pc:spChg>
        <pc:spChg chg="mod">
          <ac:chgData name="Lala Guluzade" userId="2e684c3e-ad8a-47cf-b493-54606dd5dcb1" providerId="ADAL" clId="{A2BF9B08-964F-4531-B73D-668D4608DC8E}" dt="2026-06-30T12:17:23.764" v="11297" actId="20577"/>
          <ac:spMkLst>
            <pc:docMk/>
            <pc:sldMk cId="1791252667" sldId="2147482976"/>
            <ac:spMk id="344" creationId="{EDC31E99-8B4C-FDB0-754B-09257330A651}"/>
          </ac:spMkLst>
        </pc:spChg>
        <pc:spChg chg="mod">
          <ac:chgData name="Lala Guluzade" userId="2e684c3e-ad8a-47cf-b493-54606dd5dcb1" providerId="ADAL" clId="{A2BF9B08-964F-4531-B73D-668D4608DC8E}" dt="2026-06-30T12:17:29.544" v="11315" actId="3064"/>
          <ac:spMkLst>
            <pc:docMk/>
            <pc:sldMk cId="1791252667" sldId="2147482976"/>
            <ac:spMk id="345" creationId="{3F2E83D2-4C31-4EE6-8F67-8AC2D9E7E7C6}"/>
          </ac:spMkLst>
        </pc:spChg>
        <pc:spChg chg="mod">
          <ac:chgData name="Lala Guluzade" userId="2e684c3e-ad8a-47cf-b493-54606dd5dcb1" providerId="ADAL" clId="{A2BF9B08-964F-4531-B73D-668D4608DC8E}" dt="2026-06-30T12:17:29.544" v="11315" actId="3064"/>
          <ac:spMkLst>
            <pc:docMk/>
            <pc:sldMk cId="1791252667" sldId="2147482976"/>
            <ac:spMk id="346" creationId="{49350530-2BFC-2096-E719-EE450B2F116A}"/>
          </ac:spMkLst>
        </pc:spChg>
        <pc:spChg chg="mod">
          <ac:chgData name="Lala Guluzade" userId="2e684c3e-ad8a-47cf-b493-54606dd5dcb1" providerId="ADAL" clId="{A2BF9B08-964F-4531-B73D-668D4608DC8E}" dt="2026-06-30T12:17:29.544" v="11315" actId="3064"/>
          <ac:spMkLst>
            <pc:docMk/>
            <pc:sldMk cId="1791252667" sldId="2147482976"/>
            <ac:spMk id="347" creationId="{464AB305-3B7A-6837-DC04-9BCB40BD3271}"/>
          </ac:spMkLst>
        </pc:spChg>
        <pc:spChg chg="mod">
          <ac:chgData name="Lala Guluzade" userId="2e684c3e-ad8a-47cf-b493-54606dd5dcb1" providerId="ADAL" clId="{A2BF9B08-964F-4531-B73D-668D4608DC8E}" dt="2026-06-30T12:17:29.544" v="11315" actId="3064"/>
          <ac:spMkLst>
            <pc:docMk/>
            <pc:sldMk cId="1791252667" sldId="2147482976"/>
            <ac:spMk id="348" creationId="{B2D11AC9-41A1-BBA3-66B6-16A76B2EA84A}"/>
          </ac:spMkLst>
        </pc:spChg>
        <pc:spChg chg="mod">
          <ac:chgData name="Lala Guluzade" userId="2e684c3e-ad8a-47cf-b493-54606dd5dcb1" providerId="ADAL" clId="{A2BF9B08-964F-4531-B73D-668D4608DC8E}" dt="2026-06-30T12:17:23.779" v="11307" actId="20577"/>
          <ac:spMkLst>
            <pc:docMk/>
            <pc:sldMk cId="1791252667" sldId="2147482976"/>
            <ac:spMk id="349" creationId="{40D7888C-308E-546E-648D-BEAB8F2722E7}"/>
          </ac:spMkLst>
        </pc:spChg>
        <pc:spChg chg="mod">
          <ac:chgData name="Lala Guluzade" userId="2e684c3e-ad8a-47cf-b493-54606dd5dcb1" providerId="ADAL" clId="{A2BF9B08-964F-4531-B73D-668D4608DC8E}" dt="2026-06-30T15:14:22.056" v="19193" actId="20577"/>
          <ac:spMkLst>
            <pc:docMk/>
            <pc:sldMk cId="1791252667" sldId="2147482976"/>
            <ac:spMk id="350" creationId="{ACE6AF37-C88C-8E53-3F92-B8CD9F7EB345}"/>
          </ac:spMkLst>
        </pc:spChg>
        <pc:spChg chg="mod">
          <ac:chgData name="Lala Guluzade" userId="2e684c3e-ad8a-47cf-b493-54606dd5dcb1" providerId="ADAL" clId="{A2BF9B08-964F-4531-B73D-668D4608DC8E}" dt="2026-06-30T15:14:26.254" v="19195" actId="20577"/>
          <ac:spMkLst>
            <pc:docMk/>
            <pc:sldMk cId="1791252667" sldId="2147482976"/>
            <ac:spMk id="351" creationId="{23E20B21-C6DC-2F42-A5F3-C715F581CB19}"/>
          </ac:spMkLst>
        </pc:spChg>
        <pc:spChg chg="add mod topLvl">
          <ac:chgData name="Lala Guluzade" userId="2e684c3e-ad8a-47cf-b493-54606dd5dcb1" providerId="ADAL" clId="{A2BF9B08-964F-4531-B73D-668D4608DC8E}" dt="2026-06-30T12:06:20.443" v="11133" actId="165"/>
          <ac:spMkLst>
            <pc:docMk/>
            <pc:sldMk cId="1791252667" sldId="2147482976"/>
            <ac:spMk id="450" creationId="{58DB1558-9705-B948-FFF1-9BF575A5B6C0}"/>
          </ac:spMkLst>
        </pc:spChg>
        <pc:spChg chg="mod">
          <ac:chgData name="Lala Guluzade" userId="2e684c3e-ad8a-47cf-b493-54606dd5dcb1" providerId="ADAL" clId="{A2BF9B08-964F-4531-B73D-668D4608DC8E}" dt="2026-06-30T12:07:36.090" v="11148" actId="571"/>
          <ac:spMkLst>
            <pc:docMk/>
            <pc:sldMk cId="1791252667" sldId="2147482976"/>
            <ac:spMk id="461" creationId="{FDE0AFBF-62F4-0454-B7FD-0A5081A3EEB5}"/>
          </ac:spMkLst>
        </pc:spChg>
        <pc:spChg chg="mod">
          <ac:chgData name="Lala Guluzade" userId="2e684c3e-ad8a-47cf-b493-54606dd5dcb1" providerId="ADAL" clId="{A2BF9B08-964F-4531-B73D-668D4608DC8E}" dt="2026-06-30T12:09:32.052" v="11162" actId="20577"/>
          <ac:spMkLst>
            <pc:docMk/>
            <pc:sldMk cId="1791252667" sldId="2147482976"/>
            <ac:spMk id="462" creationId="{B04006BE-DD79-5F0A-52C0-909E1C55FB10}"/>
          </ac:spMkLst>
        </pc:spChg>
        <pc:spChg chg="mod">
          <ac:chgData name="Lala Guluzade" userId="2e684c3e-ad8a-47cf-b493-54606dd5dcb1" providerId="ADAL" clId="{A2BF9B08-964F-4531-B73D-668D4608DC8E}" dt="2026-06-30T14:20:49.279" v="14528"/>
          <ac:spMkLst>
            <pc:docMk/>
            <pc:sldMk cId="1791252667" sldId="2147482976"/>
            <ac:spMk id="463" creationId="{CB5CD6F6-2CBC-5ABA-A564-291105C7C489}"/>
          </ac:spMkLst>
        </pc:spChg>
        <pc:spChg chg="mod">
          <ac:chgData name="Lala Guluzade" userId="2e684c3e-ad8a-47cf-b493-54606dd5dcb1" providerId="ADAL" clId="{A2BF9B08-964F-4531-B73D-668D4608DC8E}" dt="2026-06-30T12:07:36.090" v="11148" actId="571"/>
          <ac:spMkLst>
            <pc:docMk/>
            <pc:sldMk cId="1791252667" sldId="2147482976"/>
            <ac:spMk id="467" creationId="{761BAA15-4089-1020-1D3C-D57C5F04273C}"/>
          </ac:spMkLst>
        </pc:spChg>
        <pc:spChg chg="mod">
          <ac:chgData name="Lala Guluzade" userId="2e684c3e-ad8a-47cf-b493-54606dd5dcb1" providerId="ADAL" clId="{A2BF9B08-964F-4531-B73D-668D4608DC8E}" dt="2026-06-30T12:08:45.563" v="11152" actId="20577"/>
          <ac:spMkLst>
            <pc:docMk/>
            <pc:sldMk cId="1791252667" sldId="2147482976"/>
            <ac:spMk id="468" creationId="{C16E2854-1F80-D845-9BB8-858208C77134}"/>
          </ac:spMkLst>
        </pc:spChg>
        <pc:spChg chg="mod">
          <ac:chgData name="Lala Guluzade" userId="2e684c3e-ad8a-47cf-b493-54606dd5dcb1" providerId="ADAL" clId="{A2BF9B08-964F-4531-B73D-668D4608DC8E}" dt="2026-06-30T12:07:36.090" v="11148" actId="571"/>
          <ac:spMkLst>
            <pc:docMk/>
            <pc:sldMk cId="1791252667" sldId="2147482976"/>
            <ac:spMk id="471" creationId="{E0783AB3-FCFD-1EFA-FFDA-F9A321F187DB}"/>
          </ac:spMkLst>
        </pc:spChg>
        <pc:spChg chg="mod">
          <ac:chgData name="Lala Guluzade" userId="2e684c3e-ad8a-47cf-b493-54606dd5dcb1" providerId="ADAL" clId="{A2BF9B08-964F-4531-B73D-668D4608DC8E}" dt="2026-06-30T12:09:01.614" v="11155" actId="20577"/>
          <ac:spMkLst>
            <pc:docMk/>
            <pc:sldMk cId="1791252667" sldId="2147482976"/>
            <ac:spMk id="472" creationId="{A3670CE7-1A57-C339-280D-F46DD14BE52E}"/>
          </ac:spMkLst>
        </pc:spChg>
        <pc:spChg chg="mod">
          <ac:chgData name="Lala Guluzade" userId="2e684c3e-ad8a-47cf-b493-54606dd5dcb1" providerId="ADAL" clId="{A2BF9B08-964F-4531-B73D-668D4608DC8E}" dt="2026-06-30T12:07:36.090" v="11148" actId="571"/>
          <ac:spMkLst>
            <pc:docMk/>
            <pc:sldMk cId="1791252667" sldId="2147482976"/>
            <ac:spMk id="474" creationId="{2F592A5A-CB78-639D-B432-DE0DA0BCEA7E}"/>
          </ac:spMkLst>
        </pc:spChg>
        <pc:spChg chg="mod">
          <ac:chgData name="Lala Guluzade" userId="2e684c3e-ad8a-47cf-b493-54606dd5dcb1" providerId="ADAL" clId="{A2BF9B08-964F-4531-B73D-668D4608DC8E}" dt="2026-06-30T12:08:19.964" v="11149" actId="20577"/>
          <ac:spMkLst>
            <pc:docMk/>
            <pc:sldMk cId="1791252667" sldId="2147482976"/>
            <ac:spMk id="475" creationId="{7BED37DB-4CB8-AF53-72C6-BA1E1513D9F6}"/>
          </ac:spMkLst>
        </pc:spChg>
        <pc:spChg chg="add mod">
          <ac:chgData name="Lala Guluzade" userId="2e684c3e-ad8a-47cf-b493-54606dd5dcb1" providerId="ADAL" clId="{A2BF9B08-964F-4531-B73D-668D4608DC8E}" dt="2026-06-30T12:07:36.090" v="11148" actId="571"/>
          <ac:spMkLst>
            <pc:docMk/>
            <pc:sldMk cId="1791252667" sldId="2147482976"/>
            <ac:spMk id="476" creationId="{B18E9961-E1C0-F52E-3601-89994BE28B6F}"/>
          </ac:spMkLst>
        </pc:spChg>
        <pc:spChg chg="mod">
          <ac:chgData name="Lala Guluzade" userId="2e684c3e-ad8a-47cf-b493-54606dd5dcb1" providerId="ADAL" clId="{A2BF9B08-964F-4531-B73D-668D4608DC8E}" dt="2026-06-30T12:09:11.309" v="11157" actId="20577"/>
          <ac:spMkLst>
            <pc:docMk/>
            <pc:sldMk cId="1791252667" sldId="2147482976"/>
            <ac:spMk id="477" creationId="{9B9D60FC-A1FB-A4E3-472B-9F0215E75F89}"/>
          </ac:spMkLst>
        </pc:spChg>
        <pc:spChg chg="add mod">
          <ac:chgData name="Lala Guluzade" userId="2e684c3e-ad8a-47cf-b493-54606dd5dcb1" providerId="ADAL" clId="{A2BF9B08-964F-4531-B73D-668D4608DC8E}" dt="2026-06-30T12:09:38.378" v="11163" actId="20577"/>
          <ac:spMkLst>
            <pc:docMk/>
            <pc:sldMk cId="1791252667" sldId="2147482976"/>
            <ac:spMk id="478" creationId="{7AD4E97A-9DCF-A737-E42D-9ADB4871590D}"/>
          </ac:spMkLst>
        </pc:spChg>
        <pc:spChg chg="add del mod modVis">
          <ac:chgData name="Lala Guluzade" userId="2e684c3e-ad8a-47cf-b493-54606dd5dcb1" providerId="ADAL" clId="{A2BF9B08-964F-4531-B73D-668D4608DC8E}" dt="2026-06-30T12:11:27.531" v="11237"/>
          <ac:spMkLst>
            <pc:docMk/>
            <pc:sldMk cId="1791252667" sldId="2147482976"/>
            <ac:spMk id="480" creationId="{6E6D0859-F3AD-B264-4417-B01D736A6CAA}"/>
          </ac:spMkLst>
        </pc:spChg>
        <pc:grpChg chg="mod">
          <ac:chgData name="Lala Guluzade" userId="2e684c3e-ad8a-47cf-b493-54606dd5dcb1" providerId="ADAL" clId="{A2BF9B08-964F-4531-B73D-668D4608DC8E}" dt="2026-06-30T12:05:18.063" v="11086" actId="164"/>
          <ac:grpSpMkLst>
            <pc:docMk/>
            <pc:sldMk cId="1791252667" sldId="2147482976"/>
            <ac:grpSpMk id="362" creationId="{0E9479D1-B946-A654-13ED-0FF7A18864AA}"/>
          </ac:grpSpMkLst>
        </pc:grpChg>
        <pc:grpChg chg="mod">
          <ac:chgData name="Lala Guluzade" userId="2e684c3e-ad8a-47cf-b493-54606dd5dcb1" providerId="ADAL" clId="{A2BF9B08-964F-4531-B73D-668D4608DC8E}" dt="2026-06-30T12:05:18.063" v="11086" actId="164"/>
          <ac:grpSpMkLst>
            <pc:docMk/>
            <pc:sldMk cId="1791252667" sldId="2147482976"/>
            <ac:grpSpMk id="363" creationId="{2D89ED9A-5481-983C-CAAB-38ED0D1DBC5C}"/>
          </ac:grpSpMkLst>
        </pc:grpChg>
        <pc:grpChg chg="mod">
          <ac:chgData name="Lala Guluzade" userId="2e684c3e-ad8a-47cf-b493-54606dd5dcb1" providerId="ADAL" clId="{A2BF9B08-964F-4531-B73D-668D4608DC8E}" dt="2026-06-30T12:05:18.063" v="11086" actId="164"/>
          <ac:grpSpMkLst>
            <pc:docMk/>
            <pc:sldMk cId="1791252667" sldId="2147482976"/>
            <ac:grpSpMk id="364" creationId="{BDF9CFD4-F904-FD0C-7EBF-1CB8572A961E}"/>
          </ac:grpSpMkLst>
        </pc:grpChg>
        <pc:grpChg chg="mod">
          <ac:chgData name="Lala Guluzade" userId="2e684c3e-ad8a-47cf-b493-54606dd5dcb1" providerId="ADAL" clId="{A2BF9B08-964F-4531-B73D-668D4608DC8E}" dt="2026-06-30T12:05:18.063" v="11086" actId="164"/>
          <ac:grpSpMkLst>
            <pc:docMk/>
            <pc:sldMk cId="1791252667" sldId="2147482976"/>
            <ac:grpSpMk id="365" creationId="{C8600922-B448-458A-C209-A0986EE19837}"/>
          </ac:grpSpMkLst>
        </pc:grpChg>
        <pc:grpChg chg="mod">
          <ac:chgData name="Lala Guluzade" userId="2e684c3e-ad8a-47cf-b493-54606dd5dcb1" providerId="ADAL" clId="{A2BF9B08-964F-4531-B73D-668D4608DC8E}" dt="2026-06-30T12:05:26.406" v="11087" actId="164"/>
          <ac:grpSpMkLst>
            <pc:docMk/>
            <pc:sldMk cId="1791252667" sldId="2147482976"/>
            <ac:grpSpMk id="366" creationId="{5D9F2676-9F87-35C2-7202-7E98211719D3}"/>
          </ac:grpSpMkLst>
        </pc:grpChg>
        <pc:grpChg chg="mod">
          <ac:chgData name="Lala Guluzade" userId="2e684c3e-ad8a-47cf-b493-54606dd5dcb1" providerId="ADAL" clId="{A2BF9B08-964F-4531-B73D-668D4608DC8E}" dt="2026-06-30T12:05:26.406" v="11087" actId="164"/>
          <ac:grpSpMkLst>
            <pc:docMk/>
            <pc:sldMk cId="1791252667" sldId="2147482976"/>
            <ac:grpSpMk id="368" creationId="{30FE3FCA-E45A-64B1-5FA1-87177603A4FA}"/>
          </ac:grpSpMkLst>
        </pc:grpChg>
        <pc:grpChg chg="mod">
          <ac:chgData name="Lala Guluzade" userId="2e684c3e-ad8a-47cf-b493-54606dd5dcb1" providerId="ADAL" clId="{A2BF9B08-964F-4531-B73D-668D4608DC8E}" dt="2026-06-30T12:05:26.406" v="11087" actId="164"/>
          <ac:grpSpMkLst>
            <pc:docMk/>
            <pc:sldMk cId="1791252667" sldId="2147482976"/>
            <ac:grpSpMk id="369" creationId="{93AAF2E5-C133-A867-5E09-A8FDED6B9A57}"/>
          </ac:grpSpMkLst>
        </pc:grpChg>
        <pc:grpChg chg="mod">
          <ac:chgData name="Lala Guluzade" userId="2e684c3e-ad8a-47cf-b493-54606dd5dcb1" providerId="ADAL" clId="{A2BF9B08-964F-4531-B73D-668D4608DC8E}" dt="2026-06-30T12:05:26.406" v="11087" actId="164"/>
          <ac:grpSpMkLst>
            <pc:docMk/>
            <pc:sldMk cId="1791252667" sldId="2147482976"/>
            <ac:grpSpMk id="370" creationId="{61C19058-7431-BC7D-B6E8-B8BC30A7E9C2}"/>
          </ac:grpSpMkLst>
        </pc:grpChg>
        <pc:grpChg chg="del">
          <ac:chgData name="Lala Guluzade" userId="2e684c3e-ad8a-47cf-b493-54606dd5dcb1" providerId="ADAL" clId="{A2BF9B08-964F-4531-B73D-668D4608DC8E}" dt="2026-06-30T12:04:22.913" v="10981" actId="478"/>
          <ac:grpSpMkLst>
            <pc:docMk/>
            <pc:sldMk cId="1791252667" sldId="2147482976"/>
            <ac:grpSpMk id="371" creationId="{1A4793D2-49ED-5143-1BBD-137BDB22D81F}"/>
          </ac:grpSpMkLst>
        </pc:grpChg>
        <pc:grpChg chg="del">
          <ac:chgData name="Lala Guluzade" userId="2e684c3e-ad8a-47cf-b493-54606dd5dcb1" providerId="ADAL" clId="{A2BF9B08-964F-4531-B73D-668D4608DC8E}" dt="2026-06-30T12:04:22.913" v="10981" actId="478"/>
          <ac:grpSpMkLst>
            <pc:docMk/>
            <pc:sldMk cId="1791252667" sldId="2147482976"/>
            <ac:grpSpMk id="372" creationId="{57860D17-5B09-6BE1-C7A1-11B9085E4801}"/>
          </ac:grpSpMkLst>
        </pc:grpChg>
        <pc:grpChg chg="del">
          <ac:chgData name="Lala Guluzade" userId="2e684c3e-ad8a-47cf-b493-54606dd5dcb1" providerId="ADAL" clId="{A2BF9B08-964F-4531-B73D-668D4608DC8E}" dt="2026-06-30T12:04:22.913" v="10981" actId="478"/>
          <ac:grpSpMkLst>
            <pc:docMk/>
            <pc:sldMk cId="1791252667" sldId="2147482976"/>
            <ac:grpSpMk id="373" creationId="{FF655735-E545-3917-305B-7146C53B3B0B}"/>
          </ac:grpSpMkLst>
        </pc:grpChg>
        <pc:grpChg chg="del">
          <ac:chgData name="Lala Guluzade" userId="2e684c3e-ad8a-47cf-b493-54606dd5dcb1" providerId="ADAL" clId="{A2BF9B08-964F-4531-B73D-668D4608DC8E}" dt="2026-06-30T12:04:22.913" v="10981" actId="478"/>
          <ac:grpSpMkLst>
            <pc:docMk/>
            <pc:sldMk cId="1791252667" sldId="2147482976"/>
            <ac:grpSpMk id="374" creationId="{70892F02-C008-9AA2-B7B1-B8815BC6D754}"/>
          </ac:grpSpMkLst>
        </pc:grpChg>
        <pc:grpChg chg="del">
          <ac:chgData name="Lala Guluzade" userId="2e684c3e-ad8a-47cf-b493-54606dd5dcb1" providerId="ADAL" clId="{A2BF9B08-964F-4531-B73D-668D4608DC8E}" dt="2026-06-30T11:29:05.888" v="10835" actId="165"/>
          <ac:grpSpMkLst>
            <pc:docMk/>
            <pc:sldMk cId="1791252667" sldId="2147482976"/>
            <ac:grpSpMk id="375" creationId="{2B0AC0F3-C3A8-6500-2DA6-55935D12F080}"/>
          </ac:grpSpMkLst>
        </pc:grpChg>
        <pc:grpChg chg="mod">
          <ac:chgData name="Lala Guluzade" userId="2e684c3e-ad8a-47cf-b493-54606dd5dcb1" providerId="ADAL" clId="{A2BF9B08-964F-4531-B73D-668D4608DC8E}" dt="2026-06-30T12:05:31.867" v="11088" actId="164"/>
          <ac:grpSpMkLst>
            <pc:docMk/>
            <pc:sldMk cId="1791252667" sldId="2147482976"/>
            <ac:grpSpMk id="376" creationId="{E29D0D47-EFFE-9621-0722-2AFF8216BC13}"/>
          </ac:grpSpMkLst>
        </pc:grpChg>
        <pc:grpChg chg="mod">
          <ac:chgData name="Lala Guluzade" userId="2e684c3e-ad8a-47cf-b493-54606dd5dcb1" providerId="ADAL" clId="{A2BF9B08-964F-4531-B73D-668D4608DC8E}" dt="2026-06-30T12:05:31.867" v="11088" actId="164"/>
          <ac:grpSpMkLst>
            <pc:docMk/>
            <pc:sldMk cId="1791252667" sldId="2147482976"/>
            <ac:grpSpMk id="377" creationId="{9FA5F686-1609-3AE2-1FCE-C1B6D4253198}"/>
          </ac:grpSpMkLst>
        </pc:grpChg>
        <pc:grpChg chg="del">
          <ac:chgData name="Lala Guluzade" userId="2e684c3e-ad8a-47cf-b493-54606dd5dcb1" providerId="ADAL" clId="{A2BF9B08-964F-4531-B73D-668D4608DC8E}" dt="2026-06-30T11:29:05.888" v="10835" actId="165"/>
          <ac:grpSpMkLst>
            <pc:docMk/>
            <pc:sldMk cId="1791252667" sldId="2147482976"/>
            <ac:grpSpMk id="379" creationId="{3E725512-8F82-FCF3-B783-A4586B55EAAE}"/>
          </ac:grpSpMkLst>
        </pc:grpChg>
        <pc:grpChg chg="mod">
          <ac:chgData name="Lala Guluzade" userId="2e684c3e-ad8a-47cf-b493-54606dd5dcb1" providerId="ADAL" clId="{A2BF9B08-964F-4531-B73D-668D4608DC8E}" dt="2026-06-30T12:05:35.797" v="11089" actId="164"/>
          <ac:grpSpMkLst>
            <pc:docMk/>
            <pc:sldMk cId="1791252667" sldId="2147482976"/>
            <ac:grpSpMk id="380" creationId="{979B240B-8EC8-668F-FB2C-9FD0C36FE947}"/>
          </ac:grpSpMkLst>
        </pc:grpChg>
        <pc:grpChg chg="mod">
          <ac:chgData name="Lala Guluzade" userId="2e684c3e-ad8a-47cf-b493-54606dd5dcb1" providerId="ADAL" clId="{A2BF9B08-964F-4531-B73D-668D4608DC8E}" dt="2026-06-30T12:05:35.797" v="11089" actId="164"/>
          <ac:grpSpMkLst>
            <pc:docMk/>
            <pc:sldMk cId="1791252667" sldId="2147482976"/>
            <ac:grpSpMk id="381" creationId="{2B385900-5F78-83EF-A688-4C02AFABC0E6}"/>
          </ac:grpSpMkLst>
        </pc:grpChg>
        <pc:grpChg chg="mod">
          <ac:chgData name="Lala Guluzade" userId="2e684c3e-ad8a-47cf-b493-54606dd5dcb1" providerId="ADAL" clId="{A2BF9B08-964F-4531-B73D-668D4608DC8E}" dt="2026-06-30T12:05:35.797" v="11089" actId="164"/>
          <ac:grpSpMkLst>
            <pc:docMk/>
            <pc:sldMk cId="1791252667" sldId="2147482976"/>
            <ac:grpSpMk id="382" creationId="{DCEADD0E-55C7-85F5-4CA8-2B233688EBA3}"/>
          </ac:grpSpMkLst>
        </pc:grpChg>
        <pc:grpChg chg="del">
          <ac:chgData name="Lala Guluzade" userId="2e684c3e-ad8a-47cf-b493-54606dd5dcb1" providerId="ADAL" clId="{A2BF9B08-964F-4531-B73D-668D4608DC8E}" dt="2026-06-30T11:29:05.888" v="10835" actId="165"/>
          <ac:grpSpMkLst>
            <pc:docMk/>
            <pc:sldMk cId="1791252667" sldId="2147482976"/>
            <ac:grpSpMk id="383" creationId="{7A0C93F8-5823-4CB3-4E03-C48F897A2398}"/>
          </ac:grpSpMkLst>
        </pc:grpChg>
        <pc:grpChg chg="mod">
          <ac:chgData name="Lala Guluzade" userId="2e684c3e-ad8a-47cf-b493-54606dd5dcb1" providerId="ADAL" clId="{A2BF9B08-964F-4531-B73D-668D4608DC8E}" dt="2026-06-30T12:05:39.760" v="11090" actId="164"/>
          <ac:grpSpMkLst>
            <pc:docMk/>
            <pc:sldMk cId="1791252667" sldId="2147482976"/>
            <ac:grpSpMk id="384" creationId="{B4DB46B1-01B1-36E2-A9E0-D444E4DF8FB3}"/>
          </ac:grpSpMkLst>
        </pc:grpChg>
        <pc:grpChg chg="mod">
          <ac:chgData name="Lala Guluzade" userId="2e684c3e-ad8a-47cf-b493-54606dd5dcb1" providerId="ADAL" clId="{A2BF9B08-964F-4531-B73D-668D4608DC8E}" dt="2026-06-30T12:05:39.760" v="11090" actId="164"/>
          <ac:grpSpMkLst>
            <pc:docMk/>
            <pc:sldMk cId="1791252667" sldId="2147482976"/>
            <ac:grpSpMk id="386" creationId="{AF27A141-F315-453B-5E91-56C1DC4AE8A4}"/>
          </ac:grpSpMkLst>
        </pc:grpChg>
        <pc:grpChg chg="add mod">
          <ac:chgData name="Lala Guluzade" userId="2e684c3e-ad8a-47cf-b493-54606dd5dcb1" providerId="ADAL" clId="{A2BF9B08-964F-4531-B73D-668D4608DC8E}" dt="2026-06-30T12:05:41.673" v="11097" actId="1076"/>
          <ac:grpSpMkLst>
            <pc:docMk/>
            <pc:sldMk cId="1791252667" sldId="2147482976"/>
            <ac:grpSpMk id="453" creationId="{0D388457-B03D-9B7F-71E7-82EEDC748FEC}"/>
          </ac:grpSpMkLst>
        </pc:grpChg>
        <pc:grpChg chg="add mod">
          <ac:chgData name="Lala Guluzade" userId="2e684c3e-ad8a-47cf-b493-54606dd5dcb1" providerId="ADAL" clId="{A2BF9B08-964F-4531-B73D-668D4608DC8E}" dt="2026-06-30T12:10:02.084" v="11166" actId="552"/>
          <ac:grpSpMkLst>
            <pc:docMk/>
            <pc:sldMk cId="1791252667" sldId="2147482976"/>
            <ac:grpSpMk id="454" creationId="{D877B532-5618-10D0-25BD-23F9EE07AA24}"/>
          </ac:grpSpMkLst>
        </pc:grpChg>
        <pc:grpChg chg="add mod">
          <ac:chgData name="Lala Guluzade" userId="2e684c3e-ad8a-47cf-b493-54606dd5dcb1" providerId="ADAL" clId="{A2BF9B08-964F-4531-B73D-668D4608DC8E}" dt="2026-06-30T12:05:57.488" v="11122" actId="1076"/>
          <ac:grpSpMkLst>
            <pc:docMk/>
            <pc:sldMk cId="1791252667" sldId="2147482976"/>
            <ac:grpSpMk id="455" creationId="{6C234A94-1413-DF06-2310-8D4865C62DD6}"/>
          </ac:grpSpMkLst>
        </pc:grpChg>
        <pc:grpChg chg="mod">
          <ac:chgData name="Lala Guluzade" userId="2e684c3e-ad8a-47cf-b493-54606dd5dcb1" providerId="ADAL" clId="{A2BF9B08-964F-4531-B73D-668D4608DC8E}" dt="2026-06-30T12:06:03.031" v="11130" actId="1076"/>
          <ac:grpSpMkLst>
            <pc:docMk/>
            <pc:sldMk cId="1791252667" sldId="2147482976"/>
            <ac:grpSpMk id="456" creationId="{23A2BA7D-1C02-81B2-1938-734701B0E40B}"/>
          </ac:grpSpMkLst>
        </pc:grpChg>
        <pc:grpChg chg="add mod">
          <ac:chgData name="Lala Guluzade" userId="2e684c3e-ad8a-47cf-b493-54606dd5dcb1" providerId="ADAL" clId="{A2BF9B08-964F-4531-B73D-668D4608DC8E}" dt="2026-06-30T12:06:03.026" v="11126" actId="1076"/>
          <ac:grpSpMkLst>
            <pc:docMk/>
            <pc:sldMk cId="1791252667" sldId="2147482976"/>
            <ac:grpSpMk id="458" creationId="{D6EF037D-9FB7-6502-D19C-C183F21F0D1F}"/>
          </ac:grpSpMkLst>
        </pc:grpChg>
        <pc:graphicFrameChg chg="mod">
          <ac:chgData name="Lala Guluzade" userId="2e684c3e-ad8a-47cf-b493-54606dd5dcb1" providerId="ADAL" clId="{A2BF9B08-964F-4531-B73D-668D4608DC8E}" dt="2026-06-30T12:17:23.800" v="11313"/>
          <ac:graphicFrameMkLst>
            <pc:docMk/>
            <pc:sldMk cId="1791252667" sldId="2147482976"/>
            <ac:graphicFrameMk id="5" creationId="{DF8ACD24-66D4-858B-D075-E339DF906479}"/>
          </ac:graphicFrameMkLst>
        </pc:graphicFrameChg>
        <pc:cxnChg chg="mod">
          <ac:chgData name="Lala Guluzade" userId="2e684c3e-ad8a-47cf-b493-54606dd5dcb1" providerId="ADAL" clId="{A2BF9B08-964F-4531-B73D-668D4608DC8E}" dt="2026-06-30T12:04:43.681" v="11043" actId="14100"/>
          <ac:cxnSpMkLst>
            <pc:docMk/>
            <pc:sldMk cId="1791252667" sldId="2147482976"/>
            <ac:cxnSpMk id="445" creationId="{60953B23-2911-96DC-5606-64767CE4EA93}"/>
          </ac:cxnSpMkLst>
        </pc:cxnChg>
        <pc:cxnChg chg="mod">
          <ac:chgData name="Lala Guluzade" userId="2e684c3e-ad8a-47cf-b493-54606dd5dcb1" providerId="ADAL" clId="{A2BF9B08-964F-4531-B73D-668D4608DC8E}" dt="2026-06-30T12:04:43.681" v="11043" actId="14100"/>
          <ac:cxnSpMkLst>
            <pc:docMk/>
            <pc:sldMk cId="1791252667" sldId="2147482976"/>
            <ac:cxnSpMk id="448" creationId="{57D753AE-2A89-E332-CA33-E3D3AAF9F918}"/>
          </ac:cxnSpMkLst>
        </pc:cxnChg>
        <pc:cxnChg chg="mod">
          <ac:chgData name="Lala Guluzade" userId="2e684c3e-ad8a-47cf-b493-54606dd5dcb1" providerId="ADAL" clId="{A2BF9B08-964F-4531-B73D-668D4608DC8E}" dt="2026-06-30T12:04:43.681" v="11043" actId="14100"/>
          <ac:cxnSpMkLst>
            <pc:docMk/>
            <pc:sldMk cId="1791252667" sldId="2147482976"/>
            <ac:cxnSpMk id="451" creationId="{1F2A69D3-548B-9E3E-8104-4B6937A7927A}"/>
          </ac:cxnSpMkLst>
        </pc:cxnChg>
      </pc:sldChg>
      <pc:sldChg chg="addSp delSp modSp mod">
        <pc:chgData name="Lala Guluzade" userId="2e684c3e-ad8a-47cf-b493-54606dd5dcb1" providerId="ADAL" clId="{A2BF9B08-964F-4531-B73D-668D4608DC8E}" dt="2026-06-30T20:22:01.702" v="22929" actId="1035"/>
        <pc:sldMkLst>
          <pc:docMk/>
          <pc:sldMk cId="3741146854" sldId="2147482978"/>
        </pc:sldMkLst>
        <pc:spChg chg="mod">
          <ac:chgData name="Lala Guluzade" userId="2e684c3e-ad8a-47cf-b493-54606dd5dcb1" providerId="ADAL" clId="{A2BF9B08-964F-4531-B73D-668D4608DC8E}" dt="2026-06-30T16:23:37.114" v="21173"/>
          <ac:spMkLst>
            <pc:docMk/>
            <pc:sldMk cId="3741146854" sldId="2147482978"/>
            <ac:spMk id="2" creationId="{17FA8346-2C14-A892-C228-888B77F0D807}"/>
          </ac:spMkLst>
        </pc:spChg>
        <pc:spChg chg="mod ord">
          <ac:chgData name="Lala Guluzade" userId="2e684c3e-ad8a-47cf-b493-54606dd5dcb1" providerId="ADAL" clId="{A2BF9B08-964F-4531-B73D-668D4608DC8E}" dt="2026-06-30T16:23:37.115" v="21175"/>
          <ac:spMkLst>
            <pc:docMk/>
            <pc:sldMk cId="3741146854" sldId="2147482978"/>
            <ac:spMk id="3" creationId="{924F98E4-E39E-899B-25F1-807C948D3332}"/>
          </ac:spMkLst>
        </pc:spChg>
        <pc:spChg chg="mod ord">
          <ac:chgData name="Lala Guluzade" userId="2e684c3e-ad8a-47cf-b493-54606dd5dcb1" providerId="ADAL" clId="{A2BF9B08-964F-4531-B73D-668D4608DC8E}" dt="2026-06-30T16:23:37.116" v="21177"/>
          <ac:spMkLst>
            <pc:docMk/>
            <pc:sldMk cId="3741146854" sldId="2147482978"/>
            <ac:spMk id="4" creationId="{E5DBAE4C-1FB0-73AE-3EC1-B9855EC49E40}"/>
          </ac:spMkLst>
        </pc:spChg>
        <pc:spChg chg="del mod ord">
          <ac:chgData name="Lala Guluzade" userId="2e684c3e-ad8a-47cf-b493-54606dd5dcb1" providerId="ADAL" clId="{A2BF9B08-964F-4531-B73D-668D4608DC8E}" dt="2026-06-30T16:23:30.614" v="20700" actId="478"/>
          <ac:spMkLst>
            <pc:docMk/>
            <pc:sldMk cId="3741146854" sldId="2147482978"/>
            <ac:spMk id="6" creationId="{24F465AF-B788-C1E5-682A-7AFEEBD692AF}"/>
          </ac:spMkLst>
        </pc:spChg>
        <pc:spChg chg="add mod">
          <ac:chgData name="Lala Guluzade" userId="2e684c3e-ad8a-47cf-b493-54606dd5dcb1" providerId="ADAL" clId="{A2BF9B08-964F-4531-B73D-668D4608DC8E}" dt="2026-06-30T20:22:01.702" v="22929" actId="1035"/>
          <ac:spMkLst>
            <pc:docMk/>
            <pc:sldMk cId="3741146854" sldId="2147482978"/>
            <ac:spMk id="6" creationId="{69B45EF3-1B87-E637-3DA8-5B16A864E302}"/>
          </ac:spMkLst>
        </pc:spChg>
        <pc:spChg chg="mod">
          <ac:chgData name="Lala Guluzade" userId="2e684c3e-ad8a-47cf-b493-54606dd5dcb1" providerId="ADAL" clId="{A2BF9B08-964F-4531-B73D-668D4608DC8E}" dt="2026-06-30T16:23:37.145" v="21197"/>
          <ac:spMkLst>
            <pc:docMk/>
            <pc:sldMk cId="3741146854" sldId="2147482978"/>
            <ac:spMk id="7" creationId="{4C1F3293-4EFE-461D-940D-7EE66BAE31C5}"/>
          </ac:spMkLst>
        </pc:spChg>
        <pc:spChg chg="add mod ord">
          <ac:chgData name="Lala Guluzade" userId="2e684c3e-ad8a-47cf-b493-54606dd5dcb1" providerId="ADAL" clId="{A2BF9B08-964F-4531-B73D-668D4608DC8E}" dt="2026-06-30T16:23:37.106" v="21166"/>
          <ac:spMkLst>
            <pc:docMk/>
            <pc:sldMk cId="3741146854" sldId="2147482978"/>
            <ac:spMk id="8" creationId="{203E8D35-CF47-B34F-3982-E8A1FA3DB020}"/>
          </ac:spMkLst>
        </pc:spChg>
        <pc:spChg chg="add del mod modVis">
          <ac:chgData name="Lala Guluzade" userId="2e684c3e-ad8a-47cf-b493-54606dd5dcb1" providerId="ADAL" clId="{A2BF9B08-964F-4531-B73D-668D4608DC8E}" dt="2026-06-30T12:21:57.191" v="11833"/>
          <ac:spMkLst>
            <pc:docMk/>
            <pc:sldMk cId="3741146854" sldId="2147482978"/>
            <ac:spMk id="9" creationId="{447D83E4-FF0B-A39F-0D1F-2EF3DC47CE3B}"/>
          </ac:spMkLst>
        </pc:spChg>
        <pc:spChg chg="mod ord">
          <ac:chgData name="Lala Guluzade" userId="2e684c3e-ad8a-47cf-b493-54606dd5dcb1" providerId="ADAL" clId="{A2BF9B08-964F-4531-B73D-668D4608DC8E}" dt="2026-06-30T16:23:37.112" v="21172"/>
          <ac:spMkLst>
            <pc:docMk/>
            <pc:sldMk cId="3741146854" sldId="2147482978"/>
            <ac:spMk id="10" creationId="{917AEA09-9622-608C-D8F2-698FA5EC7A0C}"/>
          </ac:spMkLst>
        </pc:spChg>
        <pc:spChg chg="add del mod">
          <ac:chgData name="Lala Guluzade" userId="2e684c3e-ad8a-47cf-b493-54606dd5dcb1" providerId="ADAL" clId="{A2BF9B08-964F-4531-B73D-668D4608DC8E}" dt="2026-06-30T15:20:33.557" v="19200" actId="478"/>
          <ac:spMkLst>
            <pc:docMk/>
            <pc:sldMk cId="3741146854" sldId="2147482978"/>
            <ac:spMk id="11" creationId="{CF532D49-3B85-D075-C842-7A00733FFF71}"/>
          </ac:spMkLst>
        </pc:spChg>
        <pc:spChg chg="mod ord">
          <ac:chgData name="Lala Guluzade" userId="2e684c3e-ad8a-47cf-b493-54606dd5dcb1" providerId="ADAL" clId="{A2BF9B08-964F-4531-B73D-668D4608DC8E}" dt="2026-06-30T16:23:37.111" v="21170"/>
          <ac:spMkLst>
            <pc:docMk/>
            <pc:sldMk cId="3741146854" sldId="2147482978"/>
            <ac:spMk id="12" creationId="{EA33946D-70DF-F54E-8E10-B3A2B7E52ADC}"/>
          </ac:spMkLst>
        </pc:spChg>
        <pc:spChg chg="add mod ord">
          <ac:chgData name="Lala Guluzade" userId="2e684c3e-ad8a-47cf-b493-54606dd5dcb1" providerId="ADAL" clId="{A2BF9B08-964F-4531-B73D-668D4608DC8E}" dt="2026-06-30T16:23:37.103" v="21164"/>
          <ac:spMkLst>
            <pc:docMk/>
            <pc:sldMk cId="3741146854" sldId="2147482978"/>
            <ac:spMk id="13" creationId="{6453EAC1-B0E5-81D5-DE1D-556FBD75CC89}"/>
          </ac:spMkLst>
        </pc:spChg>
        <pc:spChg chg="mod">
          <ac:chgData name="Lala Guluzade" userId="2e684c3e-ad8a-47cf-b493-54606dd5dcb1" providerId="ADAL" clId="{A2BF9B08-964F-4531-B73D-668D4608DC8E}" dt="2026-06-30T16:23:37.146" v="21198"/>
          <ac:spMkLst>
            <pc:docMk/>
            <pc:sldMk cId="3741146854" sldId="2147482978"/>
            <ac:spMk id="15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6:23:37.189" v="21251"/>
          <ac:spMkLst>
            <pc:docMk/>
            <pc:sldMk cId="3741146854" sldId="2147482978"/>
            <ac:spMk id="16" creationId="{DAD3CFC0-72A5-3AEF-148B-BF92983A1B4E}"/>
          </ac:spMkLst>
        </pc:spChg>
        <pc:spChg chg="mod ord">
          <ac:chgData name="Lala Guluzade" userId="2e684c3e-ad8a-47cf-b493-54606dd5dcb1" providerId="ADAL" clId="{A2BF9B08-964F-4531-B73D-668D4608DC8E}" dt="2026-06-30T16:23:37.108" v="21168"/>
          <ac:spMkLst>
            <pc:docMk/>
            <pc:sldMk cId="3741146854" sldId="2147482978"/>
            <ac:spMk id="17" creationId="{9E20F675-7330-7630-4430-0E529FF278B1}"/>
          </ac:spMkLst>
        </pc:spChg>
        <pc:spChg chg="mod ord">
          <ac:chgData name="Lala Guluzade" userId="2e684c3e-ad8a-47cf-b493-54606dd5dcb1" providerId="ADAL" clId="{A2BF9B08-964F-4531-B73D-668D4608DC8E}" dt="2026-06-30T16:23:37.191" v="21257"/>
          <ac:spMkLst>
            <pc:docMk/>
            <pc:sldMk cId="3741146854" sldId="2147482978"/>
            <ac:spMk id="18" creationId="{D6D3D07E-871B-339D-C704-A16ADCC502A3}"/>
          </ac:spMkLst>
        </pc:spChg>
        <pc:spChg chg="add del mod">
          <ac:chgData name="Lala Guluzade" userId="2e684c3e-ad8a-47cf-b493-54606dd5dcb1" providerId="ADAL" clId="{A2BF9B08-964F-4531-B73D-668D4608DC8E}" dt="2026-06-30T16:23:32.508" v="20701" actId="478"/>
          <ac:spMkLst>
            <pc:docMk/>
            <pc:sldMk cId="3741146854" sldId="2147482978"/>
            <ac:spMk id="19" creationId="{3FCB37C6-5FC1-E68E-9964-0CB9DBD3C774}"/>
          </ac:spMkLst>
        </pc:spChg>
        <pc:spChg chg="add del mod modVis">
          <ac:chgData name="Lala Guluzade" userId="2e684c3e-ad8a-47cf-b493-54606dd5dcb1" providerId="ADAL" clId="{A2BF9B08-964F-4531-B73D-668D4608DC8E}" dt="2026-06-30T16:23:35.336" v="20961"/>
          <ac:spMkLst>
            <pc:docMk/>
            <pc:sldMk cId="3741146854" sldId="2147482978"/>
            <ac:spMk id="21" creationId="{6B27EFB2-4768-1511-CED6-8C0C6D190BF8}"/>
          </ac:spMkLst>
        </pc:spChg>
        <pc:spChg chg="add del mod modVis">
          <ac:chgData name="Lala Guluzade" userId="2e684c3e-ad8a-47cf-b493-54606dd5dcb1" providerId="ADAL" clId="{A2BF9B08-964F-4531-B73D-668D4608DC8E}" dt="2026-06-30T16:23:36.888" v="21118"/>
          <ac:spMkLst>
            <pc:docMk/>
            <pc:sldMk cId="3741146854" sldId="2147482978"/>
            <ac:spMk id="23" creationId="{2113B38B-6E86-61CA-3EBE-50C517D360DA}"/>
          </ac:spMkLst>
        </pc:spChg>
        <pc:spChg chg="mod">
          <ac:chgData name="Lala Guluzade" userId="2e684c3e-ad8a-47cf-b493-54606dd5dcb1" providerId="ADAL" clId="{A2BF9B08-964F-4531-B73D-668D4608DC8E}" dt="2026-06-30T16:23:37.147" v="21199"/>
          <ac:spMkLst>
            <pc:docMk/>
            <pc:sldMk cId="3741146854" sldId="2147482978"/>
            <ac:spMk id="25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48" v="21200"/>
          <ac:spMkLst>
            <pc:docMk/>
            <pc:sldMk cId="3741146854" sldId="2147482978"/>
            <ac:spMk id="26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49" v="21201"/>
          <ac:spMkLst>
            <pc:docMk/>
            <pc:sldMk cId="3741146854" sldId="2147482978"/>
            <ac:spMk id="2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50" v="21202"/>
          <ac:spMkLst>
            <pc:docMk/>
            <pc:sldMk cId="3741146854" sldId="2147482978"/>
            <ac:spMk id="2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52" v="21203"/>
          <ac:spMkLst>
            <pc:docMk/>
            <pc:sldMk cId="3741146854" sldId="2147482978"/>
            <ac:spMk id="2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53" v="21204"/>
          <ac:spMkLst>
            <pc:docMk/>
            <pc:sldMk cId="3741146854" sldId="2147482978"/>
            <ac:spMk id="30" creationId="{4C1F3293-4EFE-461D-940D-7EE66BAE31C5}"/>
          </ac:spMkLst>
        </pc:spChg>
        <pc:spChg chg="add del mod modVis">
          <ac:chgData name="Lala Guluzade" userId="2e684c3e-ad8a-47cf-b493-54606dd5dcb1" providerId="ADAL" clId="{A2BF9B08-964F-4531-B73D-668D4608DC8E}" dt="2026-06-30T16:23:37.202" v="21275"/>
          <ac:spMkLst>
            <pc:docMk/>
            <pc:sldMk cId="3741146854" sldId="2147482978"/>
            <ac:spMk id="31" creationId="{9F9F42E2-516C-4D1D-76DF-9209981F32E8}"/>
          </ac:spMkLst>
        </pc:spChg>
        <pc:spChg chg="mod ord">
          <ac:chgData name="Lala Guluzade" userId="2e684c3e-ad8a-47cf-b493-54606dd5dcb1" providerId="ADAL" clId="{A2BF9B08-964F-4531-B73D-668D4608DC8E}" dt="2026-06-30T16:23:37.168" v="21225"/>
          <ac:spMkLst>
            <pc:docMk/>
            <pc:sldMk cId="3741146854" sldId="2147482978"/>
            <ac:spMk id="63" creationId="{C0B7BB0A-5173-96CB-BDF7-54C0AC0825BA}"/>
          </ac:spMkLst>
        </pc:spChg>
        <pc:spChg chg="mod">
          <ac:chgData name="Lala Guluzade" userId="2e684c3e-ad8a-47cf-b493-54606dd5dcb1" providerId="ADAL" clId="{A2BF9B08-964F-4531-B73D-668D4608DC8E}" dt="2026-06-30T16:23:37.119" v="21181"/>
          <ac:spMkLst>
            <pc:docMk/>
            <pc:sldMk cId="3741146854" sldId="2147482978"/>
            <ac:spMk id="7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35" v="21189"/>
          <ac:spMkLst>
            <pc:docMk/>
            <pc:sldMk cId="3741146854" sldId="2147482978"/>
            <ac:spMk id="12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37" v="21191"/>
          <ac:spMkLst>
            <pc:docMk/>
            <pc:sldMk cId="3741146854" sldId="2147482978"/>
            <ac:spMk id="12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39" v="21193"/>
          <ac:spMkLst>
            <pc:docMk/>
            <pc:sldMk cId="3741146854" sldId="2147482978"/>
            <ac:spMk id="122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42" v="21195"/>
          <ac:spMkLst>
            <pc:docMk/>
            <pc:sldMk cId="3741146854" sldId="2147482978"/>
            <ac:spMk id="123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54" v="21205"/>
          <ac:spMkLst>
            <pc:docMk/>
            <pc:sldMk cId="3741146854" sldId="2147482978"/>
            <ac:spMk id="152" creationId="{D774FF96-0BE5-FC80-F076-0CE21475373D}"/>
          </ac:spMkLst>
        </pc:spChg>
        <pc:spChg chg="mod">
          <ac:chgData name="Lala Guluzade" userId="2e684c3e-ad8a-47cf-b493-54606dd5dcb1" providerId="ADAL" clId="{A2BF9B08-964F-4531-B73D-668D4608DC8E}" dt="2026-06-30T16:23:37.156" v="21206"/>
          <ac:spMkLst>
            <pc:docMk/>
            <pc:sldMk cId="3741146854" sldId="2147482978"/>
            <ac:spMk id="158" creationId="{3CFE8502-E027-5B0E-D099-F00DFE881EAE}"/>
          </ac:spMkLst>
        </pc:spChg>
        <pc:spChg chg="mod">
          <ac:chgData name="Lala Guluzade" userId="2e684c3e-ad8a-47cf-b493-54606dd5dcb1" providerId="ADAL" clId="{A2BF9B08-964F-4531-B73D-668D4608DC8E}" dt="2026-06-30T16:23:37.122" v="21183"/>
          <ac:spMkLst>
            <pc:docMk/>
            <pc:sldMk cId="3741146854" sldId="2147482978"/>
            <ac:spMk id="17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27" v="21185"/>
          <ac:spMkLst>
            <pc:docMk/>
            <pc:sldMk cId="3741146854" sldId="2147482978"/>
            <ac:spMk id="17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32" v="21187"/>
          <ac:spMkLst>
            <pc:docMk/>
            <pc:sldMk cId="3741146854" sldId="2147482978"/>
            <ac:spMk id="17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18" v="21180"/>
          <ac:spMkLst>
            <pc:docMk/>
            <pc:sldMk cId="3741146854" sldId="2147482978"/>
            <ac:spMk id="18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21" v="21182"/>
          <ac:spMkLst>
            <pc:docMk/>
            <pc:sldMk cId="3741146854" sldId="2147482978"/>
            <ac:spMk id="19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23" v="21184"/>
          <ac:spMkLst>
            <pc:docMk/>
            <pc:sldMk cId="3741146854" sldId="2147482978"/>
            <ac:spMk id="19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30" v="21186"/>
          <ac:spMkLst>
            <pc:docMk/>
            <pc:sldMk cId="3741146854" sldId="2147482978"/>
            <ac:spMk id="192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33" v="21188"/>
          <ac:spMkLst>
            <pc:docMk/>
            <pc:sldMk cId="3741146854" sldId="2147482978"/>
            <ac:spMk id="212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6:23:37.158" v="21208"/>
          <ac:spMkLst>
            <pc:docMk/>
            <pc:sldMk cId="3741146854" sldId="2147482978"/>
            <ac:spMk id="404" creationId="{A029A57E-BCB0-2A7B-36F6-457D207689FC}"/>
          </ac:spMkLst>
        </pc:spChg>
        <pc:spChg chg="mod ord">
          <ac:chgData name="Lala Guluzade" userId="2e684c3e-ad8a-47cf-b493-54606dd5dcb1" providerId="ADAL" clId="{A2BF9B08-964F-4531-B73D-668D4608DC8E}" dt="2026-06-30T16:23:37.160" v="21212"/>
          <ac:spMkLst>
            <pc:docMk/>
            <pc:sldMk cId="3741146854" sldId="2147482978"/>
            <ac:spMk id="422" creationId="{02C26003-D9BC-81D6-A0D5-1CC556263D6B}"/>
          </ac:spMkLst>
        </pc:spChg>
        <pc:spChg chg="mod">
          <ac:chgData name="Lala Guluzade" userId="2e684c3e-ad8a-47cf-b493-54606dd5dcb1" providerId="ADAL" clId="{A2BF9B08-964F-4531-B73D-668D4608DC8E}" dt="2026-06-30T16:23:37.136" v="21190"/>
          <ac:spMkLst>
            <pc:docMk/>
            <pc:sldMk cId="3741146854" sldId="2147482978"/>
            <ac:spMk id="42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38" v="21192"/>
          <ac:spMkLst>
            <pc:docMk/>
            <pc:sldMk cId="3741146854" sldId="2147482978"/>
            <ac:spMk id="42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40" v="21194"/>
          <ac:spMkLst>
            <pc:docMk/>
            <pc:sldMk cId="3741146854" sldId="2147482978"/>
            <ac:spMk id="43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43" v="21196"/>
          <ac:spMkLst>
            <pc:docMk/>
            <pc:sldMk cId="3741146854" sldId="2147482978"/>
            <ac:spMk id="43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61" v="21213"/>
          <ac:spMkLst>
            <pc:docMk/>
            <pc:sldMk cId="3741146854" sldId="2147482978"/>
            <ac:spMk id="435" creationId="{83271C31-9427-232A-0C6D-92BB1461B73A}"/>
          </ac:spMkLst>
        </pc:spChg>
        <pc:spChg chg="mod ord">
          <ac:chgData name="Lala Guluzade" userId="2e684c3e-ad8a-47cf-b493-54606dd5dcb1" providerId="ADAL" clId="{A2BF9B08-964F-4531-B73D-668D4608DC8E}" dt="2026-06-30T16:23:37.162" v="21215"/>
          <ac:spMkLst>
            <pc:docMk/>
            <pc:sldMk cId="3741146854" sldId="2147482978"/>
            <ac:spMk id="442" creationId="{0074B33E-3BBA-3EA7-139B-0407A6AC7832}"/>
          </ac:spMkLst>
        </pc:spChg>
        <pc:spChg chg="mod ord">
          <ac:chgData name="Lala Guluzade" userId="2e684c3e-ad8a-47cf-b493-54606dd5dcb1" providerId="ADAL" clId="{A2BF9B08-964F-4531-B73D-668D4608DC8E}" dt="2026-06-30T16:23:37.165" v="21219"/>
          <ac:spMkLst>
            <pc:docMk/>
            <pc:sldMk cId="3741146854" sldId="2147482978"/>
            <ac:spMk id="444" creationId="{AEA395EC-B2C8-5D09-FF57-2BAABB488DBF}"/>
          </ac:spMkLst>
        </pc:spChg>
        <pc:spChg chg="mod ord">
          <ac:chgData name="Lala Guluzade" userId="2e684c3e-ad8a-47cf-b493-54606dd5dcb1" providerId="ADAL" clId="{A2BF9B08-964F-4531-B73D-668D4608DC8E}" dt="2026-06-30T16:23:37.169" v="21227"/>
          <ac:spMkLst>
            <pc:docMk/>
            <pc:sldMk cId="3741146854" sldId="2147482978"/>
            <ac:spMk id="448" creationId="{31421F3A-9D8D-F126-9966-9730EA2BAD11}"/>
          </ac:spMkLst>
        </pc:spChg>
        <pc:spChg chg="mod ord">
          <ac:chgData name="Lala Guluzade" userId="2e684c3e-ad8a-47cf-b493-54606dd5dcb1" providerId="ADAL" clId="{A2BF9B08-964F-4531-B73D-668D4608DC8E}" dt="2026-06-30T16:23:37.167" v="21223"/>
          <ac:spMkLst>
            <pc:docMk/>
            <pc:sldMk cId="3741146854" sldId="2147482978"/>
            <ac:spMk id="449" creationId="{89F861E3-E6C1-02AE-CF21-BB4B9E73AA12}"/>
          </ac:spMkLst>
        </pc:spChg>
        <pc:spChg chg="mod">
          <ac:chgData name="Lala Guluzade" userId="2e684c3e-ad8a-47cf-b493-54606dd5dcb1" providerId="ADAL" clId="{A2BF9B08-964F-4531-B73D-668D4608DC8E}" dt="2026-06-30T16:23:37.185" v="21245"/>
          <ac:spMkLst>
            <pc:docMk/>
            <pc:sldMk cId="3741146854" sldId="2147482978"/>
            <ac:spMk id="49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1" v="21228"/>
          <ac:spMkLst>
            <pc:docMk/>
            <pc:sldMk cId="3741146854" sldId="2147482978"/>
            <ac:spMk id="516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2" v="21229"/>
          <ac:spMkLst>
            <pc:docMk/>
            <pc:sldMk cId="3741146854" sldId="2147482978"/>
            <ac:spMk id="51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3" v="21230"/>
          <ac:spMkLst>
            <pc:docMk/>
            <pc:sldMk cId="3741146854" sldId="2147482978"/>
            <ac:spMk id="51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3" v="21231"/>
          <ac:spMkLst>
            <pc:docMk/>
            <pc:sldMk cId="3741146854" sldId="2147482978"/>
            <ac:spMk id="52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4" v="21232"/>
          <ac:spMkLst>
            <pc:docMk/>
            <pc:sldMk cId="3741146854" sldId="2147482978"/>
            <ac:spMk id="521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5" v="21233"/>
          <ac:spMkLst>
            <pc:docMk/>
            <pc:sldMk cId="3741146854" sldId="2147482978"/>
            <ac:spMk id="522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6" v="21234"/>
          <ac:spMkLst>
            <pc:docMk/>
            <pc:sldMk cId="3741146854" sldId="2147482978"/>
            <ac:spMk id="523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7" v="21235"/>
          <ac:spMkLst>
            <pc:docMk/>
            <pc:sldMk cId="3741146854" sldId="2147482978"/>
            <ac:spMk id="524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8" v="21236"/>
          <ac:spMkLst>
            <pc:docMk/>
            <pc:sldMk cId="3741146854" sldId="2147482978"/>
            <ac:spMk id="525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9" v="21237"/>
          <ac:spMkLst>
            <pc:docMk/>
            <pc:sldMk cId="3741146854" sldId="2147482978"/>
            <ac:spMk id="544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79" v="21238"/>
          <ac:spMkLst>
            <pc:docMk/>
            <pc:sldMk cId="3741146854" sldId="2147482978"/>
            <ac:spMk id="545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80" v="21239"/>
          <ac:spMkLst>
            <pc:docMk/>
            <pc:sldMk cId="3741146854" sldId="2147482978"/>
            <ac:spMk id="546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81" v="21240"/>
          <ac:spMkLst>
            <pc:docMk/>
            <pc:sldMk cId="3741146854" sldId="2147482978"/>
            <ac:spMk id="54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82" v="21241"/>
          <ac:spMkLst>
            <pc:docMk/>
            <pc:sldMk cId="3741146854" sldId="2147482978"/>
            <ac:spMk id="54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83" v="21242"/>
          <ac:spMkLst>
            <pc:docMk/>
            <pc:sldMk cId="3741146854" sldId="2147482978"/>
            <ac:spMk id="54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84" v="21243"/>
          <ac:spMkLst>
            <pc:docMk/>
            <pc:sldMk cId="3741146854" sldId="2147482978"/>
            <ac:spMk id="55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6:23:37.184" v="21244"/>
          <ac:spMkLst>
            <pc:docMk/>
            <pc:sldMk cId="3741146854" sldId="2147482978"/>
            <ac:spMk id="551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6:23:37.190" v="21253"/>
          <ac:spMkLst>
            <pc:docMk/>
            <pc:sldMk cId="3741146854" sldId="2147482978"/>
            <ac:spMk id="624" creationId="{88C9E14A-C946-E9BA-A929-2D48A39210C9}"/>
          </ac:spMkLst>
        </pc:spChg>
        <pc:grpChg chg="mod ord">
          <ac:chgData name="Lala Guluzade" userId="2e684c3e-ad8a-47cf-b493-54606dd5dcb1" providerId="ADAL" clId="{A2BF9B08-964F-4531-B73D-668D4608DC8E}" dt="2026-06-30T16:23:37.188" v="21249"/>
          <ac:grpSpMkLst>
            <pc:docMk/>
            <pc:sldMk cId="3741146854" sldId="2147482978"/>
            <ac:grpSpMk id="467" creationId="{F5C7DBE2-7A28-91DF-C59D-5E3670A5C67A}"/>
          </ac:grpSpMkLst>
        </pc:grpChg>
        <pc:graphicFrameChg chg="mod">
          <ac:chgData name="Lala Guluzade" userId="2e684c3e-ad8a-47cf-b493-54606dd5dcb1" providerId="ADAL" clId="{A2BF9B08-964F-4531-B73D-668D4608DC8E}" dt="2026-06-30T16:23:37.204" v="21277"/>
          <ac:graphicFrameMkLst>
            <pc:docMk/>
            <pc:sldMk cId="3741146854" sldId="2147482978"/>
            <ac:graphicFrameMk id="5" creationId="{BCEC8222-44EB-A06F-CF98-D9AB7963C6A6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6:23:36.773" v="21000"/>
          <ac:graphicFrameMkLst>
            <pc:docMk/>
            <pc:sldMk cId="3741146854" sldId="2147482978"/>
            <ac:graphicFrameMk id="22" creationId="{789F774A-4CB3-A75A-A22D-8F247CB0E6D0}"/>
          </ac:graphicFrameMkLst>
        </pc:graphicFrameChg>
        <pc:graphicFrameChg chg="add del mod ord">
          <ac:chgData name="Lala Guluzade" userId="2e684c3e-ad8a-47cf-b493-54606dd5dcb1" providerId="ADAL" clId="{A2BF9B08-964F-4531-B73D-668D4608DC8E}" dt="2026-06-30T16:23:37.055" v="21157"/>
          <ac:graphicFrameMkLst>
            <pc:docMk/>
            <pc:sldMk cId="3741146854" sldId="2147482978"/>
            <ac:graphicFrameMk id="24" creationId="{F68B06B0-F0A5-D78F-8D42-F80922CC486D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6:23:37.117" v="21179"/>
          <ac:graphicFrameMkLst>
            <pc:docMk/>
            <pc:sldMk cId="3741146854" sldId="2147482978"/>
            <ac:graphicFrameMk id="32" creationId="{12E29F2B-33F3-A0A1-3837-01216484D430}"/>
          </ac:graphicFrameMkLst>
        </pc:graphicFrameChg>
        <pc:graphicFrameChg chg="mod ord">
          <ac:chgData name="Lala Guluzade" userId="2e684c3e-ad8a-47cf-b493-54606dd5dcb1" providerId="ADAL" clId="{A2BF9B08-964F-4531-B73D-668D4608DC8E}" dt="2026-06-30T16:23:37.166" v="21221"/>
          <ac:graphicFrameMkLst>
            <pc:docMk/>
            <pc:sldMk cId="3741146854" sldId="2147482978"/>
            <ac:graphicFrameMk id="450" creationId="{D8A4F0CF-B1C0-C65E-5255-53F9CC883DE6}"/>
          </ac:graphicFrameMkLst>
        </pc:graphicFrameChg>
        <pc:graphicFrameChg chg="del mod ord">
          <ac:chgData name="Lala Guluzade" userId="2e684c3e-ad8a-47cf-b493-54606dd5dcb1" providerId="ADAL" clId="{A2BF9B08-964F-4531-B73D-668D4608DC8E}" dt="2026-06-30T16:23:35.198" v="20843"/>
          <ac:graphicFrameMkLst>
            <pc:docMk/>
            <pc:sldMk cId="3741146854" sldId="2147482978"/>
            <ac:graphicFrameMk id="569" creationId="{719B903C-A817-F1FC-20B2-F777F3E01C10}"/>
          </ac:graphicFrameMkLst>
        </pc:graphicFrameChg>
        <pc:cxnChg chg="mod ord">
          <ac:chgData name="Lala Guluzade" userId="2e684c3e-ad8a-47cf-b493-54606dd5dcb1" providerId="ADAL" clId="{A2BF9B08-964F-4531-B73D-668D4608DC8E}" dt="2026-06-30T16:23:37.159" v="21210"/>
          <ac:cxnSpMkLst>
            <pc:docMk/>
            <pc:sldMk cId="3741146854" sldId="2147482978"/>
            <ac:cxnSpMk id="420" creationId="{26CED148-A209-BB6F-7FE8-08BAD5C21C7A}"/>
          </ac:cxnSpMkLst>
        </pc:cxnChg>
        <pc:cxnChg chg="mod ord">
          <ac:chgData name="Lala Guluzade" userId="2e684c3e-ad8a-47cf-b493-54606dd5dcb1" providerId="ADAL" clId="{A2BF9B08-964F-4531-B73D-668D4608DC8E}" dt="2026-06-30T16:23:37.164" v="21217"/>
          <ac:cxnSpMkLst>
            <pc:docMk/>
            <pc:sldMk cId="3741146854" sldId="2147482978"/>
            <ac:cxnSpMk id="443" creationId="{D77F56D4-E6CB-40B5-DD47-B4ABDAF91369}"/>
          </ac:cxnSpMkLst>
        </pc:cxnChg>
        <pc:cxnChg chg="mod ord">
          <ac:chgData name="Lala Guluzade" userId="2e684c3e-ad8a-47cf-b493-54606dd5dcb1" providerId="ADAL" clId="{A2BF9B08-964F-4531-B73D-668D4608DC8E}" dt="2026-06-30T16:23:37.194" v="21261"/>
          <ac:cxnSpMkLst>
            <pc:docMk/>
            <pc:sldMk cId="3741146854" sldId="2147482978"/>
            <ac:cxnSpMk id="452" creationId="{FCF6BF46-5D11-50D9-B940-BCBFABF288F1}"/>
          </ac:cxnSpMkLst>
        </pc:cxnChg>
        <pc:cxnChg chg="mod ord">
          <ac:chgData name="Lala Guluzade" userId="2e684c3e-ad8a-47cf-b493-54606dd5dcb1" providerId="ADAL" clId="{A2BF9B08-964F-4531-B73D-668D4608DC8E}" dt="2026-06-30T16:23:37.192" v="21259"/>
          <ac:cxnSpMkLst>
            <pc:docMk/>
            <pc:sldMk cId="3741146854" sldId="2147482978"/>
            <ac:cxnSpMk id="453" creationId="{2AF66C5B-166A-B94F-93D8-BBB4230DC3FE}"/>
          </ac:cxnSpMkLst>
        </pc:cxnChg>
        <pc:cxnChg chg="mod ord">
          <ac:chgData name="Lala Guluzade" userId="2e684c3e-ad8a-47cf-b493-54606dd5dcb1" providerId="ADAL" clId="{A2BF9B08-964F-4531-B73D-668D4608DC8E}" dt="2026-06-30T16:23:37.195" v="21263"/>
          <ac:cxnSpMkLst>
            <pc:docMk/>
            <pc:sldMk cId="3741146854" sldId="2147482978"/>
            <ac:cxnSpMk id="454" creationId="{14B8F2BA-B359-C307-2C89-C2533C3C22CC}"/>
          </ac:cxnSpMkLst>
        </pc:cxnChg>
        <pc:cxnChg chg="mod ord">
          <ac:chgData name="Lala Guluzade" userId="2e684c3e-ad8a-47cf-b493-54606dd5dcb1" providerId="ADAL" clId="{A2BF9B08-964F-4531-B73D-668D4608DC8E}" dt="2026-06-30T16:23:37.196" v="21265"/>
          <ac:cxnSpMkLst>
            <pc:docMk/>
            <pc:sldMk cId="3741146854" sldId="2147482978"/>
            <ac:cxnSpMk id="455" creationId="{255591E1-F7F3-54D9-EC70-92C844396D86}"/>
          </ac:cxnSpMkLst>
        </pc:cxnChg>
        <pc:cxnChg chg="mod ord">
          <ac:chgData name="Lala Guluzade" userId="2e684c3e-ad8a-47cf-b493-54606dd5dcb1" providerId="ADAL" clId="{A2BF9B08-964F-4531-B73D-668D4608DC8E}" dt="2026-06-30T16:23:37.197" v="21267"/>
          <ac:cxnSpMkLst>
            <pc:docMk/>
            <pc:sldMk cId="3741146854" sldId="2147482978"/>
            <ac:cxnSpMk id="456" creationId="{45C8A226-69A1-3672-47C6-C76369D35430}"/>
          </ac:cxnSpMkLst>
        </pc:cxnChg>
        <pc:cxnChg chg="mod ord">
          <ac:chgData name="Lala Guluzade" userId="2e684c3e-ad8a-47cf-b493-54606dd5dcb1" providerId="ADAL" clId="{A2BF9B08-964F-4531-B73D-668D4608DC8E}" dt="2026-06-30T16:23:37.198" v="21269"/>
          <ac:cxnSpMkLst>
            <pc:docMk/>
            <pc:sldMk cId="3741146854" sldId="2147482978"/>
            <ac:cxnSpMk id="457" creationId="{66A75036-89F8-5AFE-3C92-083C43959F84}"/>
          </ac:cxnSpMkLst>
        </pc:cxnChg>
        <pc:cxnChg chg="mod ord">
          <ac:chgData name="Lala Guluzade" userId="2e684c3e-ad8a-47cf-b493-54606dd5dcb1" providerId="ADAL" clId="{A2BF9B08-964F-4531-B73D-668D4608DC8E}" dt="2026-06-30T16:23:37.199" v="21271"/>
          <ac:cxnSpMkLst>
            <pc:docMk/>
            <pc:sldMk cId="3741146854" sldId="2147482978"/>
            <ac:cxnSpMk id="458" creationId="{044E509E-893B-A9CF-64F1-2F3F5DC5FA78}"/>
          </ac:cxnSpMkLst>
        </pc:cxnChg>
        <pc:cxnChg chg="mod ord">
          <ac:chgData name="Lala Guluzade" userId="2e684c3e-ad8a-47cf-b493-54606dd5dcb1" providerId="ADAL" clId="{A2BF9B08-964F-4531-B73D-668D4608DC8E}" dt="2026-06-30T16:23:37.200" v="21273"/>
          <ac:cxnSpMkLst>
            <pc:docMk/>
            <pc:sldMk cId="3741146854" sldId="2147482978"/>
            <ac:cxnSpMk id="459" creationId="{11D38C74-6E00-3351-DA9E-749AA0704452}"/>
          </ac:cxnSpMkLst>
        </pc:cxnChg>
        <pc:cxnChg chg="mod ord">
          <ac:chgData name="Lala Guluzade" userId="2e684c3e-ad8a-47cf-b493-54606dd5dcb1" providerId="ADAL" clId="{A2BF9B08-964F-4531-B73D-668D4608DC8E}" dt="2026-06-30T16:23:37.190" v="21255"/>
          <ac:cxnSpMkLst>
            <pc:docMk/>
            <pc:sldMk cId="3741146854" sldId="2147482978"/>
            <ac:cxnSpMk id="625" creationId="{5F59F1DE-2E67-6AFD-BD2A-3586C4EAD6F0}"/>
          </ac:cxnSpMkLst>
        </pc:cxnChg>
        <pc:cxnChg chg="mod ord">
          <ac:chgData name="Lala Guluzade" userId="2e684c3e-ad8a-47cf-b493-54606dd5dcb1" providerId="ADAL" clId="{A2BF9B08-964F-4531-B73D-668D4608DC8E}" dt="2026-06-30T16:23:37.187" v="21247"/>
          <ac:cxnSpMkLst>
            <pc:docMk/>
            <pc:sldMk cId="3741146854" sldId="2147482978"/>
            <ac:cxnSpMk id="659" creationId="{1C4A667B-F36E-AAFD-7D6B-1755FA28C451}"/>
          </ac:cxnSpMkLst>
        </pc:cxnChg>
      </pc:sldChg>
      <pc:sldChg chg="addSp delSp modSp del mod">
        <pc:chgData name="Lala Guluzade" userId="2e684c3e-ad8a-47cf-b493-54606dd5dcb1" providerId="ADAL" clId="{A2BF9B08-964F-4531-B73D-668D4608DC8E}" dt="2026-06-30T22:11:54.767" v="23340" actId="47"/>
        <pc:sldMkLst>
          <pc:docMk/>
          <pc:sldMk cId="1854541117" sldId="2147482979"/>
        </pc:sldMkLst>
        <pc:spChg chg="del mod">
          <ac:chgData name="Lala Guluzade" userId="2e684c3e-ad8a-47cf-b493-54606dd5dcb1" providerId="ADAL" clId="{A2BF9B08-964F-4531-B73D-668D4608DC8E}" dt="2026-06-30T14:43:48.380" v="15102" actId="478"/>
          <ac:spMkLst>
            <pc:docMk/>
            <pc:sldMk cId="1854541117" sldId="2147482979"/>
            <ac:spMk id="3" creationId="{EC4F1346-4CC4-1DAA-E259-AD0875A1DF18}"/>
          </ac:spMkLst>
        </pc:spChg>
        <pc:spChg chg="add del mod">
          <ac:chgData name="Lala Guluzade" userId="2e684c3e-ad8a-47cf-b493-54606dd5dcb1" providerId="ADAL" clId="{A2BF9B08-964F-4531-B73D-668D4608DC8E}" dt="2026-06-30T14:41:15.430" v="14846" actId="478"/>
          <ac:spMkLst>
            <pc:docMk/>
            <pc:sldMk cId="1854541117" sldId="2147482979"/>
            <ac:spMk id="6" creationId="{5DE9C603-4089-8365-45ED-5F5B92777EF0}"/>
          </ac:spMkLst>
        </pc:spChg>
        <pc:spChg chg="add mod">
          <ac:chgData name="Lala Guluzade" userId="2e684c3e-ad8a-47cf-b493-54606dd5dcb1" providerId="ADAL" clId="{A2BF9B08-964F-4531-B73D-668D4608DC8E}" dt="2026-06-30T14:43:45.567" v="15100" actId="1037"/>
          <ac:spMkLst>
            <pc:docMk/>
            <pc:sldMk cId="1854541117" sldId="2147482979"/>
            <ac:spMk id="9" creationId="{0D38539C-4067-B58D-A101-5A7158FB4963}"/>
          </ac:spMkLst>
        </pc:spChg>
        <pc:spChg chg="add mod">
          <ac:chgData name="Lala Guluzade" userId="2e684c3e-ad8a-47cf-b493-54606dd5dcb1" providerId="ADAL" clId="{A2BF9B08-964F-4531-B73D-668D4608DC8E}" dt="2026-06-30T14:43:45.567" v="15100" actId="1037"/>
          <ac:spMkLst>
            <pc:docMk/>
            <pc:sldMk cId="1854541117" sldId="2147482979"/>
            <ac:spMk id="11" creationId="{A76D5F3F-E681-EB7D-0CC8-0E691107B978}"/>
          </ac:spMkLst>
        </pc:spChg>
        <pc:spChg chg="add mod">
          <ac:chgData name="Lala Guluzade" userId="2e684c3e-ad8a-47cf-b493-54606dd5dcb1" providerId="ADAL" clId="{A2BF9B08-964F-4531-B73D-668D4608DC8E}" dt="2026-06-30T14:43:45.567" v="15100" actId="1037"/>
          <ac:spMkLst>
            <pc:docMk/>
            <pc:sldMk cId="1854541117" sldId="2147482979"/>
            <ac:spMk id="12" creationId="{65D662B5-D6BB-C8B0-7205-B345FA5959A6}"/>
          </ac:spMkLst>
        </pc:spChg>
        <pc:spChg chg="mod">
          <ac:chgData name="Lala Guluzade" userId="2e684c3e-ad8a-47cf-b493-54606dd5dcb1" providerId="ADAL" clId="{A2BF9B08-964F-4531-B73D-668D4608DC8E}" dt="2026-06-30T14:43:45.567" v="15100" actId="1037"/>
          <ac:spMkLst>
            <pc:docMk/>
            <pc:sldMk cId="1854541117" sldId="2147482979"/>
            <ac:spMk id="14" creationId="{DC759CEB-3DE5-F8B9-FA68-A771058BAE1A}"/>
          </ac:spMkLst>
        </pc:spChg>
        <pc:spChg chg="mod">
          <ac:chgData name="Lala Guluzade" userId="2e684c3e-ad8a-47cf-b493-54606dd5dcb1" providerId="ADAL" clId="{A2BF9B08-964F-4531-B73D-668D4608DC8E}" dt="2026-06-30T14:43:45.567" v="15100" actId="1037"/>
          <ac:spMkLst>
            <pc:docMk/>
            <pc:sldMk cId="1854541117" sldId="2147482979"/>
            <ac:spMk id="169" creationId="{CA99CF85-4E78-6612-57A0-47E2DB99F6FA}"/>
          </ac:spMkLst>
        </pc:spChg>
        <pc:spChg chg="del">
          <ac:chgData name="Lala Guluzade" userId="2e684c3e-ad8a-47cf-b493-54606dd5dcb1" providerId="ADAL" clId="{A2BF9B08-964F-4531-B73D-668D4608DC8E}" dt="2026-06-30T14:37:54.038" v="14576" actId="478"/>
          <ac:spMkLst>
            <pc:docMk/>
            <pc:sldMk cId="1854541117" sldId="2147482979"/>
            <ac:spMk id="187" creationId="{A0CECF31-63C4-5170-7827-17D2540C644E}"/>
          </ac:spMkLst>
        </pc:spChg>
        <pc:cxnChg chg="mod">
          <ac:chgData name="Lala Guluzade" userId="2e684c3e-ad8a-47cf-b493-54606dd5dcb1" providerId="ADAL" clId="{A2BF9B08-964F-4531-B73D-668D4608DC8E}" dt="2026-06-30T14:43:45.567" v="15100" actId="1037"/>
          <ac:cxnSpMkLst>
            <pc:docMk/>
            <pc:sldMk cId="1854541117" sldId="2147482979"/>
            <ac:cxnSpMk id="16" creationId="{1EE51DFA-DA2E-D28F-CCC4-0BC961DC6F79}"/>
          </ac:cxnSpMkLst>
        </pc:cxnChg>
        <pc:cxnChg chg="add mod">
          <ac:chgData name="Lala Guluzade" userId="2e684c3e-ad8a-47cf-b493-54606dd5dcb1" providerId="ADAL" clId="{A2BF9B08-964F-4531-B73D-668D4608DC8E}" dt="2026-06-30T14:43:51.725" v="15103" actId="571"/>
          <ac:cxnSpMkLst>
            <pc:docMk/>
            <pc:sldMk cId="1854541117" sldId="2147482979"/>
            <ac:cxnSpMk id="18" creationId="{02F2DBB3-81D3-FAAA-1D2F-11CB8457B46F}"/>
          </ac:cxnSpMkLst>
        </pc:cxnChg>
      </pc:sldChg>
      <pc:sldChg chg="addSp delSp modSp del mod">
        <pc:chgData name="Lala Guluzade" userId="2e684c3e-ad8a-47cf-b493-54606dd5dcb1" providerId="ADAL" clId="{A2BF9B08-964F-4531-B73D-668D4608DC8E}" dt="2026-06-30T22:11:57.001" v="23341" actId="47"/>
        <pc:sldMkLst>
          <pc:docMk/>
          <pc:sldMk cId="0" sldId="2147482980"/>
        </pc:sldMkLst>
        <pc:spChg chg="del mod ord">
          <ac:chgData name="Lala Guluzade" userId="2e684c3e-ad8a-47cf-b493-54606dd5dcb1" providerId="ADAL" clId="{A2BF9B08-964F-4531-B73D-668D4608DC8E}" dt="2026-06-30T20:22:12.406" v="22940" actId="478"/>
          <ac:spMkLst>
            <pc:docMk/>
            <pc:sldMk cId="0" sldId="2147482980"/>
            <ac:spMk id="2" creationId="{A68331B7-CEA5-1C56-378F-76A969E51649}"/>
          </ac:spMkLst>
        </pc:spChg>
        <pc:spChg chg="mod">
          <ac:chgData name="Lala Guluzade" userId="2e684c3e-ad8a-47cf-b493-54606dd5dcb1" providerId="ADAL" clId="{A2BF9B08-964F-4531-B73D-668D4608DC8E}" dt="2026-06-30T14:46:38.603" v="17798"/>
          <ac:spMkLst>
            <pc:docMk/>
            <pc:sldMk cId="0" sldId="2147482980"/>
            <ac:spMk id="3" creationId="{00000000-0000-0000-0000-000000000000}"/>
          </ac:spMkLst>
        </pc:spChg>
        <pc:spChg chg="mod ord">
          <ac:chgData name="Lala Guluzade" userId="2e684c3e-ad8a-47cf-b493-54606dd5dcb1" providerId="ADAL" clId="{A2BF9B08-964F-4531-B73D-668D4608DC8E}" dt="2026-06-30T14:46:42.157" v="17912"/>
          <ac:spMkLst>
            <pc:docMk/>
            <pc:sldMk cId="0" sldId="2147482980"/>
            <ac:spMk id="4" creationId="{D851A35A-4240-928C-F577-FB499DA73B86}"/>
          </ac:spMkLst>
        </pc:spChg>
        <pc:spChg chg="add mod">
          <ac:chgData name="Lala Guluzade" userId="2e684c3e-ad8a-47cf-b493-54606dd5dcb1" providerId="ADAL" clId="{A2BF9B08-964F-4531-B73D-668D4608DC8E}" dt="2026-06-30T20:22:08.231" v="22939" actId="1035"/>
          <ac:spMkLst>
            <pc:docMk/>
            <pc:sldMk cId="0" sldId="2147482980"/>
            <ac:spMk id="5" creationId="{3739EB09-B4D7-12BE-90A5-F06FD9191601}"/>
          </ac:spMkLst>
        </pc:spChg>
        <pc:spChg chg="add del mod modVis">
          <ac:chgData name="Lala Guluzade" userId="2e684c3e-ad8a-47cf-b493-54606dd5dcb1" providerId="ADAL" clId="{A2BF9B08-964F-4531-B73D-668D4608DC8E}" dt="2026-06-30T14:46:12.287" v="17708"/>
          <ac:spMkLst>
            <pc:docMk/>
            <pc:sldMk cId="0" sldId="2147482980"/>
            <ac:spMk id="9" creationId="{1D00096E-F0A1-F920-1F28-2E8E25200DEA}"/>
          </ac:spMkLst>
        </pc:spChg>
        <pc:spChg chg="mod">
          <ac:chgData name="Lala Guluzade" userId="2e684c3e-ad8a-47cf-b493-54606dd5dcb1" providerId="ADAL" clId="{A2BF9B08-964F-4531-B73D-668D4608DC8E}" dt="2026-06-30T14:46:38.617" v="17825"/>
          <ac:spMkLst>
            <pc:docMk/>
            <pc:sldMk cId="0" sldId="2147482980"/>
            <ac:spMk id="11" creationId="{AE34933B-BE23-A31D-CED1-5A600F368F4E}"/>
          </ac:spMkLst>
        </pc:spChg>
        <pc:spChg chg="add mod">
          <ac:chgData name="Lala Guluzade" userId="2e684c3e-ad8a-47cf-b493-54606dd5dcb1" providerId="ADAL" clId="{A2BF9B08-964F-4531-B73D-668D4608DC8E}" dt="2026-06-30T14:46:12.239" v="17664" actId="207"/>
          <ac:spMkLst>
            <pc:docMk/>
            <pc:sldMk cId="0" sldId="2147482980"/>
            <ac:spMk id="13" creationId="{848D6BD0-17D0-8CCF-5763-04AC9A17ACE4}"/>
          </ac:spMkLst>
        </pc:spChg>
        <pc:spChg chg="add mod">
          <ac:chgData name="Lala Guluzade" userId="2e684c3e-ad8a-47cf-b493-54606dd5dcb1" providerId="ADAL" clId="{A2BF9B08-964F-4531-B73D-668D4608DC8E}" dt="2026-06-30T14:46:12.287" v="17708"/>
          <ac:spMkLst>
            <pc:docMk/>
            <pc:sldMk cId="0" sldId="2147482980"/>
            <ac:spMk id="14" creationId="{B5495CBA-17D4-195F-4C61-C49A874D4C39}"/>
          </ac:spMkLst>
        </pc:spChg>
        <pc:spChg chg="add del mod modVis">
          <ac:chgData name="Lala Guluzade" userId="2e684c3e-ad8a-47cf-b493-54606dd5dcb1" providerId="ADAL" clId="{A2BF9B08-964F-4531-B73D-668D4608DC8E}" dt="2026-06-30T14:46:11.038" v="17594"/>
          <ac:spMkLst>
            <pc:docMk/>
            <pc:sldMk cId="0" sldId="2147482980"/>
            <ac:spMk id="17" creationId="{196D4B50-AB09-2049-747A-F6C0B957D372}"/>
          </ac:spMkLst>
        </pc:spChg>
        <pc:spChg chg="add del mod modVis">
          <ac:chgData name="Lala Guluzade" userId="2e684c3e-ad8a-47cf-b493-54606dd5dcb1" providerId="ADAL" clId="{A2BF9B08-964F-4531-B73D-668D4608DC8E}" dt="2026-06-30T14:46:42.156" v="17910" actId="962"/>
          <ac:spMkLst>
            <pc:docMk/>
            <pc:sldMk cId="0" sldId="2147482980"/>
            <ac:spMk id="19" creationId="{AAC680D7-74CA-2DCE-3598-64D99D3B5651}"/>
          </ac:spMkLst>
        </pc:spChg>
        <pc:spChg chg="add del mod">
          <ac:chgData name="Lala Guluzade" userId="2e684c3e-ad8a-47cf-b493-54606dd5dcb1" providerId="ADAL" clId="{A2BF9B08-964F-4531-B73D-668D4608DC8E}" dt="2026-06-30T14:47:47.718" v="17921" actId="478"/>
          <ac:spMkLst>
            <pc:docMk/>
            <pc:sldMk cId="0" sldId="2147482980"/>
            <ac:spMk id="28" creationId="{BF379A71-B3CE-4E2D-A26C-BFBE3842D86E}"/>
          </ac:spMkLst>
        </pc:spChg>
        <pc:spChg chg="mod ord">
          <ac:chgData name="Lala Guluzade" userId="2e684c3e-ad8a-47cf-b493-54606dd5dcb1" providerId="ADAL" clId="{A2BF9B08-964F-4531-B73D-668D4608DC8E}" dt="2026-06-30T14:46:42.116" v="17856"/>
          <ac:spMkLst>
            <pc:docMk/>
            <pc:sldMk cId="0" sldId="2147482980"/>
            <ac:spMk id="31" creationId="{4ACA3867-F239-DD5B-5A77-E4B7BBD149CD}"/>
          </ac:spMkLst>
        </pc:spChg>
        <pc:spChg chg="mod ord">
          <ac:chgData name="Lala Guluzade" userId="2e684c3e-ad8a-47cf-b493-54606dd5dcb1" providerId="ADAL" clId="{A2BF9B08-964F-4531-B73D-668D4608DC8E}" dt="2026-06-30T14:46:42.116" v="17855"/>
          <ac:spMkLst>
            <pc:docMk/>
            <pc:sldMk cId="0" sldId="2147482980"/>
            <ac:spMk id="33" creationId="{FEB7E56A-E9C6-9C47-1E65-0F60CEA7830F}"/>
          </ac:spMkLst>
        </pc:spChg>
        <pc:spChg chg="add mod">
          <ac:chgData name="Lala Guluzade" userId="2e684c3e-ad8a-47cf-b493-54606dd5dcb1" providerId="ADAL" clId="{A2BF9B08-964F-4531-B73D-668D4608DC8E}" dt="2026-06-30T15:21:08.826" v="19242" actId="1037"/>
          <ac:spMkLst>
            <pc:docMk/>
            <pc:sldMk cId="0" sldId="2147482980"/>
            <ac:spMk id="35" creationId="{88B84369-8B75-5435-2A48-F6DB304849FA}"/>
          </ac:spMkLst>
        </pc:spChg>
        <pc:spChg chg="mod ord">
          <ac:chgData name="Lala Guluzade" userId="2e684c3e-ad8a-47cf-b493-54606dd5dcb1" providerId="ADAL" clId="{A2BF9B08-964F-4531-B73D-668D4608DC8E}" dt="2026-06-30T14:46:42.157" v="17912"/>
          <ac:spMkLst>
            <pc:docMk/>
            <pc:sldMk cId="0" sldId="2147482980"/>
            <ac:spMk id="37" creationId="{010FFAF6-A7E9-58DC-9203-A80C972CE383}"/>
          </ac:spMkLst>
        </pc:spChg>
        <pc:spChg chg="add del mod ord">
          <ac:chgData name="Lala Guluzade" userId="2e684c3e-ad8a-47cf-b493-54606dd5dcb1" providerId="ADAL" clId="{A2BF9B08-964F-4531-B73D-668D4608DC8E}" dt="2026-06-30T14:46:42.157" v="17912"/>
          <ac:spMkLst>
            <pc:docMk/>
            <pc:sldMk cId="0" sldId="2147482980"/>
            <ac:spMk id="40" creationId="{A0DBE3FB-5835-5782-68E9-5FFDCEDAE6A1}"/>
          </ac:spMkLst>
        </pc:spChg>
        <pc:spChg chg="mod">
          <ac:chgData name="Lala Guluzade" userId="2e684c3e-ad8a-47cf-b493-54606dd5dcb1" providerId="ADAL" clId="{A2BF9B08-964F-4531-B73D-668D4608DC8E}" dt="2026-06-30T14:46:38.605" v="17805"/>
          <ac:spMkLst>
            <pc:docMk/>
            <pc:sldMk cId="0" sldId="2147482980"/>
            <ac:spMk id="41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4:46:42.122" v="17882" actId="1076"/>
          <ac:spMkLst>
            <pc:docMk/>
            <pc:sldMk cId="0" sldId="2147482980"/>
            <ac:spMk id="42" creationId="{7CD3AFA7-F14B-F148-4EF4-84893B44EDB7}"/>
          </ac:spMkLst>
        </pc:spChg>
        <pc:spChg chg="mod">
          <ac:chgData name="Lala Guluzade" userId="2e684c3e-ad8a-47cf-b493-54606dd5dcb1" providerId="ADAL" clId="{A2BF9B08-964F-4531-B73D-668D4608DC8E}" dt="2026-06-30T14:46:38.606" v="17806"/>
          <ac:spMkLst>
            <pc:docMk/>
            <pc:sldMk cId="0" sldId="2147482980"/>
            <ac:spMk id="43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4:46:42.120" v="17876" actId="1076"/>
          <ac:spMkLst>
            <pc:docMk/>
            <pc:sldMk cId="0" sldId="2147482980"/>
            <ac:spMk id="44" creationId="{01A5B62A-D8BB-D822-C84D-2D943AD83D6C}"/>
          </ac:spMkLst>
        </pc:spChg>
        <pc:spChg chg="mod">
          <ac:chgData name="Lala Guluzade" userId="2e684c3e-ad8a-47cf-b493-54606dd5dcb1" providerId="ADAL" clId="{A2BF9B08-964F-4531-B73D-668D4608DC8E}" dt="2026-06-30T14:46:38.607" v="17807"/>
          <ac:spMkLst>
            <pc:docMk/>
            <pc:sldMk cId="0" sldId="2147482980"/>
            <ac:spMk id="45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4:46:42.157" v="17912"/>
          <ac:spMkLst>
            <pc:docMk/>
            <pc:sldMk cId="0" sldId="2147482980"/>
            <ac:spMk id="48" creationId="{3B8AB79D-9B8E-70B2-940B-52795BBC6BDC}"/>
          </ac:spMkLst>
        </pc:spChg>
        <pc:spChg chg="mod ord">
          <ac:chgData name="Lala Guluzade" userId="2e684c3e-ad8a-47cf-b493-54606dd5dcb1" providerId="ADAL" clId="{A2BF9B08-964F-4531-B73D-668D4608DC8E}" dt="2026-06-30T14:46:42.157" v="17912"/>
          <ac:spMkLst>
            <pc:docMk/>
            <pc:sldMk cId="0" sldId="2147482980"/>
            <ac:spMk id="55" creationId="{605D772C-0891-7F19-12B9-E8885CF4192C}"/>
          </ac:spMkLst>
        </pc:spChg>
        <pc:spChg chg="mod">
          <ac:chgData name="Lala Guluzade" userId="2e684c3e-ad8a-47cf-b493-54606dd5dcb1" providerId="ADAL" clId="{A2BF9B08-964F-4531-B73D-668D4608DC8E}" dt="2026-06-30T14:46:38.607" v="17808"/>
          <ac:spMkLst>
            <pc:docMk/>
            <pc:sldMk cId="0" sldId="2147482980"/>
            <ac:spMk id="89" creationId="{D6C90C15-8563-4F75-C6BA-09F7DA428B77}"/>
          </ac:spMkLst>
        </pc:spChg>
        <pc:spChg chg="mod ord">
          <ac:chgData name="Lala Guluzade" userId="2e684c3e-ad8a-47cf-b493-54606dd5dcb1" providerId="ADAL" clId="{A2BF9B08-964F-4531-B73D-668D4608DC8E}" dt="2026-06-30T14:46:42.119" v="17870"/>
          <ac:spMkLst>
            <pc:docMk/>
            <pc:sldMk cId="0" sldId="2147482980"/>
            <ac:spMk id="91" creationId="{8395E7AF-4B7C-CEEE-F8F6-7BC716D0E89D}"/>
          </ac:spMkLst>
        </pc:spChg>
        <pc:spChg chg="mod ord">
          <ac:chgData name="Lala Guluzade" userId="2e684c3e-ad8a-47cf-b493-54606dd5dcb1" providerId="ADAL" clId="{A2BF9B08-964F-4531-B73D-668D4608DC8E}" dt="2026-06-30T14:46:42.157" v="17912"/>
          <ac:spMkLst>
            <pc:docMk/>
            <pc:sldMk cId="0" sldId="2147482980"/>
            <ac:spMk id="92" creationId="{0ED1587E-9A79-5E15-4CB7-BA137E000066}"/>
          </ac:spMkLst>
        </pc:spChg>
        <pc:spChg chg="mod">
          <ac:chgData name="Lala Guluzade" userId="2e684c3e-ad8a-47cf-b493-54606dd5dcb1" providerId="ADAL" clId="{A2BF9B08-964F-4531-B73D-668D4608DC8E}" dt="2026-06-30T14:46:42.157" v="17912"/>
          <ac:spMkLst>
            <pc:docMk/>
            <pc:sldMk cId="0" sldId="2147482980"/>
            <ac:spMk id="98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4:46:42.157" v="17912"/>
          <ac:spMkLst>
            <pc:docMk/>
            <pc:sldMk cId="0" sldId="2147482980"/>
            <ac:spMk id="99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4:46:42.157" v="17912"/>
          <ac:spMkLst>
            <pc:docMk/>
            <pc:sldMk cId="0" sldId="2147482980"/>
            <ac:spMk id="100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4:46:38.610" v="17813"/>
          <ac:spMkLst>
            <pc:docMk/>
            <pc:sldMk cId="0" sldId="2147482980"/>
            <ac:spMk id="124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4:46:38.610" v="17814"/>
          <ac:spMkLst>
            <pc:docMk/>
            <pc:sldMk cId="0" sldId="2147482980"/>
            <ac:spMk id="147" creationId="{4C1F3293-4EFE-461D-940D-7EE66BAE31C5}"/>
          </ac:spMkLst>
        </pc:spChg>
        <pc:spChg chg="mod">
          <ac:chgData name="Lala Guluzade" userId="2e684c3e-ad8a-47cf-b493-54606dd5dcb1" providerId="ADAL" clId="{A2BF9B08-964F-4531-B73D-668D4608DC8E}" dt="2026-06-30T14:46:38.611" v="17815"/>
          <ac:spMkLst>
            <pc:docMk/>
            <pc:sldMk cId="0" sldId="2147482980"/>
            <ac:spMk id="156" creationId="{4C1F3293-4EFE-461D-940D-7EE66BAE31C5}"/>
          </ac:spMkLst>
        </pc:spChg>
        <pc:spChg chg="mod ord">
          <ac:chgData name="Lala Guluzade" userId="2e684c3e-ad8a-47cf-b493-54606dd5dcb1" providerId="ADAL" clId="{A2BF9B08-964F-4531-B73D-668D4608DC8E}" dt="2026-06-30T14:46:42.117" v="17860"/>
          <ac:spMkLst>
            <pc:docMk/>
            <pc:sldMk cId="0" sldId="2147482980"/>
            <ac:spMk id="162" creationId="{4F61872A-70E7-4FB3-2F86-E8C7D02D49FE}"/>
          </ac:spMkLst>
        </pc:spChg>
        <pc:spChg chg="mod ord">
          <ac:chgData name="Lala Guluzade" userId="2e684c3e-ad8a-47cf-b493-54606dd5dcb1" providerId="ADAL" clId="{A2BF9B08-964F-4531-B73D-668D4608DC8E}" dt="2026-06-30T14:46:42.117" v="17861"/>
          <ac:spMkLst>
            <pc:docMk/>
            <pc:sldMk cId="0" sldId="2147482980"/>
            <ac:spMk id="183" creationId="{A8A603FD-B36C-FF74-36B8-F938A6E60C56}"/>
          </ac:spMkLst>
        </pc:spChg>
        <pc:grpChg chg="mod ord">
          <ac:chgData name="Lala Guluzade" userId="2e684c3e-ad8a-47cf-b493-54606dd5dcb1" providerId="ADAL" clId="{A2BF9B08-964F-4531-B73D-668D4608DC8E}" dt="2026-06-30T14:46:42.117" v="17859"/>
          <ac:grpSpMkLst>
            <pc:docMk/>
            <pc:sldMk cId="0" sldId="2147482980"/>
            <ac:grpSpMk id="188" creationId="{216284B4-45DA-8D35-B00D-AB701F3C2321}"/>
          </ac:grpSpMkLst>
        </pc:grpChg>
        <pc:graphicFrameChg chg="add del mod ord">
          <ac:chgData name="Lala Guluzade" userId="2e684c3e-ad8a-47cf-b493-54606dd5dcb1" providerId="ADAL" clId="{A2BF9B08-964F-4531-B73D-668D4608DC8E}" dt="2026-06-30T14:46:12.218" v="17639" actId="1076"/>
          <ac:graphicFrameMkLst>
            <pc:docMk/>
            <pc:sldMk cId="0" sldId="2147482980"/>
            <ac:graphicFrameMk id="15" creationId="{1FF426DD-DB2A-9224-CC0D-85A310038122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4:45:02.133" v="15456" actId="1076"/>
          <ac:graphicFrameMkLst>
            <pc:docMk/>
            <pc:sldMk cId="0" sldId="2147482980"/>
            <ac:graphicFrameMk id="16" creationId="{03D6E360-6585-5538-4B2F-DF0102AF70C8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4:46:10.993" v="17567" actId="1076"/>
          <ac:graphicFrameMkLst>
            <pc:docMk/>
            <pc:sldMk cId="0" sldId="2147482980"/>
            <ac:graphicFrameMk id="18" creationId="{11DC1F1B-AC9B-51CB-FB08-815C11E46567}"/>
          </ac:graphicFrameMkLst>
        </pc:graphicFrameChg>
        <pc:graphicFrameChg chg="add mod ord">
          <ac:chgData name="Lala Guluzade" userId="2e684c3e-ad8a-47cf-b493-54606dd5dcb1" providerId="ADAL" clId="{A2BF9B08-964F-4531-B73D-668D4608DC8E}" dt="2026-06-30T14:46:42.126" v="17884" actId="1076"/>
          <ac:graphicFrameMkLst>
            <pc:docMk/>
            <pc:sldMk cId="0" sldId="2147482980"/>
            <ac:graphicFrameMk id="20" creationId="{B1191B8B-EC15-6529-8C82-6E2ECE316965}"/>
          </ac:graphicFrameMkLst>
        </pc:graphicFrameChg>
        <pc:graphicFrameChg chg="mod">
          <ac:chgData name="Lala Guluzade" userId="2e684c3e-ad8a-47cf-b493-54606dd5dcb1" providerId="ADAL" clId="{A2BF9B08-964F-4531-B73D-668D4608DC8E}" dt="2026-06-30T14:46:42.191" v="17914"/>
          <ac:graphicFrameMkLst>
            <pc:docMk/>
            <pc:sldMk cId="0" sldId="2147482980"/>
            <ac:graphicFrameMk id="24" creationId="{9039EEDE-CA92-8417-0FC8-A30DEB89E656}"/>
          </ac:graphicFrameMkLst>
        </pc:graphicFrameChg>
        <pc:graphicFrameChg chg="mod ord">
          <ac:chgData name="Lala Guluzade" userId="2e684c3e-ad8a-47cf-b493-54606dd5dcb1" providerId="ADAL" clId="{A2BF9B08-964F-4531-B73D-668D4608DC8E}" dt="2026-06-30T14:46:42.118" v="17864"/>
          <ac:graphicFrameMkLst>
            <pc:docMk/>
            <pc:sldMk cId="0" sldId="2147482980"/>
            <ac:graphicFrameMk id="82" creationId="{BBD0E190-4212-4319-84BA-D4C2A633BCEE}"/>
          </ac:graphicFrameMkLst>
        </pc:graphicFrameChg>
        <pc:graphicFrameChg chg="add del">
          <ac:chgData name="Lala Guluzade" userId="2e684c3e-ad8a-47cf-b493-54606dd5dcb1" providerId="ADAL" clId="{A2BF9B08-964F-4531-B73D-668D4608DC8E}" dt="2026-06-30T14:46:42.128" v="17885" actId="478"/>
          <ac:graphicFrameMkLst>
            <pc:docMk/>
            <pc:sldMk cId="0" sldId="2147482980"/>
            <ac:graphicFrameMk id="83" creationId="{A3626B55-21A1-7777-9E14-D4F97872FE85}"/>
          </ac:graphicFrameMkLst>
        </pc:graphicFrameChg>
        <pc:cxnChg chg="mod ord">
          <ac:chgData name="Lala Guluzade" userId="2e684c3e-ad8a-47cf-b493-54606dd5dcb1" providerId="ADAL" clId="{A2BF9B08-964F-4531-B73D-668D4608DC8E}" dt="2026-06-30T14:46:42.116" v="17857"/>
          <ac:cxnSpMkLst>
            <pc:docMk/>
            <pc:sldMk cId="0" sldId="2147482980"/>
            <ac:cxnSpMk id="6" creationId="{F3534C85-FE1B-8CF2-86F7-7BE641506C2A}"/>
          </ac:cxnSpMkLst>
        </pc:cxnChg>
        <pc:cxnChg chg="add del mod">
          <ac:chgData name="Lala Guluzade" userId="2e684c3e-ad8a-47cf-b493-54606dd5dcb1" providerId="ADAL" clId="{A2BF9B08-964F-4531-B73D-668D4608DC8E}" dt="2026-06-30T14:44:44.549" v="15107" actId="478"/>
          <ac:cxnSpMkLst>
            <pc:docMk/>
            <pc:sldMk cId="0" sldId="2147482980"/>
            <ac:cxnSpMk id="7" creationId="{51FB48EF-2852-35EF-2C8E-8279057CC009}"/>
          </ac:cxnSpMkLst>
        </pc:cxnChg>
        <pc:cxnChg chg="add mod ord">
          <ac:chgData name="Lala Guluzade" userId="2e684c3e-ad8a-47cf-b493-54606dd5dcb1" providerId="ADAL" clId="{A2BF9B08-964F-4531-B73D-668D4608DC8E}" dt="2026-06-30T14:46:12.253" v="17682" actId="13822"/>
          <ac:cxnSpMkLst>
            <pc:docMk/>
            <pc:sldMk cId="0" sldId="2147482980"/>
            <ac:cxnSpMk id="10" creationId="{72BA1132-A2C6-935E-BEAD-8B27DD59E0E0}"/>
          </ac:cxnSpMkLst>
        </pc:cxnChg>
        <pc:cxnChg chg="add mod ord">
          <ac:chgData name="Lala Guluzade" userId="2e684c3e-ad8a-47cf-b493-54606dd5dcb1" providerId="ADAL" clId="{A2BF9B08-964F-4531-B73D-668D4608DC8E}" dt="2026-06-30T14:46:12.246" v="17673" actId="13822"/>
          <ac:cxnSpMkLst>
            <pc:docMk/>
            <pc:sldMk cId="0" sldId="2147482980"/>
            <ac:cxnSpMk id="12" creationId="{BE772CB0-D710-CB20-A0AB-77BC494BBB9E}"/>
          </ac:cxnSpMkLst>
        </pc:cxnChg>
        <pc:cxnChg chg="add del mod">
          <ac:chgData name="Lala Guluzade" userId="2e684c3e-ad8a-47cf-b493-54606dd5dcb1" providerId="ADAL" clId="{A2BF9B08-964F-4531-B73D-668D4608DC8E}" dt="2026-06-30T14:47:25.656" v="17918" actId="478"/>
          <ac:cxnSpMkLst>
            <pc:docMk/>
            <pc:sldMk cId="0" sldId="2147482980"/>
            <ac:cxnSpMk id="22" creationId="{F2944C34-7726-9543-B852-C1F53BE84FA5}"/>
          </ac:cxnSpMkLst>
        </pc:cxnChg>
        <pc:cxnChg chg="add mod">
          <ac:chgData name="Lala Guluzade" userId="2e684c3e-ad8a-47cf-b493-54606dd5dcb1" providerId="ADAL" clId="{A2BF9B08-964F-4531-B73D-668D4608DC8E}" dt="2026-06-30T14:53:10.071" v="18572" actId="1038"/>
          <ac:cxnSpMkLst>
            <pc:docMk/>
            <pc:sldMk cId="0" sldId="2147482980"/>
            <ac:cxnSpMk id="29" creationId="{3B8614C9-AB55-8636-777D-70C73298FF9A}"/>
          </ac:cxnSpMkLst>
        </pc:cxnChg>
        <pc:cxnChg chg="add mod">
          <ac:chgData name="Lala Guluzade" userId="2e684c3e-ad8a-47cf-b493-54606dd5dcb1" providerId="ADAL" clId="{A2BF9B08-964F-4531-B73D-668D4608DC8E}" dt="2026-06-30T14:53:10.071" v="18572" actId="1038"/>
          <ac:cxnSpMkLst>
            <pc:docMk/>
            <pc:sldMk cId="0" sldId="2147482980"/>
            <ac:cxnSpMk id="30" creationId="{1041DE07-91E6-FC85-37BF-93D8CC0F15DA}"/>
          </ac:cxnSpMkLst>
        </pc:cxnChg>
        <pc:cxnChg chg="add mod">
          <ac:chgData name="Lala Guluzade" userId="2e684c3e-ad8a-47cf-b493-54606dd5dcb1" providerId="ADAL" clId="{A2BF9B08-964F-4531-B73D-668D4608DC8E}" dt="2026-06-30T14:53:10.071" v="18572" actId="1038"/>
          <ac:cxnSpMkLst>
            <pc:docMk/>
            <pc:sldMk cId="0" sldId="2147482980"/>
            <ac:cxnSpMk id="32" creationId="{427DFF31-461F-211E-DE0C-526CB54B1E9F}"/>
          </ac:cxnSpMkLst>
        </pc:cxnChg>
        <pc:cxnChg chg="add mod">
          <ac:chgData name="Lala Guluzade" userId="2e684c3e-ad8a-47cf-b493-54606dd5dcb1" providerId="ADAL" clId="{A2BF9B08-964F-4531-B73D-668D4608DC8E}" dt="2026-06-30T15:21:05.944" v="19241" actId="1036"/>
          <ac:cxnSpMkLst>
            <pc:docMk/>
            <pc:sldMk cId="0" sldId="2147482980"/>
            <ac:cxnSpMk id="34" creationId="{2BA57A5E-6A75-9353-F40E-480EFFDF7373}"/>
          </ac:cxnSpMkLst>
        </pc:cxnChg>
        <pc:cxnChg chg="mod ord">
          <ac:chgData name="Lala Guluzade" userId="2e684c3e-ad8a-47cf-b493-54606dd5dcb1" providerId="ADAL" clId="{A2BF9B08-964F-4531-B73D-668D4608DC8E}" dt="2026-06-30T14:46:42.118" v="17866"/>
          <ac:cxnSpMkLst>
            <pc:docMk/>
            <pc:sldMk cId="0" sldId="2147482980"/>
            <ac:cxnSpMk id="46" creationId="{9F2E8B36-69CC-790B-6745-29C8B5EE0656}"/>
          </ac:cxnSpMkLst>
        </pc:cxnChg>
        <pc:cxnChg chg="mod ord">
          <ac:chgData name="Lala Guluzade" userId="2e684c3e-ad8a-47cf-b493-54606dd5dcb1" providerId="ADAL" clId="{A2BF9B08-964F-4531-B73D-668D4608DC8E}" dt="2026-06-30T14:46:42.118" v="17865"/>
          <ac:cxnSpMkLst>
            <pc:docMk/>
            <pc:sldMk cId="0" sldId="2147482980"/>
            <ac:cxnSpMk id="47" creationId="{9BBCBE32-0DD7-977A-7BB8-476A5FA4B8F8}"/>
          </ac:cxnSpMkLst>
        </pc:cxnChg>
        <pc:cxnChg chg="mod ord">
          <ac:chgData name="Lala Guluzade" userId="2e684c3e-ad8a-47cf-b493-54606dd5dcb1" providerId="ADAL" clId="{A2BF9B08-964F-4531-B73D-668D4608DC8E}" dt="2026-06-30T14:46:42.115" v="17852"/>
          <ac:cxnSpMkLst>
            <pc:docMk/>
            <pc:sldMk cId="0" sldId="2147482980"/>
            <ac:cxnSpMk id="71" creationId="{B2CB6910-22AA-CCE2-C1B8-3326E92FB09B}"/>
          </ac:cxnSpMkLst>
        </pc:cxnChg>
        <pc:cxnChg chg="mod ord">
          <ac:chgData name="Lala Guluzade" userId="2e684c3e-ad8a-47cf-b493-54606dd5dcb1" providerId="ADAL" clId="{A2BF9B08-964F-4531-B73D-668D4608DC8E}" dt="2026-06-30T14:46:42.115" v="17851"/>
          <ac:cxnSpMkLst>
            <pc:docMk/>
            <pc:sldMk cId="0" sldId="2147482980"/>
            <ac:cxnSpMk id="72" creationId="{717F4EC1-D824-D21E-0E56-11505A92F65E}"/>
          </ac:cxnSpMkLst>
        </pc:cxnChg>
      </pc:sldChg>
      <pc:sldChg chg="modSp mod">
        <pc:chgData name="Lala Guluzade" userId="2e684c3e-ad8a-47cf-b493-54606dd5dcb1" providerId="ADAL" clId="{A2BF9B08-964F-4531-B73D-668D4608DC8E}" dt="2026-06-30T12:28:02.521" v="12099" actId="20577"/>
        <pc:sldMkLst>
          <pc:docMk/>
          <pc:sldMk cId="3510320651" sldId="2147482982"/>
        </pc:sldMkLst>
        <pc:spChg chg="mod">
          <ac:chgData name="Lala Guluzade" userId="2e684c3e-ad8a-47cf-b493-54606dd5dcb1" providerId="ADAL" clId="{A2BF9B08-964F-4531-B73D-668D4608DC8E}" dt="2026-06-30T12:28:02.521" v="12099" actId="20577"/>
          <ac:spMkLst>
            <pc:docMk/>
            <pc:sldMk cId="3510320651" sldId="2147482982"/>
            <ac:spMk id="15" creationId="{0C13BFB5-9298-39F4-0482-23C983A748F8}"/>
          </ac:spMkLst>
        </pc:spChg>
      </pc:sldChg>
      <pc:sldChg chg="addSp delSp modSp mod">
        <pc:chgData name="Lala Guluzade" userId="2e684c3e-ad8a-47cf-b493-54606dd5dcb1" providerId="ADAL" clId="{A2BF9B08-964F-4531-B73D-668D4608DC8E}" dt="2026-06-30T18:12:58.896" v="22419" actId="478"/>
        <pc:sldMkLst>
          <pc:docMk/>
          <pc:sldMk cId="1723608100" sldId="2147482987"/>
        </pc:sldMkLst>
        <pc:spChg chg="add mod">
          <ac:chgData name="Lala Guluzade" userId="2e684c3e-ad8a-47cf-b493-54606dd5dcb1" providerId="ADAL" clId="{A2BF9B08-964F-4531-B73D-668D4608DC8E}" dt="2026-06-30T12:26:56.906" v="12055"/>
          <ac:spMkLst>
            <pc:docMk/>
            <pc:sldMk cId="1723608100" sldId="2147482987"/>
            <ac:spMk id="2" creationId="{C68692F6-5816-53BD-50E6-1FDD946D1FB7}"/>
          </ac:spMkLst>
        </pc:spChg>
        <pc:spChg chg="mod">
          <ac:chgData name="Lala Guluzade" userId="2e684c3e-ad8a-47cf-b493-54606dd5dcb1" providerId="ADAL" clId="{A2BF9B08-964F-4531-B73D-668D4608DC8E}" dt="2026-06-30T18:10:55.999" v="22217"/>
          <ac:spMkLst>
            <pc:docMk/>
            <pc:sldMk cId="1723608100" sldId="2147482987"/>
            <ac:spMk id="3" creationId="{8A7B6FD6-AC8C-7CEC-3CBF-2F5906C6CA09}"/>
          </ac:spMkLst>
        </pc:spChg>
        <pc:spChg chg="mod">
          <ac:chgData name="Lala Guluzade" userId="2e684c3e-ad8a-47cf-b493-54606dd5dcb1" providerId="ADAL" clId="{A2BF9B08-964F-4531-B73D-668D4608DC8E}" dt="2026-06-30T18:10:56" v="22218"/>
          <ac:spMkLst>
            <pc:docMk/>
            <pc:sldMk cId="1723608100" sldId="2147482987"/>
            <ac:spMk id="6" creationId="{9E2FEFEC-8465-5CC3-62CE-A9C1095F8C6D}"/>
          </ac:spMkLst>
        </pc:spChg>
        <pc:spChg chg="add del mod">
          <ac:chgData name="Lala Guluzade" userId="2e684c3e-ad8a-47cf-b493-54606dd5dcb1" providerId="ADAL" clId="{A2BF9B08-964F-4531-B73D-668D4608DC8E}" dt="2026-06-30T18:10:45.259" v="22185" actId="478"/>
          <ac:spMkLst>
            <pc:docMk/>
            <pc:sldMk cId="1723608100" sldId="2147482987"/>
            <ac:spMk id="7" creationId="{A46910CD-B2C8-AF38-504D-99463697FA15}"/>
          </ac:spMkLst>
        </pc:spChg>
        <pc:spChg chg="mod">
          <ac:chgData name="Lala Guluzade" userId="2e684c3e-ad8a-47cf-b493-54606dd5dcb1" providerId="ADAL" clId="{A2BF9B08-964F-4531-B73D-668D4608DC8E}" dt="2026-06-30T18:01:40.545" v="21578" actId="164"/>
          <ac:spMkLst>
            <pc:docMk/>
            <pc:sldMk cId="1723608100" sldId="2147482987"/>
            <ac:spMk id="8" creationId="{FCC6560F-D70F-12BE-D9F8-8B605B2E4ACE}"/>
          </ac:spMkLst>
        </pc:spChg>
        <pc:spChg chg="mod">
          <ac:chgData name="Lala Guluzade" userId="2e684c3e-ad8a-47cf-b493-54606dd5dcb1" providerId="ADAL" clId="{A2BF9B08-964F-4531-B73D-668D4608DC8E}" dt="2026-06-30T18:10:49.739" v="22186" actId="165"/>
          <ac:spMkLst>
            <pc:docMk/>
            <pc:sldMk cId="1723608100" sldId="2147482987"/>
            <ac:spMk id="9" creationId="{BA218B49-634A-B65E-774D-BB829F09CC33}"/>
          </ac:spMkLst>
        </pc:spChg>
        <pc:spChg chg="mod ord topLvl">
          <ac:chgData name="Lala Guluzade" userId="2e684c3e-ad8a-47cf-b493-54606dd5dcb1" providerId="ADAL" clId="{A2BF9B08-964F-4531-B73D-668D4608DC8E}" dt="2026-06-30T18:10:56.043" v="22268"/>
          <ac:spMkLst>
            <pc:docMk/>
            <pc:sldMk cId="1723608100" sldId="2147482987"/>
            <ac:spMk id="10" creationId="{81AE690B-F832-592C-A741-CD807ED939E7}"/>
          </ac:spMkLst>
        </pc:spChg>
        <pc:spChg chg="mod ord topLvl">
          <ac:chgData name="Lala Guluzade" userId="2e684c3e-ad8a-47cf-b493-54606dd5dcb1" providerId="ADAL" clId="{A2BF9B08-964F-4531-B73D-668D4608DC8E}" dt="2026-06-30T18:10:56.044" v="22270"/>
          <ac:spMkLst>
            <pc:docMk/>
            <pc:sldMk cId="1723608100" sldId="2147482987"/>
            <ac:spMk id="11" creationId="{8B28F173-3B9F-6BF5-E0AF-B16D0BCC480A}"/>
          </ac:spMkLst>
        </pc:spChg>
        <pc:spChg chg="mod ord topLvl">
          <ac:chgData name="Lala Guluzade" userId="2e684c3e-ad8a-47cf-b493-54606dd5dcb1" providerId="ADAL" clId="{A2BF9B08-964F-4531-B73D-668D4608DC8E}" dt="2026-06-30T18:12:10.404" v="22391" actId="1035"/>
          <ac:spMkLst>
            <pc:docMk/>
            <pc:sldMk cId="1723608100" sldId="2147482987"/>
            <ac:spMk id="13" creationId="{4F583617-459E-8557-B024-621890CDEDE7}"/>
          </ac:spMkLst>
        </pc:spChg>
        <pc:spChg chg="mod ord">
          <ac:chgData name="Lala Guluzade" userId="2e684c3e-ad8a-47cf-b493-54606dd5dcb1" providerId="ADAL" clId="{A2BF9B08-964F-4531-B73D-668D4608DC8E}" dt="2026-06-30T18:10:56.060" v="22282"/>
          <ac:spMkLst>
            <pc:docMk/>
            <pc:sldMk cId="1723608100" sldId="2147482987"/>
            <ac:spMk id="14" creationId="{8715E7F8-2340-8D8A-8743-8C212B2E32FD}"/>
          </ac:spMkLst>
        </pc:spChg>
        <pc:spChg chg="add del mod modVis">
          <ac:chgData name="Lala Guluzade" userId="2e684c3e-ad8a-47cf-b493-54606dd5dcb1" providerId="ADAL" clId="{A2BF9B08-964F-4531-B73D-668D4608DC8E}" dt="2026-06-30T18:10:56.062" v="22284"/>
          <ac:spMkLst>
            <pc:docMk/>
            <pc:sldMk cId="1723608100" sldId="2147482987"/>
            <ac:spMk id="17" creationId="{A6FE9444-C75A-FB4D-A5E7-2FAA7841F8EA}"/>
          </ac:spMkLst>
        </pc:spChg>
        <pc:spChg chg="add del mod">
          <ac:chgData name="Lala Guluzade" userId="2e684c3e-ad8a-47cf-b493-54606dd5dcb1" providerId="ADAL" clId="{A2BF9B08-964F-4531-B73D-668D4608DC8E}" dt="2026-06-30T18:12:58.896" v="22419" actId="478"/>
          <ac:spMkLst>
            <pc:docMk/>
            <pc:sldMk cId="1723608100" sldId="2147482987"/>
            <ac:spMk id="18" creationId="{14AA8F2C-0E6B-16A9-97D5-27C02F8884E7}"/>
          </ac:spMkLst>
        </pc:spChg>
        <pc:spChg chg="mod ord">
          <ac:chgData name="Lala Guluzade" userId="2e684c3e-ad8a-47cf-b493-54606dd5dcb1" providerId="ADAL" clId="{A2BF9B08-964F-4531-B73D-668D4608DC8E}" dt="2026-06-30T18:10:55.995" v="22214"/>
          <ac:spMkLst>
            <pc:docMk/>
            <pc:sldMk cId="1723608100" sldId="2147482987"/>
            <ac:spMk id="27" creationId="{F7CF422F-A9F8-55B8-166E-54C09ACFFA49}"/>
          </ac:spMkLst>
        </pc:spChg>
        <pc:spChg chg="mod ord">
          <ac:chgData name="Lala Guluzade" userId="2e684c3e-ad8a-47cf-b493-54606dd5dcb1" providerId="ADAL" clId="{A2BF9B08-964F-4531-B73D-668D4608DC8E}" dt="2026-06-30T18:10:55.997" v="22216"/>
          <ac:spMkLst>
            <pc:docMk/>
            <pc:sldMk cId="1723608100" sldId="2147482987"/>
            <ac:spMk id="29" creationId="{A5A9AC19-3644-8AFC-FC24-28B832E6D351}"/>
          </ac:spMkLst>
        </pc:spChg>
        <pc:spChg chg="mod ord">
          <ac:chgData name="Lala Guluzade" userId="2e684c3e-ad8a-47cf-b493-54606dd5dcb1" providerId="ADAL" clId="{A2BF9B08-964F-4531-B73D-668D4608DC8E}" dt="2026-06-30T18:10:56.032" v="22256"/>
          <ac:spMkLst>
            <pc:docMk/>
            <pc:sldMk cId="1723608100" sldId="2147482987"/>
            <ac:spMk id="35" creationId="{1D4795EE-4709-ACF9-5A7D-223656991FCC}"/>
          </ac:spMkLst>
        </pc:spChg>
        <pc:spChg chg="mod ord">
          <ac:chgData name="Lala Guluzade" userId="2e684c3e-ad8a-47cf-b493-54606dd5dcb1" providerId="ADAL" clId="{A2BF9B08-964F-4531-B73D-668D4608DC8E}" dt="2026-06-30T18:10:56.033" v="22258"/>
          <ac:spMkLst>
            <pc:docMk/>
            <pc:sldMk cId="1723608100" sldId="2147482987"/>
            <ac:spMk id="36" creationId="{A73E13D9-0DC4-2024-535B-2AB7D4277115}"/>
          </ac:spMkLst>
        </pc:spChg>
        <pc:spChg chg="mod ord topLvl">
          <ac:chgData name="Lala Guluzade" userId="2e684c3e-ad8a-47cf-b493-54606dd5dcb1" providerId="ADAL" clId="{A2BF9B08-964F-4531-B73D-668D4608DC8E}" dt="2026-06-30T18:10:56.045" v="22272"/>
          <ac:spMkLst>
            <pc:docMk/>
            <pc:sldMk cId="1723608100" sldId="2147482987"/>
            <ac:spMk id="37" creationId="{DAD0CAAE-F1B7-0FF9-FC08-1576B5DBE64F}"/>
          </ac:spMkLst>
        </pc:spChg>
        <pc:spChg chg="mod ord">
          <ac:chgData name="Lala Guluzade" userId="2e684c3e-ad8a-47cf-b493-54606dd5dcb1" providerId="ADAL" clId="{A2BF9B08-964F-4531-B73D-668D4608DC8E}" dt="2026-06-30T18:10:56.046" v="22274"/>
          <ac:spMkLst>
            <pc:docMk/>
            <pc:sldMk cId="1723608100" sldId="2147482987"/>
            <ac:spMk id="40" creationId="{0AB3517E-2A75-E02C-7664-93BBAD9A0DC6}"/>
          </ac:spMkLst>
        </pc:spChg>
        <pc:spChg chg="mod">
          <ac:chgData name="Lala Guluzade" userId="2e684c3e-ad8a-47cf-b493-54606dd5dcb1" providerId="ADAL" clId="{A2BF9B08-964F-4531-B73D-668D4608DC8E}" dt="2026-06-30T18:01:40.545" v="21578" actId="164"/>
          <ac:spMkLst>
            <pc:docMk/>
            <pc:sldMk cId="1723608100" sldId="2147482987"/>
            <ac:spMk id="41" creationId="{4B9D48BD-623E-1FC2-130A-0444C540778F}"/>
          </ac:spMkLst>
        </pc:spChg>
        <pc:spChg chg="mod">
          <ac:chgData name="Lala Guluzade" userId="2e684c3e-ad8a-47cf-b493-54606dd5dcb1" providerId="ADAL" clId="{A2BF9B08-964F-4531-B73D-668D4608DC8E}" dt="2026-06-30T18:01:40.545" v="21578" actId="164"/>
          <ac:spMkLst>
            <pc:docMk/>
            <pc:sldMk cId="1723608100" sldId="2147482987"/>
            <ac:spMk id="43" creationId="{FABC446C-B11B-E8D2-7AE5-13B5914BDB03}"/>
          </ac:spMkLst>
        </pc:spChg>
        <pc:spChg chg="mod ord">
          <ac:chgData name="Lala Guluzade" userId="2e684c3e-ad8a-47cf-b493-54606dd5dcb1" providerId="ADAL" clId="{A2BF9B08-964F-4531-B73D-668D4608DC8E}" dt="2026-06-30T18:10:56.035" v="22260"/>
          <ac:spMkLst>
            <pc:docMk/>
            <pc:sldMk cId="1723608100" sldId="2147482987"/>
            <ac:spMk id="44" creationId="{B575604E-94E1-EBAC-A490-10283C0CA7F7}"/>
          </ac:spMkLst>
        </pc:spChg>
        <pc:spChg chg="mod ord topLvl">
          <ac:chgData name="Lala Guluzade" userId="2e684c3e-ad8a-47cf-b493-54606dd5dcb1" providerId="ADAL" clId="{A2BF9B08-964F-4531-B73D-668D4608DC8E}" dt="2026-06-30T18:10:56.037" v="22262"/>
          <ac:spMkLst>
            <pc:docMk/>
            <pc:sldMk cId="1723608100" sldId="2147482987"/>
            <ac:spMk id="45" creationId="{8CB2157A-2580-4506-FE5D-FEB23E1FAC7B}"/>
          </ac:spMkLst>
        </pc:spChg>
        <pc:spChg chg="mod ord">
          <ac:chgData name="Lala Guluzade" userId="2e684c3e-ad8a-47cf-b493-54606dd5dcb1" providerId="ADAL" clId="{A2BF9B08-964F-4531-B73D-668D4608DC8E}" dt="2026-06-30T18:12:15.241" v="22401" actId="1035"/>
          <ac:spMkLst>
            <pc:docMk/>
            <pc:sldMk cId="1723608100" sldId="2147482987"/>
            <ac:spMk id="46" creationId="{D4370E64-394B-1B25-B118-20BB2F333427}"/>
          </ac:spMkLst>
        </pc:spChg>
        <pc:spChg chg="mod ord">
          <ac:chgData name="Lala Guluzade" userId="2e684c3e-ad8a-47cf-b493-54606dd5dcb1" providerId="ADAL" clId="{A2BF9B08-964F-4531-B73D-668D4608DC8E}" dt="2026-06-30T18:12:15.241" v="22401" actId="1035"/>
          <ac:spMkLst>
            <pc:docMk/>
            <pc:sldMk cId="1723608100" sldId="2147482987"/>
            <ac:spMk id="47" creationId="{B2532918-13B2-0E6A-9C94-6916B02190C1}"/>
          </ac:spMkLst>
        </pc:spChg>
        <pc:spChg chg="mod ord topLvl">
          <ac:chgData name="Lala Guluzade" userId="2e684c3e-ad8a-47cf-b493-54606dd5dcb1" providerId="ADAL" clId="{A2BF9B08-964F-4531-B73D-668D4608DC8E}" dt="2026-06-30T18:12:15.241" v="22401" actId="1035"/>
          <ac:spMkLst>
            <pc:docMk/>
            <pc:sldMk cId="1723608100" sldId="2147482987"/>
            <ac:spMk id="48" creationId="{5EE32322-8019-2D70-D3AF-699FAE3F26F8}"/>
          </ac:spMkLst>
        </pc:spChg>
        <pc:spChg chg="del">
          <ac:chgData name="Lala Guluzade" userId="2e684c3e-ad8a-47cf-b493-54606dd5dcb1" providerId="ADAL" clId="{A2BF9B08-964F-4531-B73D-668D4608DC8E}" dt="2026-06-30T18:01:03.595" v="21533" actId="478"/>
          <ac:spMkLst>
            <pc:docMk/>
            <pc:sldMk cId="1723608100" sldId="2147482987"/>
            <ac:spMk id="56" creationId="{70E9A64E-7AB8-FFB8-5890-15940566A4A6}"/>
          </ac:spMkLst>
        </pc:spChg>
        <pc:spChg chg="mod ord">
          <ac:chgData name="Lala Guluzade" userId="2e684c3e-ad8a-47cf-b493-54606dd5dcb1" providerId="ADAL" clId="{A2BF9B08-964F-4531-B73D-668D4608DC8E}" dt="2026-06-30T18:10:56.010" v="22228"/>
          <ac:spMkLst>
            <pc:docMk/>
            <pc:sldMk cId="1723608100" sldId="2147482987"/>
            <ac:spMk id="57" creationId="{59D4D5E2-99F4-A16A-14AD-1F92067297A2}"/>
          </ac:spMkLst>
        </pc:spChg>
        <pc:spChg chg="mod ord">
          <ac:chgData name="Lala Guluzade" userId="2e684c3e-ad8a-47cf-b493-54606dd5dcb1" providerId="ADAL" clId="{A2BF9B08-964F-4531-B73D-668D4608DC8E}" dt="2026-06-30T18:10:56.012" v="22230"/>
          <ac:spMkLst>
            <pc:docMk/>
            <pc:sldMk cId="1723608100" sldId="2147482987"/>
            <ac:spMk id="58" creationId="{DC987680-FA39-F4EE-F907-8A3D054E771E}"/>
          </ac:spMkLst>
        </pc:spChg>
        <pc:spChg chg="mod ord">
          <ac:chgData name="Lala Guluzade" userId="2e684c3e-ad8a-47cf-b493-54606dd5dcb1" providerId="ADAL" clId="{A2BF9B08-964F-4531-B73D-668D4608DC8E}" dt="2026-06-30T18:10:56.014" v="22232"/>
          <ac:spMkLst>
            <pc:docMk/>
            <pc:sldMk cId="1723608100" sldId="2147482987"/>
            <ac:spMk id="59" creationId="{B49E22C0-E97B-5EFC-3DF8-E157DFA87BD5}"/>
          </ac:spMkLst>
        </pc:spChg>
        <pc:spChg chg="mod ord">
          <ac:chgData name="Lala Guluzade" userId="2e684c3e-ad8a-47cf-b493-54606dd5dcb1" providerId="ADAL" clId="{A2BF9B08-964F-4531-B73D-668D4608DC8E}" dt="2026-06-30T18:10:56.015" v="22234"/>
          <ac:spMkLst>
            <pc:docMk/>
            <pc:sldMk cId="1723608100" sldId="2147482987"/>
            <ac:spMk id="60" creationId="{85E97210-2B15-FC26-72EC-F5599238E3F3}"/>
          </ac:spMkLst>
        </pc:spChg>
        <pc:spChg chg="del">
          <ac:chgData name="Lala Guluzade" userId="2e684c3e-ad8a-47cf-b493-54606dd5dcb1" providerId="ADAL" clId="{A2BF9B08-964F-4531-B73D-668D4608DC8E}" dt="2026-06-30T18:01:03.595" v="21533" actId="478"/>
          <ac:spMkLst>
            <pc:docMk/>
            <pc:sldMk cId="1723608100" sldId="2147482987"/>
            <ac:spMk id="61" creationId="{8A80DB68-4670-227F-3087-E5DC906D92DE}"/>
          </ac:spMkLst>
        </pc:spChg>
        <pc:spChg chg="del">
          <ac:chgData name="Lala Guluzade" userId="2e684c3e-ad8a-47cf-b493-54606dd5dcb1" providerId="ADAL" clId="{A2BF9B08-964F-4531-B73D-668D4608DC8E}" dt="2026-06-30T18:02:19.102" v="21626" actId="478"/>
          <ac:spMkLst>
            <pc:docMk/>
            <pc:sldMk cId="1723608100" sldId="2147482987"/>
            <ac:spMk id="62" creationId="{0DDE934E-91CC-F889-5A44-4B1564691207}"/>
          </ac:spMkLst>
        </pc:spChg>
        <pc:spChg chg="del mod">
          <ac:chgData name="Lala Guluzade" userId="2e684c3e-ad8a-47cf-b493-54606dd5dcb1" providerId="ADAL" clId="{A2BF9B08-964F-4531-B73D-668D4608DC8E}" dt="2026-06-30T18:02:19.102" v="21626" actId="478"/>
          <ac:spMkLst>
            <pc:docMk/>
            <pc:sldMk cId="1723608100" sldId="2147482987"/>
            <ac:spMk id="63" creationId="{767AB0CA-EDCE-B3D4-C43A-63424A961B0B}"/>
          </ac:spMkLst>
        </pc:spChg>
        <pc:spChg chg="del">
          <ac:chgData name="Lala Guluzade" userId="2e684c3e-ad8a-47cf-b493-54606dd5dcb1" providerId="ADAL" clId="{A2BF9B08-964F-4531-B73D-668D4608DC8E}" dt="2026-06-30T17:59:58.610" v="21485" actId="478"/>
          <ac:spMkLst>
            <pc:docMk/>
            <pc:sldMk cId="1723608100" sldId="2147482987"/>
            <ac:spMk id="64" creationId="{1EA0B271-0A2B-D7E7-3006-0DF2307040DE}"/>
          </ac:spMkLst>
        </pc:spChg>
        <pc:spChg chg="del">
          <ac:chgData name="Lala Guluzade" userId="2e684c3e-ad8a-47cf-b493-54606dd5dcb1" providerId="ADAL" clId="{A2BF9B08-964F-4531-B73D-668D4608DC8E}" dt="2026-06-30T18:02:19.102" v="21626" actId="478"/>
          <ac:spMkLst>
            <pc:docMk/>
            <pc:sldMk cId="1723608100" sldId="2147482987"/>
            <ac:spMk id="65" creationId="{4553B520-5A65-C3E9-110B-5A5C1AE4DC1E}"/>
          </ac:spMkLst>
        </pc:spChg>
        <pc:spChg chg="mod ord">
          <ac:chgData name="Lala Guluzade" userId="2e684c3e-ad8a-47cf-b493-54606dd5dcb1" providerId="ADAL" clId="{A2BF9B08-964F-4531-B73D-668D4608DC8E}" dt="2026-06-30T18:10:56.022" v="22244"/>
          <ac:spMkLst>
            <pc:docMk/>
            <pc:sldMk cId="1723608100" sldId="2147482987"/>
            <ac:spMk id="73" creationId="{8C533CF7-A7E2-CC53-09D4-007F3141E2D2}"/>
          </ac:spMkLst>
        </pc:spChg>
        <pc:spChg chg="mod ord">
          <ac:chgData name="Lala Guluzade" userId="2e684c3e-ad8a-47cf-b493-54606dd5dcb1" providerId="ADAL" clId="{A2BF9B08-964F-4531-B73D-668D4608DC8E}" dt="2026-06-30T18:10:56.024" v="22246"/>
          <ac:spMkLst>
            <pc:docMk/>
            <pc:sldMk cId="1723608100" sldId="2147482987"/>
            <ac:spMk id="74" creationId="{9A7A6D7A-916E-DC66-C779-3BD9D3735081}"/>
          </ac:spMkLst>
        </pc:spChg>
        <pc:spChg chg="mod ord">
          <ac:chgData name="Lala Guluzade" userId="2e684c3e-ad8a-47cf-b493-54606dd5dcb1" providerId="ADAL" clId="{A2BF9B08-964F-4531-B73D-668D4608DC8E}" dt="2026-06-30T18:10:55.989" v="22210"/>
          <ac:spMkLst>
            <pc:docMk/>
            <pc:sldMk cId="1723608100" sldId="2147482987"/>
            <ac:spMk id="75" creationId="{199DCBF8-4AEE-920A-26EB-F0FCF1F3F17E}"/>
          </ac:spMkLst>
        </pc:spChg>
        <pc:spChg chg="mod ord topLvl">
          <ac:chgData name="Lala Guluzade" userId="2e684c3e-ad8a-47cf-b493-54606dd5dcb1" providerId="ADAL" clId="{A2BF9B08-964F-4531-B73D-668D4608DC8E}" dt="2026-06-30T18:10:56.025" v="22248"/>
          <ac:spMkLst>
            <pc:docMk/>
            <pc:sldMk cId="1723608100" sldId="2147482987"/>
            <ac:spMk id="76" creationId="{F4D6944B-E959-4823-6AD9-CB2EC3CE486C}"/>
          </ac:spMkLst>
        </pc:spChg>
        <pc:spChg chg="mod ord topLvl">
          <ac:chgData name="Lala Guluzade" userId="2e684c3e-ad8a-47cf-b493-54606dd5dcb1" providerId="ADAL" clId="{A2BF9B08-964F-4531-B73D-668D4608DC8E}" dt="2026-06-30T18:10:56.026" v="22250"/>
          <ac:spMkLst>
            <pc:docMk/>
            <pc:sldMk cId="1723608100" sldId="2147482987"/>
            <ac:spMk id="77" creationId="{96E846D2-2159-F312-8F89-139EB1D625AF}"/>
          </ac:spMkLst>
        </pc:spChg>
        <pc:spChg chg="mod ord">
          <ac:chgData name="Lala Guluzade" userId="2e684c3e-ad8a-47cf-b493-54606dd5dcb1" providerId="ADAL" clId="{A2BF9B08-964F-4531-B73D-668D4608DC8E}" dt="2026-06-30T18:10:56.027" v="22252"/>
          <ac:spMkLst>
            <pc:docMk/>
            <pc:sldMk cId="1723608100" sldId="2147482987"/>
            <ac:spMk id="79" creationId="{39783B58-3A42-E189-AD9D-2B43255D817C}"/>
          </ac:spMkLst>
        </pc:spChg>
        <pc:spChg chg="mod ord topLvl">
          <ac:chgData name="Lala Guluzade" userId="2e684c3e-ad8a-47cf-b493-54606dd5dcb1" providerId="ADAL" clId="{A2BF9B08-964F-4531-B73D-668D4608DC8E}" dt="2026-06-30T18:10:56.038" v="22264"/>
          <ac:spMkLst>
            <pc:docMk/>
            <pc:sldMk cId="1723608100" sldId="2147482987"/>
            <ac:spMk id="80" creationId="{A521C99B-5217-2CE6-5825-AA4788470B98}"/>
          </ac:spMkLst>
        </pc:spChg>
        <pc:spChg chg="mod ord">
          <ac:chgData name="Lala Guluzade" userId="2e684c3e-ad8a-47cf-b493-54606dd5dcb1" providerId="ADAL" clId="{A2BF9B08-964F-4531-B73D-668D4608DC8E}" dt="2026-06-30T18:10:56.047" v="22276"/>
          <ac:spMkLst>
            <pc:docMk/>
            <pc:sldMk cId="1723608100" sldId="2147482987"/>
            <ac:spMk id="81" creationId="{C90D2DDD-DDE3-6081-99B4-82C394D66F77}"/>
          </ac:spMkLst>
        </pc:spChg>
        <pc:spChg chg="mod">
          <ac:chgData name="Lala Guluzade" userId="2e684c3e-ad8a-47cf-b493-54606dd5dcb1" providerId="ADAL" clId="{A2BF9B08-964F-4531-B73D-668D4608DC8E}" dt="2026-06-30T18:01:40.545" v="21578" actId="164"/>
          <ac:spMkLst>
            <pc:docMk/>
            <pc:sldMk cId="1723608100" sldId="2147482987"/>
            <ac:spMk id="82" creationId="{F44EDB4F-8D09-209B-EF53-6ED1AF98AA96}"/>
          </ac:spMkLst>
        </pc:spChg>
        <pc:grpChg chg="add mod">
          <ac:chgData name="Lala Guluzade" userId="2e684c3e-ad8a-47cf-b493-54606dd5dcb1" providerId="ADAL" clId="{A2BF9B08-964F-4531-B73D-668D4608DC8E}" dt="2026-06-30T18:02:08.777" v="21601" actId="1036"/>
          <ac:grpSpMkLst>
            <pc:docMk/>
            <pc:sldMk cId="1723608100" sldId="2147482987"/>
            <ac:grpSpMk id="2" creationId="{E0C6BBDD-626A-78CB-3058-E59C710D0AD0}"/>
          </ac:grpSpMkLst>
        </pc:grpChg>
        <pc:grpChg chg="add mod">
          <ac:chgData name="Lala Guluzade" userId="2e684c3e-ad8a-47cf-b493-54606dd5dcb1" providerId="ADAL" clId="{A2BF9B08-964F-4531-B73D-668D4608DC8E}" dt="2026-06-30T18:10:11.326" v="22139" actId="465"/>
          <ac:grpSpMkLst>
            <pc:docMk/>
            <pc:sldMk cId="1723608100" sldId="2147482987"/>
            <ac:grpSpMk id="4" creationId="{02354DAA-3CFD-59F0-4BEA-137D506BD7B3}"/>
          </ac:grpSpMkLst>
        </pc:grpChg>
        <pc:grpChg chg="add mod">
          <ac:chgData name="Lala Guluzade" userId="2e684c3e-ad8a-47cf-b493-54606dd5dcb1" providerId="ADAL" clId="{A2BF9B08-964F-4531-B73D-668D4608DC8E}" dt="2026-06-30T18:10:11.326" v="22139" actId="465"/>
          <ac:grpSpMkLst>
            <pc:docMk/>
            <pc:sldMk cId="1723608100" sldId="2147482987"/>
            <ac:grpSpMk id="12" creationId="{38DC1AB0-AEEC-4DA6-4669-89693C988513}"/>
          </ac:grpSpMkLst>
        </pc:grpChg>
        <pc:grpChg chg="add mod ord">
          <ac:chgData name="Lala Guluzade" userId="2e684c3e-ad8a-47cf-b493-54606dd5dcb1" providerId="ADAL" clId="{A2BF9B08-964F-4531-B73D-668D4608DC8E}" dt="2026-06-30T18:10:56.057" v="22280"/>
          <ac:grpSpMkLst>
            <pc:docMk/>
            <pc:sldMk cId="1723608100" sldId="2147482987"/>
            <ac:grpSpMk id="15" creationId="{FBA0F2B4-78CE-AF9A-AA9E-83F6E825E1A9}"/>
          </ac:grpSpMkLst>
        </pc:grpChg>
        <pc:grpChg chg="add mod">
          <ac:chgData name="Lala Guluzade" userId="2e684c3e-ad8a-47cf-b493-54606dd5dcb1" providerId="ADAL" clId="{A2BF9B08-964F-4531-B73D-668D4608DC8E}" dt="2026-06-30T18:07:29.388" v="21759" actId="1036"/>
          <ac:grpSpMkLst>
            <pc:docMk/>
            <pc:sldMk cId="1723608100" sldId="2147482987"/>
            <ac:grpSpMk id="16" creationId="{6FA9CDD1-3F37-4DF9-5D34-DACA1BBAC6AC}"/>
          </ac:grpSpMkLst>
        </pc:grpChg>
        <pc:grpChg chg="mod ord">
          <ac:chgData name="Lala Guluzade" userId="2e684c3e-ad8a-47cf-b493-54606dd5dcb1" providerId="ADAL" clId="{A2BF9B08-964F-4531-B73D-668D4608DC8E}" dt="2026-06-30T18:10:56.002" v="22220"/>
          <ac:grpSpMkLst>
            <pc:docMk/>
            <pc:sldMk cId="1723608100" sldId="2147482987"/>
            <ac:grpSpMk id="30" creationId="{5C07768B-CC09-D777-BF08-10D15E7D51C2}"/>
          </ac:grpSpMkLst>
        </pc:grpChg>
        <pc:graphicFrameChg chg="mod">
          <ac:chgData name="Lala Guluzade" userId="2e684c3e-ad8a-47cf-b493-54606dd5dcb1" providerId="ADAL" clId="{A2BF9B08-964F-4531-B73D-668D4608DC8E}" dt="2026-06-30T18:10:56.065" v="22286"/>
          <ac:graphicFrameMkLst>
            <pc:docMk/>
            <pc:sldMk cId="1723608100" sldId="2147482987"/>
            <ac:graphicFrameMk id="5" creationId="{6AB09A00-FE61-31C2-2E2F-DBE756EB2C5A}"/>
          </ac:graphicFrameMkLst>
        </pc:graphicFrameChg>
        <pc:picChg chg="mod ord">
          <ac:chgData name="Lala Guluzade" userId="2e684c3e-ad8a-47cf-b493-54606dd5dcb1" providerId="ADAL" clId="{A2BF9B08-964F-4531-B73D-668D4608DC8E}" dt="2026-06-30T18:10:56.031" v="22254"/>
          <ac:picMkLst>
            <pc:docMk/>
            <pc:sldMk cId="1723608100" sldId="2147482987"/>
            <ac:picMk id="90" creationId="{E63C4D25-1300-F4DB-A2B0-A8138A0BA0EF}"/>
          </ac:picMkLst>
        </pc:picChg>
        <pc:picChg chg="mod ord">
          <ac:chgData name="Lala Guluzade" userId="2e684c3e-ad8a-47cf-b493-54606dd5dcb1" providerId="ADAL" clId="{A2BF9B08-964F-4531-B73D-668D4608DC8E}" dt="2026-06-30T18:10:56.042" v="22266"/>
          <ac:picMkLst>
            <pc:docMk/>
            <pc:sldMk cId="1723608100" sldId="2147482987"/>
            <ac:picMk id="91" creationId="{96C18848-A8ED-4A22-6515-E9692006B697}"/>
          </ac:picMkLst>
        </pc:picChg>
        <pc:picChg chg="mod ord">
          <ac:chgData name="Lala Guluzade" userId="2e684c3e-ad8a-47cf-b493-54606dd5dcb1" providerId="ADAL" clId="{A2BF9B08-964F-4531-B73D-668D4608DC8E}" dt="2026-06-30T18:10:56.053" v="22278"/>
          <ac:picMkLst>
            <pc:docMk/>
            <pc:sldMk cId="1723608100" sldId="2147482987"/>
            <ac:picMk id="92" creationId="{72952F3A-E1F7-166F-44B2-67E3CA9E2142}"/>
          </ac:picMkLst>
        </pc:picChg>
        <pc:picChg chg="mod">
          <ac:chgData name="Lala Guluzade" userId="2e684c3e-ad8a-47cf-b493-54606dd5dcb1" providerId="ADAL" clId="{A2BF9B08-964F-4531-B73D-668D4608DC8E}" dt="2026-06-30T18:01:40.545" v="21578" actId="164"/>
          <ac:picMkLst>
            <pc:docMk/>
            <pc:sldMk cId="1723608100" sldId="2147482987"/>
            <ac:picMk id="93" creationId="{B1846353-6634-2D09-8D6B-71A3385BD893}"/>
          </ac:picMkLst>
        </pc:picChg>
        <pc:cxnChg chg="mod ord">
          <ac:chgData name="Lala Guluzade" userId="2e684c3e-ad8a-47cf-b493-54606dd5dcb1" providerId="ADAL" clId="{A2BF9B08-964F-4531-B73D-668D4608DC8E}" dt="2026-06-30T18:10:56.017" v="22236"/>
          <ac:cxnSpMkLst>
            <pc:docMk/>
            <pc:sldMk cId="1723608100" sldId="2147482987"/>
            <ac:cxnSpMk id="84" creationId="{F8945E65-C61F-1465-20CD-A5A40EE8EC01}"/>
          </ac:cxnSpMkLst>
        </pc:cxnChg>
        <pc:cxnChg chg="mod ord">
          <ac:chgData name="Lala Guluzade" userId="2e684c3e-ad8a-47cf-b493-54606dd5dcb1" providerId="ADAL" clId="{A2BF9B08-964F-4531-B73D-668D4608DC8E}" dt="2026-06-30T18:10:56.018" v="22238"/>
          <ac:cxnSpMkLst>
            <pc:docMk/>
            <pc:sldMk cId="1723608100" sldId="2147482987"/>
            <ac:cxnSpMk id="87" creationId="{145911F5-8B0B-ACB5-124F-31464B7D7530}"/>
          </ac:cxnSpMkLst>
        </pc:cxnChg>
        <pc:cxnChg chg="mod ord">
          <ac:chgData name="Lala Guluzade" userId="2e684c3e-ad8a-47cf-b493-54606dd5dcb1" providerId="ADAL" clId="{A2BF9B08-964F-4531-B73D-668D4608DC8E}" dt="2026-06-30T18:10:56.019" v="22240"/>
          <ac:cxnSpMkLst>
            <pc:docMk/>
            <pc:sldMk cId="1723608100" sldId="2147482987"/>
            <ac:cxnSpMk id="88" creationId="{308D3B16-B335-A984-C676-7EF878D640D6}"/>
          </ac:cxnSpMkLst>
        </pc:cxnChg>
        <pc:cxnChg chg="mod ord">
          <ac:chgData name="Lala Guluzade" userId="2e684c3e-ad8a-47cf-b493-54606dd5dcb1" providerId="ADAL" clId="{A2BF9B08-964F-4531-B73D-668D4608DC8E}" dt="2026-06-30T18:10:56.021" v="22242"/>
          <ac:cxnSpMkLst>
            <pc:docMk/>
            <pc:sldMk cId="1723608100" sldId="2147482987"/>
            <ac:cxnSpMk id="89" creationId="{5CD16749-9D1B-594E-6C17-1F44B015A64F}"/>
          </ac:cxnSpMkLst>
        </pc:cxnChg>
      </pc:sldChg>
      <pc:sldChg chg="addSp delSp modSp mod">
        <pc:chgData name="Lala Guluzade" userId="2e684c3e-ad8a-47cf-b493-54606dd5dcb1" providerId="ADAL" clId="{A2BF9B08-964F-4531-B73D-668D4608DC8E}" dt="2026-06-29T15:18:49.061" v="1754" actId="478"/>
        <pc:sldMkLst>
          <pc:docMk/>
          <pc:sldMk cId="427762221" sldId="2147483012"/>
        </pc:sldMkLst>
        <pc:spChg chg="add del mod">
          <ac:chgData name="Lala Guluzade" userId="2e684c3e-ad8a-47cf-b493-54606dd5dcb1" providerId="ADAL" clId="{A2BF9B08-964F-4531-B73D-668D4608DC8E}" dt="2026-06-29T15:18:49.061" v="1754" actId="478"/>
          <ac:spMkLst>
            <pc:docMk/>
            <pc:sldMk cId="427762221" sldId="2147483012"/>
            <ac:spMk id="6" creationId="{48F3C5A5-D731-4895-8706-59EE6F12B6A0}"/>
          </ac:spMkLst>
        </pc:spChg>
      </pc:sldChg>
      <pc:sldChg chg="del">
        <pc:chgData name="Lala Guluzade" userId="2e684c3e-ad8a-47cf-b493-54606dd5dcb1" providerId="ADAL" clId="{A2BF9B08-964F-4531-B73D-668D4608DC8E}" dt="2026-06-30T15:51:12.904" v="19381" actId="47"/>
        <pc:sldMkLst>
          <pc:docMk/>
          <pc:sldMk cId="216683667" sldId="2147483013"/>
        </pc:sldMkLst>
      </pc:sldChg>
      <pc:sldChg chg="ord">
        <pc:chgData name="Lala Guluzade" userId="2e684c3e-ad8a-47cf-b493-54606dd5dcb1" providerId="ADAL" clId="{A2BF9B08-964F-4531-B73D-668D4608DC8E}" dt="2026-06-30T14:58:16.649" v="19175"/>
        <pc:sldMkLst>
          <pc:docMk/>
          <pc:sldMk cId="3508731278" sldId="2147483625"/>
        </pc:sldMkLst>
      </pc:sldChg>
      <pc:sldChg chg="del ord">
        <pc:chgData name="Lala Guluzade" userId="2e684c3e-ad8a-47cf-b493-54606dd5dcb1" providerId="ADAL" clId="{A2BF9B08-964F-4531-B73D-668D4608DC8E}" dt="2026-06-30T14:58:53.489" v="19179" actId="47"/>
        <pc:sldMkLst>
          <pc:docMk/>
          <pc:sldMk cId="4154013227" sldId="2147483626"/>
        </pc:sldMkLst>
      </pc:sldChg>
      <pc:sldChg chg="addSp modSp add ord">
        <pc:chgData name="Lala Guluzade" userId="2e684c3e-ad8a-47cf-b493-54606dd5dcb1" providerId="ADAL" clId="{A2BF9B08-964F-4531-B73D-668D4608DC8E}" dt="2026-06-30T16:18:28.326" v="19958"/>
        <pc:sldMkLst>
          <pc:docMk/>
          <pc:sldMk cId="3823427399" sldId="2147483629"/>
        </pc:sldMkLst>
        <pc:spChg chg="add mod">
          <ac:chgData name="Lala Guluzade" userId="2e684c3e-ad8a-47cf-b493-54606dd5dcb1" providerId="ADAL" clId="{A2BF9B08-964F-4531-B73D-668D4608DC8E}" dt="2026-06-30T16:18:28.326" v="19958"/>
          <ac:spMkLst>
            <pc:docMk/>
            <pc:sldMk cId="3823427399" sldId="2147483629"/>
            <ac:spMk id="2" creationId="{1693315B-BCAE-0787-D50F-8A0B057FC50D}"/>
          </ac:spMkLst>
        </pc:spChg>
      </pc:sldChg>
      <pc:sldChg chg="addSp delSp modSp add mod">
        <pc:chgData name="Lala Guluzade" userId="2e684c3e-ad8a-47cf-b493-54606dd5dcb1" providerId="ADAL" clId="{A2BF9B08-964F-4531-B73D-668D4608DC8E}" dt="2026-06-30T16:20:38.480" v="20042"/>
        <pc:sldMkLst>
          <pc:docMk/>
          <pc:sldMk cId="1594897451" sldId="2147483638"/>
        </pc:sldMkLst>
        <pc:spChg chg="mod">
          <ac:chgData name="Lala Guluzade" userId="2e684c3e-ad8a-47cf-b493-54606dd5dcb1" providerId="ADAL" clId="{A2BF9B08-964F-4531-B73D-668D4608DC8E}" dt="2026-06-30T16:20:38.417" v="20018" actId="948"/>
          <ac:spMkLst>
            <pc:docMk/>
            <pc:sldMk cId="1594897451" sldId="2147483638"/>
            <ac:spMk id="2" creationId="{23446072-97A9-C774-F785-5CD3B1F5FFA5}"/>
          </ac:spMkLst>
        </pc:spChg>
        <pc:spChg chg="add del mod modVis">
          <ac:chgData name="Lala Guluzade" userId="2e684c3e-ad8a-47cf-b493-54606dd5dcb1" providerId="ADAL" clId="{A2BF9B08-964F-4531-B73D-668D4608DC8E}" dt="2026-06-30T16:20:38.477" v="20040"/>
          <ac:spMkLst>
            <pc:docMk/>
            <pc:sldMk cId="1594897451" sldId="2147483638"/>
            <ac:spMk id="4" creationId="{8BDBEAC0-9DBF-DAD2-A3A3-9AF92DACB343}"/>
          </ac:spMkLst>
        </pc:spChg>
        <pc:graphicFrameChg chg="mod">
          <ac:chgData name="Lala Guluzade" userId="2e684c3e-ad8a-47cf-b493-54606dd5dcb1" providerId="ADAL" clId="{A2BF9B08-964F-4531-B73D-668D4608DC8E}" dt="2026-06-30T16:20:38.480" v="20042"/>
          <ac:graphicFrameMkLst>
            <pc:docMk/>
            <pc:sldMk cId="1594897451" sldId="2147483638"/>
            <ac:graphicFrameMk id="6" creationId="{43D4B889-D194-FAA5-A037-036336A0AE19}"/>
          </ac:graphicFrameMkLst>
        </pc:graphicFrameChg>
      </pc:sldChg>
      <pc:sldChg chg="add del">
        <pc:chgData name="Lala Guluzade" userId="2e684c3e-ad8a-47cf-b493-54606dd5dcb1" providerId="ADAL" clId="{A2BF9B08-964F-4531-B73D-668D4608DC8E}" dt="2026-06-30T16:20:25.753" v="19983" actId="47"/>
        <pc:sldMkLst>
          <pc:docMk/>
          <pc:sldMk cId="3960903796" sldId="2147483644"/>
        </pc:sldMkLst>
      </pc:sldChg>
      <pc:sldChg chg="addSp delSp modSp add mod">
        <pc:chgData name="Lala Guluzade" userId="2e684c3e-ad8a-47cf-b493-54606dd5dcb1" providerId="ADAL" clId="{A2BF9B08-964F-4531-B73D-668D4608DC8E}" dt="2026-06-30T16:20:33.252" v="20013"/>
        <pc:sldMkLst>
          <pc:docMk/>
          <pc:sldMk cId="252204131" sldId="2147483645"/>
        </pc:sldMkLst>
        <pc:spChg chg="mod">
          <ac:chgData name="Lala Guluzade" userId="2e684c3e-ad8a-47cf-b493-54606dd5dcb1" providerId="ADAL" clId="{A2BF9B08-964F-4531-B73D-668D4608DC8E}" dt="2026-06-30T16:20:33.203" v="19989" actId="948"/>
          <ac:spMkLst>
            <pc:docMk/>
            <pc:sldMk cId="252204131" sldId="2147483645"/>
            <ac:spMk id="2" creationId="{A1E6D606-D9DD-EE5C-CA3B-438524531F22}"/>
          </ac:spMkLst>
        </pc:spChg>
        <pc:spChg chg="add del mod modVis">
          <ac:chgData name="Lala Guluzade" userId="2e684c3e-ad8a-47cf-b493-54606dd5dcb1" providerId="ADAL" clId="{A2BF9B08-964F-4531-B73D-668D4608DC8E}" dt="2026-06-30T16:20:33.250" v="20011"/>
          <ac:spMkLst>
            <pc:docMk/>
            <pc:sldMk cId="252204131" sldId="2147483645"/>
            <ac:spMk id="10" creationId="{DD7E3C64-10E9-B294-9AF8-DB719CE34B64}"/>
          </ac:spMkLst>
        </pc:spChg>
        <pc:graphicFrameChg chg="mod">
          <ac:chgData name="Lala Guluzade" userId="2e684c3e-ad8a-47cf-b493-54606dd5dcb1" providerId="ADAL" clId="{A2BF9B08-964F-4531-B73D-668D4608DC8E}" dt="2026-06-30T16:20:33.252" v="20013"/>
          <ac:graphicFrameMkLst>
            <pc:docMk/>
            <pc:sldMk cId="252204131" sldId="2147483645"/>
            <ac:graphicFrameMk id="6" creationId="{29BB3E5C-8159-078C-A3C7-70505D1D8A6C}"/>
          </ac:graphicFrameMkLst>
        </pc:graphicFrameChg>
      </pc:sldChg>
      <pc:sldChg chg="addSp delSp modSp add mod">
        <pc:chgData name="Lala Guluzade" userId="2e684c3e-ad8a-47cf-b493-54606dd5dcb1" providerId="ADAL" clId="{A2BF9B08-964F-4531-B73D-668D4608DC8E}" dt="2026-06-30T19:32:21.524" v="22450"/>
        <pc:sldMkLst>
          <pc:docMk/>
          <pc:sldMk cId="720269477" sldId="2147483646"/>
        </pc:sldMkLst>
        <pc:spChg chg="mod">
          <ac:chgData name="Lala Guluzade" userId="2e684c3e-ad8a-47cf-b493-54606dd5dcb1" providerId="ADAL" clId="{A2BF9B08-964F-4531-B73D-668D4608DC8E}" dt="2026-06-30T19:32:21.411" v="22426"/>
          <ac:spMkLst>
            <pc:docMk/>
            <pc:sldMk cId="720269477" sldId="2147483646"/>
            <ac:spMk id="2" creationId="{B51966CC-A2E4-6A95-EE20-7D9A47291204}"/>
          </ac:spMkLst>
        </pc:spChg>
        <pc:spChg chg="add del mod modVis">
          <ac:chgData name="Lala Guluzade" userId="2e684c3e-ad8a-47cf-b493-54606dd5dcb1" providerId="ADAL" clId="{A2BF9B08-964F-4531-B73D-668D4608DC8E}" dt="2026-06-30T19:32:21.521" v="22448"/>
          <ac:spMkLst>
            <pc:docMk/>
            <pc:sldMk cId="720269477" sldId="2147483646"/>
            <ac:spMk id="4" creationId="{E50FBFE1-704B-37E9-2D55-A88D17D2B2BE}"/>
          </ac:spMkLst>
        </pc:spChg>
        <pc:spChg chg="mod">
          <ac:chgData name="Lala Guluzade" userId="2e684c3e-ad8a-47cf-b493-54606dd5dcb1" providerId="ADAL" clId="{A2BF9B08-964F-4531-B73D-668D4608DC8E}" dt="2026-06-30T19:32:20.555" v="22425"/>
          <ac:spMkLst>
            <pc:docMk/>
            <pc:sldMk cId="720269477" sldId="2147483646"/>
            <ac:spMk id="205" creationId="{8903E7C3-B256-494B-3568-F78570241BF1}"/>
          </ac:spMkLst>
        </pc:spChg>
        <pc:graphicFrameChg chg="mod">
          <ac:chgData name="Lala Guluzade" userId="2e684c3e-ad8a-47cf-b493-54606dd5dcb1" providerId="ADAL" clId="{A2BF9B08-964F-4531-B73D-668D4608DC8E}" dt="2026-06-30T19:32:21.524" v="22450"/>
          <ac:graphicFrameMkLst>
            <pc:docMk/>
            <pc:sldMk cId="720269477" sldId="2147483646"/>
            <ac:graphicFrameMk id="6" creationId="{CBE6262D-8883-4387-2976-3DFAD683B556}"/>
          </ac:graphicFrameMkLst>
        </pc:graphicFrameChg>
      </pc:sldChg>
      <pc:sldChg chg="addSp delSp modSp add del mod">
        <pc:chgData name="Lala Guluzade" userId="2e684c3e-ad8a-47cf-b493-54606dd5dcb1" providerId="ADAL" clId="{A2BF9B08-964F-4531-B73D-668D4608DC8E}" dt="2026-06-30T19:34:33.693" v="22481" actId="47"/>
        <pc:sldMkLst>
          <pc:docMk/>
          <pc:sldMk cId="1376457991" sldId="2147483647"/>
        </pc:sldMkLst>
        <pc:spChg chg="mod">
          <ac:chgData name="Lala Guluzade" userId="2e684c3e-ad8a-47cf-b493-54606dd5dcb1" providerId="ADAL" clId="{A2BF9B08-964F-4531-B73D-668D4608DC8E}" dt="2026-06-30T19:34:31.836" v="22456"/>
          <ac:spMkLst>
            <pc:docMk/>
            <pc:sldMk cId="1376457991" sldId="2147483647"/>
            <ac:spMk id="2" creationId="{B51966CC-A2E4-6A95-EE20-7D9A47291204}"/>
          </ac:spMkLst>
        </pc:spChg>
        <pc:spChg chg="add del mod modVis">
          <ac:chgData name="Lala Guluzade" userId="2e684c3e-ad8a-47cf-b493-54606dd5dcb1" providerId="ADAL" clId="{A2BF9B08-964F-4531-B73D-668D4608DC8E}" dt="2026-06-30T19:34:31.910" v="22478"/>
          <ac:spMkLst>
            <pc:docMk/>
            <pc:sldMk cId="1376457991" sldId="2147483647"/>
            <ac:spMk id="4" creationId="{71AD7C50-DAE4-DB05-8681-83647F7F996C}"/>
          </ac:spMkLst>
        </pc:spChg>
        <pc:spChg chg="mod">
          <ac:chgData name="Lala Guluzade" userId="2e684c3e-ad8a-47cf-b493-54606dd5dcb1" providerId="ADAL" clId="{A2BF9B08-964F-4531-B73D-668D4608DC8E}" dt="2026-06-30T19:34:31.257" v="22455"/>
          <ac:spMkLst>
            <pc:docMk/>
            <pc:sldMk cId="1376457991" sldId="2147483647"/>
            <ac:spMk id="205" creationId="{8903E7C3-B256-494B-3568-F78570241BF1}"/>
          </ac:spMkLst>
        </pc:spChg>
        <pc:graphicFrameChg chg="mod">
          <ac:chgData name="Lala Guluzade" userId="2e684c3e-ad8a-47cf-b493-54606dd5dcb1" providerId="ADAL" clId="{A2BF9B08-964F-4531-B73D-668D4608DC8E}" dt="2026-06-30T19:34:31.912" v="22480"/>
          <ac:graphicFrameMkLst>
            <pc:docMk/>
            <pc:sldMk cId="1376457991" sldId="2147483647"/>
            <ac:graphicFrameMk id="6" creationId="{CBE6262D-8883-4387-2976-3DFAD683B556}"/>
          </ac:graphicFrameMkLst>
        </pc:graphicFrameChg>
      </pc:sldChg>
      <pc:sldChg chg="del">
        <pc:chgData name="Lala Guluzade" userId="2e684c3e-ad8a-47cf-b493-54606dd5dcb1" providerId="ADAL" clId="{A2BF9B08-964F-4531-B73D-668D4608DC8E}" dt="2026-06-30T15:51:11.920" v="19380" actId="47"/>
        <pc:sldMkLst>
          <pc:docMk/>
          <pc:sldMk cId="2327117568" sldId="2147483647"/>
        </pc:sldMkLst>
      </pc:sldChg>
      <pc:sldChg chg="addSp modSp add">
        <pc:chgData name="Lala Guluzade" userId="2e684c3e-ad8a-47cf-b493-54606dd5dcb1" providerId="ADAL" clId="{A2BF9B08-964F-4531-B73D-668D4608DC8E}" dt="2026-06-30T19:52:29.800" v="22803" actId="554"/>
        <pc:sldMkLst>
          <pc:docMk/>
          <pc:sldMk cId="2923779400" sldId="2147483647"/>
        </pc:sldMkLst>
        <pc:spChg chg="add mod">
          <ac:chgData name="Lala Guluzade" userId="2e684c3e-ad8a-47cf-b493-54606dd5dcb1" providerId="ADAL" clId="{A2BF9B08-964F-4531-B73D-668D4608DC8E}" dt="2026-06-30T19:52:29.800" v="22803" actId="554"/>
          <ac:spMkLst>
            <pc:docMk/>
            <pc:sldMk cId="2923779400" sldId="2147483647"/>
            <ac:spMk id="3" creationId="{1D88E8FA-BAB4-6D3C-0EA8-E1258D346733}"/>
          </ac:spMkLst>
        </pc:spChg>
        <pc:spChg chg="mod">
          <ac:chgData name="Lala Guluzade" userId="2e684c3e-ad8a-47cf-b493-54606dd5dcb1" providerId="ADAL" clId="{A2BF9B08-964F-4531-B73D-668D4608DC8E}" dt="2026-06-30T19:52:29.800" v="22803" actId="554"/>
          <ac:spMkLst>
            <pc:docMk/>
            <pc:sldMk cId="2923779400" sldId="2147483647"/>
            <ac:spMk id="6" creationId="{32069EFC-2EA9-7ACB-B38C-B8A0ABFCE66F}"/>
          </ac:spMkLst>
        </pc:spChg>
        <pc:spChg chg="mod">
          <ac:chgData name="Lala Guluzade" userId="2e684c3e-ad8a-47cf-b493-54606dd5dcb1" providerId="ADAL" clId="{A2BF9B08-964F-4531-B73D-668D4608DC8E}" dt="2026-06-30T19:52:21.374" v="22800"/>
          <ac:spMkLst>
            <pc:docMk/>
            <pc:sldMk cId="2923779400" sldId="2147483647"/>
            <ac:spMk id="41" creationId="{CF0A4C33-F367-26D2-9D31-D72E01B9E256}"/>
          </ac:spMkLst>
        </pc:spChg>
        <pc:spChg chg="mod">
          <ac:chgData name="Lala Guluzade" userId="2e684c3e-ad8a-47cf-b493-54606dd5dcb1" providerId="ADAL" clId="{A2BF9B08-964F-4531-B73D-668D4608DC8E}" dt="2026-06-30T19:52:21.377" v="22801"/>
          <ac:spMkLst>
            <pc:docMk/>
            <pc:sldMk cId="2923779400" sldId="2147483647"/>
            <ac:spMk id="42" creationId="{38BD8CBF-997A-0F9D-5761-063EC9852EC0}"/>
          </ac:spMkLst>
        </pc:spChg>
        <pc:graphicFrameChg chg="mod">
          <ac:chgData name="Lala Guluzade" userId="2e684c3e-ad8a-47cf-b493-54606dd5dcb1" providerId="ADAL" clId="{A2BF9B08-964F-4531-B73D-668D4608DC8E}" dt="2026-06-30T19:52:21.371" v="22799"/>
          <ac:graphicFrameMkLst>
            <pc:docMk/>
            <pc:sldMk cId="2923779400" sldId="2147483647"/>
            <ac:graphicFrameMk id="5" creationId="{A7FD8E05-63E9-BE36-B330-9CA0CE1D73A3}"/>
          </ac:graphicFrameMkLst>
        </pc:graphicFrameChg>
      </pc:sldChg>
      <pc:sldChg chg="addSp delSp modSp add del mod">
        <pc:chgData name="Lala Guluzade" userId="2e684c3e-ad8a-47cf-b493-54606dd5dcb1" providerId="ADAL" clId="{A2BF9B08-964F-4531-B73D-668D4608DC8E}" dt="2026-06-30T16:20:07.611" v="19981" actId="47"/>
        <pc:sldMkLst>
          <pc:docMk/>
          <pc:sldMk cId="4093100737" sldId="2147483647"/>
        </pc:sldMkLst>
        <pc:spChg chg="mod">
          <ac:chgData name="Lala Guluzade" userId="2e684c3e-ad8a-47cf-b493-54606dd5dcb1" providerId="ADAL" clId="{A2BF9B08-964F-4531-B73D-668D4608DC8E}" dt="2026-06-30T15:53:40.110" v="19388" actId="948"/>
          <ac:spMkLst>
            <pc:docMk/>
            <pc:sldMk cId="4093100737" sldId="2147483647"/>
            <ac:spMk id="2" creationId="{A31D69D9-103B-A675-2A79-AE1D4CAE177D}"/>
          </ac:spMkLst>
        </pc:spChg>
        <pc:spChg chg="add del mod modVis">
          <ac:chgData name="Lala Guluzade" userId="2e684c3e-ad8a-47cf-b493-54606dd5dcb1" providerId="ADAL" clId="{A2BF9B08-964F-4531-B73D-668D4608DC8E}" dt="2026-06-30T15:53:40.155" v="19410"/>
          <ac:spMkLst>
            <pc:docMk/>
            <pc:sldMk cId="4093100737" sldId="2147483647"/>
            <ac:spMk id="3" creationId="{1D64C303-90F1-D64C-48D7-A1BA84FECA22}"/>
          </ac:spMkLst>
        </pc:spChg>
        <pc:spChg chg="mod">
          <ac:chgData name="Lala Guluzade" userId="2e684c3e-ad8a-47cf-b493-54606dd5dcb1" providerId="ADAL" clId="{A2BF9B08-964F-4531-B73D-668D4608DC8E}" dt="2026-06-30T15:53:39.506" v="19386"/>
          <ac:spMkLst>
            <pc:docMk/>
            <pc:sldMk cId="4093100737" sldId="2147483647"/>
            <ac:spMk id="46" creationId="{0D3035F3-001B-7E2D-D093-27EDFB22BEFB}"/>
          </ac:spMkLst>
        </pc:spChg>
        <pc:spChg chg="mod">
          <ac:chgData name="Lala Guluzade" userId="2e684c3e-ad8a-47cf-b493-54606dd5dcb1" providerId="ADAL" clId="{A2BF9B08-964F-4531-B73D-668D4608DC8E}" dt="2026-06-30T15:53:39.507" v="19387"/>
          <ac:spMkLst>
            <pc:docMk/>
            <pc:sldMk cId="4093100737" sldId="2147483647"/>
            <ac:spMk id="47" creationId="{551A35D1-7CBC-B770-0FF3-E9E942496143}"/>
          </ac:spMkLst>
        </pc:spChg>
        <pc:graphicFrameChg chg="mod">
          <ac:chgData name="Lala Guluzade" userId="2e684c3e-ad8a-47cf-b493-54606dd5dcb1" providerId="ADAL" clId="{A2BF9B08-964F-4531-B73D-668D4608DC8E}" dt="2026-06-30T15:53:40.156" v="19412"/>
          <ac:graphicFrameMkLst>
            <pc:docMk/>
            <pc:sldMk cId="4093100737" sldId="2147483647"/>
            <ac:graphicFrameMk id="6" creationId="{64EE094A-E69F-7F09-DEAA-E149F184573F}"/>
          </ac:graphicFrameMkLst>
        </pc:graphicFrameChg>
      </pc:sldChg>
      <pc:sldMasterChg chg="delSldLayout">
        <pc:chgData name="Lala Guluzade" userId="2e684c3e-ad8a-47cf-b493-54606dd5dcb1" providerId="ADAL" clId="{A2BF9B08-964F-4531-B73D-668D4608DC8E}" dt="2026-06-30T15:51:10.888" v="19379" actId="47"/>
        <pc:sldMasterMkLst>
          <pc:docMk/>
          <pc:sldMasterMk cId="4121953452" sldId="2147483900"/>
        </pc:sldMasterMkLst>
        <pc:sldLayoutChg chg="del">
          <pc:chgData name="Lala Guluzade" userId="2e684c3e-ad8a-47cf-b493-54606dd5dcb1" providerId="ADAL" clId="{A2BF9B08-964F-4531-B73D-668D4608DC8E}" dt="2026-06-30T15:51:10.888" v="19379" actId="47"/>
          <pc:sldLayoutMkLst>
            <pc:docMk/>
            <pc:sldMasterMk cId="4121953452" sldId="2147483900"/>
            <pc:sldLayoutMk cId="4144911905" sldId="2147483915"/>
          </pc:sldLayoutMkLst>
        </pc:sldLayoutChg>
      </pc:sldMasterChg>
    </pc:docChg>
  </pc:docChgLst>
  <pc:docChgLst>
    <pc:chgData name="Jamil Guliyev" userId="5760343e-cb99-4051-af49-469a16ff9685" providerId="ADAL" clId="{75CF9CBD-E527-4D0D-A24B-9DE14C8E7C13}"/>
    <pc:docChg chg="undo custSel addSld modSld sldOrd">
      <pc:chgData name="Jamil Guliyev" userId="5760343e-cb99-4051-af49-469a16ff9685" providerId="ADAL" clId="{75CF9CBD-E527-4D0D-A24B-9DE14C8E7C13}" dt="2026-06-30T18:12:13.296" v="636"/>
      <pc:docMkLst>
        <pc:docMk/>
      </pc:docMkLst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3051069076" sldId="286"/>
        </pc:sldMkLst>
      </pc:sldChg>
      <pc:sldChg chg="addSp delSp modSp add mod">
        <pc:chgData name="Jamil Guliyev" userId="5760343e-cb99-4051-af49-469a16ff9685" providerId="ADAL" clId="{75CF9CBD-E527-4D0D-A24B-9DE14C8E7C13}" dt="2026-06-30T18:12:13.296" v="636"/>
        <pc:sldMkLst>
          <pc:docMk/>
          <pc:sldMk cId="699403238" sldId="287"/>
        </pc:sldMkLst>
        <pc:spChg chg="add mod">
          <ac:chgData name="Jamil Guliyev" userId="5760343e-cb99-4051-af49-469a16ff9685" providerId="ADAL" clId="{75CF9CBD-E527-4D0D-A24B-9DE14C8E7C13}" dt="2026-06-30T18:12:13.296" v="636"/>
          <ac:spMkLst>
            <pc:docMk/>
            <pc:sldMk cId="699403238" sldId="287"/>
            <ac:spMk id="2" creationId="{E1AC767C-7E3C-A948-39AB-EF4885F1BB6E}"/>
          </ac:spMkLst>
        </pc:spChg>
        <pc:spChg chg="del">
          <ac:chgData name="Jamil Guliyev" userId="5760343e-cb99-4051-af49-469a16ff9685" providerId="ADAL" clId="{75CF9CBD-E527-4D0D-A24B-9DE14C8E7C13}" dt="2026-06-30T18:12:13.024" v="635" actId="478"/>
          <ac:spMkLst>
            <pc:docMk/>
            <pc:sldMk cId="699403238" sldId="287"/>
            <ac:spMk id="28" creationId="{36A51329-5BE3-A8F0-7D36-22310DEC6852}"/>
          </ac:spMkLst>
        </pc:spChg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2152419856" sldId="288"/>
        </pc:sldMkLst>
      </pc:sldChg>
      <pc:sldChg chg="addSp delSp modSp add mod">
        <pc:chgData name="Jamil Guliyev" userId="5760343e-cb99-4051-af49-469a16ff9685" providerId="ADAL" clId="{75CF9CBD-E527-4D0D-A24B-9DE14C8E7C13}" dt="2026-06-30T14:06:47.078" v="199"/>
        <pc:sldMkLst>
          <pc:docMk/>
          <pc:sldMk cId="1111372215" sldId="289"/>
        </pc:sldMkLst>
        <pc:spChg chg="del">
          <ac:chgData name="Jamil Guliyev" userId="5760343e-cb99-4051-af49-469a16ff9685" providerId="ADAL" clId="{75CF9CBD-E527-4D0D-A24B-9DE14C8E7C13}" dt="2026-06-30T14:06:40.409" v="121" actId="478"/>
          <ac:spMkLst>
            <pc:docMk/>
            <pc:sldMk cId="1111372215" sldId="289"/>
            <ac:spMk id="2" creationId="{F6E90A99-D38E-7159-0062-DC3256250196}"/>
          </ac:spMkLst>
        </pc:spChg>
        <pc:spChg chg="add del mod modVis">
          <ac:chgData name="Jamil Guliyev" userId="5760343e-cb99-4051-af49-469a16ff9685" providerId="ADAL" clId="{75CF9CBD-E527-4D0D-A24B-9DE14C8E7C13}" dt="2026-06-30T14:06:42.093" v="145"/>
          <ac:spMkLst>
            <pc:docMk/>
            <pc:sldMk cId="1111372215" sldId="289"/>
            <ac:spMk id="4" creationId="{CE413C7A-D160-0C95-0CB3-768EAFEA0E5D}"/>
          </ac:spMkLst>
        </pc:spChg>
        <pc:spChg chg="add del mod modVis">
          <ac:chgData name="Jamil Guliyev" userId="5760343e-cb99-4051-af49-469a16ff9685" providerId="ADAL" clId="{75CF9CBD-E527-4D0D-A24B-9DE14C8E7C13}" dt="2026-06-30T14:06:44.843" v="171"/>
          <ac:spMkLst>
            <pc:docMk/>
            <pc:sldMk cId="1111372215" sldId="289"/>
            <ac:spMk id="11" creationId="{66043EF0-4B5A-DB52-C93E-E50B73022A02}"/>
          </ac:spMkLst>
        </pc:spChg>
        <pc:spChg chg="mod">
          <ac:chgData name="Jamil Guliyev" userId="5760343e-cb99-4051-af49-469a16ff9685" providerId="ADAL" clId="{75CF9CBD-E527-4D0D-A24B-9DE14C8E7C13}" dt="2026-06-30T14:06:46.986" v="175" actId="948"/>
          <ac:spMkLst>
            <pc:docMk/>
            <pc:sldMk cId="1111372215" sldId="289"/>
            <ac:spMk id="12" creationId="{83F958F0-5561-705F-64DD-FE393FCE80A0}"/>
          </ac:spMkLst>
        </pc:spChg>
        <pc:spChg chg="add del mod modVis">
          <ac:chgData name="Jamil Guliyev" userId="5760343e-cb99-4051-af49-469a16ff9685" providerId="ADAL" clId="{75CF9CBD-E527-4D0D-A24B-9DE14C8E7C13}" dt="2026-06-30T14:06:47.075" v="197"/>
          <ac:spMkLst>
            <pc:docMk/>
            <pc:sldMk cId="1111372215" sldId="289"/>
            <ac:spMk id="14" creationId="{A3766E31-E434-2C9A-12A4-661A3954AC51}"/>
          </ac:spMkLst>
        </pc:spChg>
        <pc:graphicFrameChg chg="mod">
          <ac:chgData name="Jamil Guliyev" userId="5760343e-cb99-4051-af49-469a16ff9685" providerId="ADAL" clId="{75CF9CBD-E527-4D0D-A24B-9DE14C8E7C13}" dt="2026-06-30T14:06:47.078" v="199"/>
          <ac:graphicFrameMkLst>
            <pc:docMk/>
            <pc:sldMk cId="1111372215" sldId="289"/>
            <ac:graphicFrameMk id="8" creationId="{253D3CF4-2DCA-F252-2AD0-827C39A73650}"/>
          </ac:graphicFrameMkLst>
        </pc:graphicFrameChg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3153255151" sldId="290"/>
        </pc:sldMkLst>
      </pc:sldChg>
      <pc:sldChg chg="addSp delSp modSp add mod">
        <pc:chgData name="Jamil Guliyev" userId="5760343e-cb99-4051-af49-469a16ff9685" providerId="ADAL" clId="{75CF9CBD-E527-4D0D-A24B-9DE14C8E7C13}" dt="2026-06-30T14:07:44.866" v="552"/>
        <pc:sldMkLst>
          <pc:docMk/>
          <pc:sldMk cId="1542756124" sldId="291"/>
        </pc:sldMkLst>
        <pc:spChg chg="mod">
          <ac:chgData name="Jamil Guliyev" userId="5760343e-cb99-4051-af49-469a16ff9685" providerId="ADAL" clId="{75CF9CBD-E527-4D0D-A24B-9DE14C8E7C13}" dt="2026-06-30T14:07:44.820" v="528" actId="948"/>
          <ac:spMkLst>
            <pc:docMk/>
            <pc:sldMk cId="1542756124" sldId="291"/>
            <ac:spMk id="2" creationId="{B51966CC-A2E4-6A95-EE20-7D9A47291204}"/>
          </ac:spMkLst>
        </pc:spChg>
        <pc:spChg chg="add del mod modVis">
          <ac:chgData name="Jamil Guliyev" userId="5760343e-cb99-4051-af49-469a16ff9685" providerId="ADAL" clId="{75CF9CBD-E527-4D0D-A24B-9DE14C8E7C13}" dt="2026-06-30T14:07:39.124" v="472"/>
          <ac:spMkLst>
            <pc:docMk/>
            <pc:sldMk cId="1542756124" sldId="291"/>
            <ac:spMk id="3" creationId="{E8DEB8CB-8E53-D39C-C74D-9399256E0068}"/>
          </ac:spMkLst>
        </pc:spChg>
        <pc:spChg chg="del">
          <ac:chgData name="Jamil Guliyev" userId="5760343e-cb99-4051-af49-469a16ff9685" providerId="ADAL" clId="{75CF9CBD-E527-4D0D-A24B-9DE14C8E7C13}" dt="2026-06-30T14:07:36.098" v="448" actId="478"/>
          <ac:spMkLst>
            <pc:docMk/>
            <pc:sldMk cId="1542756124" sldId="291"/>
            <ac:spMk id="4" creationId="{A7C46996-C1E0-4B9D-C380-1C405E01A5CE}"/>
          </ac:spMkLst>
        </pc:spChg>
        <pc:spChg chg="add del mod modVis">
          <ac:chgData name="Jamil Guliyev" userId="5760343e-cb99-4051-af49-469a16ff9685" providerId="ADAL" clId="{75CF9CBD-E527-4D0D-A24B-9DE14C8E7C13}" dt="2026-06-30T14:07:42.388" v="498"/>
          <ac:spMkLst>
            <pc:docMk/>
            <pc:sldMk cId="1542756124" sldId="291"/>
            <ac:spMk id="5" creationId="{94971F96-F9E9-A962-945C-C6071D688AD7}"/>
          </ac:spMkLst>
        </pc:spChg>
        <pc:spChg chg="add del mod modVis">
          <ac:chgData name="Jamil Guliyev" userId="5760343e-cb99-4051-af49-469a16ff9685" providerId="ADAL" clId="{75CF9CBD-E527-4D0D-A24B-9DE14C8E7C13}" dt="2026-06-30T14:07:43.728" v="524"/>
          <ac:spMkLst>
            <pc:docMk/>
            <pc:sldMk cId="1542756124" sldId="291"/>
            <ac:spMk id="7" creationId="{261B64B5-7CA8-5FE0-42C2-7C8DEAF1AD31}"/>
          </ac:spMkLst>
        </pc:spChg>
        <pc:spChg chg="add del mod modVis">
          <ac:chgData name="Jamil Guliyev" userId="5760343e-cb99-4051-af49-469a16ff9685" providerId="ADAL" clId="{75CF9CBD-E527-4D0D-A24B-9DE14C8E7C13}" dt="2026-06-30T14:07:44.864" v="550"/>
          <ac:spMkLst>
            <pc:docMk/>
            <pc:sldMk cId="1542756124" sldId="291"/>
            <ac:spMk id="14" creationId="{61E290A4-CCE7-728E-2786-6942AFA56C87}"/>
          </ac:spMkLst>
        </pc:spChg>
        <pc:graphicFrameChg chg="mod">
          <ac:chgData name="Jamil Guliyev" userId="5760343e-cb99-4051-af49-469a16ff9685" providerId="ADAL" clId="{75CF9CBD-E527-4D0D-A24B-9DE14C8E7C13}" dt="2026-06-30T14:07:44.866" v="552"/>
          <ac:graphicFrameMkLst>
            <pc:docMk/>
            <pc:sldMk cId="1542756124" sldId="291"/>
            <ac:graphicFrameMk id="6" creationId="{CBE6262D-8883-4387-2976-3DFAD683B556}"/>
          </ac:graphicFrameMkLst>
        </pc:graphicFrameChg>
      </pc:sldChg>
      <pc:sldChg chg="addSp delSp modSp add mod">
        <pc:chgData name="Jamil Guliyev" userId="5760343e-cb99-4051-af49-469a16ff9685" providerId="ADAL" clId="{75CF9CBD-E527-4D0D-A24B-9DE14C8E7C13}" dt="2026-06-30T14:08:01.542" v="606"/>
        <pc:sldMkLst>
          <pc:docMk/>
          <pc:sldMk cId="4103286499" sldId="292"/>
        </pc:sldMkLst>
        <pc:spChg chg="mod">
          <ac:chgData name="Jamil Guliyev" userId="5760343e-cb99-4051-af49-469a16ff9685" providerId="ADAL" clId="{75CF9CBD-E527-4D0D-A24B-9DE14C8E7C13}" dt="2026-06-30T14:08:01.514" v="582"/>
          <ac:spMkLst>
            <pc:docMk/>
            <pc:sldMk cId="4103286499" sldId="292"/>
            <ac:spMk id="2" creationId="{84E1D352-E51C-5145-2C60-98F218B8AE56}"/>
          </ac:spMkLst>
        </pc:spChg>
        <pc:spChg chg="add del mod modVis">
          <ac:chgData name="Jamil Guliyev" userId="5760343e-cb99-4051-af49-469a16ff9685" providerId="ADAL" clId="{75CF9CBD-E527-4D0D-A24B-9DE14C8E7C13}" dt="2026-06-30T14:08:01.541" v="604"/>
          <ac:spMkLst>
            <pc:docMk/>
            <pc:sldMk cId="4103286499" sldId="292"/>
            <ac:spMk id="6" creationId="{02C95A09-D65D-17D4-74D5-18EE38720452}"/>
          </ac:spMkLst>
        </pc:spChg>
        <pc:spChg chg="del">
          <ac:chgData name="Jamil Guliyev" userId="5760343e-cb99-4051-af49-469a16ff9685" providerId="ADAL" clId="{75CF9CBD-E527-4D0D-A24B-9DE14C8E7C13}" dt="2026-06-30T14:07:55.472" v="580" actId="478"/>
          <ac:spMkLst>
            <pc:docMk/>
            <pc:sldMk cId="4103286499" sldId="292"/>
            <ac:spMk id="10" creationId="{EA7363E4-8022-1082-F59E-401E11BD87AD}"/>
          </ac:spMkLst>
        </pc:spChg>
        <pc:graphicFrameChg chg="mod">
          <ac:chgData name="Jamil Guliyev" userId="5760343e-cb99-4051-af49-469a16ff9685" providerId="ADAL" clId="{75CF9CBD-E527-4D0D-A24B-9DE14C8E7C13}" dt="2026-06-30T14:08:01.542" v="606"/>
          <ac:graphicFrameMkLst>
            <pc:docMk/>
            <pc:sldMk cId="4103286499" sldId="292"/>
            <ac:graphicFrameMk id="5" creationId="{8A9796F3-BDA2-362E-7886-F0CE298380B4}"/>
          </ac:graphicFrameMkLst>
        </pc:graphicFrameChg>
      </pc:sldChg>
      <pc:sldChg chg="addSp delSp modSp add mod ord">
        <pc:chgData name="Jamil Guliyev" userId="5760343e-cb99-4051-af49-469a16ff9685" providerId="ADAL" clId="{75CF9CBD-E527-4D0D-A24B-9DE14C8E7C13}" dt="2026-06-30T14:07:03.771" v="255"/>
        <pc:sldMkLst>
          <pc:docMk/>
          <pc:sldMk cId="3853023842" sldId="293"/>
        </pc:sldMkLst>
        <pc:spChg chg="add del mod modVis">
          <ac:chgData name="Jamil Guliyev" userId="5760343e-cb99-4051-af49-469a16ff9685" providerId="ADAL" clId="{75CF9CBD-E527-4D0D-A24B-9DE14C8E7C13}" dt="2026-06-30T14:07:02.853" v="227"/>
          <ac:spMkLst>
            <pc:docMk/>
            <pc:sldMk cId="3853023842" sldId="293"/>
            <ac:spMk id="4" creationId="{CF65F15D-EB63-5D7D-6D84-D2DEB8EF2B0C}"/>
          </ac:spMkLst>
        </pc:spChg>
        <pc:spChg chg="del mod">
          <ac:chgData name="Jamil Guliyev" userId="5760343e-cb99-4051-af49-469a16ff9685" providerId="ADAL" clId="{75CF9CBD-E527-4D0D-A24B-9DE14C8E7C13}" dt="2026-06-30T14:06:58.378" v="202" actId="478"/>
          <ac:spMkLst>
            <pc:docMk/>
            <pc:sldMk cId="3853023842" sldId="293"/>
            <ac:spMk id="9" creationId="{E96D13AB-F4FE-4AE1-57E7-2F568FDC0E68}"/>
          </ac:spMkLst>
        </pc:spChg>
        <pc:spChg chg="add del mod modVis">
          <ac:chgData name="Jamil Guliyev" userId="5760343e-cb99-4051-af49-469a16ff9685" providerId="ADAL" clId="{75CF9CBD-E527-4D0D-A24B-9DE14C8E7C13}" dt="2026-06-30T14:07:03.768" v="253"/>
          <ac:spMkLst>
            <pc:docMk/>
            <pc:sldMk cId="3853023842" sldId="293"/>
            <ac:spMk id="16" creationId="{A35ACB6A-A64C-BE6F-6B42-2480433CC51B}"/>
          </ac:spMkLst>
        </pc:spChg>
        <pc:spChg chg="mod">
          <ac:chgData name="Jamil Guliyev" userId="5760343e-cb99-4051-af49-469a16ff9685" providerId="ADAL" clId="{75CF9CBD-E527-4D0D-A24B-9DE14C8E7C13}" dt="2026-06-30T14:07:03.727" v="231" actId="948"/>
          <ac:spMkLst>
            <pc:docMk/>
            <pc:sldMk cId="3853023842" sldId="293"/>
            <ac:spMk id="38" creationId="{3416DEDE-8B02-9956-FF52-06FA6BE5A927}"/>
          </ac:spMkLst>
        </pc:spChg>
        <pc:graphicFrameChg chg="mod">
          <ac:chgData name="Jamil Guliyev" userId="5760343e-cb99-4051-af49-469a16ff9685" providerId="ADAL" clId="{75CF9CBD-E527-4D0D-A24B-9DE14C8E7C13}" dt="2026-06-30T14:07:03.771" v="255"/>
          <ac:graphicFrameMkLst>
            <pc:docMk/>
            <pc:sldMk cId="3853023842" sldId="293"/>
            <ac:graphicFrameMk id="20" creationId="{4CB5411F-3CFB-1567-4E6A-4E49487855A4}"/>
          </ac:graphicFrameMkLst>
        </pc:graphicFrameChg>
      </pc:sldChg>
      <pc:sldChg chg="addSp delSp modSp add mod ord">
        <pc:chgData name="Jamil Guliyev" userId="5760343e-cb99-4051-af49-469a16ff9685" providerId="ADAL" clId="{75CF9CBD-E527-4D0D-A24B-9DE14C8E7C13}" dt="2026-06-30T14:07:20.469" v="365"/>
        <pc:sldMkLst>
          <pc:docMk/>
          <pc:sldMk cId="3246791496" sldId="294"/>
        </pc:sldMkLst>
        <pc:spChg chg="add del mod modVis">
          <ac:chgData name="Jamil Guliyev" userId="5760343e-cb99-4051-af49-469a16ff9685" providerId="ADAL" clId="{75CF9CBD-E527-4D0D-A24B-9DE14C8E7C13}" dt="2026-06-30T14:07:18.377" v="311"/>
          <ac:spMkLst>
            <pc:docMk/>
            <pc:sldMk cId="3246791496" sldId="294"/>
            <ac:spMk id="2" creationId="{A649C119-1A83-FF26-4B46-6BF0E943B5E7}"/>
          </ac:spMkLst>
        </pc:spChg>
        <pc:spChg chg="del">
          <ac:chgData name="Jamil Guliyev" userId="5760343e-cb99-4051-af49-469a16ff9685" providerId="ADAL" clId="{75CF9CBD-E527-4D0D-A24B-9DE14C8E7C13}" dt="2026-06-30T14:07:15.116" v="287" actId="478"/>
          <ac:spMkLst>
            <pc:docMk/>
            <pc:sldMk cId="3246791496" sldId="294"/>
            <ac:spMk id="3" creationId="{06FFAE42-B66B-471C-F044-68D98A532D5C}"/>
          </ac:spMkLst>
        </pc:spChg>
        <pc:spChg chg="add del mod modVis">
          <ac:chgData name="Jamil Guliyev" userId="5760343e-cb99-4051-af49-469a16ff9685" providerId="ADAL" clId="{75CF9CBD-E527-4D0D-A24B-9DE14C8E7C13}" dt="2026-06-30T14:07:19.528" v="337"/>
          <ac:spMkLst>
            <pc:docMk/>
            <pc:sldMk cId="3246791496" sldId="294"/>
            <ac:spMk id="4" creationId="{508B7640-5886-574D-0669-538EA5107356}"/>
          </ac:spMkLst>
        </pc:spChg>
        <pc:spChg chg="mod">
          <ac:chgData name="Jamil Guliyev" userId="5760343e-cb99-4051-af49-469a16ff9685" providerId="ADAL" clId="{75CF9CBD-E527-4D0D-A24B-9DE14C8E7C13}" dt="2026-06-30T14:07:20.415" v="341"/>
          <ac:spMkLst>
            <pc:docMk/>
            <pc:sldMk cId="3246791496" sldId="294"/>
            <ac:spMk id="7" creationId="{7CB8C3DE-AA1B-459A-3F91-CFEC1FF4E046}"/>
          </ac:spMkLst>
        </pc:spChg>
        <pc:spChg chg="add del mod modVis">
          <ac:chgData name="Jamil Guliyev" userId="5760343e-cb99-4051-af49-469a16ff9685" providerId="ADAL" clId="{75CF9CBD-E527-4D0D-A24B-9DE14C8E7C13}" dt="2026-06-30T14:07:20.466" v="363"/>
          <ac:spMkLst>
            <pc:docMk/>
            <pc:sldMk cId="3246791496" sldId="294"/>
            <ac:spMk id="10" creationId="{FECA33CA-97E7-8D2B-EAD2-4B9412B79F6E}"/>
          </ac:spMkLst>
        </pc:spChg>
        <pc:graphicFrameChg chg="mod">
          <ac:chgData name="Jamil Guliyev" userId="5760343e-cb99-4051-af49-469a16ff9685" providerId="ADAL" clId="{75CF9CBD-E527-4D0D-A24B-9DE14C8E7C13}" dt="2026-06-30T14:07:20.469" v="365"/>
          <ac:graphicFrameMkLst>
            <pc:docMk/>
            <pc:sldMk cId="3246791496" sldId="294"/>
            <ac:graphicFrameMk id="8" creationId="{714B20B0-3C34-ADF2-2C0C-0355E861DA18}"/>
          </ac:graphicFrameMkLst>
        </pc:graphicFrameChg>
      </pc:sldChg>
      <pc:sldChg chg="delSp modSp add mod ord">
        <pc:chgData name="Jamil Guliyev" userId="5760343e-cb99-4051-af49-469a16ff9685" providerId="ADAL" clId="{75CF9CBD-E527-4D0D-A24B-9DE14C8E7C13}" dt="2026-06-30T14:08:29.253" v="632"/>
        <pc:sldMkLst>
          <pc:docMk/>
          <pc:sldMk cId="0" sldId="295"/>
        </pc:sldMkLst>
        <pc:spChg chg="del mod">
          <ac:chgData name="Jamil Guliyev" userId="5760343e-cb99-4051-af49-469a16ff9685" providerId="ADAL" clId="{75CF9CBD-E527-4D0D-A24B-9DE14C8E7C13}" dt="2026-06-30T14:08:12.508" v="627" actId="478"/>
          <ac:spMkLst>
            <pc:docMk/>
            <pc:sldMk cId="0" sldId="295"/>
            <ac:spMk id="121" creationId="{552D967B-0AED-03B9-D60B-308B0AD923C3}"/>
          </ac:spMkLst>
        </pc:spChg>
        <pc:spChg chg="mod">
          <ac:chgData name="Jamil Guliyev" userId="5760343e-cb99-4051-af49-469a16ff9685" providerId="ADAL" clId="{75CF9CBD-E527-4D0D-A24B-9DE14C8E7C13}" dt="2026-06-30T14:05:13.434" v="2"/>
          <ac:spMkLst>
            <pc:docMk/>
            <pc:sldMk cId="0" sldId="295"/>
            <ac:spMk id="122" creationId="{FF34B7E1-6FBE-C596-ED70-A826CB026663}"/>
          </ac:spMkLst>
        </pc:spChg>
        <pc:spChg chg="del mod">
          <ac:chgData name="Jamil Guliyev" userId="5760343e-cb99-4051-af49-469a16ff9685" providerId="ADAL" clId="{75CF9CBD-E527-4D0D-A24B-9DE14C8E7C13}" dt="2026-06-30T14:08:12.508" v="627" actId="478"/>
          <ac:spMkLst>
            <pc:docMk/>
            <pc:sldMk cId="0" sldId="295"/>
            <ac:spMk id="124" creationId="{FB2EA7FE-4F0B-0F3A-F4BC-30FAFB172B50}"/>
          </ac:spMkLst>
        </pc:spChg>
        <pc:spChg chg="mod">
          <ac:chgData name="Jamil Guliyev" userId="5760343e-cb99-4051-af49-469a16ff9685" providerId="ADAL" clId="{75CF9CBD-E527-4D0D-A24B-9DE14C8E7C13}" dt="2026-06-30T14:08:15.973" v="628"/>
          <ac:spMkLst>
            <pc:docMk/>
            <pc:sldMk cId="0" sldId="295"/>
            <ac:spMk id="125" creationId="{9197B54B-6AAA-056B-3FDA-289FB2A4B322}"/>
          </ac:spMkLst>
        </pc:spChg>
        <pc:spChg chg="mod">
          <ac:chgData name="Jamil Guliyev" userId="5760343e-cb99-4051-af49-469a16ff9685" providerId="ADAL" clId="{75CF9CBD-E527-4D0D-A24B-9DE14C8E7C13}" dt="2026-06-30T14:08:15.973" v="628"/>
          <ac:spMkLst>
            <pc:docMk/>
            <pc:sldMk cId="0" sldId="295"/>
            <ac:spMk id="135" creationId="{1D553FAF-4678-3586-358F-5E8F17344D1C}"/>
          </ac:spMkLst>
        </pc:spChg>
        <pc:graphicFrameChg chg="mod">
          <ac:chgData name="Jamil Guliyev" userId="5760343e-cb99-4051-af49-469a16ff9685" providerId="ADAL" clId="{75CF9CBD-E527-4D0D-A24B-9DE14C8E7C13}" dt="2026-06-30T14:05:13.429" v="1"/>
          <ac:graphicFrameMkLst>
            <pc:docMk/>
            <pc:sldMk cId="0" sldId="295"/>
            <ac:graphicFrameMk id="123" creationId="{5FE54450-285F-D865-2D0C-9291588E0084}"/>
          </ac:graphicFrameMkLst>
        </pc:graphicFrameChg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1137827941" sldId="306"/>
        </pc:sldMkLst>
      </pc:sldChg>
      <pc:sldChg chg="addSp delSp modSp add mod">
        <pc:chgData name="Jamil Guliyev" userId="5760343e-cb99-4051-af49-469a16ff9685" providerId="ADAL" clId="{75CF9CBD-E527-4D0D-A24B-9DE14C8E7C13}" dt="2026-06-30T14:06:29.094" v="120"/>
        <pc:sldMkLst>
          <pc:docMk/>
          <pc:sldMk cId="1924026858" sldId="322"/>
        </pc:sldMkLst>
        <pc:spChg chg="add del mod modVis">
          <ac:chgData name="Jamil Guliyev" userId="5760343e-cb99-4051-af49-469a16ff9685" providerId="ADAL" clId="{75CF9CBD-E527-4D0D-A24B-9DE14C8E7C13}" dt="2026-06-30T14:06:20.344" v="39"/>
          <ac:spMkLst>
            <pc:docMk/>
            <pc:sldMk cId="1924026858" sldId="322"/>
            <ac:spMk id="3" creationId="{87FF89F3-C31B-6B12-9AAE-040B188FCDC0}"/>
          </ac:spMkLst>
        </pc:spChg>
        <pc:spChg chg="add del mod modVis">
          <ac:chgData name="Jamil Guliyev" userId="5760343e-cb99-4051-af49-469a16ff9685" providerId="ADAL" clId="{75CF9CBD-E527-4D0D-A24B-9DE14C8E7C13}" dt="2026-06-30T14:06:21.830" v="66"/>
          <ac:spMkLst>
            <pc:docMk/>
            <pc:sldMk cId="1924026858" sldId="322"/>
            <ac:spMk id="4" creationId="{EE85D011-1B22-ECF8-1562-80932A738B05}"/>
          </ac:spMkLst>
        </pc:spChg>
        <pc:spChg chg="add del mod modVis">
          <ac:chgData name="Jamil Guliyev" userId="5760343e-cb99-4051-af49-469a16ff9685" providerId="ADAL" clId="{75CF9CBD-E527-4D0D-A24B-9DE14C8E7C13}" dt="2026-06-30T14:06:25.579" v="92"/>
          <ac:spMkLst>
            <pc:docMk/>
            <pc:sldMk cId="1924026858" sldId="322"/>
            <ac:spMk id="6" creationId="{04F2D5EF-8044-A6A1-7617-32B8A4DFCA46}"/>
          </ac:spMkLst>
        </pc:spChg>
        <pc:spChg chg="mod">
          <ac:chgData name="Jamil Guliyev" userId="5760343e-cb99-4051-af49-469a16ff9685" providerId="ADAL" clId="{75CF9CBD-E527-4D0D-A24B-9DE14C8E7C13}" dt="2026-06-30T14:06:29.050" v="96"/>
          <ac:spMkLst>
            <pc:docMk/>
            <pc:sldMk cId="1924026858" sldId="322"/>
            <ac:spMk id="7" creationId="{CCF9027C-02D5-9624-156E-C163A9E8AD1C}"/>
          </ac:spMkLst>
        </pc:spChg>
        <pc:spChg chg="add del mod modVis">
          <ac:chgData name="Jamil Guliyev" userId="5760343e-cb99-4051-af49-469a16ff9685" providerId="ADAL" clId="{75CF9CBD-E527-4D0D-A24B-9DE14C8E7C13}" dt="2026-06-30T14:06:29.092" v="118"/>
          <ac:spMkLst>
            <pc:docMk/>
            <pc:sldMk cId="1924026858" sldId="322"/>
            <ac:spMk id="9" creationId="{689E64F1-4A77-3BA2-807E-4E2901AC6F60}"/>
          </ac:spMkLst>
        </pc:spChg>
        <pc:spChg chg="del">
          <ac:chgData name="Jamil Guliyev" userId="5760343e-cb99-4051-af49-469a16ff9685" providerId="ADAL" clId="{75CF9CBD-E527-4D0D-A24B-9DE14C8E7C13}" dt="2026-06-30T14:06:15.943" v="6" actId="478"/>
          <ac:spMkLst>
            <pc:docMk/>
            <pc:sldMk cId="1924026858" sldId="322"/>
            <ac:spMk id="15" creationId="{25B0901A-139C-A54D-F84A-70F307D0052B}"/>
          </ac:spMkLst>
        </pc:spChg>
        <pc:spChg chg="mod">
          <ac:chgData name="Jamil Guliyev" userId="5760343e-cb99-4051-af49-469a16ff9685" providerId="ADAL" clId="{75CF9CBD-E527-4D0D-A24B-9DE14C8E7C13}" dt="2026-06-30T14:06:20.297" v="8"/>
          <ac:spMkLst>
            <pc:docMk/>
            <pc:sldMk cId="1924026858" sldId="322"/>
            <ac:spMk id="27" creationId="{4C1F3293-4EFE-461D-940D-7EE66BAE31C5}"/>
          </ac:spMkLst>
        </pc:spChg>
        <pc:graphicFrameChg chg="mod">
          <ac:chgData name="Jamil Guliyev" userId="5760343e-cb99-4051-af49-469a16ff9685" providerId="ADAL" clId="{75CF9CBD-E527-4D0D-A24B-9DE14C8E7C13}" dt="2026-06-30T14:06:29.094" v="120"/>
          <ac:graphicFrameMkLst>
            <pc:docMk/>
            <pc:sldMk cId="1924026858" sldId="322"/>
            <ac:graphicFrameMk id="10" creationId="{E0CFE0E1-8078-8875-325B-0E991D1F15CC}"/>
          </ac:graphicFrameMkLst>
        </pc:graphicFrameChg>
      </pc:sldChg>
      <pc:sldChg chg="delSp add">
        <pc:chgData name="Jamil Guliyev" userId="5760343e-cb99-4051-af49-469a16ff9685" providerId="ADAL" clId="{75CF9CBD-E527-4D0D-A24B-9DE14C8E7C13}" dt="2026-06-30T14:06:10.707" v="5" actId="478"/>
        <pc:sldMkLst>
          <pc:docMk/>
          <pc:sldMk cId="913025426" sldId="2134804404"/>
        </pc:sldMkLst>
        <pc:spChg chg="del">
          <ac:chgData name="Jamil Guliyev" userId="5760343e-cb99-4051-af49-469a16ff9685" providerId="ADAL" clId="{75CF9CBD-E527-4D0D-A24B-9DE14C8E7C13}" dt="2026-06-30T14:06:10.707" v="5" actId="478"/>
          <ac:spMkLst>
            <pc:docMk/>
            <pc:sldMk cId="913025426" sldId="2134804404"/>
            <ac:spMk id="4" creationId="{A039F7B5-BDD6-1256-1155-B49740EAF039}"/>
          </ac:spMkLst>
        </pc:spChg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2854557076" sldId="2134804410"/>
        </pc:sldMkLst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848803478" sldId="2134804424"/>
        </pc:sldMkLst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2948397278" sldId="2147480381"/>
        </pc:sldMkLst>
      </pc:sldChg>
      <pc:sldChg chg="delSp add mod">
        <pc:chgData name="Jamil Guliyev" userId="5760343e-cb99-4051-af49-469a16ff9685" providerId="ADAL" clId="{75CF9CBD-E527-4D0D-A24B-9DE14C8E7C13}" dt="2026-06-30T14:06:53.725" v="200" actId="478"/>
        <pc:sldMkLst>
          <pc:docMk/>
          <pc:sldMk cId="996765905" sldId="2147480383"/>
        </pc:sldMkLst>
        <pc:spChg chg="del">
          <ac:chgData name="Jamil Guliyev" userId="5760343e-cb99-4051-af49-469a16ff9685" providerId="ADAL" clId="{75CF9CBD-E527-4D0D-A24B-9DE14C8E7C13}" dt="2026-06-30T14:06:53.725" v="200" actId="478"/>
          <ac:spMkLst>
            <pc:docMk/>
            <pc:sldMk cId="996765905" sldId="2147480383"/>
            <ac:spMk id="7" creationId="{836AB728-41E3-9789-6B42-7263687A7041}"/>
          </ac:spMkLst>
        </pc:spChg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254983171" sldId="2147480385"/>
        </pc:sldMkLst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2020436347" sldId="2147480405"/>
        </pc:sldMkLst>
      </pc:sldChg>
      <pc:sldChg chg="addSp delSp modSp add mod ord">
        <pc:chgData name="Jamil Guliyev" userId="5760343e-cb99-4051-af49-469a16ff9685" providerId="ADAL" clId="{75CF9CBD-E527-4D0D-A24B-9DE14C8E7C13}" dt="2026-06-30T14:07:11.555" v="286"/>
        <pc:sldMkLst>
          <pc:docMk/>
          <pc:sldMk cId="2841193543" sldId="2147482973"/>
        </pc:sldMkLst>
        <pc:spChg chg="mod">
          <ac:chgData name="Jamil Guliyev" userId="5760343e-cb99-4051-af49-469a16ff9685" providerId="ADAL" clId="{75CF9CBD-E527-4D0D-A24B-9DE14C8E7C13}" dt="2026-06-30T14:07:11.499" v="258"/>
          <ac:spMkLst>
            <pc:docMk/>
            <pc:sldMk cId="2841193543" sldId="2147482973"/>
            <ac:spMk id="2" creationId="{AFC8183B-968B-860D-F038-7FE4B3CBAF3F}"/>
          </ac:spMkLst>
        </pc:spChg>
        <pc:spChg chg="add del mod modVis">
          <ac:chgData name="Jamil Guliyev" userId="5760343e-cb99-4051-af49-469a16ff9685" providerId="ADAL" clId="{75CF9CBD-E527-4D0D-A24B-9DE14C8E7C13}" dt="2026-06-30T14:07:11.553" v="284"/>
          <ac:spMkLst>
            <pc:docMk/>
            <pc:sldMk cId="2841193543" sldId="2147482973"/>
            <ac:spMk id="3" creationId="{48899C2C-54B2-BD0B-3A00-003779B4A3F0}"/>
          </ac:spMkLst>
        </pc:spChg>
        <pc:spChg chg="del">
          <ac:chgData name="Jamil Guliyev" userId="5760343e-cb99-4051-af49-469a16ff9685" providerId="ADAL" clId="{75CF9CBD-E527-4D0D-A24B-9DE14C8E7C13}" dt="2026-06-30T14:07:08.129" v="256" actId="478"/>
          <ac:spMkLst>
            <pc:docMk/>
            <pc:sldMk cId="2841193543" sldId="2147482973"/>
            <ac:spMk id="4" creationId="{A6FAC847-8B28-1068-2A37-9B1616B3C229}"/>
          </ac:spMkLst>
        </pc:spChg>
        <pc:graphicFrameChg chg="mod">
          <ac:chgData name="Jamil Guliyev" userId="5760343e-cb99-4051-af49-469a16ff9685" providerId="ADAL" clId="{75CF9CBD-E527-4D0D-A24B-9DE14C8E7C13}" dt="2026-06-30T14:07:11.555" v="286"/>
          <ac:graphicFrameMkLst>
            <pc:docMk/>
            <pc:sldMk cId="2841193543" sldId="2147482973"/>
            <ac:graphicFrameMk id="6" creationId="{EF1DB76D-9126-9398-BD5F-BE079146AD2D}"/>
          </ac:graphicFrameMkLst>
        </pc:graphicFrameChg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3508731278" sldId="2147483625"/>
        </pc:sldMkLst>
      </pc:sldChg>
      <pc:sldChg chg="add">
        <pc:chgData name="Jamil Guliyev" userId="5760343e-cb99-4051-af49-469a16ff9685" providerId="ADAL" clId="{75CF9CBD-E527-4D0D-A24B-9DE14C8E7C13}" dt="2026-06-30T14:05:10.587" v="0"/>
        <pc:sldMkLst>
          <pc:docMk/>
          <pc:sldMk cId="4154013227" sldId="2147483626"/>
        </pc:sldMkLst>
      </pc:sldChg>
      <pc:sldChg chg="addSp delSp modSp add mod">
        <pc:chgData name="Jamil Guliyev" userId="5760343e-cb99-4051-af49-469a16ff9685" providerId="ADAL" clId="{75CF9CBD-E527-4D0D-A24B-9DE14C8E7C13}" dt="2026-06-30T14:07:33.087" v="447"/>
        <pc:sldMkLst>
          <pc:docMk/>
          <pc:sldMk cId="1478502768" sldId="2147483627"/>
        </pc:sldMkLst>
        <pc:spChg chg="mod">
          <ac:chgData name="Jamil Guliyev" userId="5760343e-cb99-4051-af49-469a16ff9685" providerId="ADAL" clId="{75CF9CBD-E527-4D0D-A24B-9DE14C8E7C13}" dt="2026-06-30T14:07:31.942" v="421"/>
          <ac:spMkLst>
            <pc:docMk/>
            <pc:sldMk cId="1478502768" sldId="2147483627"/>
            <ac:spMk id="2" creationId="{A5494405-2471-94AA-8033-EEC3F70C6221}"/>
          </ac:spMkLst>
        </pc:spChg>
        <pc:spChg chg="add del mod modVis">
          <ac:chgData name="Jamil Guliyev" userId="5760343e-cb99-4051-af49-469a16ff9685" providerId="ADAL" clId="{75CF9CBD-E527-4D0D-A24B-9DE14C8E7C13}" dt="2026-06-30T14:07:26.794" v="391"/>
          <ac:spMkLst>
            <pc:docMk/>
            <pc:sldMk cId="1478502768" sldId="2147483627"/>
            <ac:spMk id="3" creationId="{DDB7DF56-FC03-C294-ACD8-2965D18C96C5}"/>
          </ac:spMkLst>
        </pc:spChg>
        <pc:spChg chg="add del mod modVis">
          <ac:chgData name="Jamil Guliyev" userId="5760343e-cb99-4051-af49-469a16ff9685" providerId="ADAL" clId="{75CF9CBD-E527-4D0D-A24B-9DE14C8E7C13}" dt="2026-06-30T14:07:29.651" v="417"/>
          <ac:spMkLst>
            <pc:docMk/>
            <pc:sldMk cId="1478502768" sldId="2147483627"/>
            <ac:spMk id="4" creationId="{DB8DA2E9-C6D8-2E9B-24BC-7EED17EF3F6A}"/>
          </ac:spMkLst>
        </pc:spChg>
        <pc:spChg chg="del mod">
          <ac:chgData name="Jamil Guliyev" userId="5760343e-cb99-4051-af49-469a16ff9685" providerId="ADAL" clId="{75CF9CBD-E527-4D0D-A24B-9DE14C8E7C13}" dt="2026-06-30T14:07:23.463" v="367" actId="478"/>
          <ac:spMkLst>
            <pc:docMk/>
            <pc:sldMk cId="1478502768" sldId="2147483627"/>
            <ac:spMk id="7" creationId="{2B836B80-794A-AB27-D217-7D58E39BE22E}"/>
          </ac:spMkLst>
        </pc:spChg>
        <pc:spChg chg="add del mod modVis">
          <ac:chgData name="Jamil Guliyev" userId="5760343e-cb99-4051-af49-469a16ff9685" providerId="ADAL" clId="{75CF9CBD-E527-4D0D-A24B-9DE14C8E7C13}" dt="2026-06-30T14:07:32" v="443"/>
          <ac:spMkLst>
            <pc:docMk/>
            <pc:sldMk cId="1478502768" sldId="2147483627"/>
            <ac:spMk id="9" creationId="{1E37D15D-331B-EE20-1AC4-876C60230A2C}"/>
          </ac:spMkLst>
        </pc:spChg>
        <pc:graphicFrameChg chg="mod">
          <ac:chgData name="Jamil Guliyev" userId="5760343e-cb99-4051-af49-469a16ff9685" providerId="ADAL" clId="{75CF9CBD-E527-4D0D-A24B-9DE14C8E7C13}" dt="2026-06-30T14:07:33.087" v="447"/>
          <ac:graphicFrameMkLst>
            <pc:docMk/>
            <pc:sldMk cId="1478502768" sldId="2147483627"/>
            <ac:graphicFrameMk id="5" creationId="{D865EC25-2CB6-0EF6-9FA1-246875F853BB}"/>
          </ac:graphicFrameMkLst>
        </pc:graphicFrameChg>
      </pc:sldChg>
      <pc:sldChg chg="addSp delSp modSp add mod">
        <pc:chgData name="Jamil Guliyev" userId="5760343e-cb99-4051-af49-469a16ff9685" providerId="ADAL" clId="{75CF9CBD-E527-4D0D-A24B-9DE14C8E7C13}" dt="2026-06-30T14:07:50.561" v="579"/>
        <pc:sldMkLst>
          <pc:docMk/>
          <pc:sldMk cId="1813881335" sldId="2147483628"/>
        </pc:sldMkLst>
        <pc:spChg chg="mod">
          <ac:chgData name="Jamil Guliyev" userId="5760343e-cb99-4051-af49-469a16ff9685" providerId="ADAL" clId="{75CF9CBD-E527-4D0D-A24B-9DE14C8E7C13}" dt="2026-06-30T14:07:50.497" v="555" actId="948"/>
          <ac:spMkLst>
            <pc:docMk/>
            <pc:sldMk cId="1813881335" sldId="2147483628"/>
            <ac:spMk id="2" creationId="{66E630A5-B371-2F68-1FE9-D1A515CFBC6C}"/>
          </ac:spMkLst>
        </pc:spChg>
        <pc:spChg chg="add del mod modVis">
          <ac:chgData name="Jamil Guliyev" userId="5760343e-cb99-4051-af49-469a16ff9685" providerId="ADAL" clId="{75CF9CBD-E527-4D0D-A24B-9DE14C8E7C13}" dt="2026-06-30T14:07:50.558" v="577"/>
          <ac:spMkLst>
            <pc:docMk/>
            <pc:sldMk cId="1813881335" sldId="2147483628"/>
            <ac:spMk id="17" creationId="{E67AB450-FC95-0E31-09F9-4A1C1F37A3D0}"/>
          </ac:spMkLst>
        </pc:spChg>
        <pc:spChg chg="del">
          <ac:chgData name="Jamil Guliyev" userId="5760343e-cb99-4051-af49-469a16ff9685" providerId="ADAL" clId="{75CF9CBD-E527-4D0D-A24B-9DE14C8E7C13}" dt="2026-06-30T14:07:47.607" v="553" actId="478"/>
          <ac:spMkLst>
            <pc:docMk/>
            <pc:sldMk cId="1813881335" sldId="2147483628"/>
            <ac:spMk id="24" creationId="{62CCA344-AE8B-C99F-C7B1-0A706723C477}"/>
          </ac:spMkLst>
        </pc:spChg>
        <pc:graphicFrameChg chg="mod">
          <ac:chgData name="Jamil Guliyev" userId="5760343e-cb99-4051-af49-469a16ff9685" providerId="ADAL" clId="{75CF9CBD-E527-4D0D-A24B-9DE14C8E7C13}" dt="2026-06-30T14:07:50.561" v="579"/>
          <ac:graphicFrameMkLst>
            <pc:docMk/>
            <pc:sldMk cId="1813881335" sldId="2147483628"/>
            <ac:graphicFrameMk id="6" creationId="{24940131-3A53-15DA-E930-327BE40913D8}"/>
          </ac:graphicFrameMkLst>
        </pc:graphicFrameChg>
      </pc:sldChg>
      <pc:sldChg chg="addSp delSp modSp mod">
        <pc:chgData name="Jamil Guliyev" userId="5760343e-cb99-4051-af49-469a16ff9685" providerId="ADAL" clId="{75CF9CBD-E527-4D0D-A24B-9DE14C8E7C13}" dt="2026-06-30T18:12:09.538" v="634"/>
        <pc:sldMkLst>
          <pc:docMk/>
          <pc:sldMk cId="3823427399" sldId="2147483629"/>
        </pc:sldMkLst>
        <pc:spChg chg="del">
          <ac:chgData name="Jamil Guliyev" userId="5760343e-cb99-4051-af49-469a16ff9685" providerId="ADAL" clId="{75CF9CBD-E527-4D0D-A24B-9DE14C8E7C13}" dt="2026-06-30T18:12:09.306" v="633" actId="478"/>
          <ac:spMkLst>
            <pc:docMk/>
            <pc:sldMk cId="3823427399" sldId="2147483629"/>
            <ac:spMk id="2" creationId="{1693315B-BCAE-0787-D50F-8A0B057FC50D}"/>
          </ac:spMkLst>
        </pc:spChg>
        <pc:spChg chg="add mod">
          <ac:chgData name="Jamil Guliyev" userId="5760343e-cb99-4051-af49-469a16ff9685" providerId="ADAL" clId="{75CF9CBD-E527-4D0D-A24B-9DE14C8E7C13}" dt="2026-06-30T18:12:09.538" v="634"/>
          <ac:spMkLst>
            <pc:docMk/>
            <pc:sldMk cId="3823427399" sldId="2147483629"/>
            <ac:spMk id="52" creationId="{3DE69E4F-BD5E-41F6-277E-D6A8AA9574FF}"/>
          </ac:spMkLst>
        </pc:spChg>
      </pc:sldChg>
    </pc:docChg>
  </pc:docChgLst>
  <pc:docChgLst>
    <pc:chgData name="Sinan Dundar" userId="48266647-7968-4092-b34e-3e9dcea60d54" providerId="ADAL" clId="{F474171B-AF72-453E-87DC-766CFC9943E7}"/>
    <pc:docChg chg="undo custSel modSld">
      <pc:chgData name="Sinan Dundar" userId="48266647-7968-4092-b34e-3e9dcea60d54" providerId="ADAL" clId="{F474171B-AF72-453E-87DC-766CFC9943E7}" dt="2026-06-30T19:34:04.906" v="72" actId="1076"/>
      <pc:docMkLst>
        <pc:docMk/>
      </pc:docMkLst>
      <pc:sldChg chg="addSp delSp modSp mod">
        <pc:chgData name="Sinan Dundar" userId="48266647-7968-4092-b34e-3e9dcea60d54" providerId="ADAL" clId="{F474171B-AF72-453E-87DC-766CFC9943E7}" dt="2026-06-30T19:33:29.501" v="70" actId="478"/>
        <pc:sldMkLst>
          <pc:docMk/>
          <pc:sldMk cId="7758873" sldId="271"/>
        </pc:sldMkLst>
        <pc:spChg chg="add del mod">
          <ac:chgData name="Sinan Dundar" userId="48266647-7968-4092-b34e-3e9dcea60d54" providerId="ADAL" clId="{F474171B-AF72-453E-87DC-766CFC9943E7}" dt="2026-06-30T19:33:29.501" v="70" actId="478"/>
          <ac:spMkLst>
            <pc:docMk/>
            <pc:sldMk cId="7758873" sldId="271"/>
            <ac:spMk id="2" creationId="{C2A9D020-F4BD-C725-CA53-EF22F4096AEE}"/>
          </ac:spMkLst>
        </pc:spChg>
      </pc:sldChg>
      <pc:sldChg chg="modSp mod">
        <pc:chgData name="Sinan Dundar" userId="48266647-7968-4092-b34e-3e9dcea60d54" providerId="ADAL" clId="{F474171B-AF72-453E-87DC-766CFC9943E7}" dt="2026-06-30T19:34:04.906" v="72" actId="1076"/>
        <pc:sldMkLst>
          <pc:docMk/>
          <pc:sldMk cId="0" sldId="2147482980"/>
        </pc:sldMkLst>
        <pc:spChg chg="mod">
          <ac:chgData name="Sinan Dundar" userId="48266647-7968-4092-b34e-3e9dcea60d54" providerId="ADAL" clId="{F474171B-AF72-453E-87DC-766CFC9943E7}" dt="2026-06-30T19:34:04.906" v="72" actId="1076"/>
          <ac:spMkLst>
            <pc:docMk/>
            <pc:sldMk cId="0" sldId="2147482980"/>
            <ac:spMk id="2" creationId="{A68331B7-CEA5-1C56-378F-76A969E51649}"/>
          </ac:spMkLst>
        </pc:spChg>
      </pc:sldChg>
      <pc:sldChg chg="addSp delSp modSp mod">
        <pc:chgData name="Sinan Dundar" userId="48266647-7968-4092-b34e-3e9dcea60d54" providerId="ADAL" clId="{F474171B-AF72-453E-87DC-766CFC9943E7}" dt="2026-06-30T19:33:10.726" v="67"/>
        <pc:sldMkLst>
          <pc:docMk/>
          <pc:sldMk cId="427762221" sldId="2147483012"/>
        </pc:sldMkLst>
        <pc:spChg chg="mod">
          <ac:chgData name="Sinan Dundar" userId="48266647-7968-4092-b34e-3e9dcea60d54" providerId="ADAL" clId="{F474171B-AF72-453E-87DC-766CFC9943E7}" dt="2026-06-30T19:33:03.704" v="15" actId="20577"/>
          <ac:spMkLst>
            <pc:docMk/>
            <pc:sldMk cId="427762221" sldId="2147483012"/>
            <ac:spMk id="3" creationId="{4D6F0702-8EFA-CF6E-922E-9098D1D2FC7D}"/>
          </ac:spMkLst>
        </pc:spChg>
        <pc:spChg chg="mod">
          <ac:chgData name="Sinan Dundar" userId="48266647-7968-4092-b34e-3e9dcea60d54" providerId="ADAL" clId="{F474171B-AF72-453E-87DC-766CFC9943E7}" dt="2026-06-30T19:33:10.699" v="43"/>
          <ac:spMkLst>
            <pc:docMk/>
            <pc:sldMk cId="427762221" sldId="2147483012"/>
            <ac:spMk id="4" creationId="{1148E6D1-BBB7-103C-4B16-E06A9E7A9830}"/>
          </ac:spMkLst>
        </pc:spChg>
        <pc:spChg chg="add del mod modVis">
          <ac:chgData name="Sinan Dundar" userId="48266647-7968-4092-b34e-3e9dcea60d54" providerId="ADAL" clId="{F474171B-AF72-453E-87DC-766CFC9943E7}" dt="2026-06-30T19:33:08.129" v="39"/>
          <ac:spMkLst>
            <pc:docMk/>
            <pc:sldMk cId="427762221" sldId="2147483012"/>
            <ac:spMk id="6" creationId="{5E6CB34E-FACE-DA84-0D40-299CF56A8E7F}"/>
          </ac:spMkLst>
        </pc:spChg>
        <pc:spChg chg="add del mod modVis">
          <ac:chgData name="Sinan Dundar" userId="48266647-7968-4092-b34e-3e9dcea60d54" providerId="ADAL" clId="{F474171B-AF72-453E-87DC-766CFC9943E7}" dt="2026-06-30T19:33:10.725" v="65"/>
          <ac:spMkLst>
            <pc:docMk/>
            <pc:sldMk cId="427762221" sldId="2147483012"/>
            <ac:spMk id="7" creationId="{0EEAFD99-4279-6604-136F-D3305D4B9FB2}"/>
          </ac:spMkLst>
        </pc:spChg>
        <pc:graphicFrameChg chg="mod">
          <ac:chgData name="Sinan Dundar" userId="48266647-7968-4092-b34e-3e9dcea60d54" providerId="ADAL" clId="{F474171B-AF72-453E-87DC-766CFC9943E7}" dt="2026-06-30T19:33:10.726" v="67"/>
          <ac:graphicFrameMkLst>
            <pc:docMk/>
            <pc:sldMk cId="427762221" sldId="2147483012"/>
            <ac:graphicFrameMk id="5" creationId="{413FB0F1-3C1C-3C54-88C8-C3AF539EBAD4}"/>
          </ac:graphicFrameMkLst>
        </pc:graphicFrameChg>
      </pc:sldChg>
    </pc:docChg>
  </pc:docChgLst>
  <pc:docChgLst>
    <pc:chgData name="Dmitrii Kazantsev" userId="23994a10-fd62-4268-9eaa-9b361432c274" providerId="ADAL" clId="{B6B215C4-109A-4AB3-935F-C5EF3A6011EE}"/>
    <pc:docChg chg="custSel modSld">
      <pc:chgData name="Dmitrii Kazantsev" userId="23994a10-fd62-4268-9eaa-9b361432c274" providerId="ADAL" clId="{B6B215C4-109A-4AB3-935F-C5EF3A6011EE}" dt="2026-06-30T16:14:57.981" v="912"/>
      <pc:docMkLst>
        <pc:docMk/>
      </pc:docMkLst>
      <pc:sldChg chg="addSp modSp mod">
        <pc:chgData name="Dmitrii Kazantsev" userId="23994a10-fd62-4268-9eaa-9b361432c274" providerId="ADAL" clId="{B6B215C4-109A-4AB3-935F-C5EF3A6011EE}" dt="2026-06-30T10:05:11.482" v="84" actId="1076"/>
        <pc:sldMkLst>
          <pc:docMk/>
          <pc:sldMk cId="2285425356" sldId="260"/>
        </pc:sldMkLst>
        <pc:spChg chg="add mod">
          <ac:chgData name="Dmitrii Kazantsev" userId="23994a10-fd62-4268-9eaa-9b361432c274" providerId="ADAL" clId="{B6B215C4-109A-4AB3-935F-C5EF3A6011EE}" dt="2026-06-30T10:05:11.482" v="84" actId="1076"/>
          <ac:spMkLst>
            <pc:docMk/>
            <pc:sldMk cId="2285425356" sldId="260"/>
            <ac:spMk id="7" creationId="{81C94156-C972-A608-C5DA-707654F0D1A7}"/>
          </ac:spMkLst>
        </pc:spChg>
      </pc:sldChg>
      <pc:sldChg chg="addSp modSp mod">
        <pc:chgData name="Dmitrii Kazantsev" userId="23994a10-fd62-4268-9eaa-9b361432c274" providerId="ADAL" clId="{B6B215C4-109A-4AB3-935F-C5EF3A6011EE}" dt="2026-06-30T10:07:20.081" v="341" actId="1076"/>
        <pc:sldMkLst>
          <pc:docMk/>
          <pc:sldMk cId="1018953988" sldId="261"/>
        </pc:sldMkLst>
        <pc:spChg chg="add mod">
          <ac:chgData name="Dmitrii Kazantsev" userId="23994a10-fd62-4268-9eaa-9b361432c274" providerId="ADAL" clId="{B6B215C4-109A-4AB3-935F-C5EF3A6011EE}" dt="2026-06-30T10:07:20.081" v="341" actId="1076"/>
          <ac:spMkLst>
            <pc:docMk/>
            <pc:sldMk cId="1018953988" sldId="261"/>
            <ac:spMk id="11" creationId="{4CFD1C98-A160-3CE0-148B-19312401F9AA}"/>
          </ac:spMkLst>
        </pc:spChg>
      </pc:sldChg>
      <pc:sldChg chg="addSp delSp modSp mod modTransition">
        <pc:chgData name="Dmitrii Kazantsev" userId="23994a10-fd62-4268-9eaa-9b361432c274" providerId="ADAL" clId="{B6B215C4-109A-4AB3-935F-C5EF3A6011EE}" dt="2026-06-30T16:14:57.967" v="908"/>
        <pc:sldMkLst>
          <pc:docMk/>
          <pc:sldMk cId="3138188943" sldId="265"/>
        </pc:sldMkLst>
        <pc:spChg chg="mod">
          <ac:chgData name="Dmitrii Kazantsev" userId="23994a10-fd62-4268-9eaa-9b361432c274" providerId="ADAL" clId="{B6B215C4-109A-4AB3-935F-C5EF3A6011EE}" dt="2026-06-30T16:14:57.949" v="893"/>
          <ac:spMkLst>
            <pc:docMk/>
            <pc:sldMk cId="3138188943" sldId="265"/>
            <ac:spMk id="2" creationId="{46F17F8A-67FA-6854-A159-2297D5EDFE23}"/>
          </ac:spMkLst>
        </pc:spChg>
        <pc:spChg chg="mod">
          <ac:chgData name="Dmitrii Kazantsev" userId="23994a10-fd62-4268-9eaa-9b361432c274" providerId="ADAL" clId="{B6B215C4-109A-4AB3-935F-C5EF3A6011EE}" dt="2026-06-30T16:14:57.954" v="896"/>
          <ac:spMkLst>
            <pc:docMk/>
            <pc:sldMk cId="3138188943" sldId="265"/>
            <ac:spMk id="3" creationId="{C879B9D2-0AF6-F5CC-58B4-61C38BAA046B}"/>
          </ac:spMkLst>
        </pc:spChg>
        <pc:spChg chg="mod ord">
          <ac:chgData name="Dmitrii Kazantsev" userId="23994a10-fd62-4268-9eaa-9b361432c274" providerId="ADAL" clId="{B6B215C4-109A-4AB3-935F-C5EF3A6011EE}" dt="2026-06-30T16:14:57.957" v="898"/>
          <ac:spMkLst>
            <pc:docMk/>
            <pc:sldMk cId="3138188943" sldId="265"/>
            <ac:spMk id="4" creationId="{77476870-D65B-A34C-20CC-7EED44EA9FE1}"/>
          </ac:spMkLst>
        </pc:spChg>
        <pc:spChg chg="add del mod modVis">
          <ac:chgData name="Dmitrii Kazantsev" userId="23994a10-fd62-4268-9eaa-9b361432c274" providerId="ADAL" clId="{B6B215C4-109A-4AB3-935F-C5EF3A6011EE}" dt="2026-06-30T16:14:57.966" v="906"/>
          <ac:spMkLst>
            <pc:docMk/>
            <pc:sldMk cId="3138188943" sldId="265"/>
            <ac:spMk id="5" creationId="{6F92A75A-0267-9ADB-738D-EB373F2F0A18}"/>
          </ac:spMkLst>
        </pc:spChg>
        <pc:spChg chg="mod ord">
          <ac:chgData name="Dmitrii Kazantsev" userId="23994a10-fd62-4268-9eaa-9b361432c274" providerId="ADAL" clId="{B6B215C4-109A-4AB3-935F-C5EF3A6011EE}" dt="2026-06-30T16:14:57.952" v="895"/>
          <ac:spMkLst>
            <pc:docMk/>
            <pc:sldMk cId="3138188943" sldId="265"/>
            <ac:spMk id="8" creationId="{CBC65591-F5E1-02F4-9C3E-6586B116834A}"/>
          </ac:spMkLst>
        </pc:spChg>
        <pc:graphicFrameChg chg="mod">
          <ac:chgData name="Dmitrii Kazantsev" userId="23994a10-fd62-4268-9eaa-9b361432c274" providerId="ADAL" clId="{B6B215C4-109A-4AB3-935F-C5EF3A6011EE}" dt="2026-06-30T16:14:57.967" v="908"/>
          <ac:graphicFrameMkLst>
            <pc:docMk/>
            <pc:sldMk cId="3138188943" sldId="265"/>
            <ac:graphicFrameMk id="6" creationId="{39600085-0555-1EA3-4B24-ECD5A7113E38}"/>
          </ac:graphicFrameMkLst>
        </pc:graphicFrameChg>
      </pc:sldChg>
      <pc:sldChg chg="modSp mod">
        <pc:chgData name="Dmitrii Kazantsev" userId="23994a10-fd62-4268-9eaa-9b361432c274" providerId="ADAL" clId="{B6B215C4-109A-4AB3-935F-C5EF3A6011EE}" dt="2026-06-30T10:02:47.538" v="0" actId="1076"/>
        <pc:sldMkLst>
          <pc:docMk/>
          <pc:sldMk cId="7758873" sldId="271"/>
        </pc:sldMkLst>
        <pc:spChg chg="mod">
          <ac:chgData name="Dmitrii Kazantsev" userId="23994a10-fd62-4268-9eaa-9b361432c274" providerId="ADAL" clId="{B6B215C4-109A-4AB3-935F-C5EF3A6011EE}" dt="2026-06-30T10:02:47.538" v="0" actId="1076"/>
          <ac:spMkLst>
            <pc:docMk/>
            <pc:sldMk cId="7758873" sldId="271"/>
            <ac:spMk id="2" creationId="{C2A9D020-F4BD-C725-CA53-EF22F4096AEE}"/>
          </ac:spMkLst>
        </pc:spChg>
      </pc:sldChg>
      <pc:sldChg chg="addSp modSp mod">
        <pc:chgData name="Dmitrii Kazantsev" userId="23994a10-fd62-4268-9eaa-9b361432c274" providerId="ADAL" clId="{B6B215C4-109A-4AB3-935F-C5EF3A6011EE}" dt="2026-06-30T10:06:37.919" v="292" actId="20577"/>
        <pc:sldMkLst>
          <pc:docMk/>
          <pc:sldMk cId="3552919883" sldId="274"/>
        </pc:sldMkLst>
        <pc:spChg chg="add mod">
          <ac:chgData name="Dmitrii Kazantsev" userId="23994a10-fd62-4268-9eaa-9b361432c274" providerId="ADAL" clId="{B6B215C4-109A-4AB3-935F-C5EF3A6011EE}" dt="2026-06-30T10:05:40.745" v="140" actId="1076"/>
          <ac:spMkLst>
            <pc:docMk/>
            <pc:sldMk cId="3552919883" sldId="274"/>
            <ac:spMk id="3" creationId="{6C683ECF-1159-820F-DEB4-63278D611AB1}"/>
          </ac:spMkLst>
        </pc:spChg>
        <pc:spChg chg="add mod">
          <ac:chgData name="Dmitrii Kazantsev" userId="23994a10-fd62-4268-9eaa-9b361432c274" providerId="ADAL" clId="{B6B215C4-109A-4AB3-935F-C5EF3A6011EE}" dt="2026-06-30T10:06:37.919" v="292" actId="20577"/>
          <ac:spMkLst>
            <pc:docMk/>
            <pc:sldMk cId="3552919883" sldId="274"/>
            <ac:spMk id="6" creationId="{3431CBBF-9898-F161-237D-E9FB66DA12CB}"/>
          </ac:spMkLst>
        </pc:spChg>
      </pc:sldChg>
      <pc:sldChg chg="addSp modSp mod">
        <pc:chgData name="Dmitrii Kazantsev" userId="23994a10-fd62-4268-9eaa-9b361432c274" providerId="ADAL" clId="{B6B215C4-109A-4AB3-935F-C5EF3A6011EE}" dt="2026-06-30T10:12:07.834" v="772" actId="1076"/>
        <pc:sldMkLst>
          <pc:docMk/>
          <pc:sldMk cId="1301728624" sldId="275"/>
        </pc:sldMkLst>
        <pc:spChg chg="add mod">
          <ac:chgData name="Dmitrii Kazantsev" userId="23994a10-fd62-4268-9eaa-9b361432c274" providerId="ADAL" clId="{B6B215C4-109A-4AB3-935F-C5EF3A6011EE}" dt="2026-06-30T10:12:07.834" v="772" actId="1076"/>
          <ac:spMkLst>
            <pc:docMk/>
            <pc:sldMk cId="1301728624" sldId="275"/>
            <ac:spMk id="2" creationId="{9113802B-4C4A-7759-820C-489C6EC2F9BD}"/>
          </ac:spMkLst>
        </pc:spChg>
      </pc:sldChg>
      <pc:sldChg chg="addSp delSp modSp mod modTransition">
        <pc:chgData name="Dmitrii Kazantsev" userId="23994a10-fd62-4268-9eaa-9b361432c274" providerId="ADAL" clId="{B6B215C4-109A-4AB3-935F-C5EF3A6011EE}" dt="2026-06-30T16:14:57.981" v="912"/>
        <pc:sldMkLst>
          <pc:docMk/>
          <pc:sldMk cId="1176910177" sldId="298"/>
        </pc:sldMkLst>
        <pc:spChg chg="mod ord">
          <ac:chgData name="Dmitrii Kazantsev" userId="23994a10-fd62-4268-9eaa-9b361432c274" providerId="ADAL" clId="{B6B215C4-109A-4AB3-935F-C5EF3A6011EE}" dt="2026-06-30T16:14:57.960" v="899"/>
          <ac:spMkLst>
            <pc:docMk/>
            <pc:sldMk cId="1176910177" sldId="298"/>
            <ac:spMk id="2" creationId="{296C3184-1BA8-89F0-85F1-B641007F7DA5}"/>
          </ac:spMkLst>
        </pc:spChg>
        <pc:spChg chg="add del mod modVis">
          <ac:chgData name="Dmitrii Kazantsev" userId="23994a10-fd62-4268-9eaa-9b361432c274" providerId="ADAL" clId="{B6B215C4-109A-4AB3-935F-C5EF3A6011EE}" dt="2026-06-30T14:57:37.666" v="810"/>
          <ac:spMkLst>
            <pc:docMk/>
            <pc:sldMk cId="1176910177" sldId="298"/>
            <ac:spMk id="3" creationId="{ECF52B4E-2F00-CC1B-4DCC-DF010DAD00E4}"/>
          </ac:spMkLst>
        </pc:spChg>
        <pc:spChg chg="mod ord">
          <ac:chgData name="Dmitrii Kazantsev" userId="23994a10-fd62-4268-9eaa-9b361432c274" providerId="ADAL" clId="{B6B215C4-109A-4AB3-935F-C5EF3A6011EE}" dt="2026-06-30T14:57:37.660" v="808"/>
          <ac:spMkLst>
            <pc:docMk/>
            <pc:sldMk cId="1176910177" sldId="298"/>
            <ac:spMk id="4" creationId="{4C1F3293-4EFE-461D-940D-7EE66BAE31C5}"/>
          </ac:spMkLst>
        </pc:spChg>
        <pc:spChg chg="add del mod modVis">
          <ac:chgData name="Dmitrii Kazantsev" userId="23994a10-fd62-4268-9eaa-9b361432c274" providerId="ADAL" clId="{B6B215C4-109A-4AB3-935F-C5EF3A6011EE}" dt="2026-06-30T16:14:57.976" v="910"/>
          <ac:spMkLst>
            <pc:docMk/>
            <pc:sldMk cId="1176910177" sldId="298"/>
            <ac:spMk id="5" creationId="{C8165B69-A880-739E-D2FA-276B0E2F918A}"/>
          </ac:spMkLst>
        </pc:spChg>
        <pc:spChg chg="mod ord">
          <ac:chgData name="Dmitrii Kazantsev" userId="23994a10-fd62-4268-9eaa-9b361432c274" providerId="ADAL" clId="{B6B215C4-109A-4AB3-935F-C5EF3A6011EE}" dt="2026-06-30T16:14:57.962" v="901"/>
          <ac:spMkLst>
            <pc:docMk/>
            <pc:sldMk cId="1176910177" sldId="298"/>
            <ac:spMk id="8" creationId="{965EB7BF-5457-8882-D933-B3C30AE41F80}"/>
          </ac:spMkLst>
        </pc:spChg>
        <pc:spChg chg="mod ord">
          <ac:chgData name="Dmitrii Kazantsev" userId="23994a10-fd62-4268-9eaa-9b361432c274" providerId="ADAL" clId="{B6B215C4-109A-4AB3-935F-C5EF3A6011EE}" dt="2026-06-30T16:14:57.963" v="903"/>
          <ac:spMkLst>
            <pc:docMk/>
            <pc:sldMk cId="1176910177" sldId="298"/>
            <ac:spMk id="22" creationId="{29D24C03-AED2-1044-F658-5766A090E8B6}"/>
          </ac:spMkLst>
        </pc:spChg>
        <pc:spChg chg="mod">
          <ac:chgData name="Dmitrii Kazantsev" userId="23994a10-fd62-4268-9eaa-9b361432c274" providerId="ADAL" clId="{B6B215C4-109A-4AB3-935F-C5EF3A6011EE}" dt="2026-06-30T16:14:57.964" v="904"/>
          <ac:spMkLst>
            <pc:docMk/>
            <pc:sldMk cId="1176910177" sldId="298"/>
            <ac:spMk id="27" creationId="{A6D67EEC-B8F6-C649-71D6-46BEC1B0758C}"/>
          </ac:spMkLst>
        </pc:spChg>
        <pc:graphicFrameChg chg="mod">
          <ac:chgData name="Dmitrii Kazantsev" userId="23994a10-fd62-4268-9eaa-9b361432c274" providerId="ADAL" clId="{B6B215C4-109A-4AB3-935F-C5EF3A6011EE}" dt="2026-06-30T16:14:57.981" v="912"/>
          <ac:graphicFrameMkLst>
            <pc:docMk/>
            <pc:sldMk cId="1176910177" sldId="298"/>
            <ac:graphicFrameMk id="6" creationId="{2670FAC5-B6BA-EBDF-8F03-B4BBEFF63175}"/>
          </ac:graphicFrameMkLst>
        </pc:graphicFrameChg>
      </pc:sldChg>
      <pc:sldChg chg="addSp modSp mod">
        <pc:chgData name="Dmitrii Kazantsev" userId="23994a10-fd62-4268-9eaa-9b361432c274" providerId="ADAL" clId="{B6B215C4-109A-4AB3-935F-C5EF3A6011EE}" dt="2026-06-30T10:09:30.230" v="467" actId="1076"/>
        <pc:sldMkLst>
          <pc:docMk/>
          <pc:sldMk cId="3741146854" sldId="2147482978"/>
        </pc:sldMkLst>
        <pc:spChg chg="add mod">
          <ac:chgData name="Dmitrii Kazantsev" userId="23994a10-fd62-4268-9eaa-9b361432c274" providerId="ADAL" clId="{B6B215C4-109A-4AB3-935F-C5EF3A6011EE}" dt="2026-06-30T10:09:30.230" v="467" actId="1076"/>
          <ac:spMkLst>
            <pc:docMk/>
            <pc:sldMk cId="3741146854" sldId="2147482978"/>
            <ac:spMk id="6" creationId="{24F465AF-B788-C1E5-682A-7AFEEBD692AF}"/>
          </ac:spMkLst>
        </pc:spChg>
      </pc:sldChg>
      <pc:sldChg chg="addSp modSp mod">
        <pc:chgData name="Dmitrii Kazantsev" userId="23994a10-fd62-4268-9eaa-9b361432c274" providerId="ADAL" clId="{B6B215C4-109A-4AB3-935F-C5EF3A6011EE}" dt="2026-06-30T10:10:15.580" v="580" actId="1076"/>
        <pc:sldMkLst>
          <pc:docMk/>
          <pc:sldMk cId="1854541117" sldId="2147482979"/>
        </pc:sldMkLst>
        <pc:spChg chg="add mod">
          <ac:chgData name="Dmitrii Kazantsev" userId="23994a10-fd62-4268-9eaa-9b361432c274" providerId="ADAL" clId="{B6B215C4-109A-4AB3-935F-C5EF3A6011EE}" dt="2026-06-30T10:10:15.580" v="580" actId="1076"/>
          <ac:spMkLst>
            <pc:docMk/>
            <pc:sldMk cId="1854541117" sldId="2147482979"/>
            <ac:spMk id="3" creationId="{EC4F1346-4CC4-1DAA-E259-AD0875A1DF18}"/>
          </ac:spMkLst>
        </pc:spChg>
      </pc:sldChg>
      <pc:sldChg chg="addSp modSp mod">
        <pc:chgData name="Dmitrii Kazantsev" userId="23994a10-fd62-4268-9eaa-9b361432c274" providerId="ADAL" clId="{B6B215C4-109A-4AB3-935F-C5EF3A6011EE}" dt="2026-06-30T10:12:19.445" v="775" actId="1076"/>
        <pc:sldMkLst>
          <pc:docMk/>
          <pc:sldMk cId="0" sldId="2147482980"/>
        </pc:sldMkLst>
        <pc:spChg chg="add mod">
          <ac:chgData name="Dmitrii Kazantsev" userId="23994a10-fd62-4268-9eaa-9b361432c274" providerId="ADAL" clId="{B6B215C4-109A-4AB3-935F-C5EF3A6011EE}" dt="2026-06-30T10:12:19.445" v="775" actId="1076"/>
          <ac:spMkLst>
            <pc:docMk/>
            <pc:sldMk cId="0" sldId="2147482980"/>
            <ac:spMk id="2" creationId="{A68331B7-CEA5-1C56-378F-76A969E51649}"/>
          </ac:spMkLst>
        </pc:spChg>
      </pc:sldChg>
    </pc:docChg>
  </pc:docChgLst>
  <pc:docChgLst>
    <pc:chgData name="Alexandra Marzan" userId="4a126560-1506-4f1c-8d9f-bd5c2ad1b06b" providerId="ADAL" clId="{1F41713B-E7E8-41A8-A500-D6039C710937}"/>
    <pc:docChg chg="custSel modSld">
      <pc:chgData name="Alexandra Marzan" userId="4a126560-1506-4f1c-8d9f-bd5c2ad1b06b" providerId="ADAL" clId="{1F41713B-E7E8-41A8-A500-D6039C710937}" dt="2026-06-30T18:22:14.885" v="2899"/>
      <pc:docMkLst>
        <pc:docMk/>
      </pc:docMkLst>
      <pc:sldChg chg="addSp delSp modSp mod modTransition">
        <pc:chgData name="Alexandra Marzan" userId="4a126560-1506-4f1c-8d9f-bd5c2ad1b06b" providerId="ADAL" clId="{1F41713B-E7E8-41A8-A500-D6039C710937}" dt="2026-06-30T18:22:14.875" v="2895"/>
        <pc:sldMkLst>
          <pc:docMk/>
          <pc:sldMk cId="3138188943" sldId="265"/>
        </pc:sldMkLst>
        <pc:spChg chg="mod">
          <ac:chgData name="Alexandra Marzan" userId="4a126560-1506-4f1c-8d9f-bd5c2ad1b06b" providerId="ADAL" clId="{1F41713B-E7E8-41A8-A500-D6039C710937}" dt="2026-06-30T18:22:14.840" v="2874"/>
          <ac:spMkLst>
            <pc:docMk/>
            <pc:sldMk cId="3138188943" sldId="265"/>
            <ac:spMk id="2" creationId="{46F17F8A-67FA-6854-A159-2297D5EDFE23}"/>
          </ac:spMkLst>
        </pc:spChg>
        <pc:spChg chg="del">
          <ac:chgData name="Alexandra Marzan" userId="4a126560-1506-4f1c-8d9f-bd5c2ad1b06b" providerId="ADAL" clId="{1F41713B-E7E8-41A8-A500-D6039C710937}" dt="2026-06-30T18:22:14.724" v="2851"/>
          <ac:spMkLst>
            <pc:docMk/>
            <pc:sldMk cId="3138188943" sldId="265"/>
            <ac:spMk id="3" creationId="{C879B9D2-0AF6-F5CC-58B4-61C38BAA046B}"/>
          </ac:spMkLst>
        </pc:spChg>
        <pc:spChg chg="mod ord">
          <ac:chgData name="Alexandra Marzan" userId="4a126560-1506-4f1c-8d9f-bd5c2ad1b06b" providerId="ADAL" clId="{1F41713B-E7E8-41A8-A500-D6039C710937}" dt="2026-06-30T18:22:14.846" v="2879"/>
          <ac:spMkLst>
            <pc:docMk/>
            <pc:sldMk cId="3138188943" sldId="265"/>
            <ac:spMk id="4" creationId="{77476870-D65B-A34C-20CC-7EED44EA9FE1}"/>
          </ac:spMkLst>
        </pc:spChg>
        <pc:spChg chg="add mod">
          <ac:chgData name="Alexandra Marzan" userId="4a126560-1506-4f1c-8d9f-bd5c2ad1b06b" providerId="ADAL" clId="{1F41713B-E7E8-41A8-A500-D6039C710937}" dt="2026-06-30T18:22:14.844" v="2877"/>
          <ac:spMkLst>
            <pc:docMk/>
            <pc:sldMk cId="3138188943" sldId="265"/>
            <ac:spMk id="5" creationId="{14CCEEC0-7C1C-2616-8C05-2F568A9FE7B4}"/>
          </ac:spMkLst>
        </pc:spChg>
        <pc:spChg chg="add del mod modVis">
          <ac:chgData name="Alexandra Marzan" userId="4a126560-1506-4f1c-8d9f-bd5c2ad1b06b" providerId="ADAL" clId="{1F41713B-E7E8-41A8-A500-D6039C710937}" dt="2026-06-30T18:22:14.871" v="2893"/>
          <ac:spMkLst>
            <pc:docMk/>
            <pc:sldMk cId="3138188943" sldId="265"/>
            <ac:spMk id="7" creationId="{E5018FA6-9291-74DD-3918-780245D5F5B9}"/>
          </ac:spMkLst>
        </pc:spChg>
        <pc:spChg chg="mod ord">
          <ac:chgData name="Alexandra Marzan" userId="4a126560-1506-4f1c-8d9f-bd5c2ad1b06b" providerId="ADAL" clId="{1F41713B-E7E8-41A8-A500-D6039C710937}" dt="2026-06-30T18:22:14.842" v="2876"/>
          <ac:spMkLst>
            <pc:docMk/>
            <pc:sldMk cId="3138188943" sldId="265"/>
            <ac:spMk id="8" creationId="{CBC65591-F5E1-02F4-9C3E-6586B116834A}"/>
          </ac:spMkLst>
        </pc:spChg>
        <pc:graphicFrameChg chg="mod">
          <ac:chgData name="Alexandra Marzan" userId="4a126560-1506-4f1c-8d9f-bd5c2ad1b06b" providerId="ADAL" clId="{1F41713B-E7E8-41A8-A500-D6039C710937}" dt="2026-06-30T18:22:14.875" v="2895"/>
          <ac:graphicFrameMkLst>
            <pc:docMk/>
            <pc:sldMk cId="3138188943" sldId="265"/>
            <ac:graphicFrameMk id="6" creationId="{39600085-0555-1EA3-4B24-ECD5A7113E38}"/>
          </ac:graphicFrameMkLst>
        </pc:graphicFrameChg>
      </pc:sldChg>
      <pc:sldChg chg="addSp delSp modSp mod">
        <pc:chgData name="Alexandra Marzan" userId="4a126560-1506-4f1c-8d9f-bd5c2ad1b06b" providerId="ADAL" clId="{1F41713B-E7E8-41A8-A500-D6039C710937}" dt="2026-06-30T10:17:51.655" v="2785"/>
        <pc:sldMkLst>
          <pc:docMk/>
          <pc:sldMk cId="7758873" sldId="271"/>
        </pc:sldMkLst>
        <pc:spChg chg="mod ord">
          <ac:chgData name="Alexandra Marzan" userId="4a126560-1506-4f1c-8d9f-bd5c2ad1b06b" providerId="ADAL" clId="{1F41713B-E7E8-41A8-A500-D6039C710937}" dt="2026-06-30T10:17:51.653" v="2783"/>
          <ac:spMkLst>
            <pc:docMk/>
            <pc:sldMk cId="7758873" sldId="271"/>
            <ac:spMk id="2" creationId="{C2A9D020-F4BD-C725-CA53-EF22F4096AEE}"/>
          </ac:spMkLst>
        </pc:spChg>
        <pc:spChg chg="mod">
          <ac:chgData name="Alexandra Marzan" userId="4a126560-1506-4f1c-8d9f-bd5c2ad1b06b" providerId="ADAL" clId="{1F41713B-E7E8-41A8-A500-D6039C710937}" dt="2026-06-30T10:17:51.621" v="2740"/>
          <ac:spMkLst>
            <pc:docMk/>
            <pc:sldMk cId="7758873" sldId="271"/>
            <ac:spMk id="3" creationId="{4C1F3293-4EFE-461D-940D-7EE66BAE31C5}"/>
          </ac:spMkLst>
        </pc:spChg>
        <pc:spChg chg="mod ord">
          <ac:chgData name="Alexandra Marzan" userId="4a126560-1506-4f1c-8d9f-bd5c2ad1b06b" providerId="ADAL" clId="{1F41713B-E7E8-41A8-A500-D6039C710937}" dt="2026-06-30T10:17:51.652" v="2781"/>
          <ac:spMkLst>
            <pc:docMk/>
            <pc:sldMk cId="7758873" sldId="271"/>
            <ac:spMk id="4" creationId="{0A1A6E67-5194-643E-451B-53D90024D28E}"/>
          </ac:spMkLst>
        </pc:spChg>
        <pc:spChg chg="mod">
          <ac:chgData name="Alexandra Marzan" userId="4a126560-1506-4f1c-8d9f-bd5c2ad1b06b" providerId="ADAL" clId="{1F41713B-E7E8-41A8-A500-D6039C710937}" dt="2026-06-30T10:17:51.617" v="2737"/>
          <ac:spMkLst>
            <pc:docMk/>
            <pc:sldMk cId="7758873" sldId="271"/>
            <ac:spMk id="6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18" v="2738"/>
          <ac:spMkLst>
            <pc:docMk/>
            <pc:sldMk cId="7758873" sldId="271"/>
            <ac:spMk id="7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20" v="2739"/>
          <ac:spMkLst>
            <pc:docMk/>
            <pc:sldMk cId="7758873" sldId="271"/>
            <ac:spMk id="8" creationId="{4C1F3293-4EFE-461D-940D-7EE66BAE31C5}"/>
          </ac:spMkLst>
        </pc:spChg>
        <pc:spChg chg="mod ord">
          <ac:chgData name="Alexandra Marzan" userId="4a126560-1506-4f1c-8d9f-bd5c2ad1b06b" providerId="ADAL" clId="{1F41713B-E7E8-41A8-A500-D6039C710937}" dt="2026-06-30T10:17:51.559" v="2644"/>
          <ac:spMkLst>
            <pc:docMk/>
            <pc:sldMk cId="7758873" sldId="271"/>
            <ac:spMk id="9" creationId="{CE491F3E-5291-5B5D-7256-FEBB4F45A1C9}"/>
          </ac:spMkLst>
        </pc:spChg>
        <pc:spChg chg="mod">
          <ac:chgData name="Alexandra Marzan" userId="4a126560-1506-4f1c-8d9f-bd5c2ad1b06b" providerId="ADAL" clId="{1F41713B-E7E8-41A8-A500-D6039C710937}" dt="2026-06-30T10:17:51.621" v="2741"/>
          <ac:spMkLst>
            <pc:docMk/>
            <pc:sldMk cId="7758873" sldId="271"/>
            <ac:spMk id="10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23" v="2743"/>
          <ac:spMkLst>
            <pc:docMk/>
            <pc:sldMk cId="7758873" sldId="271"/>
            <ac:spMk id="11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24" v="2744"/>
          <ac:spMkLst>
            <pc:docMk/>
            <pc:sldMk cId="7758873" sldId="271"/>
            <ac:spMk id="12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25" v="2745"/>
          <ac:spMkLst>
            <pc:docMk/>
            <pc:sldMk cId="7758873" sldId="271"/>
            <ac:spMk id="13" creationId="{4C1F3293-4EFE-461D-940D-7EE66BAE31C5}"/>
          </ac:spMkLst>
        </pc:spChg>
        <pc:spChg chg="add del mod modVis">
          <ac:chgData name="Alexandra Marzan" userId="4a126560-1506-4f1c-8d9f-bd5c2ad1b06b" providerId="ADAL" clId="{1F41713B-E7E8-41A8-A500-D6039C710937}" dt="2026-06-30T10:15:27.415" v="527"/>
          <ac:spMkLst>
            <pc:docMk/>
            <pc:sldMk cId="7758873" sldId="271"/>
            <ac:spMk id="19" creationId="{3486A595-6594-9F75-FE21-78C8218330F1}"/>
          </ac:spMkLst>
        </pc:spChg>
        <pc:spChg chg="add del mod">
          <ac:chgData name="Alexandra Marzan" userId="4a126560-1506-4f1c-8d9f-bd5c2ad1b06b" providerId="ADAL" clId="{1F41713B-E7E8-41A8-A500-D6039C710937}" dt="2026-06-30T10:15:29.744" v="708"/>
          <ac:spMkLst>
            <pc:docMk/>
            <pc:sldMk cId="7758873" sldId="271"/>
            <ac:spMk id="20" creationId="{4C1F3293-4EFE-461D-940D-7EE66BAE31C5}"/>
          </ac:spMkLst>
        </pc:spChg>
        <pc:spChg chg="add del mod">
          <ac:chgData name="Alexandra Marzan" userId="4a126560-1506-4f1c-8d9f-bd5c2ad1b06b" providerId="ADAL" clId="{1F41713B-E7E8-41A8-A500-D6039C710937}" dt="2026-06-30T10:15:29.650" v="686"/>
          <ac:spMkLst>
            <pc:docMk/>
            <pc:sldMk cId="7758873" sldId="271"/>
            <ac:spMk id="21" creationId="{4C1F3293-4EFE-461D-940D-7EE66BAE31C5}"/>
          </ac:spMkLst>
        </pc:spChg>
        <pc:spChg chg="add del mod">
          <ac:chgData name="Alexandra Marzan" userId="4a126560-1506-4f1c-8d9f-bd5c2ad1b06b" providerId="ADAL" clId="{1F41713B-E7E8-41A8-A500-D6039C710937}" dt="2026-06-30T10:15:29.745" v="709"/>
          <ac:spMkLst>
            <pc:docMk/>
            <pc:sldMk cId="7758873" sldId="271"/>
            <ac:spMk id="23" creationId="{4C1F3293-4EFE-461D-940D-7EE66BAE31C5}"/>
          </ac:spMkLst>
        </pc:spChg>
        <pc:spChg chg="add del mod">
          <ac:chgData name="Alexandra Marzan" userId="4a126560-1506-4f1c-8d9f-bd5c2ad1b06b" providerId="ADAL" clId="{1F41713B-E7E8-41A8-A500-D6039C710937}" dt="2026-06-30T10:15:29.652" v="687"/>
          <ac:spMkLst>
            <pc:docMk/>
            <pc:sldMk cId="7758873" sldId="271"/>
            <ac:spMk id="24" creationId="{4C1F3293-4EFE-461D-940D-7EE66BAE31C5}"/>
          </ac:spMkLst>
        </pc:spChg>
        <pc:spChg chg="mod ord">
          <ac:chgData name="Alexandra Marzan" userId="4a126560-1506-4f1c-8d9f-bd5c2ad1b06b" providerId="ADAL" clId="{1F41713B-E7E8-41A8-A500-D6039C710937}" dt="2026-06-30T10:17:51.562" v="2648"/>
          <ac:spMkLst>
            <pc:docMk/>
            <pc:sldMk cId="7758873" sldId="271"/>
            <ac:spMk id="26" creationId="{85C722A2-CC80-C833-E49D-90F3276B61F7}"/>
          </ac:spMkLst>
        </pc:spChg>
        <pc:spChg chg="add mod">
          <ac:chgData name="Alexandra Marzan" userId="4a126560-1506-4f1c-8d9f-bd5c2ad1b06b" providerId="ADAL" clId="{1F41713B-E7E8-41A8-A500-D6039C710937}" dt="2026-06-30T10:17:51.641" v="2766"/>
          <ac:spMkLst>
            <pc:docMk/>
            <pc:sldMk cId="7758873" sldId="271"/>
            <ac:spMk id="28" creationId="{4C1F3293-4EFE-461D-940D-7EE66BAE31C5}"/>
          </ac:spMkLst>
        </pc:spChg>
        <pc:spChg chg="add del mod">
          <ac:chgData name="Alexandra Marzan" userId="4a126560-1506-4f1c-8d9f-bd5c2ad1b06b" providerId="ADAL" clId="{1F41713B-E7E8-41A8-A500-D6039C710937}" dt="2026-06-30T10:15:28.382" v="540"/>
          <ac:spMkLst>
            <pc:docMk/>
            <pc:sldMk cId="7758873" sldId="271"/>
            <ac:spMk id="29" creationId="{4C1F3293-4EFE-461D-940D-7EE66BAE31C5}"/>
          </ac:spMkLst>
        </pc:spChg>
        <pc:spChg chg="add mod">
          <ac:chgData name="Alexandra Marzan" userId="4a126560-1506-4f1c-8d9f-bd5c2ad1b06b" providerId="ADAL" clId="{1F41713B-E7E8-41A8-A500-D6039C710937}" dt="2026-06-30T10:17:51.642" v="2767"/>
          <ac:spMkLst>
            <pc:docMk/>
            <pc:sldMk cId="7758873" sldId="271"/>
            <ac:spMk id="33" creationId="{5968FEF6-8FE8-236D-7AB7-424C8AE9AD7C}"/>
          </ac:spMkLst>
        </pc:spChg>
        <pc:spChg chg="add del mod modVis">
          <ac:chgData name="Alexandra Marzan" userId="4a126560-1506-4f1c-8d9f-bd5c2ad1b06b" providerId="ADAL" clId="{1F41713B-E7E8-41A8-A500-D6039C710937}" dt="2026-06-30T10:15:40.937" v="1036"/>
          <ac:spMkLst>
            <pc:docMk/>
            <pc:sldMk cId="7758873" sldId="271"/>
            <ac:spMk id="34" creationId="{5FF60A13-D9BB-502E-2D05-8FCD023165E9}"/>
          </ac:spMkLst>
        </pc:spChg>
        <pc:spChg chg="add mod">
          <ac:chgData name="Alexandra Marzan" userId="4a126560-1506-4f1c-8d9f-bd5c2ad1b06b" providerId="ADAL" clId="{1F41713B-E7E8-41A8-A500-D6039C710937}" dt="2026-06-30T10:17:51.643" v="2768"/>
          <ac:spMkLst>
            <pc:docMk/>
            <pc:sldMk cId="7758873" sldId="271"/>
            <ac:spMk id="36" creationId="{615264D7-70E1-0925-DF34-EE536051B16F}"/>
          </ac:spMkLst>
        </pc:spChg>
        <pc:spChg chg="add mod">
          <ac:chgData name="Alexandra Marzan" userId="4a126560-1506-4f1c-8d9f-bd5c2ad1b06b" providerId="ADAL" clId="{1F41713B-E7E8-41A8-A500-D6039C710937}" dt="2026-06-30T10:17:51.644" v="2769"/>
          <ac:spMkLst>
            <pc:docMk/>
            <pc:sldMk cId="7758873" sldId="271"/>
            <ac:spMk id="37" creationId="{0B676C51-7051-C87D-1856-239B36391F66}"/>
          </ac:spMkLst>
        </pc:spChg>
        <pc:spChg chg="add del mod modVis">
          <ac:chgData name="Alexandra Marzan" userId="4a126560-1506-4f1c-8d9f-bd5c2ad1b06b" providerId="ADAL" clId="{1F41713B-E7E8-41A8-A500-D6039C710937}" dt="2026-06-30T10:16:24.707" v="1264"/>
          <ac:spMkLst>
            <pc:docMk/>
            <pc:sldMk cId="7758873" sldId="271"/>
            <ac:spMk id="38" creationId="{E1B4C688-49C8-36B3-C5DF-411DA464E8F6}"/>
          </ac:spMkLst>
        </pc:spChg>
        <pc:spChg chg="add mod">
          <ac:chgData name="Alexandra Marzan" userId="4a126560-1506-4f1c-8d9f-bd5c2ad1b06b" providerId="ADAL" clId="{1F41713B-E7E8-41A8-A500-D6039C710937}" dt="2026-06-30T10:17:51.644" v="2770"/>
          <ac:spMkLst>
            <pc:docMk/>
            <pc:sldMk cId="7758873" sldId="271"/>
            <ac:spMk id="40" creationId="{9B31BFDC-58BE-45DC-E723-3A0C076E21E5}"/>
          </ac:spMkLst>
        </pc:spChg>
        <pc:spChg chg="mod ord">
          <ac:chgData name="Alexandra Marzan" userId="4a126560-1506-4f1c-8d9f-bd5c2ad1b06b" providerId="ADAL" clId="{1F41713B-E7E8-41A8-A500-D6039C710937}" dt="2026-06-30T10:17:51.563" v="2652"/>
          <ac:spMkLst>
            <pc:docMk/>
            <pc:sldMk cId="7758873" sldId="271"/>
            <ac:spMk id="41" creationId="{811AD0F6-A8BF-5D45-ABAD-0BD38CEE000B}"/>
          </ac:spMkLst>
        </pc:spChg>
        <pc:spChg chg="add mod">
          <ac:chgData name="Alexandra Marzan" userId="4a126560-1506-4f1c-8d9f-bd5c2ad1b06b" providerId="ADAL" clId="{1F41713B-E7E8-41A8-A500-D6039C710937}" dt="2026-06-30T10:17:51.645" v="2771"/>
          <ac:spMkLst>
            <pc:docMk/>
            <pc:sldMk cId="7758873" sldId="271"/>
            <ac:spMk id="43" creationId="{3CC92C8F-5EF5-C041-0DC4-4DD9AB4058D6}"/>
          </ac:spMkLst>
        </pc:spChg>
        <pc:spChg chg="add del mod modVis">
          <ac:chgData name="Alexandra Marzan" userId="4a126560-1506-4f1c-8d9f-bd5c2ad1b06b" providerId="ADAL" clId="{1F41713B-E7E8-41A8-A500-D6039C710937}" dt="2026-06-30T10:16:36.233" v="1494"/>
          <ac:spMkLst>
            <pc:docMk/>
            <pc:sldMk cId="7758873" sldId="271"/>
            <ac:spMk id="44" creationId="{6736E22E-DFAE-3524-174C-9D22D39EF03F}"/>
          </ac:spMkLst>
        </pc:spChg>
        <pc:spChg chg="add del mod modVis">
          <ac:chgData name="Alexandra Marzan" userId="4a126560-1506-4f1c-8d9f-bd5c2ad1b06b" providerId="ADAL" clId="{1F41713B-E7E8-41A8-A500-D6039C710937}" dt="2026-06-30T10:16:54.851" v="1895"/>
          <ac:spMkLst>
            <pc:docMk/>
            <pc:sldMk cId="7758873" sldId="271"/>
            <ac:spMk id="47" creationId="{3F3BCB67-951E-9A26-956F-BDACBD2FA537}"/>
          </ac:spMkLst>
        </pc:spChg>
        <pc:spChg chg="add del mod modVis">
          <ac:chgData name="Alexandra Marzan" userId="4a126560-1506-4f1c-8d9f-bd5c2ad1b06b" providerId="ADAL" clId="{1F41713B-E7E8-41A8-A500-D6039C710937}" dt="2026-06-30T10:17:01.781" v="2296"/>
          <ac:spMkLst>
            <pc:docMk/>
            <pc:sldMk cId="7758873" sldId="271"/>
            <ac:spMk id="50" creationId="{FA753A1B-9096-8F00-3412-200DC471BAF4}"/>
          </ac:spMkLst>
        </pc:spChg>
        <pc:spChg chg="mod ord">
          <ac:chgData name="Alexandra Marzan" userId="4a126560-1506-4f1c-8d9f-bd5c2ad1b06b" providerId="ADAL" clId="{1F41713B-E7E8-41A8-A500-D6039C710937}" dt="2026-06-30T10:17:51.566" v="2656"/>
          <ac:spMkLst>
            <pc:docMk/>
            <pc:sldMk cId="7758873" sldId="271"/>
            <ac:spMk id="51" creationId="{3553762A-ED1E-997D-1949-D5B94F82B545}"/>
          </ac:spMkLst>
        </pc:spChg>
        <pc:spChg chg="mod ord">
          <ac:chgData name="Alexandra Marzan" userId="4a126560-1506-4f1c-8d9f-bd5c2ad1b06b" providerId="ADAL" clId="{1F41713B-E7E8-41A8-A500-D6039C710937}" dt="2026-06-30T10:17:51.568" v="2660"/>
          <ac:spMkLst>
            <pc:docMk/>
            <pc:sldMk cId="7758873" sldId="271"/>
            <ac:spMk id="84" creationId="{B2DF73CF-740A-97E6-AC92-E497BEF7B250}"/>
          </ac:spMkLst>
        </pc:spChg>
        <pc:spChg chg="mod">
          <ac:chgData name="Alexandra Marzan" userId="4a126560-1506-4f1c-8d9f-bd5c2ad1b06b" providerId="ADAL" clId="{1F41713B-E7E8-41A8-A500-D6039C710937}" dt="2026-06-30T10:17:51.649" v="2777"/>
          <ac:spMkLst>
            <pc:docMk/>
            <pc:sldMk cId="7758873" sldId="271"/>
            <ac:spMk id="95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48" v="2776"/>
          <ac:spMkLst>
            <pc:docMk/>
            <pc:sldMk cId="7758873" sldId="271"/>
            <ac:spMk id="98" creationId="{4C1F3293-4EFE-461D-940D-7EE66BAE31C5}"/>
          </ac:spMkLst>
        </pc:spChg>
        <pc:spChg chg="mod ord">
          <ac:chgData name="Alexandra Marzan" userId="4a126560-1506-4f1c-8d9f-bd5c2ad1b06b" providerId="ADAL" clId="{1F41713B-E7E8-41A8-A500-D6039C710937}" dt="2026-06-30T10:17:51.646" v="2773"/>
          <ac:spMkLst>
            <pc:docMk/>
            <pc:sldMk cId="7758873" sldId="271"/>
            <ac:spMk id="100" creationId="{50E59792-21D9-4FDD-DEFF-44A47DBADBCF}"/>
          </ac:spMkLst>
        </pc:spChg>
        <pc:spChg chg="mod ord">
          <ac:chgData name="Alexandra Marzan" userId="4a126560-1506-4f1c-8d9f-bd5c2ad1b06b" providerId="ADAL" clId="{1F41713B-E7E8-41A8-A500-D6039C710937}" dt="2026-06-30T10:17:51.647" v="2775"/>
          <ac:spMkLst>
            <pc:docMk/>
            <pc:sldMk cId="7758873" sldId="271"/>
            <ac:spMk id="101" creationId="{1201FE31-CB3E-A71F-DC89-BCFA17A22095}"/>
          </ac:spMkLst>
        </pc:spChg>
        <pc:spChg chg="mod ord">
          <ac:chgData name="Alexandra Marzan" userId="4a126560-1506-4f1c-8d9f-bd5c2ad1b06b" providerId="ADAL" clId="{1F41713B-E7E8-41A8-A500-D6039C710937}" dt="2026-06-30T10:17:51.573" v="2668"/>
          <ac:spMkLst>
            <pc:docMk/>
            <pc:sldMk cId="7758873" sldId="271"/>
            <ac:spMk id="111" creationId="{57F6BD9C-4010-6E73-D4C1-8FBA1D72DE82}"/>
          </ac:spMkLst>
        </pc:spChg>
        <pc:spChg chg="mod">
          <ac:chgData name="Alexandra Marzan" userId="4a126560-1506-4f1c-8d9f-bd5c2ad1b06b" providerId="ADAL" clId="{1F41713B-E7E8-41A8-A500-D6039C710937}" dt="2026-06-30T10:17:51.622" v="2742"/>
          <ac:spMkLst>
            <pc:docMk/>
            <pc:sldMk cId="7758873" sldId="271"/>
            <ac:spMk id="130" creationId="{4C1F3293-4EFE-461D-940D-7EE66BAE31C5}"/>
          </ac:spMkLst>
        </pc:spChg>
        <pc:spChg chg="mod ord">
          <ac:chgData name="Alexandra Marzan" userId="4a126560-1506-4f1c-8d9f-bd5c2ad1b06b" providerId="ADAL" clId="{1F41713B-E7E8-41A8-A500-D6039C710937}" dt="2026-06-30T10:17:51.650" v="2779"/>
          <ac:spMkLst>
            <pc:docMk/>
            <pc:sldMk cId="7758873" sldId="271"/>
            <ac:spMk id="133" creationId="{539DE881-7AB3-7738-19D0-2F634C0097F4}"/>
          </ac:spMkLst>
        </pc:spChg>
        <pc:spChg chg="mod ord">
          <ac:chgData name="Alexandra Marzan" userId="4a126560-1506-4f1c-8d9f-bd5c2ad1b06b" providerId="ADAL" clId="{1F41713B-E7E8-41A8-A500-D6039C710937}" dt="2026-06-30T10:17:51.570" v="2664"/>
          <ac:spMkLst>
            <pc:docMk/>
            <pc:sldMk cId="7758873" sldId="271"/>
            <ac:spMk id="137" creationId="{87E44167-296B-348A-0CAF-2BF9F45350D5}"/>
          </ac:spMkLst>
        </pc:spChg>
        <pc:spChg chg="mod ord">
          <ac:chgData name="Alexandra Marzan" userId="4a126560-1506-4f1c-8d9f-bd5c2ad1b06b" providerId="ADAL" clId="{1F41713B-E7E8-41A8-A500-D6039C710937}" dt="2026-06-30T10:17:51.572" v="2666"/>
          <ac:spMkLst>
            <pc:docMk/>
            <pc:sldMk cId="7758873" sldId="271"/>
            <ac:spMk id="140" creationId="{3017AADE-F4FA-8441-AECF-803FF19C5C7C}"/>
          </ac:spMkLst>
        </pc:spChg>
        <pc:spChg chg="mod ord">
          <ac:chgData name="Alexandra Marzan" userId="4a126560-1506-4f1c-8d9f-bd5c2ad1b06b" providerId="ADAL" clId="{1F41713B-E7E8-41A8-A500-D6039C710937}" dt="2026-06-30T10:17:51.577" v="2674"/>
          <ac:spMkLst>
            <pc:docMk/>
            <pc:sldMk cId="7758873" sldId="271"/>
            <ac:spMk id="167" creationId="{3540F3E4-C69D-0EEB-497B-212F5525FD75}"/>
          </ac:spMkLst>
        </pc:spChg>
        <pc:spChg chg="mod ord">
          <ac:chgData name="Alexandra Marzan" userId="4a126560-1506-4f1c-8d9f-bd5c2ad1b06b" providerId="ADAL" clId="{1F41713B-E7E8-41A8-A500-D6039C710937}" dt="2026-06-30T10:17:51.578" v="2676"/>
          <ac:spMkLst>
            <pc:docMk/>
            <pc:sldMk cId="7758873" sldId="271"/>
            <ac:spMk id="168" creationId="{A49ADC10-E33F-5527-4208-E9FEA9492B49}"/>
          </ac:spMkLst>
        </pc:spChg>
        <pc:spChg chg="mod ord">
          <ac:chgData name="Alexandra Marzan" userId="4a126560-1506-4f1c-8d9f-bd5c2ad1b06b" providerId="ADAL" clId="{1F41713B-E7E8-41A8-A500-D6039C710937}" dt="2026-06-30T10:17:51.578" v="2678"/>
          <ac:spMkLst>
            <pc:docMk/>
            <pc:sldMk cId="7758873" sldId="271"/>
            <ac:spMk id="169" creationId="{5DD8578E-B979-482A-BADD-05BEC6515B90}"/>
          </ac:spMkLst>
        </pc:spChg>
        <pc:spChg chg="mod ord">
          <ac:chgData name="Alexandra Marzan" userId="4a126560-1506-4f1c-8d9f-bd5c2ad1b06b" providerId="ADAL" clId="{1F41713B-E7E8-41A8-A500-D6039C710937}" dt="2026-06-30T10:17:51.579" v="2680"/>
          <ac:spMkLst>
            <pc:docMk/>
            <pc:sldMk cId="7758873" sldId="271"/>
            <ac:spMk id="170" creationId="{7495296D-EBA8-8B1C-579C-5176BF0BDD17}"/>
          </ac:spMkLst>
        </pc:spChg>
        <pc:spChg chg="mod ord">
          <ac:chgData name="Alexandra Marzan" userId="4a126560-1506-4f1c-8d9f-bd5c2ad1b06b" providerId="ADAL" clId="{1F41713B-E7E8-41A8-A500-D6039C710937}" dt="2026-06-30T10:17:51.580" v="2682"/>
          <ac:spMkLst>
            <pc:docMk/>
            <pc:sldMk cId="7758873" sldId="271"/>
            <ac:spMk id="171" creationId="{3791782E-D908-ADDA-BAC1-77606CF695FE}"/>
          </ac:spMkLst>
        </pc:spChg>
        <pc:spChg chg="mod ord">
          <ac:chgData name="Alexandra Marzan" userId="4a126560-1506-4f1c-8d9f-bd5c2ad1b06b" providerId="ADAL" clId="{1F41713B-E7E8-41A8-A500-D6039C710937}" dt="2026-06-30T10:17:51.582" v="2684"/>
          <ac:spMkLst>
            <pc:docMk/>
            <pc:sldMk cId="7758873" sldId="271"/>
            <ac:spMk id="172" creationId="{4995F600-4237-A970-5694-684CDDA52909}"/>
          </ac:spMkLst>
        </pc:spChg>
        <pc:spChg chg="mod ord">
          <ac:chgData name="Alexandra Marzan" userId="4a126560-1506-4f1c-8d9f-bd5c2ad1b06b" providerId="ADAL" clId="{1F41713B-E7E8-41A8-A500-D6039C710937}" dt="2026-06-30T10:17:51.558" v="2642"/>
          <ac:spMkLst>
            <pc:docMk/>
            <pc:sldMk cId="7758873" sldId="271"/>
            <ac:spMk id="184" creationId="{8E468B29-8C5C-413A-16F1-2D484309355F}"/>
          </ac:spMkLst>
        </pc:spChg>
        <pc:spChg chg="mod ord">
          <ac:chgData name="Alexandra Marzan" userId="4a126560-1506-4f1c-8d9f-bd5c2ad1b06b" providerId="ADAL" clId="{1F41713B-E7E8-41A8-A500-D6039C710937}" dt="2026-06-30T10:17:51.591" v="2696"/>
          <ac:spMkLst>
            <pc:docMk/>
            <pc:sldMk cId="7758873" sldId="271"/>
            <ac:spMk id="185" creationId="{F8722B8C-5C47-0E5F-7689-D8E928CA8E20}"/>
          </ac:spMkLst>
        </pc:spChg>
        <pc:spChg chg="mod ord">
          <ac:chgData name="Alexandra Marzan" userId="4a126560-1506-4f1c-8d9f-bd5c2ad1b06b" providerId="ADAL" clId="{1F41713B-E7E8-41A8-A500-D6039C710937}" dt="2026-06-30T10:17:51.592" v="2698"/>
          <ac:spMkLst>
            <pc:docMk/>
            <pc:sldMk cId="7758873" sldId="271"/>
            <ac:spMk id="186" creationId="{14846B00-DF80-47D4-5732-C99EEB67EBFA}"/>
          </ac:spMkLst>
        </pc:spChg>
        <pc:spChg chg="mod ord">
          <ac:chgData name="Alexandra Marzan" userId="4a126560-1506-4f1c-8d9f-bd5c2ad1b06b" providerId="ADAL" clId="{1F41713B-E7E8-41A8-A500-D6039C710937}" dt="2026-06-30T10:17:51.593" v="2700"/>
          <ac:spMkLst>
            <pc:docMk/>
            <pc:sldMk cId="7758873" sldId="271"/>
            <ac:spMk id="187" creationId="{331CC556-D522-27DA-9912-5C43B0776CA8}"/>
          </ac:spMkLst>
        </pc:spChg>
        <pc:spChg chg="mod ord">
          <ac:chgData name="Alexandra Marzan" userId="4a126560-1506-4f1c-8d9f-bd5c2ad1b06b" providerId="ADAL" clId="{1F41713B-E7E8-41A8-A500-D6039C710937}" dt="2026-06-30T10:17:51.595" v="2702"/>
          <ac:spMkLst>
            <pc:docMk/>
            <pc:sldMk cId="7758873" sldId="271"/>
            <ac:spMk id="188" creationId="{47302A97-8767-8FF9-557C-408DB7B62D7E}"/>
          </ac:spMkLst>
        </pc:spChg>
        <pc:spChg chg="mod ord">
          <ac:chgData name="Alexandra Marzan" userId="4a126560-1506-4f1c-8d9f-bd5c2ad1b06b" providerId="ADAL" clId="{1F41713B-E7E8-41A8-A500-D6039C710937}" dt="2026-06-30T10:17:51.596" v="2704"/>
          <ac:spMkLst>
            <pc:docMk/>
            <pc:sldMk cId="7758873" sldId="271"/>
            <ac:spMk id="189" creationId="{0B476BF1-DE71-23D5-F729-6161EF2FE306}"/>
          </ac:spMkLst>
        </pc:spChg>
        <pc:spChg chg="mod ord">
          <ac:chgData name="Alexandra Marzan" userId="4a126560-1506-4f1c-8d9f-bd5c2ad1b06b" providerId="ADAL" clId="{1F41713B-E7E8-41A8-A500-D6039C710937}" dt="2026-06-30T10:17:51.598" v="2706"/>
          <ac:spMkLst>
            <pc:docMk/>
            <pc:sldMk cId="7758873" sldId="271"/>
            <ac:spMk id="190" creationId="{F2E8FDE7-C722-1A2B-2AAF-B7645073C0A7}"/>
          </ac:spMkLst>
        </pc:spChg>
        <pc:spChg chg="mod ord">
          <ac:chgData name="Alexandra Marzan" userId="4a126560-1506-4f1c-8d9f-bd5c2ad1b06b" providerId="ADAL" clId="{1F41713B-E7E8-41A8-A500-D6039C710937}" dt="2026-06-30T10:17:51.599" v="2708"/>
          <ac:spMkLst>
            <pc:docMk/>
            <pc:sldMk cId="7758873" sldId="271"/>
            <ac:spMk id="191" creationId="{E47F3CAF-F9C6-3CCC-D095-F41979438F4E}"/>
          </ac:spMkLst>
        </pc:spChg>
        <pc:spChg chg="mod ord">
          <ac:chgData name="Alexandra Marzan" userId="4a126560-1506-4f1c-8d9f-bd5c2ad1b06b" providerId="ADAL" clId="{1F41713B-E7E8-41A8-A500-D6039C710937}" dt="2026-06-30T10:17:51.601" v="2710"/>
          <ac:spMkLst>
            <pc:docMk/>
            <pc:sldMk cId="7758873" sldId="271"/>
            <ac:spMk id="195" creationId="{2CC0B45C-CBCC-F244-EA8D-4F112D8BA306}"/>
          </ac:spMkLst>
        </pc:spChg>
        <pc:spChg chg="mod ord">
          <ac:chgData name="Alexandra Marzan" userId="4a126560-1506-4f1c-8d9f-bd5c2ad1b06b" providerId="ADAL" clId="{1F41713B-E7E8-41A8-A500-D6039C710937}" dt="2026-06-30T10:17:51.602" v="2712"/>
          <ac:spMkLst>
            <pc:docMk/>
            <pc:sldMk cId="7758873" sldId="271"/>
            <ac:spMk id="196" creationId="{D8699BB3-2FC7-B959-5286-79CA7CFB3D46}"/>
          </ac:spMkLst>
        </pc:spChg>
        <pc:spChg chg="mod ord">
          <ac:chgData name="Alexandra Marzan" userId="4a126560-1506-4f1c-8d9f-bd5c2ad1b06b" providerId="ADAL" clId="{1F41713B-E7E8-41A8-A500-D6039C710937}" dt="2026-06-30T10:17:51.603" v="2714"/>
          <ac:spMkLst>
            <pc:docMk/>
            <pc:sldMk cId="7758873" sldId="271"/>
            <ac:spMk id="197" creationId="{967D0D61-9A82-492E-C4D6-9D0D0CC41DD9}"/>
          </ac:spMkLst>
        </pc:spChg>
        <pc:spChg chg="mod ord">
          <ac:chgData name="Alexandra Marzan" userId="4a126560-1506-4f1c-8d9f-bd5c2ad1b06b" providerId="ADAL" clId="{1F41713B-E7E8-41A8-A500-D6039C710937}" dt="2026-06-30T10:17:51.605" v="2716"/>
          <ac:spMkLst>
            <pc:docMk/>
            <pc:sldMk cId="7758873" sldId="271"/>
            <ac:spMk id="198" creationId="{994EB282-54AD-90C4-7802-2144216C3C8F}"/>
          </ac:spMkLst>
        </pc:spChg>
        <pc:spChg chg="mod ord">
          <ac:chgData name="Alexandra Marzan" userId="4a126560-1506-4f1c-8d9f-bd5c2ad1b06b" providerId="ADAL" clId="{1F41713B-E7E8-41A8-A500-D6039C710937}" dt="2026-06-30T10:17:51.607" v="2718"/>
          <ac:spMkLst>
            <pc:docMk/>
            <pc:sldMk cId="7758873" sldId="271"/>
            <ac:spMk id="199" creationId="{6DB2E828-6180-128D-796B-1669D362B5CF}"/>
          </ac:spMkLst>
        </pc:spChg>
        <pc:spChg chg="mod ord">
          <ac:chgData name="Alexandra Marzan" userId="4a126560-1506-4f1c-8d9f-bd5c2ad1b06b" providerId="ADAL" clId="{1F41713B-E7E8-41A8-A500-D6039C710937}" dt="2026-06-30T10:17:51.608" v="2720"/>
          <ac:spMkLst>
            <pc:docMk/>
            <pc:sldMk cId="7758873" sldId="271"/>
            <ac:spMk id="200" creationId="{F7A2C88F-59F7-2DD8-7015-95321D8FDD4F}"/>
          </ac:spMkLst>
        </pc:spChg>
        <pc:spChg chg="mod ord">
          <ac:chgData name="Alexandra Marzan" userId="4a126560-1506-4f1c-8d9f-bd5c2ad1b06b" providerId="ADAL" clId="{1F41713B-E7E8-41A8-A500-D6039C710937}" dt="2026-06-30T10:17:51.609" v="2722"/>
          <ac:spMkLst>
            <pc:docMk/>
            <pc:sldMk cId="7758873" sldId="271"/>
            <ac:spMk id="201" creationId="{98C5703B-B3CC-D271-C15C-BE1FADADD117}"/>
          </ac:spMkLst>
        </pc:spChg>
        <pc:spChg chg="mod ord">
          <ac:chgData name="Alexandra Marzan" userId="4a126560-1506-4f1c-8d9f-bd5c2ad1b06b" providerId="ADAL" clId="{1F41713B-E7E8-41A8-A500-D6039C710937}" dt="2026-06-30T10:17:51.610" v="2724"/>
          <ac:spMkLst>
            <pc:docMk/>
            <pc:sldMk cId="7758873" sldId="271"/>
            <ac:spMk id="202" creationId="{3F48E6CA-DB09-F5F2-6E8B-621563DBBDD2}"/>
          </ac:spMkLst>
        </pc:spChg>
        <pc:spChg chg="mod ord">
          <ac:chgData name="Alexandra Marzan" userId="4a126560-1506-4f1c-8d9f-bd5c2ad1b06b" providerId="ADAL" clId="{1F41713B-E7E8-41A8-A500-D6039C710937}" dt="2026-06-30T10:17:51.611" v="2726"/>
          <ac:spMkLst>
            <pc:docMk/>
            <pc:sldMk cId="7758873" sldId="271"/>
            <ac:spMk id="203" creationId="{49D5D658-5FA2-3D77-5192-4261AB0D83D9}"/>
          </ac:spMkLst>
        </pc:spChg>
        <pc:spChg chg="mod ord">
          <ac:chgData name="Alexandra Marzan" userId="4a126560-1506-4f1c-8d9f-bd5c2ad1b06b" providerId="ADAL" clId="{1F41713B-E7E8-41A8-A500-D6039C710937}" dt="2026-06-30T10:17:51.612" v="2728"/>
          <ac:spMkLst>
            <pc:docMk/>
            <pc:sldMk cId="7758873" sldId="271"/>
            <ac:spMk id="204" creationId="{7382A0F2-B45D-07DD-FBEA-62862879E8E1}"/>
          </ac:spMkLst>
        </pc:spChg>
        <pc:spChg chg="mod ord">
          <ac:chgData name="Alexandra Marzan" userId="4a126560-1506-4f1c-8d9f-bd5c2ad1b06b" providerId="ADAL" clId="{1F41713B-E7E8-41A8-A500-D6039C710937}" dt="2026-06-30T10:17:51.613" v="2730"/>
          <ac:spMkLst>
            <pc:docMk/>
            <pc:sldMk cId="7758873" sldId="271"/>
            <ac:spMk id="205" creationId="{7970A082-7C69-5301-955B-0D2FA89B2102}"/>
          </ac:spMkLst>
        </pc:spChg>
        <pc:spChg chg="mod">
          <ac:chgData name="Alexandra Marzan" userId="4a126560-1506-4f1c-8d9f-bd5c2ad1b06b" providerId="ADAL" clId="{1F41713B-E7E8-41A8-A500-D6039C710937}" dt="2026-06-30T10:17:51.629" v="2752"/>
          <ac:spMkLst>
            <pc:docMk/>
            <pc:sldMk cId="7758873" sldId="271"/>
            <ac:spMk id="209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30" v="2753"/>
          <ac:spMkLst>
            <pc:docMk/>
            <pc:sldMk cId="7758873" sldId="271"/>
            <ac:spMk id="210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31" v="2754"/>
          <ac:spMkLst>
            <pc:docMk/>
            <pc:sldMk cId="7758873" sldId="271"/>
            <ac:spMk id="211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32" v="2755"/>
          <ac:spMkLst>
            <pc:docMk/>
            <pc:sldMk cId="7758873" sldId="271"/>
            <ac:spMk id="212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32" v="2756"/>
          <ac:spMkLst>
            <pc:docMk/>
            <pc:sldMk cId="7758873" sldId="271"/>
            <ac:spMk id="213" creationId="{4C1F3293-4EFE-461D-940D-7EE66BAE31C5}"/>
          </ac:spMkLst>
        </pc:spChg>
        <pc:spChg chg="mod">
          <ac:chgData name="Alexandra Marzan" userId="4a126560-1506-4f1c-8d9f-bd5c2ad1b06b" providerId="ADAL" clId="{1F41713B-E7E8-41A8-A500-D6039C710937}" dt="2026-06-30T10:17:51.635" v="2757"/>
          <ac:spMkLst>
            <pc:docMk/>
            <pc:sldMk cId="7758873" sldId="271"/>
            <ac:spMk id="214" creationId="{4C1F3293-4EFE-461D-940D-7EE66BAE31C5}"/>
          </ac:spMkLst>
        </pc:spChg>
        <pc:graphicFrameChg chg="mod">
          <ac:chgData name="Alexandra Marzan" userId="4a126560-1506-4f1c-8d9f-bd5c2ad1b06b" providerId="ADAL" clId="{1F41713B-E7E8-41A8-A500-D6039C710937}" dt="2026-06-30T10:17:51.655" v="2785"/>
          <ac:graphicFrameMkLst>
            <pc:docMk/>
            <pc:sldMk cId="7758873" sldId="271"/>
            <ac:graphicFrameMk id="5" creationId="{94DD727B-61DC-5093-C2D1-5D2FD2076A96}"/>
          </ac:graphicFrameMkLst>
        </pc:graphicFrameChg>
        <pc:graphicFrameChg chg="mod ord">
          <ac:chgData name="Alexandra Marzan" userId="4a126560-1506-4f1c-8d9f-bd5c2ad1b06b" providerId="ADAL" clId="{1F41713B-E7E8-41A8-A500-D6039C710937}" dt="2026-06-30T10:17:51.614" v="2732"/>
          <ac:graphicFrameMkLst>
            <pc:docMk/>
            <pc:sldMk cId="7758873" sldId="271"/>
            <ac:graphicFrameMk id="14" creationId="{D9C3802F-4EE0-0657-DBB1-5444A74D8285}"/>
          </ac:graphicFrameMkLst>
        </pc:graphicFrameChg>
        <pc:graphicFrameChg chg="del">
          <ac:chgData name="Alexandra Marzan" userId="4a126560-1506-4f1c-8d9f-bd5c2ad1b06b" providerId="ADAL" clId="{1F41713B-E7E8-41A8-A500-D6039C710937}" dt="2026-06-30T10:15:27.309" v="383"/>
          <ac:graphicFrameMkLst>
            <pc:docMk/>
            <pc:sldMk cId="7758873" sldId="271"/>
            <ac:graphicFrameMk id="22" creationId="{C5A1B8B9-054D-4A18-3999-C1BA1CABFA21}"/>
          </ac:graphicFrameMkLst>
        </pc:graphicFrameChg>
        <pc:graphicFrameChg chg="mod ord">
          <ac:chgData name="Alexandra Marzan" userId="4a126560-1506-4f1c-8d9f-bd5c2ad1b06b" providerId="ADAL" clId="{1F41713B-E7E8-41A8-A500-D6039C710937}" dt="2026-06-30T10:17:51.626" v="2747"/>
          <ac:graphicFrameMkLst>
            <pc:docMk/>
            <pc:sldMk cId="7758873" sldId="271"/>
            <ac:graphicFrameMk id="25" creationId="{5680E7CA-797A-20F8-7D4B-1FB9983F6BD7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5:28.397" v="542"/>
          <ac:graphicFrameMkLst>
            <pc:docMk/>
            <pc:sldMk cId="7758873" sldId="271"/>
            <ac:graphicFrameMk id="30" creationId="{B0FDFC59-F4A4-59B5-E267-F382A85713A3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5:29.774" v="713"/>
          <ac:graphicFrameMkLst>
            <pc:docMk/>
            <pc:sldMk cId="7758873" sldId="271"/>
            <ac:graphicFrameMk id="31" creationId="{50431E7B-28DD-1543-BBE5-0F127FB0D0F6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5:40.859" v="896"/>
          <ac:graphicFrameMkLst>
            <pc:docMk/>
            <pc:sldMk cId="7758873" sldId="271"/>
            <ac:graphicFrameMk id="32" creationId="{C8D7FF87-D0D6-F804-D137-A4A9DA80AD04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6:24.446" v="1122"/>
          <ac:graphicFrameMkLst>
            <pc:docMk/>
            <pc:sldMk cId="7758873" sldId="271"/>
            <ac:graphicFrameMk id="35" creationId="{072B9C50-F9F2-9649-7D41-00E9A918A37C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6:36.035" v="1350"/>
          <ac:graphicFrameMkLst>
            <pc:docMk/>
            <pc:sldMk cId="7758873" sldId="271"/>
            <ac:graphicFrameMk id="39" creationId="{97E9DEE8-C94B-6301-69DD-37C3CBBEF6EE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6:52.638" v="1498"/>
          <ac:graphicFrameMkLst>
            <pc:docMk/>
            <pc:sldMk cId="7758873" sldId="271"/>
            <ac:graphicFrameMk id="45" creationId="{B31BC82D-2681-0256-EAB2-253F9776718E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6:54.629" v="1751"/>
          <ac:graphicFrameMkLst>
            <pc:docMk/>
            <pc:sldMk cId="7758873" sldId="271"/>
            <ac:graphicFrameMk id="46" creationId="{0D432AAF-B71D-B5E5-4AF0-6A607752DAC4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6:59.461" v="1899"/>
          <ac:graphicFrameMkLst>
            <pc:docMk/>
            <pc:sldMk cId="7758873" sldId="271"/>
            <ac:graphicFrameMk id="48" creationId="{BDCB47EE-48DE-4922-467C-9BF0A5734199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7:01.605" v="2152"/>
          <ac:graphicFrameMkLst>
            <pc:docMk/>
            <pc:sldMk cId="7758873" sldId="271"/>
            <ac:graphicFrameMk id="49" creationId="{9D9352B3-2DD5-67A8-3C27-03411CDEE4C7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7:22.735" v="2301"/>
          <ac:graphicFrameMkLst>
            <pc:docMk/>
            <pc:sldMk cId="7758873" sldId="271"/>
            <ac:graphicFrameMk id="53" creationId="{2FCC51C8-42D2-53FE-DCE7-BAA6D3D9678A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7:41.264" v="2447"/>
          <ac:graphicFrameMkLst>
            <pc:docMk/>
            <pc:sldMk cId="7758873" sldId="271"/>
            <ac:graphicFrameMk id="54" creationId="{B63C96E6-FF54-E379-CB2A-B351377EF315}"/>
          </ac:graphicFrameMkLst>
        </pc:graphicFrameChg>
        <pc:graphicFrameChg chg="add del mod ord">
          <ac:chgData name="Alexandra Marzan" userId="4a126560-1506-4f1c-8d9f-bd5c2ad1b06b" providerId="ADAL" clId="{1F41713B-E7E8-41A8-A500-D6039C710937}" dt="2026-06-30T10:17:51.530" v="2635"/>
          <ac:graphicFrameMkLst>
            <pc:docMk/>
            <pc:sldMk cId="7758873" sldId="271"/>
            <ac:graphicFrameMk id="55" creationId="{6C1036D9-37D6-8D93-7F70-FAC3AFAB0B08}"/>
          </ac:graphicFrameMkLst>
        </pc:graphicFrameChg>
        <pc:graphicFrameChg chg="add mod ord">
          <ac:chgData name="Alexandra Marzan" userId="4a126560-1506-4f1c-8d9f-bd5c2ad1b06b" providerId="ADAL" clId="{1F41713B-E7E8-41A8-A500-D6039C710937}" dt="2026-06-30T10:17:51.636" v="2759"/>
          <ac:graphicFrameMkLst>
            <pc:docMk/>
            <pc:sldMk cId="7758873" sldId="271"/>
            <ac:graphicFrameMk id="59" creationId="{F79D5548-9507-B807-CE18-C794477DC6BD}"/>
          </ac:graphicFrameMkLst>
        </pc:graphicFrameChg>
        <pc:cxnChg chg="del">
          <ac:chgData name="Alexandra Marzan" userId="4a126560-1506-4f1c-8d9f-bd5c2ad1b06b" providerId="ADAL" clId="{1F41713B-E7E8-41A8-A500-D6039C710937}" dt="2026-06-30T10:15:27.216" v="329"/>
          <ac:cxnSpMkLst>
            <pc:docMk/>
            <pc:sldMk cId="7758873" sldId="271"/>
            <ac:cxnSpMk id="16" creationId="{CCDB8989-AFC5-8301-5A10-FD452DFB9551}"/>
          </ac:cxnSpMkLst>
        </pc:cxnChg>
        <pc:cxnChg chg="del">
          <ac:chgData name="Alexandra Marzan" userId="4a126560-1506-4f1c-8d9f-bd5c2ad1b06b" providerId="ADAL" clId="{1F41713B-E7E8-41A8-A500-D6039C710937}" dt="2026-06-30T10:15:27.250" v="347"/>
          <ac:cxnSpMkLst>
            <pc:docMk/>
            <pc:sldMk cId="7758873" sldId="271"/>
            <ac:cxnSpMk id="17" creationId="{83576CC1-521C-10AB-9B10-F594271ADD2E}"/>
          </ac:cxnSpMkLst>
        </pc:cxnChg>
        <pc:cxnChg chg="del">
          <ac:chgData name="Alexandra Marzan" userId="4a126560-1506-4f1c-8d9f-bd5c2ad1b06b" providerId="ADAL" clId="{1F41713B-E7E8-41A8-A500-D6039C710937}" dt="2026-06-30T10:15:27.278" v="365"/>
          <ac:cxnSpMkLst>
            <pc:docMk/>
            <pc:sldMk cId="7758873" sldId="271"/>
            <ac:cxnSpMk id="18" creationId="{EF83529D-1451-F5DC-AE00-0176938BA214}"/>
          </ac:cxnSpMkLst>
        </pc:cxnChg>
        <pc:cxnChg chg="mod ord">
          <ac:chgData name="Alexandra Marzan" userId="4a126560-1506-4f1c-8d9f-bd5c2ad1b06b" providerId="ADAL" clId="{1F41713B-E7E8-41A8-A500-D6039C710937}" dt="2026-06-30T10:17:51.563" v="2650"/>
          <ac:cxnSpMkLst>
            <pc:docMk/>
            <pc:sldMk cId="7758873" sldId="271"/>
            <ac:cxnSpMk id="27" creationId="{66BDAA67-60E6-4B14-CD0F-8826A3AA2ED6}"/>
          </ac:cxnSpMkLst>
        </pc:cxnChg>
        <pc:cxnChg chg="mod ord">
          <ac:chgData name="Alexandra Marzan" userId="4a126560-1506-4f1c-8d9f-bd5c2ad1b06b" providerId="ADAL" clId="{1F41713B-E7E8-41A8-A500-D6039C710937}" dt="2026-06-30T10:17:51.564" v="2654"/>
          <ac:cxnSpMkLst>
            <pc:docMk/>
            <pc:sldMk cId="7758873" sldId="271"/>
            <ac:cxnSpMk id="42" creationId="{EABCFDD1-B78D-474E-303C-55F4031A25E4}"/>
          </ac:cxnSpMkLst>
        </pc:cxnChg>
        <pc:cxnChg chg="mod ord">
          <ac:chgData name="Alexandra Marzan" userId="4a126560-1506-4f1c-8d9f-bd5c2ad1b06b" providerId="ADAL" clId="{1F41713B-E7E8-41A8-A500-D6039C710937}" dt="2026-06-30T10:17:51.567" v="2658"/>
          <ac:cxnSpMkLst>
            <pc:docMk/>
            <pc:sldMk cId="7758873" sldId="271"/>
            <ac:cxnSpMk id="52" creationId="{43931514-CE7F-480F-7765-C95556838B09}"/>
          </ac:cxnSpMkLst>
        </pc:cxnChg>
        <pc:cxnChg chg="add mod ord">
          <ac:chgData name="Alexandra Marzan" userId="4a126560-1506-4f1c-8d9f-bd5c2ad1b06b" providerId="ADAL" clId="{1F41713B-E7E8-41A8-A500-D6039C710937}" dt="2026-06-30T10:17:51.640" v="2765"/>
          <ac:cxnSpMkLst>
            <pc:docMk/>
            <pc:sldMk cId="7758873" sldId="271"/>
            <ac:cxnSpMk id="56" creationId="{E1B8AAC4-4EF8-2FC3-AB2C-CCD3F44F02E7}"/>
          </ac:cxnSpMkLst>
        </pc:cxnChg>
        <pc:cxnChg chg="add mod ord">
          <ac:chgData name="Alexandra Marzan" userId="4a126560-1506-4f1c-8d9f-bd5c2ad1b06b" providerId="ADAL" clId="{1F41713B-E7E8-41A8-A500-D6039C710937}" dt="2026-06-30T10:17:51.639" v="2763"/>
          <ac:cxnSpMkLst>
            <pc:docMk/>
            <pc:sldMk cId="7758873" sldId="271"/>
            <ac:cxnSpMk id="57" creationId="{1E8FE9D3-DB46-1EC7-B2C8-37EDACD8D943}"/>
          </ac:cxnSpMkLst>
        </pc:cxnChg>
        <pc:cxnChg chg="add mod ord">
          <ac:chgData name="Alexandra Marzan" userId="4a126560-1506-4f1c-8d9f-bd5c2ad1b06b" providerId="ADAL" clId="{1F41713B-E7E8-41A8-A500-D6039C710937}" dt="2026-06-30T10:17:51.637" v="2761"/>
          <ac:cxnSpMkLst>
            <pc:docMk/>
            <pc:sldMk cId="7758873" sldId="271"/>
            <ac:cxnSpMk id="58" creationId="{CA5B4061-16B2-8296-5D45-1245483C1B1D}"/>
          </ac:cxnSpMkLst>
        </pc:cxnChg>
        <pc:cxnChg chg="mod ord">
          <ac:chgData name="Alexandra Marzan" userId="4a126560-1506-4f1c-8d9f-bd5c2ad1b06b" providerId="ADAL" clId="{1F41713B-E7E8-41A8-A500-D6039C710937}" dt="2026-06-30T10:17:51.560" v="2646"/>
          <ac:cxnSpMkLst>
            <pc:docMk/>
            <pc:sldMk cId="7758873" sldId="271"/>
            <ac:cxnSpMk id="73" creationId="{ECD29A58-ACCD-99A0-1910-348BFED954C8}"/>
          </ac:cxnSpMkLst>
        </pc:cxnChg>
        <pc:cxnChg chg="mod ord">
          <ac:chgData name="Alexandra Marzan" userId="4a126560-1506-4f1c-8d9f-bd5c2ad1b06b" providerId="ADAL" clId="{1F41713B-E7E8-41A8-A500-D6039C710937}" dt="2026-06-30T10:17:51.569" v="2662"/>
          <ac:cxnSpMkLst>
            <pc:docMk/>
            <pc:sldMk cId="7758873" sldId="271"/>
            <ac:cxnSpMk id="85" creationId="{00372119-AE92-6151-42E2-2018AD168631}"/>
          </ac:cxnSpMkLst>
        </pc:cxnChg>
        <pc:cxnChg chg="mod ord">
          <ac:chgData name="Alexandra Marzan" userId="4a126560-1506-4f1c-8d9f-bd5c2ad1b06b" providerId="ADAL" clId="{1F41713B-E7E8-41A8-A500-D6039C710937}" dt="2026-06-30T10:17:51.575" v="2670"/>
          <ac:cxnSpMkLst>
            <pc:docMk/>
            <pc:sldMk cId="7758873" sldId="271"/>
            <ac:cxnSpMk id="112" creationId="{1C7DB395-9102-E243-7BA4-27DDDC85CA4B}"/>
          </ac:cxnSpMkLst>
        </pc:cxnChg>
        <pc:cxnChg chg="mod ord">
          <ac:chgData name="Alexandra Marzan" userId="4a126560-1506-4f1c-8d9f-bd5c2ad1b06b" providerId="ADAL" clId="{1F41713B-E7E8-41A8-A500-D6039C710937}" dt="2026-06-30T10:17:51.576" v="2672"/>
          <ac:cxnSpMkLst>
            <pc:docMk/>
            <pc:sldMk cId="7758873" sldId="271"/>
            <ac:cxnSpMk id="114" creationId="{BFD48284-525D-87C2-C915-A81C5DAD8D07}"/>
          </ac:cxnSpMkLst>
        </pc:cxnChg>
        <pc:cxnChg chg="mod ord">
          <ac:chgData name="Alexandra Marzan" userId="4a126560-1506-4f1c-8d9f-bd5c2ad1b06b" providerId="ADAL" clId="{1F41713B-E7E8-41A8-A500-D6039C710937}" dt="2026-06-30T10:17:51.616" v="2736"/>
          <ac:cxnSpMkLst>
            <pc:docMk/>
            <pc:sldMk cId="7758873" sldId="271"/>
            <ac:cxnSpMk id="124" creationId="{09FE8536-98BE-98B5-1D8F-6DBD758591E1}"/>
          </ac:cxnSpMkLst>
        </pc:cxnChg>
        <pc:cxnChg chg="mod ord">
          <ac:chgData name="Alexandra Marzan" userId="4a126560-1506-4f1c-8d9f-bd5c2ad1b06b" providerId="ADAL" clId="{1F41713B-E7E8-41A8-A500-D6039C710937}" dt="2026-06-30T10:17:51.615" v="2734"/>
          <ac:cxnSpMkLst>
            <pc:docMk/>
            <pc:sldMk cId="7758873" sldId="271"/>
            <ac:cxnSpMk id="126" creationId="{6AFA5791-954A-378D-3CFD-725F8EC1F25F}"/>
          </ac:cxnSpMkLst>
        </pc:cxnChg>
        <pc:cxnChg chg="mod ord">
          <ac:chgData name="Alexandra Marzan" userId="4a126560-1506-4f1c-8d9f-bd5c2ad1b06b" providerId="ADAL" clId="{1F41713B-E7E8-41A8-A500-D6039C710937}" dt="2026-06-30T10:17:51.582" v="2686"/>
          <ac:cxnSpMkLst>
            <pc:docMk/>
            <pc:sldMk cId="7758873" sldId="271"/>
            <ac:cxnSpMk id="173" creationId="{BBEC63A5-038A-87A1-1734-87DD037BD743}"/>
          </ac:cxnSpMkLst>
        </pc:cxnChg>
        <pc:cxnChg chg="mod ord">
          <ac:chgData name="Alexandra Marzan" userId="4a126560-1506-4f1c-8d9f-bd5c2ad1b06b" providerId="ADAL" clId="{1F41713B-E7E8-41A8-A500-D6039C710937}" dt="2026-06-30T10:17:51.583" v="2688"/>
          <ac:cxnSpMkLst>
            <pc:docMk/>
            <pc:sldMk cId="7758873" sldId="271"/>
            <ac:cxnSpMk id="174" creationId="{E2F92AA5-7AC5-A044-F6B9-C9BE1D9EEB4B}"/>
          </ac:cxnSpMkLst>
        </pc:cxnChg>
        <pc:cxnChg chg="mod ord">
          <ac:chgData name="Alexandra Marzan" userId="4a126560-1506-4f1c-8d9f-bd5c2ad1b06b" providerId="ADAL" clId="{1F41713B-E7E8-41A8-A500-D6039C710937}" dt="2026-06-30T10:17:51.585" v="2690"/>
          <ac:cxnSpMkLst>
            <pc:docMk/>
            <pc:sldMk cId="7758873" sldId="271"/>
            <ac:cxnSpMk id="175" creationId="{722741C0-ED2C-3C67-AF53-C44764A5420E}"/>
          </ac:cxnSpMkLst>
        </pc:cxnChg>
        <pc:cxnChg chg="mod ord">
          <ac:chgData name="Alexandra Marzan" userId="4a126560-1506-4f1c-8d9f-bd5c2ad1b06b" providerId="ADAL" clId="{1F41713B-E7E8-41A8-A500-D6039C710937}" dt="2026-06-30T10:17:51.587" v="2692"/>
          <ac:cxnSpMkLst>
            <pc:docMk/>
            <pc:sldMk cId="7758873" sldId="271"/>
            <ac:cxnSpMk id="176" creationId="{5990804B-22CE-A3F8-7FC6-D6D407D43BEB}"/>
          </ac:cxnSpMkLst>
        </pc:cxnChg>
        <pc:cxnChg chg="mod ord">
          <ac:chgData name="Alexandra Marzan" userId="4a126560-1506-4f1c-8d9f-bd5c2ad1b06b" providerId="ADAL" clId="{1F41713B-E7E8-41A8-A500-D6039C710937}" dt="2026-06-30T10:17:51.589" v="2694"/>
          <ac:cxnSpMkLst>
            <pc:docMk/>
            <pc:sldMk cId="7758873" sldId="271"/>
            <ac:cxnSpMk id="177" creationId="{E919866A-DF1E-14C8-ED82-A505B169643D}"/>
          </ac:cxnSpMkLst>
        </pc:cxnChg>
        <pc:cxnChg chg="mod ord">
          <ac:chgData name="Alexandra Marzan" userId="4a126560-1506-4f1c-8d9f-bd5c2ad1b06b" providerId="ADAL" clId="{1F41713B-E7E8-41A8-A500-D6039C710937}" dt="2026-06-30T10:17:51.628" v="2751"/>
          <ac:cxnSpMkLst>
            <pc:docMk/>
            <pc:sldMk cId="7758873" sldId="271"/>
            <ac:cxnSpMk id="219" creationId="{C0563F66-FB9D-4754-0AF2-ED03BC68418C}"/>
          </ac:cxnSpMkLst>
        </pc:cxnChg>
        <pc:cxnChg chg="mod ord">
          <ac:chgData name="Alexandra Marzan" userId="4a126560-1506-4f1c-8d9f-bd5c2ad1b06b" providerId="ADAL" clId="{1F41713B-E7E8-41A8-A500-D6039C710937}" dt="2026-06-30T10:17:51.627" v="2749"/>
          <ac:cxnSpMkLst>
            <pc:docMk/>
            <pc:sldMk cId="7758873" sldId="271"/>
            <ac:cxnSpMk id="220" creationId="{F25C14F4-A616-3BAC-CB3F-C45A576DC6B6}"/>
          </ac:cxnSpMkLst>
        </pc:cxnChg>
      </pc:sldChg>
      <pc:sldChg chg="addSp delSp modSp mod modTransition">
        <pc:chgData name="Alexandra Marzan" userId="4a126560-1506-4f1c-8d9f-bd5c2ad1b06b" providerId="ADAL" clId="{1F41713B-E7E8-41A8-A500-D6039C710937}" dt="2026-06-30T18:22:14.885" v="2899"/>
        <pc:sldMkLst>
          <pc:docMk/>
          <pc:sldMk cId="1176910177" sldId="298"/>
        </pc:sldMkLst>
        <pc:spChg chg="mod">
          <ac:chgData name="Alexandra Marzan" userId="4a126560-1506-4f1c-8d9f-bd5c2ad1b06b" providerId="ADAL" clId="{1F41713B-E7E8-41A8-A500-D6039C710937}" dt="2026-06-30T18:22:14.861" v="2886"/>
          <ac:spMkLst>
            <pc:docMk/>
            <pc:sldMk cId="1176910177" sldId="298"/>
            <ac:spMk id="2" creationId="{296C3184-1BA8-89F0-85F1-B641007F7DA5}"/>
          </ac:spMkLst>
        </pc:spChg>
        <pc:spChg chg="add del mod modVis">
          <ac:chgData name="Alexandra Marzan" userId="4a126560-1506-4f1c-8d9f-bd5c2ad1b06b" providerId="ADAL" clId="{1F41713B-E7E8-41A8-A500-D6039C710937}" dt="2026-06-30T18:22:14.882" v="2897"/>
          <ac:spMkLst>
            <pc:docMk/>
            <pc:sldMk cId="1176910177" sldId="298"/>
            <ac:spMk id="3" creationId="{237FCDB5-97F4-0259-45C1-310A8866DB8A}"/>
          </ac:spMkLst>
        </pc:spChg>
        <pc:spChg chg="add mod">
          <ac:chgData name="Alexandra Marzan" userId="4a126560-1506-4f1c-8d9f-bd5c2ad1b06b" providerId="ADAL" clId="{1F41713B-E7E8-41A8-A500-D6039C710937}" dt="2026-06-30T18:22:14.867" v="2891"/>
          <ac:spMkLst>
            <pc:docMk/>
            <pc:sldMk cId="1176910177" sldId="298"/>
            <ac:spMk id="4" creationId="{4D9EB682-1B96-1689-02F3-4A1E2AD11DB4}"/>
          </ac:spMkLst>
        </pc:spChg>
        <pc:spChg chg="mod ord">
          <ac:chgData name="Alexandra Marzan" userId="4a126560-1506-4f1c-8d9f-bd5c2ad1b06b" providerId="ADAL" clId="{1F41713B-E7E8-41A8-A500-D6039C710937}" dt="2026-06-30T18:22:14.864" v="2888"/>
          <ac:spMkLst>
            <pc:docMk/>
            <pc:sldMk cId="1176910177" sldId="298"/>
            <ac:spMk id="8" creationId="{965EB7BF-5457-8882-D933-B3C30AE41F80}"/>
          </ac:spMkLst>
        </pc:spChg>
        <pc:spChg chg="mod ord">
          <ac:chgData name="Alexandra Marzan" userId="4a126560-1506-4f1c-8d9f-bd5c2ad1b06b" providerId="ADAL" clId="{1F41713B-E7E8-41A8-A500-D6039C710937}" dt="2026-06-30T18:22:14.865" v="2890"/>
          <ac:spMkLst>
            <pc:docMk/>
            <pc:sldMk cId="1176910177" sldId="298"/>
            <ac:spMk id="22" creationId="{29D24C03-AED2-1044-F658-5766A090E8B6}"/>
          </ac:spMkLst>
        </pc:spChg>
        <pc:spChg chg="del">
          <ac:chgData name="Alexandra Marzan" userId="4a126560-1506-4f1c-8d9f-bd5c2ad1b06b" providerId="ADAL" clId="{1F41713B-E7E8-41A8-A500-D6039C710937}" dt="2026-06-30T18:22:14.726" v="2852"/>
          <ac:spMkLst>
            <pc:docMk/>
            <pc:sldMk cId="1176910177" sldId="298"/>
            <ac:spMk id="27" creationId="{A6D67EEC-B8F6-C649-71D6-46BEC1B0758C}"/>
          </ac:spMkLst>
        </pc:spChg>
        <pc:graphicFrameChg chg="mod">
          <ac:chgData name="Alexandra Marzan" userId="4a126560-1506-4f1c-8d9f-bd5c2ad1b06b" providerId="ADAL" clId="{1F41713B-E7E8-41A8-A500-D6039C710937}" dt="2026-06-30T18:22:14.885" v="2899"/>
          <ac:graphicFrameMkLst>
            <pc:docMk/>
            <pc:sldMk cId="1176910177" sldId="298"/>
            <ac:graphicFrameMk id="6" creationId="{2670FAC5-B6BA-EBDF-8F03-B4BBEFF63175}"/>
          </ac:graphicFrameMkLst>
        </pc:graphicFrame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.xlsb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.xlsb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.xlsb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.xlsb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.xlsb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.xlsb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.xlsb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.xlsb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.xlsb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.xlsb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0.xlsb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1.xlsb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2.xlsb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3.xlsb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4.xlsb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5.xlsb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6.xlsb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7.xlsb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8.xlsb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9.xlsb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0.xlsb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1.xlsb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2.xlsb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3.xlsb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4.xlsb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5.xlsb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6.xlsb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7.xlsb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8.xlsb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9.xlsb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0.xlsb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1.xlsb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2.xlsb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3.xlsb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4.xlsb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5.xlsb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6.xlsb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7.xlsb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8.xlsb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9.xlsb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0.xlsb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1.xlsb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2.xlsb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3.xlsb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4.xlsb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5.xlsb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6.xlsb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7.xlsb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8.xlsb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9.xlsb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0.xlsb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1.xlsb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2.xlsb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3.xlsb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4.xlsb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5.xlsb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6.xlsb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7.xlsb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8.xlsb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9.xlsb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0.xlsb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1.xlsb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2.xlsb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3.xlsb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4.xlsb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5.xlsb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6.xlsb"/></Relationships>
</file>

<file path=ppt/charts/_rels/chart6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7.xlsb"/></Relationships>
</file>

<file path=ppt/charts/_rels/chart6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8.xlsb"/></Relationships>
</file>

<file path=ppt/charts/_rels/chart7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9.xlsb"/></Relationships>
</file>

<file path=ppt/charts/_rels/chart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0.xlsb"/></Relationships>
</file>

<file path=ppt/charts/_rels/chart7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1.xlsb"/></Relationships>
</file>

<file path=ppt/charts/_rels/chart7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2.xlsb"/></Relationships>
</file>

<file path=ppt/charts/_rels/chart7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3.xlsb"/></Relationships>
</file>

<file path=ppt/charts/_rels/chart7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4.xlsb"/></Relationships>
</file>

<file path=ppt/charts/_rels/chart7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5.xlsb"/></Relationships>
</file>

<file path=ppt/charts/_rels/chart7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6.xlsb"/></Relationships>
</file>

<file path=ppt/charts/_rels/chart7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7.xlsb"/></Relationships>
</file>

<file path=ppt/charts/_rels/chart7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8.xlsb"/></Relationships>
</file>

<file path=ppt/charts/_rels/chart8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9.xlsb"/></Relationships>
</file>

<file path=ppt/charts/_rels/chart8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0.xlsb"/></Relationships>
</file>

<file path=ppt/charts/_rels/chart8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1.xlsb"/></Relationships>
</file>

<file path=ppt/charts/_rels/chart8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2.xlsb"/></Relationships>
</file>

<file path=ppt/charts/_rels/chart8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3.xlsb"/></Relationships>
</file>

<file path=ppt/charts/_rels/chart8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4.xlsb"/></Relationships>
</file>

<file path=ppt/charts/_rels/chart8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5.xlsb"/></Relationships>
</file>

<file path=ppt/charts/_rels/chart8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6.xlsb"/></Relationships>
</file>

<file path=ppt/charts/_rels/chart8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7.xlsb"/></Relationships>
</file>

<file path=ppt/charts/_rels/chart8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8.xlsb"/></Relationships>
</file>

<file path=ppt/charts/_rels/chart9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9.xlsb"/></Relationships>
</file>

<file path=ppt/charts/_rels/chart9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0.xlsb"/></Relationships>
</file>

<file path=ppt/charts/_rels/chart9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1.xlsb"/></Relationships>
</file>

<file path=ppt/charts/_rels/chart9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2.xlsb"/></Relationships>
</file>

<file path=ppt/charts/_rels/chart9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3.xlsb"/></Relationships>
</file>

<file path=ppt/charts/_rels/chart9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4.xlsb"/></Relationships>
</file>

<file path=ppt/charts/_rels/chart9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5.xlsb"/></Relationships>
</file>

<file path=ppt/charts/_rels/chart9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6.xlsb"/></Relationships>
</file>

<file path=ppt/charts/_rels/chart9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7.xlsb"/></Relationships>
</file>

<file path=ppt/charts/_rels/chart9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8.xlsb"/></Relationships>
</file>

<file path=ppt/charts/_rels/chart10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9.xlsb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6954678839256603E-2"/>
          <c:y val="0.14689265536723164"/>
          <c:w val="0.96609064232148678"/>
          <c:h val="0.70621468926553677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6"/>
            </a:solidFill>
            <a:ln w="19050" cmpd="sng" algn="ctr">
              <a:solidFill>
                <a:schemeClr val="accent6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0.12354287184623937</c:v>
                </c:pt>
                <c:pt idx="1">
                  <c:v>0</c:v>
                </c:pt>
                <c:pt idx="2">
                  <c:v>0.28782366524326869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33-4691-85C0-025ACE79978E}"/>
            </c:ext>
          </c:extLst>
        </c:ser>
        <c:ser>
          <c:idx val="1"/>
          <c:order val="1"/>
          <c:spPr>
            <a:solidFill>
              <a:schemeClr val="accent2"/>
            </a:solidFill>
            <a:ln>
              <a:noFill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6.8855932203389827</c:v>
                </c:pt>
                <c:pt idx="1">
                  <c:v>5.7972332015810277</c:v>
                </c:pt>
                <c:pt idx="2">
                  <c:v>1.2256024096385543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33-4691-85C0-025ACE7997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2003638160"/>
        <c:axId val="1"/>
      </c:barChart>
      <c:catAx>
        <c:axId val="200363816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6.885593220338982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00363816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6954678839256603E-2"/>
          <c:y val="0.14689265536723164"/>
          <c:w val="0.96609064232148678"/>
          <c:h val="0.70621468926553677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6"/>
            </a:solidFill>
            <a:ln w="19050" cmpd="sng" algn="ctr">
              <a:solidFill>
                <a:schemeClr val="accent6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578</c:v>
                </c:pt>
                <c:pt idx="1">
                  <c:v>636</c:v>
                </c:pt>
                <c:pt idx="2">
                  <c:v>669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DF1-41E9-A4D8-F27FAB4AE6C3}"/>
            </c:ext>
          </c:extLst>
        </c:ser>
        <c:ser>
          <c:idx val="1"/>
          <c:order val="1"/>
          <c:spPr>
            <a:solidFill>
              <a:schemeClr val="accent2"/>
            </a:solidFill>
            <a:ln>
              <a:noFill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36936</c:v>
                </c:pt>
                <c:pt idx="1">
                  <c:v>40650</c:v>
                </c:pt>
                <c:pt idx="2">
                  <c:v>44609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DF1-41E9-A4D8-F27FAB4AE6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944288288"/>
        <c:axId val="1"/>
      </c:barChart>
      <c:catAx>
        <c:axId val="194428828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4609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94428828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6954678839256603E-2"/>
          <c:y val="0.14689265536723164"/>
          <c:w val="0.96609064232148678"/>
          <c:h val="0.70621468926553677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6"/>
            </a:solidFill>
            <a:ln w="19050" cmpd="sng" algn="ctr">
              <a:solidFill>
                <a:schemeClr val="accent6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471287875.17991817</c:v>
                </c:pt>
                <c:pt idx="1">
                  <c:v>455015145.03400397</c:v>
                </c:pt>
                <c:pt idx="2">
                  <c:v>403350197.06595248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782-4160-987F-1E2E04D58351}"/>
            </c:ext>
          </c:extLst>
        </c:ser>
        <c:ser>
          <c:idx val="1"/>
          <c:order val="1"/>
          <c:spPr>
            <a:solidFill>
              <a:schemeClr val="accent2"/>
            </a:solidFill>
            <a:ln>
              <a:noFill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259540004.8493256</c:v>
                </c:pt>
                <c:pt idx="1">
                  <c:v>273272882.6476593</c:v>
                </c:pt>
                <c:pt idx="2">
                  <c:v>358215429.74360859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782-4160-987F-1E2E04D583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72293487"/>
        <c:axId val="1"/>
      </c:barChart>
      <c:catAx>
        <c:axId val="17229348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71287875.1799181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7229348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840056617126681E-2"/>
          <c:y val="0.18607442977190877"/>
          <c:w val="0.96319886765746643"/>
          <c:h val="0.6278511404561825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E76-45CD-9A43-DFE542A0C9CE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0E76-45CD-9A43-DFE542A0C9CE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0E76-45CD-9A43-DFE542A0C9CE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0E76-45CD-9A43-DFE542A0C9C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418</c:v>
                </c:pt>
                <c:pt idx="1">
                  <c:v>501</c:v>
                </c:pt>
                <c:pt idx="2">
                  <c:v>604</c:v>
                </c:pt>
                <c:pt idx="3">
                  <c:v>696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E76-45CD-9A43-DFE542A0C9CE}"/>
            </c:ext>
          </c:extLst>
        </c:ser>
        <c:ser>
          <c:idx val="1"/>
          <c:order val="1"/>
          <c:spPr>
            <a:solidFill>
              <a:schemeClr val="accent6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0E76-45CD-9A43-DFE542A0C9CE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0E76-45CD-9A43-DFE542A0C9CE}"/>
                </c:ext>
              </c:extLst>
            </c:dLbl>
            <c:dLbl>
              <c:idx val="2"/>
              <c:layout>
                <c:manualLayout>
                  <c:x val="0"/>
                  <c:y val="-1.2004801920768306E-3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0E76-45CD-9A43-DFE542A0C9CE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0E76-45CD-9A43-DFE542A0C9C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Sheet1!$A$2:$D$2</c:f>
              <c:numCache>
                <c:formatCode>General</c:formatCode>
                <c:ptCount val="4"/>
                <c:pt idx="0">
                  <c:v>454</c:v>
                </c:pt>
                <c:pt idx="1">
                  <c:v>553</c:v>
                </c:pt>
                <c:pt idx="2">
                  <c:v>655</c:v>
                </c:pt>
                <c:pt idx="3">
                  <c:v>740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0E76-45CD-9A43-DFE542A0C9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971895120"/>
        <c:axId val="1"/>
      </c:barChart>
      <c:catAx>
        <c:axId val="97189512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43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7189512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840056617126681E-2"/>
          <c:y val="8.2934609250398722E-2"/>
          <c:w val="0.96319886765746643"/>
          <c:h val="0.8341307814992025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Sheet1!$A$1:$D$1</c:f>
              <c:numCache>
                <c:formatCode>General</c:formatCode>
                <c:ptCount val="4"/>
                <c:pt idx="0">
                  <c:v>49448</c:v>
                </c:pt>
                <c:pt idx="1">
                  <c:v>53614</c:v>
                </c:pt>
                <c:pt idx="2">
                  <c:v>57785</c:v>
                </c:pt>
                <c:pt idx="3">
                  <c:v>61747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A29-4DD5-B319-064DAF1BC19D}"/>
            </c:ext>
          </c:extLst>
        </c:ser>
        <c:ser>
          <c:idx val="1"/>
          <c:order val="1"/>
          <c:spPr>
            <a:solidFill>
              <a:schemeClr val="accent6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Sheet1!$A$2:$D$2</c:f>
              <c:numCache>
                <c:formatCode>General</c:formatCode>
                <c:ptCount val="4"/>
                <c:pt idx="0">
                  <c:v>847</c:v>
                </c:pt>
                <c:pt idx="1">
                  <c:v>890</c:v>
                </c:pt>
                <c:pt idx="2">
                  <c:v>925</c:v>
                </c:pt>
                <c:pt idx="3">
                  <c:v>960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A29-4DD5-B319-064DAF1BC1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560374207"/>
        <c:axId val="1"/>
      </c:barChart>
      <c:catAx>
        <c:axId val="56037420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6270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56037420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840056617126681E-2"/>
          <c:y val="6.8766637089618457E-2"/>
          <c:w val="0.96319886765746643"/>
          <c:h val="0.8624667258207631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4.4365572315882877E-4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5CBA-4A50-8426-080C569975D2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5CBA-4A50-8426-080C569975D2}"/>
                </c:ext>
              </c:extLst>
            </c:dLbl>
            <c:dLbl>
              <c:idx val="2"/>
              <c:layout>
                <c:manualLayout>
                  <c:x val="0"/>
                  <c:y val="-4.4365572315882877E-4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5CBA-4A50-8426-080C569975D2}"/>
                </c:ext>
              </c:extLst>
            </c:dLbl>
            <c:dLbl>
              <c:idx val="3"/>
              <c:layout>
                <c:manualLayout>
                  <c:x val="0"/>
                  <c:y val="-4.4365572315882877E-4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5CBA-4A50-8426-080C569975D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33.1</c:v>
                </c:pt>
                <c:pt idx="1">
                  <c:v>40.6</c:v>
                </c:pt>
                <c:pt idx="2">
                  <c:v>50.4</c:v>
                </c:pt>
                <c:pt idx="3">
                  <c:v>60.1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CBA-4A50-8426-080C569975D2}"/>
            </c:ext>
          </c:extLst>
        </c:ser>
        <c:ser>
          <c:idx val="1"/>
          <c:order val="1"/>
          <c:spPr>
            <a:solidFill>
              <a:schemeClr val="accent6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5CBA-4A50-8426-080C569975D2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5CBA-4A50-8426-080C569975D2}"/>
                </c:ext>
              </c:extLst>
            </c:dLbl>
            <c:dLbl>
              <c:idx val="2"/>
              <c:layout>
                <c:manualLayout>
                  <c:x val="0"/>
                  <c:y val="-4.4365572315882877E-4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5CBA-4A50-8426-080C569975D2}"/>
                </c:ext>
              </c:extLst>
            </c:dLbl>
            <c:dLbl>
              <c:idx val="3"/>
              <c:layout>
                <c:manualLayout>
                  <c:x val="0"/>
                  <c:y val="-4.4365572315882877E-4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5CBA-4A50-8426-080C569975D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Sheet1!$A$2:$D$2</c:f>
              <c:numCache>
                <c:formatCode>General</c:formatCode>
                <c:ptCount val="4"/>
                <c:pt idx="0">
                  <c:v>38.304688527602643</c:v>
                </c:pt>
                <c:pt idx="1">
                  <c:v>45.994963225594852</c:v>
                </c:pt>
                <c:pt idx="2">
                  <c:v>54.012816903796043</c:v>
                </c:pt>
                <c:pt idx="3">
                  <c:v>60.732718802154899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5CBA-4A50-8426-080C569975D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72835055"/>
        <c:axId val="1"/>
      </c:barChart>
      <c:catAx>
        <c:axId val="17283505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20.8327188021549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7283505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7777777777777776E-2"/>
          <c:y val="5.0299401197604787E-2"/>
          <c:w val="0.8141025641025641"/>
          <c:h val="0.89940119760479043"/>
        </c:manualLayout>
      </c:layout>
      <c:barChart>
        <c:barDir val="bar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6A8A-4ADA-B434-7664923009F2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6A8A-4ADA-B434-7664923009F2}"/>
              </c:ext>
            </c:extLst>
          </c:dPt>
          <c:dLbls>
            <c:dLbl>
              <c:idx val="0"/>
              <c:layout>
                <c:manualLayout>
                  <c:x val="0.27564102564102566"/>
                  <c:y val="0"/>
                </c:manualLayout>
              </c:layout>
              <c:numFmt formatCode="#,##0.0;&quot;-&quot;#,##0.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6A8A-4ADA-B434-7664923009F2}"/>
                </c:ext>
              </c:extLst>
            </c:dLbl>
            <c:dLbl>
              <c:idx val="7"/>
              <c:layout>
                <c:manualLayout>
                  <c:x val="0.4861111111111111"/>
                  <c:y val="0"/>
                </c:manualLayout>
              </c:layout>
              <c:numFmt formatCode="#,##0.0;&quot;-&quot;#,##0.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6A8A-4ADA-B434-7664923009F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Sheet1!$A$1:$H$1</c:f>
              <c:numCache>
                <c:formatCode>General</c:formatCode>
                <c:ptCount val="8"/>
                <c:pt idx="0">
                  <c:v>62.7</c:v>
                </c:pt>
                <c:pt idx="1">
                  <c:v>62.7</c:v>
                </c:pt>
                <c:pt idx="2">
                  <c:v>70.599999999999994</c:v>
                </c:pt>
                <c:pt idx="3">
                  <c:v>89</c:v>
                </c:pt>
                <c:pt idx="4">
                  <c:v>93</c:v>
                </c:pt>
                <c:pt idx="5">
                  <c:v>100</c:v>
                </c:pt>
                <c:pt idx="6">
                  <c:v>114</c:v>
                </c:pt>
                <c:pt idx="7">
                  <c:v>121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A8A-4ADA-B434-7664923009F2}"/>
            </c:ext>
          </c:extLst>
        </c:ser>
        <c:ser>
          <c:idx val="1"/>
          <c:order val="1"/>
          <c:spPr>
            <a:solidFill>
              <a:schemeClr val="accent1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2"/>
              <c:layout>
                <c:manualLayout>
                  <c:x val="0"/>
                  <c:y val="0"/>
                </c:manualLayout>
              </c:layout>
              <c:numFmt formatCode="#,##0.0;#,##0.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6A8A-4ADA-B434-7664923009F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Sheet1!$A$2:$H$2</c:f>
              <c:numCache>
                <c:formatCode>General</c:formatCode>
                <c:ptCount val="8"/>
                <c:pt idx="1">
                  <c:v>7.9000000000000057</c:v>
                </c:pt>
                <c:pt idx="2">
                  <c:v>18.400000000000006</c:v>
                </c:pt>
                <c:pt idx="3">
                  <c:v>4</c:v>
                </c:pt>
                <c:pt idx="4">
                  <c:v>7</c:v>
                </c:pt>
                <c:pt idx="5">
                  <c:v>14</c:v>
                </c:pt>
                <c:pt idx="6">
                  <c:v>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A8A-4ADA-B434-7664923009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0269775"/>
        <c:axId val="1"/>
      </c:barChart>
      <c:catAx>
        <c:axId val="10269775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21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026977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6571282575370465E-2"/>
          <c:y val="2.5922233300099701E-2"/>
          <c:w val="0.94685743484925911"/>
          <c:h val="0.94815553339980063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5"/>
            </a:solidFill>
            <a:ln>
              <a:noFill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7.740016110188833</c:v>
                </c:pt>
                <c:pt idx="1">
                  <c:v>21.497997007439196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205-4946-8EA6-0E4B8BE41AE8}"/>
            </c:ext>
          </c:extLst>
        </c:ser>
        <c:ser>
          <c:idx val="1"/>
          <c:order val="1"/>
          <c:spPr>
            <a:solidFill>
              <a:schemeClr val="accent6"/>
            </a:solidFill>
            <a:ln>
              <a:noFill/>
            </a:ln>
          </c:spPr>
          <c:invertIfNegative val="0"/>
          <c:val>
            <c:numRef>
              <c:f>Sheet1!$A$2:$B$2</c:f>
              <c:numCache>
                <c:formatCode>General</c:formatCode>
                <c:ptCount val="2"/>
                <c:pt idx="0">
                  <c:v>25.762385752633264</c:v>
                </c:pt>
                <c:pt idx="1">
                  <c:v>50.69292120849434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205-4946-8EA6-0E4B8BE41AE8}"/>
            </c:ext>
          </c:extLst>
        </c:ser>
        <c:ser>
          <c:idx val="2"/>
          <c:order val="2"/>
          <c:spPr>
            <a:solidFill>
              <a:schemeClr val="accent2"/>
            </a:solidFill>
            <a:ln>
              <a:noFill/>
            </a:ln>
          </c:spPr>
          <c:invertIfNegative val="0"/>
          <c:val>
            <c:numRef>
              <c:f>Sheet1!$A$3:$B$3</c:f>
              <c:numCache>
                <c:formatCode>General</c:formatCode>
                <c:ptCount val="2"/>
                <c:pt idx="0">
                  <c:v>1.3120000000000001</c:v>
                </c:pt>
                <c:pt idx="1">
                  <c:v>1.53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205-4946-8EA6-0E4B8BE41A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71511600"/>
        <c:axId val="1"/>
      </c:barChart>
      <c:catAx>
        <c:axId val="17151160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0.6929212084943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7151160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0996884735202487E-2"/>
          <c:y val="2.2203245089666951E-2"/>
          <c:w val="0.838006230529595"/>
          <c:h val="0.95559350982066604"/>
        </c:manualLayout>
      </c:layout>
      <c:barChart>
        <c:barDir val="bar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DC1C-4CED-ABF5-2C57E587CDB5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DC1C-4CED-ABF5-2C57E587CDB5}"/>
              </c:ext>
            </c:extLst>
          </c:dPt>
          <c:val>
            <c:numRef>
              <c:f>Sheet1!$A$1:$D$1</c:f>
              <c:numCache>
                <c:formatCode>General</c:formatCode>
                <c:ptCount val="4"/>
                <c:pt idx="0">
                  <c:v>0.63000579710144855</c:v>
                </c:pt>
                <c:pt idx="1">
                  <c:v>0.51100579710145055</c:v>
                </c:pt>
                <c:pt idx="2">
                  <c:v>0.22600579710145041</c:v>
                </c:pt>
                <c:pt idx="3">
                  <c:v>0.22600579710145041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C1C-4CED-ABF5-2C57E587CDB5}"/>
            </c:ext>
          </c:extLst>
        </c:ser>
        <c:ser>
          <c:idx val="1"/>
          <c:order val="1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DC1C-4CED-ABF5-2C57E587CDB5}"/>
              </c:ext>
            </c:extLst>
          </c:dPt>
          <c:val>
            <c:numRef>
              <c:f>Sheet1!$A$2:$D$2</c:f>
              <c:numCache>
                <c:formatCode>General</c:formatCode>
                <c:ptCount val="4"/>
                <c:pt idx="1">
                  <c:v>0.11899999999999977</c:v>
                </c:pt>
                <c:pt idx="2">
                  <c:v>0.28500000000000014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C1C-4CED-ABF5-2C57E587CD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40398032"/>
        <c:axId val="1"/>
      </c:barChart>
      <c:catAx>
        <c:axId val="40398032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0.63000579710145033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039803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0996884735202487E-2"/>
          <c:y val="2.2203245089666951E-2"/>
          <c:w val="0.838006230529595"/>
          <c:h val="0.95559350982066604"/>
        </c:manualLayout>
      </c:layout>
      <c:barChart>
        <c:barDir val="bar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3438-4F12-8B8D-7389BDFD968F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3438-4F12-8B8D-7389BDFD968F}"/>
              </c:ext>
            </c:extLst>
          </c:dPt>
          <c:val>
            <c:numRef>
              <c:f>Sheet1!$A$1:$D$1</c:f>
              <c:numCache>
                <c:formatCode>General</c:formatCode>
                <c:ptCount val="4"/>
                <c:pt idx="0">
                  <c:v>7.9253999999999998</c:v>
                </c:pt>
                <c:pt idx="1">
                  <c:v>5.4264000000000001</c:v>
                </c:pt>
                <c:pt idx="2">
                  <c:v>4.3719000000000001</c:v>
                </c:pt>
                <c:pt idx="3">
                  <c:v>4.3719000000000001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438-4F12-8B8D-7389BDFD968F}"/>
            </c:ext>
          </c:extLst>
        </c:ser>
        <c:ser>
          <c:idx val="1"/>
          <c:order val="1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3438-4F12-8B8D-7389BDFD968F}"/>
              </c:ext>
            </c:extLst>
          </c:dPt>
          <c:val>
            <c:numRef>
              <c:f>Sheet1!$A$2:$D$2</c:f>
              <c:numCache>
                <c:formatCode>General</c:formatCode>
                <c:ptCount val="4"/>
                <c:pt idx="1">
                  <c:v>2.4989999999999997</c:v>
                </c:pt>
                <c:pt idx="2">
                  <c:v>1.0545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438-4F12-8B8D-7389BDFD96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501137135"/>
        <c:axId val="1"/>
      </c:barChart>
      <c:catAx>
        <c:axId val="1501137135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9253999999999998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50113713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06158357771261E-2"/>
          <c:y val="3.4278180619644036E-2"/>
          <c:w val="0.96187683284457481"/>
          <c:h val="0.9314436387607119"/>
        </c:manualLayout>
      </c:layout>
      <c:scatterChart>
        <c:scatterStyle val="lineMarker"/>
        <c:varyColors val="0"/>
        <c:ser>
          <c:idx val="0"/>
          <c:order val="0"/>
          <c:spPr>
            <a:ln>
              <a:noFill/>
            </a:ln>
          </c:spPr>
          <c:marker>
            <c:symbol val="circle"/>
            <c:size val="6"/>
            <c:spPr>
              <a:solidFill>
                <a:schemeClr val="accent4"/>
              </a:solidFill>
              <a:ln w="9525" cmpd="sng" algn="ctr">
                <a:solidFill>
                  <a:schemeClr val="accent4"/>
                </a:solidFill>
                <a:prstDash val="solid"/>
              </a:ln>
            </c:spPr>
          </c:marker>
          <c:xVal>
            <c:numRef>
              <c:f>Sheet1!$A$1:$A$8</c:f>
              <c:numCache>
                <c:formatCode>General</c:formatCode>
                <c:ptCount val="8"/>
                <c:pt idx="0">
                  <c:v>35.6</c:v>
                </c:pt>
                <c:pt idx="1">
                  <c:v>29.6</c:v>
                </c:pt>
                <c:pt idx="2">
                  <c:v>32.700000000000003</c:v>
                </c:pt>
                <c:pt idx="3">
                  <c:v>29.3</c:v>
                </c:pt>
                <c:pt idx="4">
                  <c:v>33.799999999999997</c:v>
                </c:pt>
                <c:pt idx="5">
                  <c:v>34.200000000000003</c:v>
                </c:pt>
                <c:pt idx="6">
                  <c:v>36.1</c:v>
                </c:pt>
                <c:pt idx="7">
                  <c:v>33.6</c:v>
                </c:pt>
              </c:numCache>
            </c:numRef>
          </c:xVal>
          <c:yVal>
            <c:numRef>
              <c:f>Sheet1!$B$1:$B$8</c:f>
              <c:numCache>
                <c:formatCode>General</c:formatCode>
                <c:ptCount val="8"/>
                <c:pt idx="0">
                  <c:v>61</c:v>
                </c:pt>
                <c:pt idx="1">
                  <c:v>53</c:v>
                </c:pt>
                <c:pt idx="2">
                  <c:v>48</c:v>
                </c:pt>
                <c:pt idx="3">
                  <c:v>45</c:v>
                </c:pt>
                <c:pt idx="4">
                  <c:v>42</c:v>
                </c:pt>
                <c:pt idx="5">
                  <c:v>38.5</c:v>
                </c:pt>
                <c:pt idx="6">
                  <c:v>37</c:v>
                </c:pt>
                <c:pt idx="7">
                  <c:v>34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995-4A90-9775-208099A7A7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98398080"/>
        <c:axId val="1"/>
      </c:scatterChart>
      <c:valAx>
        <c:axId val="598398080"/>
        <c:scaling>
          <c:orientation val="minMax"/>
          <c:max val="37"/>
          <c:min val="29"/>
        </c:scaling>
        <c:delete val="0"/>
        <c:axPos val="b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crossBetween val="midCat"/>
      </c:valAx>
      <c:valAx>
        <c:axId val="1"/>
        <c:scaling>
          <c:orientation val="minMax"/>
          <c:max val="65"/>
          <c:min val="3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598398080"/>
        <c:crosses val="min"/>
        <c:crossBetween val="midCat"/>
      </c:valAx>
    </c:plotArea>
    <c:plotVisOnly val="0"/>
    <c:dispBlanksAs val="gap"/>
    <c:showDLblsOverMax val="1"/>
  </c:chart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9976931949250287E-2"/>
          <c:y val="2.0178502134264649E-2"/>
          <c:w val="0.8800461361014994"/>
          <c:h val="0.959642995731470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Sheet1!$A$1:$I$1</c:f>
              <c:numCache>
                <c:formatCode>General</c:formatCode>
                <c:ptCount val="9"/>
                <c:pt idx="0">
                  <c:v>15</c:v>
                </c:pt>
                <c:pt idx="1">
                  <c:v>10</c:v>
                </c:pt>
                <c:pt idx="2">
                  <c:v>7.0000000000000009</c:v>
                </c:pt>
                <c:pt idx="3">
                  <c:v>5</c:v>
                </c:pt>
                <c:pt idx="4">
                  <c:v>4</c:v>
                </c:pt>
                <c:pt idx="5">
                  <c:v>2</c:v>
                </c:pt>
                <c:pt idx="6">
                  <c:v>2</c:v>
                </c:pt>
                <c:pt idx="7">
                  <c:v>1</c:v>
                </c:pt>
                <c:pt idx="8">
                  <c:v>18.311999999999998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39-46EB-A773-A53862060F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414481248"/>
        <c:axId val="1"/>
      </c:barChart>
      <c:catAx>
        <c:axId val="414481248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8.311999999999998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1448124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771084337349398"/>
          <c:y val="5.7514549811708317E-2"/>
          <c:w val="0.74457831325301205"/>
          <c:h val="0.88497090037658332"/>
        </c:manualLayout>
      </c:layout>
      <c:barChart>
        <c:barDir val="bar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2DC3-444B-B4DA-EA4BDD480CF5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2DC3-444B-B4DA-EA4BDD480CF5}"/>
              </c:ext>
            </c:extLst>
          </c:dPt>
          <c:dLbls>
            <c:dLbl>
              <c:idx val="0"/>
              <c:layout>
                <c:manualLayout>
                  <c:x val="0.21767068273092369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2DC3-444B-B4DA-EA4BDD480CF5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Sheet1!$A$1:$F$1</c:f>
              <c:numCache>
                <c:formatCode>General</c:formatCode>
                <c:ptCount val="6"/>
                <c:pt idx="0">
                  <c:v>420</c:v>
                </c:pt>
                <c:pt idx="1">
                  <c:v>420</c:v>
                </c:pt>
                <c:pt idx="2">
                  <c:v>761</c:v>
                </c:pt>
                <c:pt idx="3">
                  <c:v>793</c:v>
                </c:pt>
                <c:pt idx="4">
                  <c:v>977</c:v>
                </c:pt>
                <c:pt idx="5">
                  <c:v>1193.2529644268798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DC3-444B-B4DA-EA4BDD480CF5}"/>
            </c:ext>
          </c:extLst>
        </c:ser>
        <c:ser>
          <c:idx val="1"/>
          <c:order val="1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1"/>
              <c:layout>
                <c:manualLayout>
                  <c:x val="0.19277108433734941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2DC3-444B-B4DA-EA4BDD480CF5}"/>
                </c:ext>
              </c:extLst>
            </c:dLbl>
            <c:dLbl>
              <c:idx val="2"/>
              <c:layout>
                <c:manualLayout>
                  <c:x val="7.5502008032128518E-2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2DC3-444B-B4DA-EA4BDD480CF5}"/>
                </c:ext>
              </c:extLst>
            </c:dLbl>
            <c:dLbl>
              <c:idx val="3"/>
              <c:layout>
                <c:manualLayout>
                  <c:x val="0.14377510040160643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2DC3-444B-B4DA-EA4BDD480CF5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Sheet1!$A$2:$F$2</c:f>
              <c:numCache>
                <c:formatCode>General</c:formatCode>
                <c:ptCount val="6"/>
                <c:pt idx="1">
                  <c:v>341</c:v>
                </c:pt>
                <c:pt idx="2">
                  <c:v>32</c:v>
                </c:pt>
                <c:pt idx="3">
                  <c:v>184</c:v>
                </c:pt>
                <c:pt idx="4">
                  <c:v>216.25296442687977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2DC3-444B-B4DA-EA4BDD480C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95486192"/>
        <c:axId val="1"/>
      </c:barChart>
      <c:catAx>
        <c:axId val="95486192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193.2529644268798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9548619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8092922744462453E-2"/>
          <c:y val="7.9489291598023065E-2"/>
          <c:w val="0.84008643976229069"/>
          <c:h val="0.84102141680395393"/>
        </c:manualLayout>
      </c:layout>
      <c:barChart>
        <c:barDir val="bar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757575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EBBE-4EBF-B0D6-9192B7BFFC9C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EBBE-4EBF-B0D6-9192B7BFFC9C}"/>
              </c:ext>
            </c:extLst>
          </c:dPt>
          <c:dLbls>
            <c:dLbl>
              <c:idx val="0"/>
              <c:layout>
                <c:manualLayout>
                  <c:x val="0.48622366288492708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EBBE-4EBF-B0D6-9192B7BFFC9C}"/>
                </c:ext>
              </c:extLst>
            </c:dLbl>
            <c:dLbl>
              <c:idx val="2"/>
              <c:layout>
                <c:manualLayout>
                  <c:x val="0.3873581847649919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b="1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EBBE-4EBF-B0D6-9192B7BFFC9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341</c:v>
                </c:pt>
                <c:pt idx="1">
                  <c:v>254</c:v>
                </c:pt>
                <c:pt idx="2">
                  <c:v>254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BBE-4EBF-B0D6-9192B7BFFC9C}"/>
            </c:ext>
          </c:extLst>
        </c:ser>
        <c:ser>
          <c:idx val="1"/>
          <c:order val="1"/>
          <c:spPr>
            <a:solidFill>
              <a:srgbClr val="B3B3B3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1"/>
              <c:layout>
                <c:manualLayout>
                  <c:x val="-5.4024851431658564E-4"/>
                  <c:y val="0"/>
                </c:manualLayout>
              </c:layout>
              <c:numFmt formatCode="#,##0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EBBE-4EBF-B0D6-9192B7BFFC9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Sheet1!$A$2:$C$2</c:f>
              <c:numCache>
                <c:formatCode>General</c:formatCode>
                <c:ptCount val="3"/>
                <c:pt idx="1">
                  <c:v>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BBE-4EBF-B0D6-9192B7BFFC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236481120"/>
        <c:axId val="1"/>
      </c:barChart>
      <c:catAx>
        <c:axId val="1236481120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41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23648112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0373831775700934E-2"/>
          <c:y val="3.0373831775700934E-2"/>
          <c:w val="0.93925233644859818"/>
          <c:h val="0.93925233644859818"/>
        </c:manualLayout>
      </c:layout>
      <c:doughnutChart>
        <c:varyColors val="0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3BEB-4CB0-90D5-2218B8E89F68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3BEB-4CB0-90D5-2218B8E89F68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 cmpd="sng" algn="ctr">
                <a:solidFill>
                  <a:srgbClr val="CCCCCC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2-3BEB-4CB0-90D5-2218B8E89F68}"/>
              </c:ext>
            </c:extLst>
          </c:dPt>
          <c:val>
            <c:numRef>
              <c:f>Sheet1!$A$1:$A$3</c:f>
              <c:numCache>
                <c:formatCode>General</c:formatCode>
                <c:ptCount val="3"/>
                <c:pt idx="0">
                  <c:v>49.606299212598429</c:v>
                </c:pt>
                <c:pt idx="1">
                  <c:v>22.834645669291337</c:v>
                </c:pt>
                <c:pt idx="2">
                  <c:v>27.559055118110237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BEB-4CB0-90D5-2218B8E89F6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134418324291742E-2"/>
          <c:y val="2.4231127679403542E-2"/>
          <c:w val="0.93731163351416513"/>
          <c:h val="0.9515377446411929"/>
        </c:manualLayout>
      </c:layout>
      <c:barChart>
        <c:barDir val="bar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757575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E7BC-4509-A4A4-F80BB99EF6C3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E7BC-4509-A4A4-F80BB99EF6C3}"/>
              </c:ext>
            </c:extLst>
          </c:dPt>
          <c:val>
            <c:numRef>
              <c:f>Sheet1!$A$1:$D$1</c:f>
              <c:numCache>
                <c:formatCode>General</c:formatCode>
                <c:ptCount val="4"/>
                <c:pt idx="0">
                  <c:v>30516</c:v>
                </c:pt>
                <c:pt idx="1">
                  <c:v>27778</c:v>
                </c:pt>
                <c:pt idx="2">
                  <c:v>15217</c:v>
                </c:pt>
                <c:pt idx="3">
                  <c:v>15217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7BC-4509-A4A4-F80BB99EF6C3}"/>
            </c:ext>
          </c:extLst>
        </c:ser>
        <c:ser>
          <c:idx val="1"/>
          <c:order val="1"/>
          <c:spPr>
            <a:solidFill>
              <a:srgbClr val="B3B3B3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Sheet1!$A$2:$D$2</c:f>
              <c:numCache>
                <c:formatCode>General</c:formatCode>
                <c:ptCount val="4"/>
                <c:pt idx="1">
                  <c:v>2738</c:v>
                </c:pt>
                <c:pt idx="2">
                  <c:v>12561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7BC-4509-A4A4-F80BB99EF6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921651392"/>
        <c:axId val="1"/>
      </c:barChart>
      <c:catAx>
        <c:axId val="1921651392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0516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92165139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0373831775700934E-2"/>
          <c:y val="3.0373831775700934E-2"/>
          <c:w val="0.93925233644859818"/>
          <c:h val="0.93925233644859818"/>
        </c:manualLayout>
      </c:layout>
      <c:doughnutChart>
        <c:varyColors val="0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71DC-4F9F-942E-257772155C0E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71DC-4F9F-942E-257772155C0E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 cmpd="sng" algn="ctr">
                <a:solidFill>
                  <a:srgbClr val="CCCCCC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2-71DC-4F9F-942E-257772155C0E}"/>
              </c:ext>
            </c:extLst>
          </c:dPt>
          <c:val>
            <c:numRef>
              <c:f>Sheet1!$A$1:$A$3</c:f>
              <c:numCache>
                <c:formatCode>General</c:formatCode>
                <c:ptCount val="3"/>
                <c:pt idx="0">
                  <c:v>48.445817178156005</c:v>
                </c:pt>
                <c:pt idx="1">
                  <c:v>28.678451731615954</c:v>
                </c:pt>
                <c:pt idx="2">
                  <c:v>22.875731090228037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1DC-4F9F-942E-257772155C0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1346469622331693E-2"/>
          <c:y val="7.18232044198895E-2"/>
          <c:w val="0.95730706075533667"/>
          <c:h val="0.85635359116022103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9525" cmpd="sng" algn="ctr">
                <a:solidFill>
                  <a:srgbClr val="666666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4255-4E9D-8F39-0C2908F6FE0D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3"/>
              </a:solidFill>
              <a:ln w="9525" cmpd="sng" algn="ctr">
                <a:solidFill>
                  <a:schemeClr val="accent3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4255-4E9D-8F39-0C2908F6FE0D}"/>
              </c:ext>
            </c:extLst>
          </c:dPt>
          <c:val>
            <c:numRef>
              <c:f>Sheet1!$A$1:$E$1</c:f>
              <c:numCache>
                <c:formatCode>General</c:formatCode>
                <c:ptCount val="5"/>
                <c:pt idx="0">
                  <c:v>6</c:v>
                </c:pt>
                <c:pt idx="1">
                  <c:v>4</c:v>
                </c:pt>
                <c:pt idx="2">
                  <c:v>1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255-4E9D-8F39-0C2908F6FE0D}"/>
            </c:ext>
          </c:extLst>
        </c:ser>
        <c:ser>
          <c:idx val="1"/>
          <c:order val="1"/>
          <c:spPr>
            <a:solidFill>
              <a:schemeClr val="accent2"/>
            </a:solidFill>
            <a:ln w="9525" cmpd="sng" algn="ctr">
              <a:solidFill>
                <a:schemeClr val="accent2"/>
              </a:solidFill>
              <a:prstDash val="solid"/>
            </a:ln>
          </c:spPr>
          <c:invertIfNegative val="0"/>
          <c:val>
            <c:numRef>
              <c:f>Sheet1!$A$2:$E$2</c:f>
              <c:numCache>
                <c:formatCode>General</c:formatCode>
                <c:ptCount val="5"/>
                <c:pt idx="1">
                  <c:v>2</c:v>
                </c:pt>
                <c:pt idx="2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255-4E9D-8F39-0C2908F6FE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949536783"/>
        <c:axId val="1"/>
      </c:barChart>
      <c:catAx>
        <c:axId val="949536783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4953678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8745163073521283E-2"/>
          <c:y val="1.9908116385911178E-2"/>
          <c:w val="0.94250967385295747"/>
          <c:h val="0.96018376722817766"/>
        </c:manualLayout>
      </c:layout>
      <c:barChart>
        <c:barDir val="bar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D9D9D9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CF76-44A3-8A92-21196043D85F}"/>
              </c:ext>
            </c:extLst>
          </c:dPt>
          <c:dPt>
            <c:idx val="4"/>
            <c:invertIfNegative val="0"/>
            <c:bubble3D val="0"/>
            <c:spPr>
              <a:solidFill>
                <a:srgbClr val="74A09B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CF76-44A3-8A92-21196043D85F}"/>
              </c:ext>
            </c:extLst>
          </c:dPt>
          <c:dPt>
            <c:idx val="6"/>
            <c:invertIfNegative val="0"/>
            <c:bubble3D val="0"/>
            <c:spPr>
              <a:solidFill>
                <a:srgbClr val="E6E6E6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2-CF76-44A3-8A92-21196043D85F}"/>
              </c:ext>
            </c:extLst>
          </c:dPt>
          <c:dPt>
            <c:idx val="7"/>
            <c:invertIfNegative val="0"/>
            <c:bubble3D val="0"/>
            <c:spPr>
              <a:solidFill>
                <a:srgbClr val="74A09B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CF76-44A3-8A92-21196043D85F}"/>
              </c:ext>
            </c:extLst>
          </c:dPt>
          <c:dPt>
            <c:idx val="10"/>
            <c:invertIfNegative val="0"/>
            <c:bubble3D val="0"/>
            <c:spPr>
              <a:solidFill>
                <a:srgbClr val="FFACA3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4-CF76-44A3-8A92-21196043D85F}"/>
              </c:ext>
            </c:extLst>
          </c:dPt>
          <c:val>
            <c:numRef>
              <c:f>Sheet1!$A$1:$K$1</c:f>
              <c:numCache>
                <c:formatCode>General</c:formatCode>
                <c:ptCount val="11"/>
                <c:pt idx="0">
                  <c:v>15836</c:v>
                </c:pt>
                <c:pt idx="1">
                  <c:v>15836</c:v>
                </c:pt>
                <c:pt idx="2">
                  <c:v>23431</c:v>
                </c:pt>
                <c:pt idx="3">
                  <c:v>28477</c:v>
                </c:pt>
                <c:pt idx="4">
                  <c:v>29818</c:v>
                </c:pt>
                <c:pt idx="5">
                  <c:v>9135</c:v>
                </c:pt>
                <c:pt idx="6">
                  <c:v>-9432</c:v>
                </c:pt>
                <c:pt idx="7">
                  <c:v>-9432</c:v>
                </c:pt>
                <c:pt idx="8">
                  <c:v>-9432</c:v>
                </c:pt>
                <c:pt idx="9">
                  <c:v>-13389</c:v>
                </c:pt>
                <c:pt idx="10">
                  <c:v>-13389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F76-44A3-8A92-21196043D85F}"/>
            </c:ext>
          </c:extLst>
        </c:ser>
        <c:ser>
          <c:idx val="1"/>
          <c:order val="1"/>
          <c:spPr>
            <a:solidFill>
              <a:srgbClr val="D9D9D9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5"/>
            <c:invertIfNegative val="0"/>
            <c:bubble3D val="0"/>
            <c:spPr>
              <a:solidFill>
                <a:srgbClr val="E6E6E6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6-CF76-44A3-8A92-21196043D85F}"/>
              </c:ext>
            </c:extLst>
          </c:dPt>
          <c:dPt>
            <c:idx val="6"/>
            <c:invertIfNegative val="0"/>
            <c:bubble3D val="0"/>
            <c:spPr>
              <a:solidFill>
                <a:srgbClr val="E6E6E6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7-CF76-44A3-8A92-21196043D85F}"/>
              </c:ext>
            </c:extLst>
          </c:dPt>
          <c:dPt>
            <c:idx val="7"/>
            <c:invertIfNegative val="0"/>
            <c:bubble3D val="0"/>
            <c:spPr>
              <a:solidFill>
                <a:srgbClr val="74A09B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8-CF76-44A3-8A92-21196043D85F}"/>
              </c:ext>
            </c:extLst>
          </c:dPt>
          <c:dPt>
            <c:idx val="8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9-CF76-44A3-8A92-21196043D85F}"/>
              </c:ext>
            </c:extLst>
          </c:dPt>
          <c:dPt>
            <c:idx val="9"/>
            <c:invertIfNegative val="0"/>
            <c:bubble3D val="0"/>
            <c:spPr>
              <a:solidFill>
                <a:srgbClr val="D9D9D9"/>
              </a:solidFill>
              <a:ln w="9525" cmpd="sng" algn="ctr">
                <a:solidFill>
                  <a:srgbClr val="D9D9D9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A-CF76-44A3-8A92-21196043D85F}"/>
              </c:ext>
            </c:extLst>
          </c:dPt>
          <c:val>
            <c:numRef>
              <c:f>Sheet1!$A$2:$K$2</c:f>
              <c:numCache>
                <c:formatCode>General</c:formatCode>
                <c:ptCount val="11"/>
                <c:pt idx="1">
                  <c:v>7595</c:v>
                </c:pt>
                <c:pt idx="2">
                  <c:v>5046</c:v>
                </c:pt>
                <c:pt idx="3">
                  <c:v>1341</c:v>
                </c:pt>
                <c:pt idx="5">
                  <c:v>20683</c:v>
                </c:pt>
                <c:pt idx="6">
                  <c:v>9135</c:v>
                </c:pt>
                <c:pt idx="7">
                  <c:v>29818</c:v>
                </c:pt>
                <c:pt idx="8">
                  <c:v>-4069</c:v>
                </c:pt>
                <c:pt idx="9">
                  <c:v>-112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CF76-44A3-8A92-21196043D8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513978959"/>
        <c:axId val="1"/>
      </c:barChart>
      <c:catAx>
        <c:axId val="513978959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99925.855964467017"/>
          <c:min val="-13501"/>
        </c:scaling>
        <c:delete val="1"/>
        <c:axPos val="t"/>
        <c:numFmt formatCode="General" sourceLinked="1"/>
        <c:majorTickMark val="out"/>
        <c:minorTickMark val="none"/>
        <c:tickLblPos val="nextTo"/>
        <c:crossAx val="51397895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7571580063626724E-2"/>
          <c:y val="1.9908116385911178E-2"/>
          <c:w val="0.9448568398727466"/>
          <c:h val="0.96018376722817766"/>
        </c:manualLayout>
      </c:layout>
      <c:barChart>
        <c:barDir val="bar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D9D9D9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9533-4213-BD25-E2C8936AD599}"/>
              </c:ext>
            </c:extLst>
          </c:dPt>
          <c:dPt>
            <c:idx val="4"/>
            <c:invertIfNegative val="0"/>
            <c:bubble3D val="0"/>
            <c:spPr>
              <a:solidFill>
                <a:srgbClr val="74A09B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9533-4213-BD25-E2C8936AD599}"/>
              </c:ext>
            </c:extLst>
          </c:dPt>
          <c:dPt>
            <c:idx val="10"/>
            <c:invertIfNegative val="0"/>
            <c:bubble3D val="0"/>
            <c:spPr>
              <a:solidFill>
                <a:srgbClr val="74A09B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2-9533-4213-BD25-E2C8936AD599}"/>
              </c:ext>
            </c:extLst>
          </c:dPt>
          <c:val>
            <c:numRef>
              <c:f>Sheet1!$A$1:$K$1</c:f>
              <c:numCache>
                <c:formatCode>General</c:formatCode>
                <c:ptCount val="11"/>
                <c:pt idx="0">
                  <c:v>39095.096188747732</c:v>
                </c:pt>
                <c:pt idx="1">
                  <c:v>39095.096188747732</c:v>
                </c:pt>
                <c:pt idx="2">
                  <c:v>66189.096188747732</c:v>
                </c:pt>
                <c:pt idx="3">
                  <c:v>90827.096188747732</c:v>
                </c:pt>
                <c:pt idx="4">
                  <c:v>99526.096188747732</c:v>
                </c:pt>
                <c:pt idx="5">
                  <c:v>71485.096188747732</c:v>
                </c:pt>
                <c:pt idx="6">
                  <c:v>46178.096188747732</c:v>
                </c:pt>
                <c:pt idx="7">
                  <c:v>46178.096188747732</c:v>
                </c:pt>
                <c:pt idx="8">
                  <c:v>38000.096188747732</c:v>
                </c:pt>
                <c:pt idx="9">
                  <c:v>38000.096188747732</c:v>
                </c:pt>
                <c:pt idx="10">
                  <c:v>40268.096188747732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533-4213-BD25-E2C8936AD599}"/>
            </c:ext>
          </c:extLst>
        </c:ser>
        <c:ser>
          <c:idx val="1"/>
          <c:order val="1"/>
          <c:spPr>
            <a:solidFill>
              <a:srgbClr val="D9D9D9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5"/>
            <c:invertIfNegative val="0"/>
            <c:bubble3D val="0"/>
            <c:spPr>
              <a:solidFill>
                <a:srgbClr val="E6E6E6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4-9533-4213-BD25-E2C8936AD599}"/>
              </c:ext>
            </c:extLst>
          </c:dPt>
          <c:dPt>
            <c:idx val="6"/>
            <c:invertIfNegative val="0"/>
            <c:bubble3D val="0"/>
            <c:spPr>
              <a:solidFill>
                <a:srgbClr val="E6E6E6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5-9533-4213-BD25-E2C8936AD599}"/>
              </c:ext>
            </c:extLst>
          </c:dPt>
          <c:dPt>
            <c:idx val="7"/>
            <c:invertIfNegative val="0"/>
            <c:bubble3D val="0"/>
            <c:spPr>
              <a:solidFill>
                <a:srgbClr val="74A09B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6-9533-4213-BD25-E2C8936AD599}"/>
              </c:ext>
            </c:extLst>
          </c:dPt>
          <c:dPt>
            <c:idx val="8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9533-4213-BD25-E2C8936AD599}"/>
              </c:ext>
            </c:extLst>
          </c:dPt>
          <c:dPt>
            <c:idx val="9"/>
            <c:invertIfNegative val="0"/>
            <c:bubble3D val="0"/>
            <c:spPr>
              <a:solidFill>
                <a:srgbClr val="D9D9D9"/>
              </a:solidFill>
              <a:ln w="9525" cmpd="sng" algn="ctr">
                <a:solidFill>
                  <a:srgbClr val="D9D9D9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8-9533-4213-BD25-E2C8936AD599}"/>
              </c:ext>
            </c:extLst>
          </c:dPt>
          <c:val>
            <c:numRef>
              <c:f>Sheet1!$A$2:$K$2</c:f>
              <c:numCache>
                <c:formatCode>General</c:formatCode>
                <c:ptCount val="11"/>
                <c:pt idx="1">
                  <c:v>27094</c:v>
                </c:pt>
                <c:pt idx="2">
                  <c:v>24638</c:v>
                </c:pt>
                <c:pt idx="3">
                  <c:v>8699</c:v>
                </c:pt>
                <c:pt idx="5">
                  <c:v>28041</c:v>
                </c:pt>
                <c:pt idx="6">
                  <c:v>25307</c:v>
                </c:pt>
                <c:pt idx="7">
                  <c:v>53348</c:v>
                </c:pt>
                <c:pt idx="8">
                  <c:v>8178</c:v>
                </c:pt>
                <c:pt idx="9">
                  <c:v>2268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9533-4213-BD25-E2C8936AD59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32861359"/>
        <c:axId val="1"/>
      </c:barChart>
      <c:catAx>
        <c:axId val="32861359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99526.096188747732"/>
          <c:min val="-13501"/>
        </c:scaling>
        <c:delete val="1"/>
        <c:axPos val="t"/>
        <c:numFmt formatCode="General" sourceLinked="1"/>
        <c:majorTickMark val="out"/>
        <c:minorTickMark val="none"/>
        <c:tickLblPos val="nextTo"/>
        <c:crossAx val="3286135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5072463768115943"/>
          <c:w val="0.88947927736450583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45.230025651311507</c:v>
                </c:pt>
                <c:pt idx="1">
                  <c:v>38.802523785067919</c:v>
                </c:pt>
                <c:pt idx="2">
                  <c:v>33.16255094617658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B51-4C64-AC7B-A79DD81D47A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595007599"/>
        <c:axId val="1"/>
      </c:barChart>
      <c:catAx>
        <c:axId val="159500759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5.23002565131150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59500759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5072463768115943"/>
          <c:w val="0.88947927736450583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82828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5.4833310865106499</c:v>
                </c:pt>
                <c:pt idx="1">
                  <c:v>3.9304192348825722</c:v>
                </c:pt>
                <c:pt idx="2">
                  <c:v>3.5329902842930188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0B3-427E-989D-0D3C28768B3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453898720"/>
        <c:axId val="1"/>
      </c:barChart>
      <c:catAx>
        <c:axId val="145389872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.4833310865106499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45389872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7161716171617161"/>
          <c:w val="0.88947927736450583"/>
          <c:h val="0.6567656765676567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8.2486402768164595</c:v>
                </c:pt>
                <c:pt idx="1">
                  <c:v>9.8723625817557874</c:v>
                </c:pt>
                <c:pt idx="2">
                  <c:v>9.3865389592523858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BD2-404A-A8E2-27E9C3441D9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554215247"/>
        <c:axId val="1"/>
      </c:barChart>
      <c:catAx>
        <c:axId val="55421524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872362581755787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55421524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5072463768115943"/>
          <c:w val="0.88947927736450583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7.202077044480677</c:v>
                </c:pt>
                <c:pt idx="1">
                  <c:v>5.536802103330948</c:v>
                </c:pt>
                <c:pt idx="2">
                  <c:v>5.6556702623131905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3A5-4923-A338-106E4D5CF8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2071317695"/>
        <c:axId val="1"/>
      </c:barChart>
      <c:catAx>
        <c:axId val="207131769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20207704448067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07131769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5072463768115943"/>
          <c:w val="0.88947927736450583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-8.8831832910817948E-2</c:v>
                </c:pt>
                <c:pt idx="1">
                  <c:v>0.19568714985534003</c:v>
                </c:pt>
                <c:pt idx="2">
                  <c:v>-0.28213368376197595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4C6-4ACA-A104-E89F1719121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864210383"/>
        <c:axId val="1"/>
      </c:barChart>
      <c:catAx>
        <c:axId val="864210383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0.19568714985534003"/>
          <c:min val="-0.28213368376197595"/>
        </c:scaling>
        <c:delete val="1"/>
        <c:axPos val="l"/>
        <c:numFmt formatCode="General" sourceLinked="1"/>
        <c:majorTickMark val="out"/>
        <c:minorTickMark val="none"/>
        <c:tickLblPos val="nextTo"/>
        <c:crossAx val="86421038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25365853658536586"/>
          <c:w val="0.88947927736450583"/>
          <c:h val="0.4926829268292682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-1.6299141250592091</c:v>
                </c:pt>
                <c:pt idx="1">
                  <c:v>-1.8020700183037159</c:v>
                </c:pt>
                <c:pt idx="2">
                  <c:v>-1.8405462942581945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A92-4D12-A8D7-9E2A771191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90285743"/>
        <c:axId val="1"/>
      </c:barChart>
      <c:catAx>
        <c:axId val="90285743"/>
        <c:scaling>
          <c:orientation val="minMax"/>
        </c:scaling>
        <c:delete val="0"/>
        <c:axPos val="t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inMax"/>
          <c:max val="0"/>
          <c:min val="-1.8405462942581945"/>
        </c:scaling>
        <c:delete val="1"/>
        <c:axPos val="l"/>
        <c:numFmt formatCode="General" sourceLinked="1"/>
        <c:majorTickMark val="out"/>
        <c:minorTickMark val="none"/>
        <c:tickLblPos val="nextTo"/>
        <c:crossAx val="9028574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01698513800426E-2"/>
          <c:y val="0.15072463768115943"/>
          <c:w val="0.88959660297239918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4.7355483027455865</c:v>
                </c:pt>
                <c:pt idx="1">
                  <c:v>3.849943318821738</c:v>
                </c:pt>
                <c:pt idx="2">
                  <c:v>3.4925418527381291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131-49A4-8463-A7175E506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168584640"/>
        <c:axId val="1"/>
      </c:barChart>
      <c:catAx>
        <c:axId val="116858464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.735548302745586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16858464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5072463768115943"/>
          <c:w val="0.88947927736450583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7.6128593421794788</c:v>
                </c:pt>
                <c:pt idx="1">
                  <c:v>7.7623528584493684</c:v>
                </c:pt>
                <c:pt idx="2">
                  <c:v>9.0267150193112187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834-47EA-A55E-972725B025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425794576"/>
        <c:axId val="1"/>
      </c:barChart>
      <c:catAx>
        <c:axId val="142579457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026715019311218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42579457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5072463768115943"/>
          <c:w val="0.88947927736450583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0.73646006754533255</c:v>
                </c:pt>
                <c:pt idx="1">
                  <c:v>0.86982077491481791</c:v>
                </c:pt>
                <c:pt idx="2">
                  <c:v>0.93473409707697419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3E-4789-A0A9-BA96C104B4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982088879"/>
        <c:axId val="1"/>
      </c:barChart>
      <c:catAx>
        <c:axId val="198208887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0.93473409707697419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98208887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01698513800426E-2"/>
          <c:y val="0.15072463768115943"/>
          <c:w val="0.88959660297239918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1.7300686741897577</c:v>
                </c:pt>
                <c:pt idx="1">
                  <c:v>0.81703800959439177</c:v>
                </c:pt>
                <c:pt idx="2">
                  <c:v>1.2283943124980872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DFB-447F-A72F-D31B61F735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192251856"/>
        <c:axId val="1"/>
      </c:barChart>
      <c:catAx>
        <c:axId val="119225185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.730068674189757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19225185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8439716312056736"/>
          <c:w val="0.88947927736450583"/>
          <c:h val="0.63120567375886527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-2.8773110394338923</c:v>
                </c:pt>
                <c:pt idx="1">
                  <c:v>-3.9124095396276317</c:v>
                </c:pt>
                <c:pt idx="2">
                  <c:v>-5.5341731665730896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8F-4DE1-B7A5-6C3B95BEBF3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084555823"/>
        <c:axId val="1"/>
      </c:barChart>
      <c:catAx>
        <c:axId val="1084555823"/>
        <c:scaling>
          <c:orientation val="minMax"/>
        </c:scaling>
        <c:delete val="0"/>
        <c:axPos val="t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inMax"/>
          <c:max val="0"/>
          <c:min val="-5.5341731665730896"/>
        </c:scaling>
        <c:delete val="1"/>
        <c:axPos val="l"/>
        <c:numFmt formatCode="General" sourceLinked="1"/>
        <c:majorTickMark val="out"/>
        <c:minorTickMark val="none"/>
        <c:tickLblPos val="nextTo"/>
        <c:crossAx val="108455582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084745762711863E-2"/>
          <c:y val="0.15072463768115943"/>
          <c:w val="0.88983050847457623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5785-4AFB-8B24-D1351FFF5C38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41.577182901285639</c:v>
                </c:pt>
                <c:pt idx="1">
                  <c:v>22.396008009296384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785-4AFB-8B24-D1351FFF5C3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902021791"/>
        <c:axId val="1"/>
      </c:barChart>
      <c:catAx>
        <c:axId val="90202179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1.577182901285639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0202179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01698513800426E-2"/>
          <c:y val="0.12530120481927712"/>
          <c:w val="0.88959660297239918"/>
          <c:h val="0.7493975903614458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8C82-4762-9481-DCB6E93B8477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3.817072390038533</c:v>
                </c:pt>
                <c:pt idx="1">
                  <c:v>2.8144127479186847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C82-4762-9481-DCB6E93B847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345439935"/>
        <c:axId val="1"/>
      </c:barChart>
      <c:catAx>
        <c:axId val="34543993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.817072390038533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34543993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319148936170209E-2"/>
          <c:y val="0.16666666666666666"/>
          <c:w val="0.88936170212765953"/>
          <c:h val="0.66666666666666663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BA62-4149-B164-E54BC3774DF6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10.892427141227445</c:v>
                </c:pt>
                <c:pt idx="1">
                  <c:v>7.9576131915472192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A62-4149-B164-E54BC3774D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70424992"/>
        <c:axId val="1"/>
      </c:barChart>
      <c:catAx>
        <c:axId val="17042499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.89242714122744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7042499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319148936170209E-2"/>
          <c:y val="0.13866666666666666"/>
          <c:w val="0.88936170212765953"/>
          <c:h val="0.72266666666666668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411D-47DA-A58F-5EC4C5088322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4.918056825362636</c:v>
                </c:pt>
                <c:pt idx="1">
                  <c:v>10.220815660642446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11D-47DA-A58F-5EC4C50883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218577791"/>
        <c:axId val="1"/>
      </c:barChart>
      <c:catAx>
        <c:axId val="21857779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.22081566064244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1857779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319148936170209E-2"/>
          <c:y val="0.1793103448275862"/>
          <c:w val="0.88936170212765953"/>
          <c:h val="0.6413793103448275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F852-426D-A4F9-F2028A0D9DB9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0.37175674790217156</c:v>
                </c:pt>
                <c:pt idx="1">
                  <c:v>-4.3314718012434046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52-426D-A4F9-F2028A0D9D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640639439"/>
        <c:axId val="1"/>
      </c:barChart>
      <c:catAx>
        <c:axId val="164063943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0.37175674790217156"/>
          <c:min val="-4.3314718012434046"/>
        </c:scaling>
        <c:delete val="1"/>
        <c:axPos val="l"/>
        <c:numFmt formatCode="General" sourceLinked="1"/>
        <c:majorTickMark val="out"/>
        <c:minorTickMark val="none"/>
        <c:tickLblPos val="nextTo"/>
        <c:crossAx val="164063943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319148936170209E-2"/>
          <c:y val="0.28415300546448086"/>
          <c:w val="0.88936170212765953"/>
          <c:h val="0.43169398907103823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3370-4FBF-AEF1-A804D1E498D4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-1.4727411832262751</c:v>
                </c:pt>
                <c:pt idx="1">
                  <c:v>-3.0749311114803572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370-4FBF-AEF1-A804D1E498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042675856"/>
        <c:axId val="1"/>
      </c:barChart>
      <c:catAx>
        <c:axId val="1042675856"/>
        <c:scaling>
          <c:orientation val="minMax"/>
        </c:scaling>
        <c:delete val="0"/>
        <c:axPos val="t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inMax"/>
          <c:max val="0"/>
          <c:min val="-3.0749311114803572"/>
        </c:scaling>
        <c:delete val="1"/>
        <c:axPos val="l"/>
        <c:numFmt formatCode="General" sourceLinked="1"/>
        <c:majorTickMark val="out"/>
        <c:minorTickMark val="none"/>
        <c:tickLblPos val="nextTo"/>
        <c:crossAx val="104267585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6199376947040497"/>
          <c:w val="0.88947927736450583"/>
          <c:h val="0.6760124610591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D5D9-453B-90CC-31BFC907F72B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3.1189481394984298</c:v>
                </c:pt>
                <c:pt idx="1">
                  <c:v>6.0115701542884583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5D9-453B-90CC-31BFC907F7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550345968"/>
        <c:axId val="1"/>
      </c:barChart>
      <c:catAx>
        <c:axId val="155034596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6.0115701542884583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55034596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319148936170209E-2"/>
          <c:y val="0.16199376947040497"/>
          <c:w val="0.88936170212765953"/>
          <c:h val="0.6760124610591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F649-458E-B02B-3ABD7FCC3173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8.3622424234618151</c:v>
                </c:pt>
                <c:pt idx="1">
                  <c:v>13.079701094281853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649-458E-B02B-3ABD7FCC31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39520367"/>
        <c:axId val="1"/>
      </c:barChart>
      <c:catAx>
        <c:axId val="13952036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3.079701094281853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3952036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4393305439330547E-2"/>
          <c:y val="0.1609907120743034"/>
          <c:w val="0.89121338912133896"/>
          <c:h val="0.67801857585139313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C243-458D-AA6C-102D63F34D60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0.7038369994240985</c:v>
                </c:pt>
                <c:pt idx="1">
                  <c:v>2.200321231528545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243-458D-AA6C-102D63F34D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882282144"/>
        <c:axId val="1"/>
      </c:barChart>
      <c:catAx>
        <c:axId val="188228214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.20032123152854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88228214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6036131774708E-2"/>
          <c:y val="0.1609907120743034"/>
          <c:w val="0.88947927736450583"/>
          <c:h val="0.67801857585139313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601A-4BE2-9EBE-18CF9144DCA6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1.0952716864401086</c:v>
                </c:pt>
                <c:pt idx="1">
                  <c:v>2.0089242748254423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01A-4BE2-9EBE-18CF9144DCA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248973615"/>
        <c:axId val="1"/>
      </c:barChart>
      <c:catAx>
        <c:axId val="24897361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.0089242748254423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4897361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319148936170209E-2"/>
          <c:y val="0.18439716312056736"/>
          <c:w val="0.88936170212765953"/>
          <c:h val="0.63120567375886527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1064-4056-9DC3-4D64AF0D9A66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-5.2432942839633867</c:v>
                </c:pt>
                <c:pt idx="1">
                  <c:v>-7.0681309399933943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064-4056-9DC3-4D64AF0D9A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56897104"/>
        <c:axId val="1"/>
      </c:barChart>
      <c:catAx>
        <c:axId val="56897104"/>
        <c:scaling>
          <c:orientation val="minMax"/>
        </c:scaling>
        <c:delete val="0"/>
        <c:axPos val="t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inMax"/>
          <c:max val="0"/>
          <c:min val="-7.0681309399933943"/>
        </c:scaling>
        <c:delete val="1"/>
        <c:axPos val="l"/>
        <c:numFmt formatCode="General" sourceLinked="1"/>
        <c:majorTickMark val="out"/>
        <c:minorTickMark val="none"/>
        <c:tickLblPos val="nextTo"/>
        <c:crossAx val="5689710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689277899343545E-2"/>
          <c:y val="0.15072463768115943"/>
          <c:w val="0.88621444201312916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12.569333847472342</c:v>
                </c:pt>
                <c:pt idx="1">
                  <c:v>-13.590531235791891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C2-484B-B64F-F6ECAE3FA5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507900111"/>
        <c:axId val="1"/>
      </c:barChart>
      <c:catAx>
        <c:axId val="50790011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12.569333847472342"/>
          <c:min val="-13.590531235791891"/>
        </c:scaling>
        <c:delete val="1"/>
        <c:axPos val="l"/>
        <c:numFmt formatCode="General" sourceLinked="1"/>
        <c:majorTickMark val="out"/>
        <c:minorTickMark val="none"/>
        <c:tickLblPos val="nextTo"/>
        <c:crossAx val="50790011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01698513800426E-2"/>
          <c:y val="0.16666666666666666"/>
          <c:w val="0.88959660297239918"/>
          <c:h val="0.66666666666666663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1.8359519537549309</c:v>
                </c:pt>
                <c:pt idx="1">
                  <c:v>-1.1410779327828571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DBC-42BA-8854-660722EEDB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680563296"/>
        <c:axId val="1"/>
      </c:barChart>
      <c:catAx>
        <c:axId val="68056329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1.8359519537549309"/>
          <c:min val="-1.1410779327828571"/>
        </c:scaling>
        <c:delete val="1"/>
        <c:axPos val="l"/>
        <c:numFmt formatCode="General" sourceLinked="1"/>
        <c:majorTickMark val="out"/>
        <c:minorTickMark val="none"/>
        <c:tickLblPos val="nextTo"/>
        <c:crossAx val="68056329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319148936170209E-2"/>
          <c:y val="0.16403785488958991"/>
          <c:w val="0.88936170212765953"/>
          <c:h val="0.67192429022082023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6.8462215592108784</c:v>
                </c:pt>
                <c:pt idx="1">
                  <c:v>11.910256824130627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C1E-433D-935F-7212CCE9B9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943744784"/>
        <c:axId val="1"/>
      </c:barChart>
      <c:catAx>
        <c:axId val="94374478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1.91025682413062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437447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793991416309016E-2"/>
          <c:y val="0.15072463768115943"/>
          <c:w val="0.88841201716738194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-4.8852598467831774</c:v>
                </c:pt>
                <c:pt idx="1">
                  <c:v>-1.1073260940840208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D50-49B9-B3D8-9353CFBE98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760807743"/>
        <c:axId val="1"/>
      </c:barChart>
      <c:catAx>
        <c:axId val="1760807743"/>
        <c:scaling>
          <c:orientation val="minMax"/>
        </c:scaling>
        <c:delete val="0"/>
        <c:axPos val="t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inMax"/>
          <c:max val="0"/>
          <c:min val="-4.8852598467831774"/>
        </c:scaling>
        <c:delete val="1"/>
        <c:axPos val="l"/>
        <c:numFmt formatCode="General" sourceLinked="1"/>
        <c:majorTickMark val="out"/>
        <c:minorTickMark val="none"/>
        <c:tickLblPos val="nextTo"/>
        <c:crossAx val="176080774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8690744920993229E-2"/>
          <c:y val="0.16199376947040497"/>
          <c:w val="0.88261851015801351"/>
          <c:h val="0.6760124610591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8.89350989234058</c:v>
                </c:pt>
                <c:pt idx="1">
                  <c:v>4.8101816958939327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548-47BE-AB38-3036CC8183B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680738976"/>
        <c:axId val="1"/>
      </c:barChart>
      <c:catAx>
        <c:axId val="68073897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8.89350989234058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68073897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319148936170209E-2"/>
          <c:y val="0.15072463768115943"/>
          <c:w val="0.88936170212765953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14.641950671368518</c:v>
                </c:pt>
                <c:pt idx="1">
                  <c:v>12.244813094594321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782-4736-B8DA-1B9A135533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459159087"/>
        <c:axId val="1"/>
      </c:barChart>
      <c:catAx>
        <c:axId val="45915908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4.641950671368518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45915908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319148936170209E-2"/>
          <c:y val="0.18439716312056736"/>
          <c:w val="0.88936170212765953"/>
          <c:h val="0.63120567375886527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-5.2546256179799427</c:v>
                </c:pt>
                <c:pt idx="1">
                  <c:v>-7.0409492212747864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6F-47AB-B5C4-611F85ED93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608695183"/>
        <c:axId val="1"/>
      </c:barChart>
      <c:catAx>
        <c:axId val="1608695183"/>
        <c:scaling>
          <c:orientation val="minMax"/>
        </c:scaling>
        <c:delete val="0"/>
        <c:axPos val="t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inMax"/>
          <c:max val="0"/>
          <c:min val="-7.0409492212747864"/>
        </c:scaling>
        <c:delete val="1"/>
        <c:axPos val="l"/>
        <c:numFmt formatCode="General" sourceLinked="1"/>
        <c:majorTickMark val="out"/>
        <c:minorTickMark val="none"/>
        <c:tickLblPos val="nextTo"/>
        <c:crossAx val="160869518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6155507559395246E-2"/>
          <c:y val="0.15072463768115943"/>
          <c:w val="0.88768898488120951"/>
          <c:h val="0.69855072463768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74A09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-16.756850563467907</c:v>
                </c:pt>
                <c:pt idx="1">
                  <c:v>-45.2974115166584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676-4AF1-83D9-CDBEA970FF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3706880"/>
        <c:axId val="1"/>
      </c:barChart>
      <c:catAx>
        <c:axId val="370688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5"/>
          <c:min val="-45.2974115166584"/>
        </c:scaling>
        <c:delete val="1"/>
        <c:axPos val="l"/>
        <c:numFmt formatCode="General" sourceLinked="1"/>
        <c:majorTickMark val="out"/>
        <c:minorTickMark val="none"/>
        <c:tickLblPos val="nextTo"/>
        <c:crossAx val="370688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8690744920993229E-2"/>
          <c:y val="0.25365853658536586"/>
          <c:w val="0.88261851015801351"/>
          <c:h val="0.4926829268292682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74A09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-14.065608095030226</c:v>
                </c:pt>
                <c:pt idx="1">
                  <c:v>-10.69352036268922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17C-4D54-9B87-9B28565984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943749584"/>
        <c:axId val="1"/>
      </c:barChart>
      <c:catAx>
        <c:axId val="943749584"/>
        <c:scaling>
          <c:orientation val="minMax"/>
        </c:scaling>
        <c:delete val="0"/>
        <c:axPos val="t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inMax"/>
          <c:max val="0"/>
          <c:min val="-14.065608095030226"/>
        </c:scaling>
        <c:delete val="1"/>
        <c:axPos val="l"/>
        <c:numFmt formatCode="General" sourceLinked="1"/>
        <c:majorTickMark val="out"/>
        <c:minorTickMark val="none"/>
        <c:tickLblPos val="nextTo"/>
        <c:crossAx val="9437495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201698513800426E-2"/>
          <c:y val="0.16666666666666666"/>
          <c:w val="0.88959660297239918"/>
          <c:h val="0.66666666666666663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18.14522776231497</c:v>
                </c:pt>
                <c:pt idx="1">
                  <c:v>10.135964470382195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E31-4AB1-88F4-B7244F2642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952576751"/>
        <c:axId val="1"/>
      </c:barChart>
      <c:catAx>
        <c:axId val="95257675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8.1452277623149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5257675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793991416309016E-2"/>
          <c:y val="0.2857142857142857"/>
          <c:w val="0.88841201716738194"/>
          <c:h val="0.42857142857142855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-11.424015961776865</c:v>
                </c:pt>
                <c:pt idx="1">
                  <c:v>-10.16971630908103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AB1-4E39-8A3D-DAAA57A2114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73974383"/>
        <c:axId val="1"/>
      </c:barChart>
      <c:catAx>
        <c:axId val="73974383"/>
        <c:scaling>
          <c:orientation val="minMax"/>
        </c:scaling>
        <c:delete val="0"/>
        <c:axPos val="t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inMax"/>
          <c:max val="0"/>
          <c:min val="-11.424015961776865"/>
        </c:scaling>
        <c:delete val="1"/>
        <c:axPos val="l"/>
        <c:numFmt formatCode="General" sourceLinked="1"/>
        <c:majorTickMark val="out"/>
        <c:minorTickMark val="none"/>
        <c:tickLblPos val="nextTo"/>
        <c:crossAx val="7397438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8690744920993229E-2"/>
          <c:y val="0.16199376947040497"/>
          <c:w val="0.88261851015801351"/>
          <c:h val="0.6760124610591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4.3334510562294666</c:v>
                </c:pt>
                <c:pt idx="1">
                  <c:v>3.3675251413134495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362-4E61-8CAD-FDE0723C67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691760543"/>
        <c:axId val="1"/>
      </c:barChart>
      <c:catAx>
        <c:axId val="1691760543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.333451056229466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69176054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8690744920993229E-2"/>
          <c:y val="0.16199376947040497"/>
          <c:w val="0.88261851015801351"/>
          <c:h val="0.6760124610591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0B0B0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4.9182668137449257</c:v>
                </c:pt>
                <c:pt idx="1">
                  <c:v>1.9582576331748123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E47-4662-9D5E-FEF10155772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3659840"/>
        <c:axId val="1"/>
      </c:barChart>
      <c:catAx>
        <c:axId val="365984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.918266813744925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365984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6522462562396013E-2"/>
          <c:y val="1.8105849582172703E-2"/>
          <c:w val="0.82695507487520803"/>
          <c:h val="0.96378830083565459"/>
        </c:manualLayout>
      </c:layout>
      <c:barChart>
        <c:barDir val="bar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A1F8-4FD0-AC48-D54E6A5BC499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A1F8-4FD0-AC48-D54E6A5BC499}"/>
              </c:ext>
            </c:extLst>
          </c:dPt>
          <c:val>
            <c:numRef>
              <c:f>Sheet1!$A$1:$F$1</c:f>
              <c:numCache>
                <c:formatCode>General</c:formatCode>
                <c:ptCount val="6"/>
                <c:pt idx="0">
                  <c:v>892</c:v>
                </c:pt>
                <c:pt idx="1">
                  <c:v>1323</c:v>
                </c:pt>
                <c:pt idx="2">
                  <c:v>2062</c:v>
                </c:pt>
                <c:pt idx="3">
                  <c:v>48634.000000000007</c:v>
                </c:pt>
                <c:pt idx="4">
                  <c:v>50129.000000000051</c:v>
                </c:pt>
                <c:pt idx="5">
                  <c:v>150641.77708978334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1F8-4FD0-AC48-D54E6A5BC499}"/>
            </c:ext>
          </c:extLst>
        </c:ser>
        <c:ser>
          <c:idx val="1"/>
          <c:order val="1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6E6E6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A1F8-4FD0-AC48-D54E6A5BC499}"/>
              </c:ext>
            </c:extLst>
          </c:dPt>
          <c:val>
            <c:numRef>
              <c:f>Sheet1!$A$2:$F$2</c:f>
              <c:numCache>
                <c:formatCode>General</c:formatCode>
                <c:ptCount val="6"/>
                <c:pt idx="0">
                  <c:v>431</c:v>
                </c:pt>
                <c:pt idx="1">
                  <c:v>381</c:v>
                </c:pt>
                <c:pt idx="2">
                  <c:v>14397</c:v>
                </c:pt>
                <c:pt idx="3">
                  <c:v>1360</c:v>
                </c:pt>
                <c:pt idx="4">
                  <c:v>52739.777089783347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1F8-4FD0-AC48-D54E6A5BC499}"/>
            </c:ext>
          </c:extLst>
        </c:ser>
        <c:ser>
          <c:idx val="2"/>
          <c:order val="2"/>
          <c:spPr>
            <a:solidFill>
              <a:srgbClr val="E6E6E6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Sheet1!$A$3:$F$3</c:f>
              <c:numCache>
                <c:formatCode>General</c:formatCode>
                <c:ptCount val="6"/>
                <c:pt idx="1">
                  <c:v>358</c:v>
                </c:pt>
                <c:pt idx="2">
                  <c:v>32175</c:v>
                </c:pt>
                <c:pt idx="3">
                  <c:v>135</c:v>
                </c:pt>
                <c:pt idx="4">
                  <c:v>47773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1F8-4FD0-AC48-D54E6A5BC49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322103120"/>
        <c:axId val="1"/>
      </c:barChart>
      <c:catAx>
        <c:axId val="322103120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50641.7770897834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32210312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2609117361784675E-2"/>
          <c:y val="0.36681222707423583"/>
          <c:w val="0.97478176527643068"/>
          <c:h val="0.2663755458515283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9D0CD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2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B9A1-4DFC-9B2D-74DD40FA182D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B9A1-4DFC-9B2D-74DD40FA182D}"/>
              </c:ext>
            </c:extLst>
          </c:dPt>
          <c:dLbls>
            <c:dLbl>
              <c:idx val="0"/>
              <c:layout>
                <c:manualLayout>
                  <c:x val="0"/>
                  <c:y val="-0.18995633187772926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az-Latn-AZ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B9A1-4DFC-9B2D-74DD40FA182D}"/>
                </c:ext>
              </c:extLst>
            </c:dLbl>
            <c:dLbl>
              <c:idx val="1"/>
              <c:layout>
                <c:manualLayout>
                  <c:x val="0"/>
                  <c:y val="-0.19213973799126638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az-Latn-AZ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B9A1-4DFC-9B2D-74DD40FA182D}"/>
                </c:ext>
              </c:extLst>
            </c:dLbl>
            <c:dLbl>
              <c:idx val="2"/>
              <c:layout>
                <c:manualLayout>
                  <c:x val="0"/>
                  <c:y val="-0.20087336244541484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az-Latn-AZ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B9A1-4DFC-9B2D-74DD40FA182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259.54000484932635</c:v>
                </c:pt>
                <c:pt idx="1">
                  <c:v>273.27288264766031</c:v>
                </c:pt>
                <c:pt idx="2">
                  <c:v>358.21542974360779</c:v>
                </c:pt>
                <c:pt idx="3">
                  <c:v>1200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9A1-4DFC-9B2D-74DD40FA18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805773360"/>
        <c:axId val="1"/>
      </c:barChart>
      <c:catAx>
        <c:axId val="80577336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2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80577336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124684502776375E-2"/>
          <c:y val="0.24074074074074073"/>
          <c:w val="0.97375063099444725"/>
          <c:h val="0.5185185185185184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9D0CD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2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3AEF-4495-B195-BAF2043118B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3AEF-4495-B195-BAF2043118B8}"/>
              </c:ext>
            </c:extLst>
          </c:dPt>
          <c:val>
            <c:numRef>
              <c:f>Sheet1!$A$1:$D$1</c:f>
              <c:numCache>
                <c:formatCode>General</c:formatCode>
                <c:ptCount val="4"/>
                <c:pt idx="0">
                  <c:v>6365.05</c:v>
                </c:pt>
                <c:pt idx="1">
                  <c:v>6489.85</c:v>
                </c:pt>
                <c:pt idx="2">
                  <c:v>7556.08</c:v>
                </c:pt>
                <c:pt idx="3">
                  <c:v>10754.97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AEF-4495-B195-BAF2043118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722664128"/>
        <c:axId val="1"/>
      </c:barChart>
      <c:catAx>
        <c:axId val="72266412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754.9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72266412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1489173663278833E-2"/>
          <c:y val="0.22510822510822512"/>
          <c:w val="0.97702165267344232"/>
          <c:h val="0.5497835497835498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9D0CD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2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45E7-494F-B346-F333A0F90BAD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45E7-494F-B346-F333A0F90BAD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2-45E7-494F-B346-F333A0F90BAD}"/>
              </c:ext>
            </c:extLst>
          </c:dPt>
          <c:val>
            <c:numRef>
              <c:f>Sheet1!$A$1:$E$1</c:f>
              <c:numCache>
                <c:formatCode>General</c:formatCode>
                <c:ptCount val="5"/>
                <c:pt idx="0">
                  <c:v>2931053284.0999999</c:v>
                </c:pt>
                <c:pt idx="1">
                  <c:v>3419622082</c:v>
                </c:pt>
                <c:pt idx="2">
                  <c:v>3579341623</c:v>
                </c:pt>
                <c:pt idx="3">
                  <c:v>5139000000</c:v>
                </c:pt>
                <c:pt idx="4">
                  <c:v>5400000000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5E7-494F-B346-F333A0F90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839720319"/>
        <c:axId val="1"/>
      </c:barChart>
      <c:catAx>
        <c:axId val="183972031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4000000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83972031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5614035087719301E-2"/>
          <c:y val="2.9099048684946838E-2"/>
          <c:w val="0.90877192982456145"/>
          <c:h val="0.9418019026301063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4"/>
            </a:solidFill>
            <a:ln w="28575" cmpd="sng" algn="ctr">
              <a:solidFill>
                <a:schemeClr val="accent4"/>
              </a:solidFill>
              <a:prstDash val="solid"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3560.1</c:v>
                </c:pt>
                <c:pt idx="1">
                  <c:v>5367.3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8B5-456B-91CF-B18EA0698D4E}"/>
            </c:ext>
          </c:extLst>
        </c:ser>
        <c:ser>
          <c:idx val="1"/>
          <c:order val="1"/>
          <c:spPr>
            <a:solidFill>
              <a:schemeClr val="accent2"/>
            </a:solidFill>
            <a:ln w="9525" cmpd="sng" algn="ctr">
              <a:solidFill>
                <a:schemeClr val="accent2"/>
              </a:solidFill>
              <a:prstDash val="solid"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 w="28575" cmpd="sng" algn="ctr">
                <a:solidFill>
                  <a:schemeClr val="accent2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A8B5-456B-91CF-B18EA0698D4E}"/>
              </c:ext>
            </c:extLst>
          </c:dPt>
          <c:val>
            <c:numRef>
              <c:f>Sheet1!$A$2:$B$2</c:f>
              <c:numCache>
                <c:formatCode>General</c:formatCode>
                <c:ptCount val="2"/>
                <c:pt idx="0">
                  <c:v>1706.94</c:v>
                </c:pt>
                <c:pt idx="1">
                  <c:v>1883.0999999999995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8B5-456B-91CF-B18EA0698D4E}"/>
            </c:ext>
          </c:extLst>
        </c:ser>
        <c:ser>
          <c:idx val="2"/>
          <c:order val="2"/>
          <c:spPr>
            <a:solidFill>
              <a:schemeClr val="accent6"/>
            </a:solidFill>
            <a:ln w="28575" cmpd="sng" algn="ctr">
              <a:solidFill>
                <a:schemeClr val="accent6"/>
              </a:solidFill>
              <a:prstDash val="solid"/>
            </a:ln>
          </c:spPr>
          <c:invertIfNegative val="0"/>
          <c:val>
            <c:numRef>
              <c:f>Sheet1!$A$3:$B$3</c:f>
              <c:numCache>
                <c:formatCode>General</c:formatCode>
                <c:ptCount val="2"/>
                <c:pt idx="0">
                  <c:v>1155.6279999999997</c:v>
                </c:pt>
                <c:pt idx="1">
                  <c:v>1027.6409999999996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8B5-456B-91CF-B18EA0698D4E}"/>
            </c:ext>
          </c:extLst>
        </c:ser>
        <c:ser>
          <c:idx val="3"/>
          <c:order val="3"/>
          <c:spPr>
            <a:noFill/>
            <a:ln>
              <a:noFill/>
            </a:ln>
          </c:spPr>
          <c:invertIfNegative val="0"/>
          <c:val>
            <c:numRef>
              <c:f>Sheet1!$A$4:$B$4</c:f>
              <c:numCache>
                <c:formatCode>General</c:formatCode>
                <c:ptCount val="2"/>
                <c:pt idx="0">
                  <c:v>1133.4120000000003</c:v>
                </c:pt>
                <c:pt idx="1">
                  <c:v>1460.8289999999997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8B5-456B-91CF-B18EA0698D4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609654751"/>
        <c:axId val="1"/>
      </c:barChart>
      <c:catAx>
        <c:axId val="60965475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738.869999999999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60965475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4040684234858993E-2"/>
          <c:y val="0.44712430426716143"/>
          <c:w val="0.951918631530282"/>
          <c:h val="0.2411873840445269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0.19109461966604824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261D-4AC7-9240-3F3C652D79CD}"/>
                </c:ext>
              </c:extLst>
            </c:dLbl>
            <c:dLbl>
              <c:idx val="1"/>
              <c:layout>
                <c:manualLayout>
                  <c:x val="0"/>
                  <c:y val="-0.21706864564007422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261D-4AC7-9240-3F3C652D79CD}"/>
                </c:ext>
              </c:extLst>
            </c:dLbl>
            <c:dLbl>
              <c:idx val="2"/>
              <c:layout>
                <c:manualLayout>
                  <c:x val="0"/>
                  <c:y val="-0.25788497217068646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261D-4AC7-9240-3F3C652D79C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121.10000000000001</c:v>
                </c:pt>
                <c:pt idx="1">
                  <c:v>178.89999999999998</c:v>
                </c:pt>
                <c:pt idx="2">
                  <c:v>271.39999999999998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61D-4AC7-9240-3F3C652D79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797165536"/>
        <c:axId val="1"/>
      </c:barChart>
      <c:catAx>
        <c:axId val="79716553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71.39999999999998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79716553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4040684234858993E-2"/>
          <c:y val="0.44712430426716143"/>
          <c:w val="0.951918631530282"/>
          <c:h val="0.2411873840445269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0.22820037105751392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E68-4084-B81A-4C26C84BB4F0}"/>
                </c:ext>
              </c:extLst>
            </c:dLbl>
            <c:dLbl>
              <c:idx val="1"/>
              <c:layout>
                <c:manualLayout>
                  <c:x val="0"/>
                  <c:y val="-0.23005565862708721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AE68-4084-B81A-4C26C84BB4F0}"/>
                </c:ext>
              </c:extLst>
            </c:dLbl>
            <c:dLbl>
              <c:idx val="2"/>
              <c:layout>
                <c:manualLayout>
                  <c:x val="0"/>
                  <c:y val="-0.25788497217068646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AE68-4084-B81A-4C26C84BB4F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36.1</c:v>
                </c:pt>
                <c:pt idx="1">
                  <c:v>37</c:v>
                </c:pt>
                <c:pt idx="2">
                  <c:v>47.4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E68-4084-B81A-4C26C84BB4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927095856"/>
        <c:axId val="1"/>
      </c:barChart>
      <c:catAx>
        <c:axId val="192709585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7.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92709585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4040684234858993E-2"/>
          <c:y val="0.44712430426716143"/>
          <c:w val="0.951918631530282"/>
          <c:h val="0.2411873840445269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6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0.25788497217068646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90B9-4CCE-894C-5FC27045E50D}"/>
                </c:ext>
              </c:extLst>
            </c:dLbl>
            <c:dLbl>
              <c:idx val="1"/>
              <c:layout>
                <c:manualLayout>
                  <c:x val="0"/>
                  <c:y val="-0.17996289424860853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90B9-4CCE-894C-5FC27045E50D}"/>
                </c:ext>
              </c:extLst>
            </c:dLbl>
            <c:dLbl>
              <c:idx val="2"/>
              <c:layout>
                <c:manualLayout>
                  <c:x val="0"/>
                  <c:y val="-0.15584415584415584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90B9-4CCE-894C-5FC27045E50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43.2</c:v>
                </c:pt>
                <c:pt idx="1">
                  <c:v>15.4</c:v>
                </c:pt>
                <c:pt idx="2">
                  <c:v>6.5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0B9-4CCE-894C-5FC27045E5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26396640"/>
        <c:axId val="1"/>
      </c:barChart>
      <c:catAx>
        <c:axId val="2639664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3.2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639664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741385192766974E-2"/>
          <c:y val="0.44058500914076781"/>
          <c:w val="0.96451722961446607"/>
          <c:h val="0.2522851919561243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0.2340036563071298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507F-4DE5-8FE5-3C17A7E0749D}"/>
                </c:ext>
              </c:extLst>
            </c:dLbl>
            <c:dLbl>
              <c:idx val="1"/>
              <c:layout>
                <c:manualLayout>
                  <c:x val="0"/>
                  <c:y val="-0.24314442413162707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507F-4DE5-8FE5-3C17A7E0749D}"/>
                </c:ext>
              </c:extLst>
            </c:dLbl>
            <c:dLbl>
              <c:idx val="2"/>
              <c:layout>
                <c:manualLayout>
                  <c:x val="0"/>
                  <c:y val="-0.26142595978062155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507F-4DE5-8FE5-3C17A7E0749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14.179540000000001</c:v>
                </c:pt>
                <c:pt idx="1">
                  <c:v>15.148729999999999</c:v>
                </c:pt>
                <c:pt idx="2">
                  <c:v>17.909669999999998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07F-4DE5-8FE5-3C17A7E074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987354415"/>
        <c:axId val="1"/>
      </c:barChart>
      <c:catAx>
        <c:axId val="198735441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7.909669999999998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98735441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741385192766974E-2"/>
          <c:y val="0.44058500914076781"/>
          <c:w val="0.96451722961446607"/>
          <c:h val="0.2522851919561243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05F5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0.25045703839122485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F708-47FC-A5E4-9260520E54E5}"/>
                </c:ext>
              </c:extLst>
            </c:dLbl>
            <c:dLbl>
              <c:idx val="1"/>
              <c:layout>
                <c:manualLayout>
                  <c:x val="0"/>
                  <c:y val="-0.26142595978062155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708-47FC-A5E4-9260520E54E5}"/>
                </c:ext>
              </c:extLst>
            </c:dLbl>
            <c:dLbl>
              <c:idx val="2"/>
              <c:layout>
                <c:manualLayout>
                  <c:x val="0"/>
                  <c:y val="-0.25959780621572209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F708-47FC-A5E4-9260520E54E5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9.1029999999999998</c:v>
                </c:pt>
                <c:pt idx="1">
                  <c:v>9.96021</c:v>
                </c:pt>
                <c:pt idx="2">
                  <c:v>9.8443799999999992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708-47FC-A5E4-9260520E54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051195488"/>
        <c:axId val="1"/>
      </c:barChart>
      <c:catAx>
        <c:axId val="105119548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96021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05119548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741385192766974E-2"/>
          <c:y val="0.44058500914076781"/>
          <c:w val="0.96451722961446607"/>
          <c:h val="0.2522851919561243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6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0.25045703839122485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C2F2-47B4-A40E-43FF606E46E2}"/>
                </c:ext>
              </c:extLst>
            </c:dLbl>
            <c:dLbl>
              <c:idx val="1"/>
              <c:layout>
                <c:manualLayout>
                  <c:x val="0"/>
                  <c:y val="-0.26142595978062155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C2F2-47B4-A40E-43FF606E46E2}"/>
                </c:ext>
              </c:extLst>
            </c:dLbl>
            <c:dLbl>
              <c:idx val="2"/>
              <c:layout>
                <c:manualLayout>
                  <c:x val="0"/>
                  <c:y val="-0.23948811700182815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C2F2-47B4-A40E-43FF606E46E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8.9665099999999995</c:v>
                </c:pt>
                <c:pt idx="1">
                  <c:v>9.9186499999999995</c:v>
                </c:pt>
                <c:pt idx="2">
                  <c:v>8.2109100000000002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2F2-47B4-A40E-43FF606E46E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354410271"/>
        <c:axId val="1"/>
      </c:barChart>
      <c:catAx>
        <c:axId val="35441027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918649999999999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35441027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687812582258489E-2"/>
          <c:y val="9.2691622103386814E-2"/>
          <c:w val="0.97262437483548303"/>
          <c:h val="0.81461675579322634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07BA-4971-AC2E-13EACB28C0B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07BA-4971-AC2E-13EACB28C0BA}"/>
              </c:ext>
            </c:extLst>
          </c:dPt>
          <c:val>
            <c:numRef>
              <c:f>Sheet1!$A$1:$G$1</c:f>
              <c:numCache>
                <c:formatCode>General</c:formatCode>
                <c:ptCount val="7"/>
                <c:pt idx="0">
                  <c:v>1227</c:v>
                </c:pt>
                <c:pt idx="1">
                  <c:v>1227</c:v>
                </c:pt>
                <c:pt idx="2">
                  <c:v>1179</c:v>
                </c:pt>
                <c:pt idx="3">
                  <c:v>1179</c:v>
                </c:pt>
                <c:pt idx="4">
                  <c:v>1283</c:v>
                </c:pt>
                <c:pt idx="5">
                  <c:v>1251</c:v>
                </c:pt>
                <c:pt idx="6">
                  <c:v>1251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7BA-4971-AC2E-13EACB28C0BA}"/>
            </c:ext>
          </c:extLst>
        </c:ser>
        <c:ser>
          <c:idx val="1"/>
          <c:order val="1"/>
          <c:spPr>
            <a:solidFill>
              <a:schemeClr val="accent3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2"/>
            <c:invertIfNegative val="0"/>
            <c:bubble3D val="0"/>
            <c:spPr>
              <a:solidFill>
                <a:srgbClr val="FBCAD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07BA-4971-AC2E-13EACB28C0BA}"/>
              </c:ext>
            </c:extLst>
          </c:dPt>
          <c:dPt>
            <c:idx val="4"/>
            <c:invertIfNegative val="0"/>
            <c:bubble3D val="0"/>
            <c:spPr>
              <a:solidFill>
                <a:srgbClr val="FBCAD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4-07BA-4971-AC2E-13EACB28C0BA}"/>
              </c:ext>
            </c:extLst>
          </c:dPt>
          <c:val>
            <c:numRef>
              <c:f>Sheet1!$A$2:$G$2</c:f>
              <c:numCache>
                <c:formatCode>General</c:formatCode>
                <c:ptCount val="7"/>
                <c:pt idx="1">
                  <c:v>46</c:v>
                </c:pt>
                <c:pt idx="2">
                  <c:v>94</c:v>
                </c:pt>
                <c:pt idx="3">
                  <c:v>116</c:v>
                </c:pt>
                <c:pt idx="4">
                  <c:v>12</c:v>
                </c:pt>
                <c:pt idx="5">
                  <c:v>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7BA-4971-AC2E-13EACB28C0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935218319"/>
        <c:axId val="1"/>
      </c:barChart>
      <c:catAx>
        <c:axId val="193521831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29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93521831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687812582258489E-2"/>
          <c:y val="9.2691622103386814E-2"/>
          <c:w val="0.97262437483548303"/>
          <c:h val="0.81461675579322634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1D0E-4B17-A8E1-40F37AB80E2F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1D0E-4B17-A8E1-40F37AB80E2F}"/>
              </c:ext>
            </c:extLst>
          </c:dPt>
          <c:val>
            <c:numRef>
              <c:f>Sheet1!$A$1:$G$1</c:f>
              <c:numCache>
                <c:formatCode>General</c:formatCode>
                <c:ptCount val="7"/>
                <c:pt idx="0">
                  <c:v>2259</c:v>
                </c:pt>
                <c:pt idx="1">
                  <c:v>2259</c:v>
                </c:pt>
                <c:pt idx="2">
                  <c:v>2043</c:v>
                </c:pt>
                <c:pt idx="3">
                  <c:v>2043</c:v>
                </c:pt>
                <c:pt idx="4">
                  <c:v>2352</c:v>
                </c:pt>
                <c:pt idx="5">
                  <c:v>2352</c:v>
                </c:pt>
                <c:pt idx="6">
                  <c:v>2359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D0E-4B17-A8E1-40F37AB80E2F}"/>
            </c:ext>
          </c:extLst>
        </c:ser>
        <c:ser>
          <c:idx val="1"/>
          <c:order val="1"/>
          <c:spPr>
            <a:solidFill>
              <a:schemeClr val="accent3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2"/>
            <c:invertIfNegative val="0"/>
            <c:bubble3D val="0"/>
            <c:spPr>
              <a:solidFill>
                <a:srgbClr val="FBCAD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1D0E-4B17-A8E1-40F37AB80E2F}"/>
              </c:ext>
            </c:extLst>
          </c:dPt>
          <c:dPt>
            <c:idx val="4"/>
            <c:invertIfNegative val="0"/>
            <c:bubble3D val="0"/>
            <c:spPr>
              <a:solidFill>
                <a:srgbClr val="FBCAD1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4-1D0E-4B17-A8E1-40F37AB80E2F}"/>
              </c:ext>
            </c:extLst>
          </c:dPt>
          <c:val>
            <c:numRef>
              <c:f>Sheet1!$A$2:$G$2</c:f>
              <c:numCache>
                <c:formatCode>General</c:formatCode>
                <c:ptCount val="7"/>
                <c:pt idx="1">
                  <c:v>113</c:v>
                </c:pt>
                <c:pt idx="2">
                  <c:v>329</c:v>
                </c:pt>
                <c:pt idx="3">
                  <c:v>343</c:v>
                </c:pt>
                <c:pt idx="4">
                  <c:v>34</c:v>
                </c:pt>
                <c:pt idx="5">
                  <c:v>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D0E-4B17-A8E1-40F37AB80E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935227919"/>
        <c:axId val="1"/>
      </c:barChart>
      <c:catAx>
        <c:axId val="193522791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38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93522791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687812582258489E-2"/>
          <c:y val="9.2691622103386814E-2"/>
          <c:w val="0.97262437483548303"/>
          <c:h val="0.81461675579322634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0F98-4E33-A5F2-1E578F889EE7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0F98-4E33-A5F2-1E578F889EE7}"/>
              </c:ext>
            </c:extLst>
          </c:dPt>
          <c:val>
            <c:numRef>
              <c:f>Sheet1!$A$1:$G$1</c:f>
              <c:numCache>
                <c:formatCode>General</c:formatCode>
                <c:ptCount val="7"/>
                <c:pt idx="0">
                  <c:v>4634</c:v>
                </c:pt>
                <c:pt idx="1">
                  <c:v>4634</c:v>
                </c:pt>
                <c:pt idx="2">
                  <c:v>3838</c:v>
                </c:pt>
                <c:pt idx="3">
                  <c:v>3838</c:v>
                </c:pt>
                <c:pt idx="4">
                  <c:v>4913</c:v>
                </c:pt>
                <c:pt idx="5">
                  <c:v>4827</c:v>
                </c:pt>
                <c:pt idx="6">
                  <c:v>4827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F98-4E33-A5F2-1E578F889EE7}"/>
            </c:ext>
          </c:extLst>
        </c:ser>
        <c:ser>
          <c:idx val="1"/>
          <c:order val="1"/>
          <c:spPr>
            <a:solidFill>
              <a:srgbClr val="FBCAD1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3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0F98-4E33-A5F2-1E578F889EE7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4-0F98-4E33-A5F2-1E578F889EE7}"/>
              </c:ext>
            </c:extLst>
          </c:dPt>
          <c:val>
            <c:numRef>
              <c:f>Sheet1!$A$2:$G$2</c:f>
              <c:numCache>
                <c:formatCode>General</c:formatCode>
                <c:ptCount val="7"/>
                <c:pt idx="1">
                  <c:v>802</c:v>
                </c:pt>
                <c:pt idx="2">
                  <c:v>1598</c:v>
                </c:pt>
                <c:pt idx="3">
                  <c:v>1209</c:v>
                </c:pt>
                <c:pt idx="4">
                  <c:v>134</c:v>
                </c:pt>
                <c:pt idx="5">
                  <c:v>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F98-4E33-A5F2-1E578F889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320281295"/>
        <c:axId val="1"/>
      </c:barChart>
      <c:catAx>
        <c:axId val="32028129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43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32028129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2433132010353754E-2"/>
          <c:y val="3.0805687203791468E-2"/>
          <c:w val="0.95513373597929252"/>
          <c:h val="0.9383886255924170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4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8430</c:v>
                </c:pt>
                <c:pt idx="1">
                  <c:v>8120</c:v>
                </c:pt>
                <c:pt idx="2">
                  <c:v>8437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01F-429E-B7BB-1EC29884DB24}"/>
            </c:ext>
          </c:extLst>
        </c:ser>
        <c:ser>
          <c:idx val="1"/>
          <c:order val="1"/>
          <c:spPr>
            <a:solidFill>
              <a:srgbClr val="82828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7866</c:v>
                </c:pt>
                <c:pt idx="1">
                  <c:v>7417</c:v>
                </c:pt>
                <c:pt idx="2">
                  <c:v>6672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01F-429E-B7BB-1EC29884DB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459174927"/>
        <c:axId val="1"/>
      </c:barChart>
      <c:catAx>
        <c:axId val="45917492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629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45917492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509433962264151E-2"/>
          <c:y val="0.13509544787077826"/>
          <c:w val="0.96981132075471699"/>
          <c:h val="0.77043563387175718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1B1B1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99F8-4AE1-9DB2-D8D852726BBC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99F8-4AE1-9DB2-D8D852726BBC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;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99F8-4AE1-9DB2-D8D852726BBC}"/>
                </c:ext>
              </c:extLst>
            </c:dLbl>
            <c:dLbl>
              <c:idx val="1"/>
              <c:layout>
                <c:manualLayout>
                  <c:x val="0"/>
                  <c:y val="-4.8947626040137058E-4"/>
                </c:manualLayout>
              </c:layout>
              <c:numFmt formatCode="#,##0&quot;%&quot;;&quot;-&quot;#,##0&quot;%&quot;;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i="1" kern="1200">
                      <a:solidFill>
                        <a:srgbClr val="828282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99F8-4AE1-9DB2-D8D852726BBC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;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i="1" kern="1200">
                      <a:solidFill>
                        <a:srgbClr val="828282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99F8-4AE1-9DB2-D8D852726BBC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&quot;%&quot;;&quot;-&quot;#,##0&quot;%&quot;;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i="1" kern="1200">
                      <a:solidFill>
                        <a:srgbClr val="828282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99F8-4AE1-9DB2-D8D852726BBC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;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bg1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99F8-4AE1-9DB2-D8D852726BB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Sheet1!$A$1:$E$1</c:f>
              <c:numCache>
                <c:formatCode>General</c:formatCode>
                <c:ptCount val="5"/>
                <c:pt idx="0">
                  <c:v>25</c:v>
                </c:pt>
                <c:pt idx="1">
                  <c:v>98</c:v>
                </c:pt>
                <c:pt idx="2">
                  <c:v>95</c:v>
                </c:pt>
                <c:pt idx="3">
                  <c:v>25</c:v>
                </c:pt>
                <c:pt idx="4">
                  <c:v>55.000000000000007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99F8-4AE1-9DB2-D8D852726BBC}"/>
            </c:ext>
          </c:extLst>
        </c:ser>
        <c:ser>
          <c:idx val="1"/>
          <c:order val="1"/>
          <c:spPr>
            <a:solidFill>
              <a:srgbClr val="D9D9D9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B9D0CD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6-99F8-4AE1-9DB2-D8D852726BBC}"/>
              </c:ext>
            </c:extLst>
          </c:dPt>
          <c:dPt>
            <c:idx val="4"/>
            <c:invertIfNegative val="0"/>
            <c:bubble3D val="0"/>
            <c:spPr>
              <a:solidFill>
                <a:srgbClr val="B9D0CD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7-99F8-4AE1-9DB2-D8D852726BBC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;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99F8-4AE1-9DB2-D8D852726BBC}"/>
                </c:ext>
              </c:extLst>
            </c:dLbl>
            <c:dLbl>
              <c:idx val="2"/>
              <c:layout>
                <c:manualLayout>
                  <c:x val="0"/>
                  <c:y val="-5.9716103768967202E-2"/>
                </c:manualLayout>
              </c:layout>
              <c:numFmt formatCode="#,##0&quot;%&quot;;&quot;-&quot;#,##0&quot;%&quot;;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i="1" kern="1200">
                      <a:solidFill>
                        <a:srgbClr val="828282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99F8-4AE1-9DB2-D8D852726BBC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&quot;%&quot;;&quot;-&quot;#,##0&quot;%&quot;;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i="1" kern="1200">
                      <a:solidFill>
                        <a:srgbClr val="828282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99F8-4AE1-9DB2-D8D852726BBC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;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rgbClr val="191C1E"/>
                      </a:solidFill>
                      <a:latin typeface="+mn-lt"/>
                      <a:ea typeface="Tahoma"/>
                      <a:cs typeface="Tahoma"/>
                    </a:defRPr>
                  </a:pPr>
                  <a:endParaRPr lang="tr-TR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99F8-4AE1-9DB2-D8D852726BB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Sheet1!$A$2:$E$2</c:f>
              <c:numCache>
                <c:formatCode>General</c:formatCode>
                <c:ptCount val="5"/>
                <c:pt idx="0">
                  <c:v>75</c:v>
                </c:pt>
                <c:pt idx="1">
                  <c:v>2.0000000000000018</c:v>
                </c:pt>
                <c:pt idx="2">
                  <c:v>5.0000000000000044</c:v>
                </c:pt>
                <c:pt idx="3">
                  <c:v>75</c:v>
                </c:pt>
                <c:pt idx="4">
                  <c:v>44.999999999999993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9F8-4AE1-9DB2-D8D852726B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461970239"/>
        <c:axId val="1"/>
      </c:barChart>
      <c:catAx>
        <c:axId val="146197023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46197023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0050761421319799"/>
          <c:y val="6.0715576436573909E-2"/>
          <c:w val="0.39898477157360407"/>
          <c:h val="0.8785688471268522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4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.14517766497461929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az-Latn-AZ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7491-4E53-895A-D820857ECFE9}"/>
                </c:ext>
              </c:extLst>
            </c:dLbl>
            <c:dLbl>
              <c:idx val="1"/>
              <c:layout>
                <c:manualLayout>
                  <c:x val="9.2385786802030453E-2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az-Latn-AZ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7491-4E53-895A-D820857ECFE9}"/>
                </c:ext>
              </c:extLst>
            </c:dLbl>
            <c:dLbl>
              <c:idx val="2"/>
              <c:layout>
                <c:manualLayout>
                  <c:x val="0.28223350253807106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az-Latn-AZ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7491-4E53-895A-D820857ECFE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14</c:v>
                </c:pt>
                <c:pt idx="1">
                  <c:v>8</c:v>
                </c:pt>
                <c:pt idx="2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491-4E53-895A-D820857ECF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216796704"/>
        <c:axId val="1"/>
      </c:barChart>
      <c:catAx>
        <c:axId val="21679670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5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21679670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71513353115727E-2"/>
          <c:y val="2.0512820512820513E-2"/>
          <c:w val="0.8456973293768546"/>
          <c:h val="0.95897435897435901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181621.12921285717</c:v>
                </c:pt>
                <c:pt idx="1">
                  <c:v>50427.427431249991</c:v>
                </c:pt>
                <c:pt idx="2">
                  <c:v>5814.5854246666649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9EA-482C-8E69-9D72242990ED}"/>
            </c:ext>
          </c:extLst>
        </c:ser>
        <c:ser>
          <c:idx val="1"/>
          <c:order val="1"/>
          <c:spPr>
            <a:solidFill>
              <a:schemeClr val="accent3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43017.550883571443</c:v>
                </c:pt>
                <c:pt idx="1">
                  <c:v>7971.1320587500013</c:v>
                </c:pt>
                <c:pt idx="2">
                  <c:v>564.74090977777814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9EA-482C-8E69-9D7224299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747046400"/>
        <c:axId val="1"/>
      </c:barChart>
      <c:catAx>
        <c:axId val="747046400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24638.68009642861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74704640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6746987951807227"/>
          <c:y val="6.0715576436573909E-2"/>
          <c:w val="0.45783132530120479"/>
          <c:h val="0.8785688471268522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4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.1108433734939759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az-Latn-AZ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B9CB-46F6-A92E-9832A6DCA192}"/>
                </c:ext>
              </c:extLst>
            </c:dLbl>
            <c:dLbl>
              <c:idx val="1"/>
              <c:layout>
                <c:manualLayout>
                  <c:x val="9.8795180722891562E-2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az-Latn-AZ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B9CB-46F6-A92E-9832A6DCA192}"/>
                </c:ext>
              </c:extLst>
            </c:dLbl>
            <c:dLbl>
              <c:idx val="2"/>
              <c:layout>
                <c:manualLayout>
                  <c:x val="0.31566265060240961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az-Latn-AZ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B9CB-46F6-A92E-9832A6DCA19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62.928571428571431</c:v>
                </c:pt>
                <c:pt idx="1">
                  <c:v>46.25</c:v>
                </c:pt>
                <c:pt idx="2">
                  <c:v>320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9CB-46F6-A92E-9832A6DCA1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747121280"/>
        <c:axId val="1"/>
      </c:barChart>
      <c:catAx>
        <c:axId val="747121280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20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74712128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71513353115727E-2"/>
          <c:y val="2.0512820512820513E-2"/>
          <c:w val="0.8456973293768546"/>
          <c:h val="0.95897435897435901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4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15179790.51357143</c:v>
                </c:pt>
                <c:pt idx="1">
                  <c:v>6063769.8487499999</c:v>
                </c:pt>
                <c:pt idx="2">
                  <c:v>694810.77304347814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4F1-4F52-93A9-118FE3B45B9F}"/>
            </c:ext>
          </c:extLst>
        </c:ser>
        <c:ser>
          <c:idx val="1"/>
          <c:order val="1"/>
          <c:spPr>
            <a:solidFill>
              <a:srgbClr val="74A09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9459401.5199999996</c:v>
                </c:pt>
                <c:pt idx="1">
                  <c:v>2650234.6137499986</c:v>
                </c:pt>
                <c:pt idx="2">
                  <c:v>641824.24282608717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4F1-4F52-93A9-118FE3B45B9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633527151"/>
        <c:axId val="1"/>
      </c:barChart>
      <c:catAx>
        <c:axId val="633527151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4639192.03357143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63352715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5206010664081433E-2"/>
          <c:y val="0.21048034934497817"/>
          <c:w val="0.94958797867183709"/>
          <c:h val="0.6427947598253275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74A09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A92F-43E6-A8E6-A698CB26C780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A92F-43E6-A8E6-A698CB26C780}"/>
              </c:ext>
            </c:extLst>
          </c:dPt>
          <c:dLbls>
            <c:dLbl>
              <c:idx val="0"/>
              <c:layout>
                <c:manualLayout>
                  <c:x val="0"/>
                  <c:y val="-9.9563318777292575E-2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92F-43E6-A8E6-A698CB26C780}"/>
                </c:ext>
              </c:extLst>
            </c:dLbl>
            <c:dLbl>
              <c:idx val="1"/>
              <c:layout>
                <c:manualLayout>
                  <c:x val="0"/>
                  <c:y val="-0.38602620087336242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A92F-43E6-A8E6-A698CB26C780}"/>
                </c:ext>
              </c:extLst>
            </c:dLbl>
            <c:dLbl>
              <c:idx val="2"/>
              <c:layout>
                <c:manualLayout>
                  <c:x val="0"/>
                  <c:y val="-0.24890829694323144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A92F-43E6-A8E6-A698CB26C78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100</c:v>
                </c:pt>
                <c:pt idx="1">
                  <c:v>935</c:v>
                </c:pt>
                <c:pt idx="2">
                  <c:v>536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92F-43E6-A8E6-A698CB26C7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555980560"/>
        <c:axId val="1"/>
      </c:barChart>
      <c:catAx>
        <c:axId val="55598056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3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55598056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5206010664081433E-2"/>
          <c:y val="0.15671641791044777"/>
          <c:w val="0.94958797867183709"/>
          <c:h val="0.6865671641791044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74A09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1544-424B-8A99-B87FE2D92FF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1544-424B-8A99-B87FE2D92FF2}"/>
              </c:ext>
            </c:extLst>
          </c:dPt>
          <c:dLbls>
            <c:dLbl>
              <c:idx val="0"/>
              <c:layout>
                <c:manualLayout>
                  <c:x val="0"/>
                  <c:y val="-0.17257462686567165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1544-424B-8A99-B87FE2D92FF2}"/>
                </c:ext>
              </c:extLst>
            </c:dLbl>
            <c:dLbl>
              <c:idx val="1"/>
              <c:layout>
                <c:manualLayout>
                  <c:x val="0"/>
                  <c:y val="-0.18936567164179105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1544-424B-8A99-B87FE2D92FF2}"/>
                </c:ext>
              </c:extLst>
            </c:dLbl>
            <c:dLbl>
              <c:idx val="2"/>
              <c:layout>
                <c:manualLayout>
                  <c:x val="0"/>
                  <c:y val="-0.26585820895522388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1544-424B-8A99-B87FE2D92FF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282</c:v>
                </c:pt>
                <c:pt idx="1">
                  <c:v>328</c:v>
                </c:pt>
                <c:pt idx="2">
                  <c:v>536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544-424B-8A99-B87FE2D92F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650473184"/>
        <c:axId val="1"/>
      </c:barChart>
      <c:catAx>
        <c:axId val="165047318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3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6504731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5206010664081433E-2"/>
          <c:y val="0.15671641791044777"/>
          <c:w val="0.94958797867183709"/>
          <c:h val="0.6865671641791044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74A09B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AB65-4C5D-9D58-E6248B723B68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AB65-4C5D-9D58-E6248B723B68}"/>
              </c:ext>
            </c:extLst>
          </c:dPt>
          <c:dLbls>
            <c:dLbl>
              <c:idx val="0"/>
              <c:layout>
                <c:manualLayout>
                  <c:x val="0"/>
                  <c:y val="-0.13712686567164178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B65-4C5D-9D58-E6248B723B68}"/>
                </c:ext>
              </c:extLst>
            </c:dLbl>
            <c:dLbl>
              <c:idx val="1"/>
              <c:layout>
                <c:manualLayout>
                  <c:x val="0"/>
                  <c:y val="-9.0485074626865669E-2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AB65-4C5D-9D58-E6248B723B68}"/>
                </c:ext>
              </c:extLst>
            </c:dLbl>
            <c:dLbl>
              <c:idx val="2"/>
              <c:layout>
                <c:manualLayout>
                  <c:x val="0"/>
                  <c:y val="-0.26585820895522388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rgbClr val="191C1E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AB65-4C5D-9D58-E6248B723B6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186</c:v>
                </c:pt>
                <c:pt idx="1">
                  <c:v>59</c:v>
                </c:pt>
                <c:pt idx="2">
                  <c:v>536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B65-4C5D-9D58-E6248B723B6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720087888"/>
        <c:axId val="1"/>
      </c:barChart>
      <c:catAx>
        <c:axId val="172008788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3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72008788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123123123123123E-2"/>
          <c:y val="0.14177215189873418"/>
          <c:w val="0.93753753753753755"/>
          <c:h val="0.71645569620253169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04D8-4E12-87F7-612EBE2D68BA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04D8-4E12-87F7-612EBE2D68BA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4D8-4E12-87F7-612EBE2D68BA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98</c:v>
                </c:pt>
                <c:pt idx="1">
                  <c:v>83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4D8-4E12-87F7-612EBE2D68BA}"/>
            </c:ext>
          </c:extLst>
        </c:ser>
        <c:ser>
          <c:idx val="1"/>
          <c:order val="1"/>
          <c:spPr>
            <a:solidFill>
              <a:srgbClr val="82828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04D8-4E12-87F7-612EBE2D68BA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Sheet1!$A$2:$B$2</c:f>
              <c:numCache>
                <c:formatCode>General</c:formatCode>
                <c:ptCount val="2"/>
                <c:pt idx="0">
                  <c:v>2.0000000000000018</c:v>
                </c:pt>
                <c:pt idx="1">
                  <c:v>17.000000000000004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4D8-4E12-87F7-612EBE2D68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077480352"/>
        <c:axId val="1"/>
      </c:barChart>
      <c:catAx>
        <c:axId val="1077480352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07748035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123123123123123E-2"/>
          <c:y val="0.14165261382799327"/>
          <c:w val="0.93753753753753755"/>
          <c:h val="0.71669477234401346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6A6F-4093-87E1-E16AE1F4E93E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6A6F-4093-87E1-E16AE1F4E93E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6A6F-4093-87E1-E16AE1F4E93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95</c:v>
                </c:pt>
                <c:pt idx="1">
                  <c:v>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A6F-4093-87E1-E16AE1F4E93E}"/>
            </c:ext>
          </c:extLst>
        </c:ser>
        <c:ser>
          <c:idx val="1"/>
          <c:order val="1"/>
          <c:spPr>
            <a:solidFill>
              <a:srgbClr val="82828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6A6F-4093-87E1-E16AE1F4E93E}"/>
                </c:ext>
              </c:extLst>
            </c:dLbl>
            <c:dLbl>
              <c:idx val="1"/>
              <c:layout>
                <c:manualLayout>
                  <c:x val="-6.0060060060060057E-4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6A6F-4093-87E1-E16AE1F4E93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Sheet1!$A$2:$B$2</c:f>
              <c:numCache>
                <c:formatCode>General</c:formatCode>
                <c:ptCount val="2"/>
                <c:pt idx="0">
                  <c:v>5.0000000000000044</c:v>
                </c:pt>
                <c:pt idx="1">
                  <c:v>7.9999999999999964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A6F-4093-87E1-E16AE1F4E9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511632048"/>
        <c:axId val="1"/>
      </c:barChart>
      <c:catAx>
        <c:axId val="511632048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51163204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123123123123123E-2"/>
          <c:y val="0.12669683257918551"/>
          <c:w val="0.93753753753753755"/>
          <c:h val="0.74660633484162897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4"/>
              </a:solidFill>
              <a:ln w="9525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71BD-4287-925C-59662FB7CB02}"/>
              </c:ext>
            </c:extLst>
          </c:dPt>
          <c:dLbls>
            <c:dLbl>
              <c:idx val="0"/>
              <c:layout>
                <c:manualLayout>
                  <c:x val="-6.0060060060060057E-4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71BD-4287-925C-59662FB7CB02}"/>
                </c:ext>
              </c:extLst>
            </c:dLbl>
            <c:dLbl>
              <c:idx val="1"/>
              <c:layout>
                <c:manualLayout>
                  <c:x val="-6.0060060060060057E-4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71BD-4287-925C-59662FB7CB0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17</c:v>
                </c:pt>
                <c:pt idx="1">
                  <c:v>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1BD-4287-925C-59662FB7CB02}"/>
            </c:ext>
          </c:extLst>
        </c:ser>
        <c:ser>
          <c:idx val="1"/>
          <c:order val="1"/>
          <c:spPr>
            <a:solidFill>
              <a:srgbClr val="82828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71BD-4287-925C-59662FB7CB02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71BD-4287-925C-59662FB7CB0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Sheet1!$A$2:$B$2</c:f>
              <c:numCache>
                <c:formatCode>General</c:formatCode>
                <c:ptCount val="2"/>
                <c:pt idx="0">
                  <c:v>83</c:v>
                </c:pt>
                <c:pt idx="1">
                  <c:v>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1BD-4287-925C-59662FB7CB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466616192"/>
        <c:axId val="1"/>
      </c:barChart>
      <c:catAx>
        <c:axId val="1466616192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46661619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41349883630723E-2"/>
          <c:y val="0.18840579710144928"/>
          <c:w val="0.91931730023273861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1226</c:v>
                </c:pt>
                <c:pt idx="1">
                  <c:v>1226</c:v>
                </c:pt>
                <c:pt idx="2">
                  <c:v>1226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791-4F1F-86E7-4318A300172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835527679"/>
        <c:axId val="1"/>
      </c:barChart>
      <c:catAx>
        <c:axId val="83552767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22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83552767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41349883630723E-2"/>
          <c:y val="0.18909090909090909"/>
          <c:w val="0.91931730023273861"/>
          <c:h val="0.62181818181818183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229</c:v>
                </c:pt>
                <c:pt idx="1">
                  <c:v>229</c:v>
                </c:pt>
                <c:pt idx="2">
                  <c:v>229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2D5-424B-8FC8-6F28EF2B1AC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518890799"/>
        <c:axId val="1"/>
      </c:barChart>
      <c:catAx>
        <c:axId val="151889079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22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51889079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41349883630723E-2"/>
          <c:y val="0.18840579710144928"/>
          <c:w val="0.91931730023273861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9D0CD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30</c:v>
                </c:pt>
                <c:pt idx="1">
                  <c:v>40</c:v>
                </c:pt>
                <c:pt idx="2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85B-4FBE-8FA0-FD1A2E378CD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2063732959"/>
        <c:axId val="1"/>
      </c:barChart>
      <c:catAx>
        <c:axId val="206373295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06373295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41349883630723E-2"/>
          <c:y val="0.18840579710144928"/>
          <c:w val="0.91931730023273861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272</c:v>
                </c:pt>
                <c:pt idx="1">
                  <c:v>272</c:v>
                </c:pt>
                <c:pt idx="2">
                  <c:v>272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73-4B33-939E-F77BCFE658D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757591199"/>
        <c:axId val="1"/>
      </c:barChart>
      <c:catAx>
        <c:axId val="75759119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226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75759119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41349883630723E-2"/>
          <c:y val="0.18840579710144928"/>
          <c:w val="0.91931730023273861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9D0CD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30</c:v>
                </c:pt>
                <c:pt idx="1">
                  <c:v>40</c:v>
                </c:pt>
                <c:pt idx="2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543-4128-AD99-253D3266D3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2063747839"/>
        <c:axId val="1"/>
      </c:barChart>
      <c:catAx>
        <c:axId val="206374783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06374783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0.18840579710144928"/>
          <c:w val="0.91937984496124026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9D0CD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15</c:v>
                </c:pt>
                <c:pt idx="1">
                  <c:v>20</c:v>
                </c:pt>
                <c:pt idx="2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9B4-424B-A7DD-482B5AD128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763782031"/>
        <c:axId val="1"/>
      </c:barChart>
      <c:catAx>
        <c:axId val="76378203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76378203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0.27368421052631581"/>
          <c:w val="0.91937984496124026"/>
          <c:h val="0.452631578947368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2.631578947368421E-3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7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LID4096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BFBC-437B-8BF7-C6D55F8D61FB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7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LID4096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BFBC-437B-8BF7-C6D55F8D61FB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7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LID4096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BFBC-437B-8BF7-C6D55F8D61F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183.9</c:v>
                </c:pt>
                <c:pt idx="1">
                  <c:v>245.20000000000002</c:v>
                </c:pt>
                <c:pt idx="2">
                  <c:v>306.5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FBC-437B-8BF7-C6D55F8D61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738569119"/>
        <c:axId val="1"/>
      </c:barChart>
      <c:catAx>
        <c:axId val="173856911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06.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73856911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0.27368421052631581"/>
          <c:w val="0.91937984496124026"/>
          <c:h val="0.452631578947368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2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7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LID4096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1920-41C7-9EF3-E6879E21A0D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68.7</c:v>
                </c:pt>
                <c:pt idx="1">
                  <c:v>91.600000000000009</c:v>
                </c:pt>
                <c:pt idx="2">
                  <c:v>114.5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920-41C7-9EF3-E6879E21A0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738591679"/>
        <c:axId val="1"/>
      </c:barChart>
      <c:catAx>
        <c:axId val="173859167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06.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73859167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0.27368421052631581"/>
          <c:w val="0.91937984496124026"/>
          <c:h val="0.452631578947368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1"/>
              <c:layout>
                <c:manualLayout>
                  <c:x val="0"/>
                  <c:y val="-2.631578947368421E-3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7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LID4096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462E-4D9A-AB3D-8F7CF6B35CEC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;&quot;-&quot;#,##0;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7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LID4096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462E-4D9A-AB3D-8F7CF6B35CE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81.599999999999994</c:v>
                </c:pt>
                <c:pt idx="1">
                  <c:v>108.80000000000001</c:v>
                </c:pt>
                <c:pt idx="2">
                  <c:v>136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62E-4D9A-AB3D-8F7CF6B35C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738590239"/>
        <c:axId val="1"/>
      </c:barChart>
      <c:catAx>
        <c:axId val="173859023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06.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73859023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0.18840579710144928"/>
          <c:w val="0.91937984496124026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9D0CD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3.5000000000000004</c:v>
                </c:pt>
                <c:pt idx="1">
                  <c:v>3.5000000000000004</c:v>
                </c:pt>
                <c:pt idx="2">
                  <c:v>3.5000000000000004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2F0-467D-875D-8C353714A3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943914815"/>
        <c:axId val="1"/>
      </c:barChart>
      <c:catAx>
        <c:axId val="194391481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94391481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0.18840579710144928"/>
          <c:w val="0.91937984496124026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9D0CD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4</c:v>
                </c:pt>
                <c:pt idx="1">
                  <c:v>4</c:v>
                </c:pt>
                <c:pt idx="2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6F-460A-8DEA-DE384BC5EB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2063701279"/>
        <c:axId val="1"/>
      </c:barChart>
      <c:catAx>
        <c:axId val="206370127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06370127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0.18840579710144928"/>
          <c:w val="0.91937984496124026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9D0CD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2.1</c:v>
                </c:pt>
                <c:pt idx="1">
                  <c:v>2.1</c:v>
                </c:pt>
                <c:pt idx="2">
                  <c:v>2.1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A6C-4F5A-B7D9-30E1C97FD85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2063704639"/>
        <c:axId val="1"/>
      </c:barChart>
      <c:catAx>
        <c:axId val="206370463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06370463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41349883630723E-2"/>
          <c:y val="0.18840579710144928"/>
          <c:w val="0.91931730023273861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3.2182499999999998</c:v>
                </c:pt>
                <c:pt idx="1">
                  <c:v>4.2909999999999995</c:v>
                </c:pt>
                <c:pt idx="2">
                  <c:v>5.3637499999999996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F4E-41F9-B562-ED1590C8BACE}"/>
            </c:ext>
          </c:extLst>
        </c:ser>
        <c:ser>
          <c:idx val="1"/>
          <c:order val="1"/>
          <c:spPr>
            <a:solidFill>
              <a:schemeClr val="accent1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0</c:v>
                </c:pt>
                <c:pt idx="1">
                  <c:v>1.9699383634431458</c:v>
                </c:pt>
                <c:pt idx="2">
                  <c:v>3.3482112114771514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F4E-41F9-B562-ED1590C8BA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039029088"/>
        <c:axId val="1"/>
      </c:barChart>
      <c:catAx>
        <c:axId val="103902908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4.1619666082246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03902908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41349883630723E-2"/>
          <c:y val="0.18840579710144928"/>
          <c:w val="0.91931730023273861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1.3696961076306871</c:v>
                </c:pt>
                <c:pt idx="1">
                  <c:v>1.8262614768409162</c:v>
                </c:pt>
                <c:pt idx="2">
                  <c:v>2.2828268460511452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C85-425E-BE99-8E1DE80CE270}"/>
            </c:ext>
          </c:extLst>
        </c:ser>
        <c:ser>
          <c:idx val="1"/>
          <c:order val="1"/>
          <c:spPr>
            <a:solidFill>
              <a:schemeClr val="accent1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0</c:v>
                </c:pt>
                <c:pt idx="1">
                  <c:v>0.74004991205738646</c:v>
                </c:pt>
                <c:pt idx="2">
                  <c:v>1.0971369325606006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C85-425E-BE99-8E1DE80CE2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400206399"/>
        <c:axId val="1"/>
      </c:barChart>
      <c:catAx>
        <c:axId val="140020639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4.1619666082246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400206399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41349883630723E-2"/>
          <c:y val="0.18840579710144928"/>
          <c:w val="0.91931730023273861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0.84831828133759024</c:v>
                </c:pt>
                <c:pt idx="1">
                  <c:v>1.1310910417834537</c:v>
                </c:pt>
                <c:pt idx="2">
                  <c:v>1.4138638022293171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75B-46B6-8081-3B1E4AEF706F}"/>
            </c:ext>
          </c:extLst>
        </c:ser>
        <c:ser>
          <c:idx val="1"/>
          <c:order val="1"/>
          <c:spPr>
            <a:solidFill>
              <a:schemeClr val="accent1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0</c:v>
                </c:pt>
                <c:pt idx="1">
                  <c:v>0.45134882917320507</c:v>
                </c:pt>
                <c:pt idx="2">
                  <c:v>0.65617781590642665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75B-46B6-8081-3B1E4AEF70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825990335"/>
        <c:axId val="1"/>
      </c:barChart>
      <c:catAx>
        <c:axId val="82599033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4.1619666082246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82599033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0.18840579710144928"/>
          <c:w val="0.91937984496124026"/>
          <c:h val="0.623188405797101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2"/>
            </a:solidFill>
            <a:ln w="952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5.4362643889682776</c:v>
                </c:pt>
                <c:pt idx="1">
                  <c:v>10.409689623298107</c:v>
                </c:pt>
                <c:pt idx="2">
                  <c:v>14.16196660822464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575-40F7-A60C-ED8E5E175F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145443391"/>
        <c:axId val="1"/>
      </c:barChart>
      <c:catAx>
        <c:axId val="114544339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6350" cmpd="sng" algn="ctr">
            <a:solidFill>
              <a:srgbClr val="757575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4.16196660822464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14544339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1643528884908196E-2"/>
          <c:y val="8.4278768233387355E-2"/>
          <c:w val="0.97671294223018357"/>
          <c:h val="0.8314424635332252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val>
            <c:numRef>
              <c:f>Sheet1!$A$1:$I$1</c:f>
              <c:numCache>
                <c:formatCode>General</c:formatCode>
                <c:ptCount val="9"/>
                <c:pt idx="0">
                  <c:v>6110071.9900000002</c:v>
                </c:pt>
                <c:pt idx="1">
                  <c:v>4039566.92</c:v>
                </c:pt>
                <c:pt idx="2">
                  <c:v>9728987.629999999</c:v>
                </c:pt>
                <c:pt idx="3">
                  <c:v>2063365.2200000002</c:v>
                </c:pt>
                <c:pt idx="4">
                  <c:v>703454.74</c:v>
                </c:pt>
                <c:pt idx="5">
                  <c:v>6340272.3600000013</c:v>
                </c:pt>
                <c:pt idx="6">
                  <c:v>15166277.050000001</c:v>
                </c:pt>
                <c:pt idx="7">
                  <c:v>8481034.7699999996</c:v>
                </c:pt>
                <c:pt idx="8">
                  <c:v>7141405.2700000005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706-44CB-8CB2-6C5068D4AD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829991456"/>
        <c:axId val="1"/>
      </c:barChart>
      <c:catAx>
        <c:axId val="182999145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5166277.050000001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82999145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1643528884908196E-2"/>
          <c:y val="8.9041095890410954E-2"/>
          <c:w val="0.97671294223018357"/>
          <c:h val="0.82191780821917804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4"/>
            </a:solidFill>
            <a:ln>
              <a:noFill/>
            </a:ln>
          </c:spPr>
          <c:invertIfNegative val="0"/>
          <c:val>
            <c:numRef>
              <c:f>Sheet1!$A$1:$I$1</c:f>
              <c:numCache>
                <c:formatCode>General</c:formatCode>
                <c:ptCount val="9"/>
                <c:pt idx="0">
                  <c:v>51561528.849799417</c:v>
                </c:pt>
                <c:pt idx="1">
                  <c:v>26115390.189080101</c:v>
                </c:pt>
                <c:pt idx="2">
                  <c:v>78361742.754802361</c:v>
                </c:pt>
                <c:pt idx="3">
                  <c:v>14265098.519736815</c:v>
                </c:pt>
                <c:pt idx="4">
                  <c:v>6734736.6327334875</c:v>
                </c:pt>
                <c:pt idx="5">
                  <c:v>27263133.247086864</c:v>
                </c:pt>
                <c:pt idx="6">
                  <c:v>86893276.935459927</c:v>
                </c:pt>
                <c:pt idx="7">
                  <c:v>35461197.616129853</c:v>
                </c:pt>
                <c:pt idx="8">
                  <c:v>24388788.081809137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71F-4C78-A058-818F737E94C4}"/>
            </c:ext>
          </c:extLst>
        </c:ser>
        <c:ser>
          <c:idx val="1"/>
          <c:order val="1"/>
          <c:spPr>
            <a:solidFill>
              <a:schemeClr val="accent1"/>
            </a:solidFill>
            <a:ln>
              <a:noFill/>
            </a:ln>
          </c:spPr>
          <c:invertIfNegative val="0"/>
          <c:val>
            <c:numRef>
              <c:f>Sheet1!$A$2:$I$2</c:f>
              <c:numCache>
                <c:formatCode>General</c:formatCode>
                <c:ptCount val="9"/>
                <c:pt idx="0">
                  <c:v>12613749.450091073</c:v>
                </c:pt>
                <c:pt idx="1">
                  <c:v>876626.39745250903</c:v>
                </c:pt>
                <c:pt idx="2">
                  <c:v>11752394.827328943</c:v>
                </c:pt>
                <c:pt idx="3">
                  <c:v>0</c:v>
                </c:pt>
                <c:pt idx="4">
                  <c:v>376158.17842665128</c:v>
                </c:pt>
                <c:pt idx="5">
                  <c:v>11066052.342930786</c:v>
                </c:pt>
                <c:pt idx="6">
                  <c:v>20141132.556006406</c:v>
                </c:pt>
                <c:pt idx="7">
                  <c:v>11748319.816844214</c:v>
                </c:pt>
                <c:pt idx="8">
                  <c:v>12628906.865137674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71F-4C78-A058-818F737E94C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428118576"/>
        <c:axId val="1"/>
      </c:barChart>
      <c:catAx>
        <c:axId val="142811857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86893276.935459927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42811857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1643528884908196E-2"/>
          <c:y val="8.4278768233387355E-2"/>
          <c:w val="0.97671294223018357"/>
          <c:h val="0.8314424635332252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val>
            <c:numRef>
              <c:f>Sheet1!$A$1:$I$1</c:f>
              <c:numCache>
                <c:formatCode>General</c:formatCode>
                <c:ptCount val="9"/>
                <c:pt idx="0">
                  <c:v>244403</c:v>
                </c:pt>
                <c:pt idx="1">
                  <c:v>183617</c:v>
                </c:pt>
                <c:pt idx="2">
                  <c:v>486449</c:v>
                </c:pt>
                <c:pt idx="3">
                  <c:v>343894</c:v>
                </c:pt>
                <c:pt idx="4">
                  <c:v>703455</c:v>
                </c:pt>
                <c:pt idx="5">
                  <c:v>211342</c:v>
                </c:pt>
                <c:pt idx="6">
                  <c:v>522975</c:v>
                </c:pt>
                <c:pt idx="7">
                  <c:v>368741</c:v>
                </c:pt>
                <c:pt idx="8">
                  <c:v>310496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CBD-4EB1-8D37-1795BF9FCF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1326474592"/>
        <c:axId val="1"/>
      </c:barChart>
      <c:catAx>
        <c:axId val="132647459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0345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32647459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504BC41E-EAC0-4D88-BA59-21A53C68F87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0B5C4BB-B13C-4942-8E14-023ED14A3DB8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4022725" y="0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6BD5B6C-20AF-4F0F-889A-7AADC7535123}" type="datetime3">
              <a:rPr lang="en-US" smtClean="0"/>
              <a:t>1 July 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8221145-1027-4A39-B15A-DD84A26C203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918575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A147719-50F5-4089-8123-86F5AF9C8847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4022725" y="8918575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2610F73-99D1-48E7-A408-B5EB5C8393F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3196516"/>
      </p:ext>
    </p:extLst>
  </p:cSld>
  <p:clrMap bg1="lt1" tx1="dk1" bg2="lt2" tx2="dk2" accent1="accent1" accent2="accent2" accent3="accent3" accent4="accent4" accent5="accent5" accent6="accent6" hlink="hlink" folHlink="folHlink"/>
  <p:hf hdr="0" ftr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7739" cy="471054"/>
          </a:xfrm>
          <a:prstGeom prst="rect">
            <a:avLst/>
          </a:prstGeom>
        </p:spPr>
        <p:txBody>
          <a:bodyPr vert="horz" lIns="914400" tIns="47114" rIns="94229" bIns="47114" rtlCol="0"/>
          <a:lstStyle>
            <a:lvl1pPr algn="l">
              <a:defRPr sz="900">
                <a:latin typeface="+mn-lt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023092" y="0"/>
            <a:ext cx="3077739" cy="471054"/>
          </a:xfrm>
          <a:prstGeom prst="rect">
            <a:avLst/>
          </a:prstGeom>
        </p:spPr>
        <p:txBody>
          <a:bodyPr vert="horz" lIns="94229" tIns="47114" rIns="914400" bIns="47114" rtlCol="0"/>
          <a:lstStyle>
            <a:lvl1pPr algn="r">
              <a:defRPr sz="900">
                <a:latin typeface="+mn-lt"/>
                <a:cs typeface="Arial" panose="020B0604020202020204" pitchFamily="34" charset="0"/>
              </a:defRPr>
            </a:lvl1pPr>
          </a:lstStyle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735013" y="563563"/>
            <a:ext cx="5632450" cy="3168650"/>
          </a:xfrm>
          <a:prstGeom prst="rect">
            <a:avLst/>
          </a:prstGeom>
          <a:noFill/>
          <a:ln w="6350">
            <a:solidFill>
              <a:prstClr val="black"/>
            </a:solidFill>
          </a:ln>
        </p:spPr>
        <p:txBody>
          <a:bodyPr vert="horz" lIns="94229" tIns="47114" rIns="94229" bIns="47114" rtlCol="0" anchor="ctr"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917422"/>
            <a:ext cx="3077739" cy="471053"/>
          </a:xfrm>
          <a:prstGeom prst="rect">
            <a:avLst/>
          </a:prstGeom>
        </p:spPr>
        <p:txBody>
          <a:bodyPr vert="horz" lIns="914400" tIns="47114" rIns="94229" bIns="47114" rtlCol="0" anchor="b"/>
          <a:lstStyle>
            <a:lvl1pPr algn="l">
              <a:defRPr sz="900">
                <a:latin typeface="+mn-lt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023092" y="8917422"/>
            <a:ext cx="3077739" cy="471053"/>
          </a:xfrm>
          <a:prstGeom prst="rect">
            <a:avLst/>
          </a:prstGeom>
        </p:spPr>
        <p:txBody>
          <a:bodyPr vert="horz" lIns="94229" tIns="47114" rIns="914400" bIns="47114" rtlCol="0" anchor="b"/>
          <a:lstStyle>
            <a:lvl1pPr algn="r">
              <a:defRPr sz="900">
                <a:latin typeface="+mn-lt"/>
                <a:cs typeface="Arial" panose="020B0604020202020204" pitchFamily="34" charset="0"/>
              </a:defRPr>
            </a:lvl1pPr>
          </a:lstStyle>
          <a:p>
            <a:fld id="{CF5EBCF4-26FC-4F76-8DA1-52FDDC328D4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9" name="Notes Placeholder 8">
            <a:extLst>
              <a:ext uri="{FF2B5EF4-FFF2-40B4-BE49-F238E27FC236}">
                <a16:creationId xmlns:a16="http://schemas.microsoft.com/office/drawing/2014/main" id="{0CB7C52D-12F1-4B27-95B4-DB01358D59B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709613" y="4518025"/>
            <a:ext cx="5683250" cy="36972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80066646"/>
      </p:ext>
    </p:extLst>
  </p:cSld>
  <p:clrMap bg1="lt1" tx1="dk1" bg2="lt2" tx2="dk2" accent1="accent1" accent2="accent2" accent3="accent3" accent4="accent4" accent5="accent5" accent6="accent6" hlink="hlink" folHlink="folHlink"/>
  <p:hf hdr="0" ftr="0"/>
  <p:notesStyle>
    <a:lvl1pPr marL="0" algn="l" defTabSz="914400" rtl="0" eaLnBrk="1" latinLnBrk="0" hangingPunct="1">
      <a:lnSpc>
        <a:spcPct val="100000"/>
      </a:lnSpc>
      <a:spcBef>
        <a:spcPts val="400"/>
      </a:spcBef>
      <a:spcAft>
        <a:spcPts val="400"/>
      </a:spcAft>
      <a:defRPr lang="en-US" sz="1100" kern="1200">
        <a:solidFill>
          <a:schemeClr val="tx1"/>
        </a:solidFill>
        <a:latin typeface="+mn-lt"/>
        <a:ea typeface="+mn-ea"/>
        <a:cs typeface="Arial" panose="020B0604020202020204" pitchFamily="34" charset="0"/>
      </a:defRPr>
    </a:lvl1pPr>
    <a:lvl2pPr marL="171450" indent="-171450" algn="l" defTabSz="914400" rtl="0" eaLnBrk="1" latinLnBrk="0" hangingPunct="1">
      <a:buFont typeface="Wingdings" panose="05000000000000000000" pitchFamily="2" charset="2"/>
      <a:buChar char=""/>
      <a:defRPr lang="en-US" sz="1100" kern="1200">
        <a:solidFill>
          <a:schemeClr val="tx1"/>
        </a:solidFill>
        <a:latin typeface="+mn-lt"/>
        <a:ea typeface="+mn-ea"/>
        <a:cs typeface="+mn-cs"/>
      </a:defRPr>
    </a:lvl2pPr>
    <a:lvl3pPr marL="400050" indent="-171450" algn="l" defTabSz="914400" rtl="0" eaLnBrk="1" latinLnBrk="0" hangingPunct="1">
      <a:buFont typeface="Arial" panose="020B0604020202020204" pitchFamily="34" charset="0"/>
      <a:buChar char="―"/>
      <a:defRPr lang="en-US" sz="1100" kern="1200">
        <a:solidFill>
          <a:schemeClr val="tx1"/>
        </a:solidFill>
        <a:latin typeface="+mn-lt"/>
        <a:ea typeface="+mn-ea"/>
        <a:cs typeface="+mn-cs"/>
      </a:defRPr>
    </a:lvl3pPr>
    <a:lvl4pPr marL="579437" indent="-171450" algn="l" defTabSz="914400" rtl="0" eaLnBrk="1" latinLnBrk="0" hangingPunct="1">
      <a:buFont typeface="Arial" panose="020B0604020202020204" pitchFamily="34" charset="0"/>
      <a:buChar char="»"/>
      <a:defRPr lang="en-US" sz="1100" kern="1200">
        <a:solidFill>
          <a:schemeClr val="tx1"/>
        </a:solidFill>
        <a:latin typeface="+mn-lt"/>
        <a:ea typeface="+mn-ea"/>
        <a:cs typeface="+mn-cs"/>
      </a:defRPr>
    </a:lvl4pPr>
    <a:lvl5pPr marL="750887" indent="-171450" algn="l" defTabSz="914400" rtl="0" eaLnBrk="1" latinLnBrk="0" hangingPunct="1">
      <a:buFont typeface="Arial" panose="020B0604020202020204" pitchFamily="34" charset="0"/>
      <a:buChar char="›"/>
      <a:defRPr lang="en-US" sz="11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728107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35D43C-7EAF-6621-DD4E-8571C80307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BE9964E-2252-A5C8-9B55-C48A56B71A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634E90A-9495-BEA0-240A-1B0D49A7B6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340FB16-2DE1-4CC5-D2AD-69E1EF2C6862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AFF273E-7A00-04E6-7501-041861876D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180236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8AB3CB-C2DB-9A80-18CB-7D3A1C9297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5C35E7B-5B3E-4DFB-3379-D5360C2781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9D8F184-8057-E4FC-3A4C-B731D8822C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211BF1E-B090-8012-C0B0-9E0CA4E3C7C9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412D83E-2173-BB8F-E23D-5896A36096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21032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476817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36CF26-F32F-5C9C-6AE6-085D3717B2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DAC8A1C-36B0-C621-B68C-431D5F0D91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A1450A2-7952-8D08-B1B8-D29C438B48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DA85336-0608-D47C-074E-CF3B2E863535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5503B14-DDDE-99EA-F855-539974E34EF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517802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445328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DF34805-1F01-4BDA-A8CA-FCEA2B4BC8D0}" type="datetime3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 July 2026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F5EBCF4-26FC-4F76-8DA1-52FDDC328D44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445510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027129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CDA75F-5AB7-B3D2-C9C8-2CC0857CAA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CFE16-E98B-9F1A-BF21-C8C3A12E9B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C4C71F1-AEF5-7BE9-007B-C2BCC598313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DD525D5-6A22-4A78-D148-6D9F7C3F0EA1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3B548E6-92A1-3493-5131-8FCB053DC0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314621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96394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109544-ABCE-B5A2-AAE6-BCAA47F57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D09C0B2-391E-C449-CD7C-293BBAC3C8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F264524-6711-37C4-EA8F-90E6AA0F87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58D7FF4-E405-ABB2-0AB5-AB14DC611A64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60E656F-714F-7A3D-83D9-0EFCAB3A1A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746632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611441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ABFDC9C-FADF-4B76-AD1A-0B7B1EE2C17C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339070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DBBDBF-BBB9-A93C-578F-86A27BA91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F9A7641-9159-3CBD-596C-652F1D891A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09DAAE2-DC95-A81A-5571-5B125769AE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4092F8-26CC-1AAB-F36D-2CF5799E22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ABFDC9C-FADF-4B76-AD1A-0B7B1EE2C17C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303505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3609D4-A8FF-E923-3AB5-6BAA7201DF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29697C5-D5C4-2604-274E-CA02A04DFF4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DD9BFB2-99E5-6AE2-0B66-3B25C3B1C4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0EDF787-ED24-6B95-B1F6-BAE08BDA3793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6B48827-7912-43E8-E2A5-79118BF3551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019531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997DCF-899A-7C95-6761-04A59EDEEF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F0F1D8C-3C66-EB50-2057-E9ADFEE546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E67A334-C4D7-C849-F309-C0C65533E67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6F52742-6F03-4AB0-6A50-C8E1227B8F7A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DF34805-1F01-4BDA-A8CA-FCEA2B4BC8D0}" type="datetime3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 July 2026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7E3F43-0E3E-3D23-71D6-B3637C8DDA1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F5EBCF4-26FC-4F76-8DA1-52FDDC328D44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050831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D58661C-2E7D-41CE-A7F3-814436F49071}" type="slidenum">
              <a:rPr kumimoji="0" lang="en-GB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  <p:sp>
        <p:nvSpPr>
          <p:cNvPr id="277510" name="Rectangle 6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xfrm>
            <a:off x="403225" y="695325"/>
            <a:ext cx="6178550" cy="3476625"/>
          </a:xfrm>
          <a:prstGeom prst="rect">
            <a:avLst/>
          </a:prstGeo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77511" name="Rectangle 7"/>
          <p:cNvSpPr>
            <a:spLocks noGrp="1" noChangeArrowheads="1"/>
          </p:cNvSpPr>
          <p:nvPr>
            <p:ph type="body" idx="1"/>
          </p:nvPr>
        </p:nvSpPr>
        <p:spPr>
          <a:xfrm>
            <a:off x="962474" y="4504417"/>
            <a:ext cx="5030939" cy="245041"/>
          </a:xfrm>
        </p:spPr>
        <p:txBody>
          <a:bodyPr/>
          <a:lstStyle/>
          <a:p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56494175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500459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463249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368D3E-EAE3-533F-8006-1738B507CE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5C91859-F48F-1495-1E90-47BFC5ACC7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186D64C-E370-1A5D-F7FB-C895BFBC3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9C7D24B-5CCC-E4DA-6282-A30B6991866F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CEF4A7C-1C88-DA2C-7BCE-8FAABE2C19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695749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129641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 rtlCol="0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t>17 July 2020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F5EBCF4-26FC-4F76-8DA1-52FDDC328D44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2798065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332391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E787C9-5F52-A274-7F90-1B4F9FFF19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DA349E4-5A22-73D7-010A-23354E0551C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C3A632B-FBDE-46D4-BF6F-6D14421E6342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Slide Image Placeholder 8">
            <a:extLst>
              <a:ext uri="{FF2B5EF4-FFF2-40B4-BE49-F238E27FC236}">
                <a16:creationId xmlns:a16="http://schemas.microsoft.com/office/drawing/2014/main" id="{9380C392-59B7-4885-1884-24A248EF9C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-295275" y="207963"/>
            <a:ext cx="7845425" cy="4413250"/>
          </a:xfrm>
        </p:spPr>
        <p:txBody>
          <a:bodyPr/>
          <a:lstStyle/>
          <a:p>
            <a:endParaRPr lang="en-GB"/>
          </a:p>
        </p:txBody>
      </p:sp>
      <p:sp>
        <p:nvSpPr>
          <p:cNvPr id="10" name="Notes Placeholder 9">
            <a:extLst>
              <a:ext uri="{FF2B5EF4-FFF2-40B4-BE49-F238E27FC236}">
                <a16:creationId xmlns:a16="http://schemas.microsoft.com/office/drawing/2014/main" id="{EB6B268A-43E8-8BB9-14A7-BE6888D5C8E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45971" y="5304975"/>
            <a:ext cx="5745398" cy="246221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123392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D325D2-ADBD-F59B-ACD6-84491D9E07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6FEC5FB-A51D-5908-FD65-5CFD1F9C11E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C3A632B-FBDE-46D4-BF6F-6D14421E6342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Slide Image Placeholder 8">
            <a:extLst>
              <a:ext uri="{FF2B5EF4-FFF2-40B4-BE49-F238E27FC236}">
                <a16:creationId xmlns:a16="http://schemas.microsoft.com/office/drawing/2014/main" id="{75EC800C-E6B4-3B37-C569-AD6CA66F160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-295275" y="207963"/>
            <a:ext cx="7845425" cy="4413250"/>
          </a:xfrm>
        </p:spPr>
        <p:txBody>
          <a:bodyPr/>
          <a:lstStyle/>
          <a:p>
            <a:endParaRPr lang="en-GB"/>
          </a:p>
        </p:txBody>
      </p:sp>
      <p:sp>
        <p:nvSpPr>
          <p:cNvPr id="10" name="Notes Placeholder 9">
            <a:extLst>
              <a:ext uri="{FF2B5EF4-FFF2-40B4-BE49-F238E27FC236}">
                <a16:creationId xmlns:a16="http://schemas.microsoft.com/office/drawing/2014/main" id="{08942AF7-84AE-00A1-FBC8-93B55C5282C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45971" y="5304975"/>
            <a:ext cx="5745398" cy="246221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498428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C3A632B-FBDE-46D4-BF6F-6D14421E6342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Slide Image Placeholder 8"/>
          <p:cNvSpPr>
            <a:spLocks noGrp="1" noRot="1" noChangeAspect="1"/>
          </p:cNvSpPr>
          <p:nvPr>
            <p:ph type="sldImg"/>
          </p:nvPr>
        </p:nvSpPr>
        <p:spPr>
          <a:xfrm>
            <a:off x="-295275" y="207963"/>
            <a:ext cx="7845425" cy="4413250"/>
          </a:xfrm>
        </p:spPr>
        <p:txBody>
          <a:bodyPr/>
          <a:lstStyle/>
          <a:p>
            <a:endParaRPr lang="en-GB"/>
          </a:p>
        </p:txBody>
      </p:sp>
      <p:sp>
        <p:nvSpPr>
          <p:cNvPr id="10" name="Notes Placeholder 9"/>
          <p:cNvSpPr>
            <a:spLocks noGrp="1"/>
          </p:cNvSpPr>
          <p:nvPr>
            <p:ph type="body" idx="1"/>
          </p:nvPr>
        </p:nvSpPr>
        <p:spPr>
          <a:xfrm>
            <a:off x="545971" y="5304975"/>
            <a:ext cx="5745398" cy="246221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54536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611441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91519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FCF3FF-36AC-CB67-8A0E-2D989F2658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9EC465A-F58B-F3B6-BE8F-951D81C48D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B53810D-46A1-5CB2-A150-6FA3E4886C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1C70546-8EB6-EC18-17BE-AED99B927E5B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0AFD0D7-CDF0-C11F-7776-FF18278133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929604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az-Latn-AZ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626701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4DE31F-5EBA-440F-FA89-A45FFB9DC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BF496AC-5B76-2213-A8DB-EA38E097E8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DF37485-1917-839B-3D3A-60C03B0B5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99CC48-E840-6E2B-396D-11D9BDDD9381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F66A75F-23D8-7598-5949-BA0636D32A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959511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440847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00561D-7890-A348-2F24-48A9B2E453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1DDE6DB-D756-88E9-C23D-69E3421BAD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78C7117-180B-C3BC-BEF3-52698E1D06E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722208B-C17B-2E10-8E58-82370D361CAC}"/>
              </a:ext>
            </a:extLst>
          </p:cNvPr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3BD436E-D163-89C4-80B2-3E296F45D67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801333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1DF34805-1F01-4BDA-A8CA-FCEA2B4BC8D0}" type="datetime3">
              <a:rPr lang="en-US" smtClean="0"/>
              <a:pPr/>
              <a:t>1 July 2026</a:t>
            </a:fld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5EBCF4-26FC-4F76-8DA1-52FDDC328D44}" type="slidenum">
              <a:rPr lang="en-US" smtClean="0"/>
              <a:pPr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974038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FCF839-D411-5FEA-2599-746B1698B3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5D78EEF-9D44-086F-BE31-6EA56B2F4A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-122238" y="565150"/>
            <a:ext cx="6834188" cy="3844925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0AE7663-5F28-724A-E643-41EC03E6DC9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08415" y="5463697"/>
            <a:ext cx="5350152" cy="260758"/>
          </a:xfr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7A50F7-EEBC-8472-ABA3-6A46197C21B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C3A632B-FBDE-46D4-BF6F-6D14421E6342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092677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DF34805-1F01-4BDA-A8CA-FCEA2B4BC8D0}" type="datetime3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 July 2026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F5EBCF4-26FC-4F76-8DA1-52FDDC328D44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445510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DF34805-1F01-4BDA-A8CA-FCEA2B4BC8D0}" type="datetime3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 July 2026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F5EBCF4-26FC-4F76-8DA1-52FDDC328D44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1008747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BFE05F-4358-0E49-9B62-5C5282E25B34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287068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emf"/><Relationship Id="rId3" Type="http://schemas.openxmlformats.org/officeDocument/2006/relationships/tags" Target="../tags/tag25.xml"/><Relationship Id="rId7" Type="http://schemas.openxmlformats.org/officeDocument/2006/relationships/oleObject" Target="../embeddings/oleObject2.bin"/><Relationship Id="rId2" Type="http://schemas.openxmlformats.org/officeDocument/2006/relationships/tags" Target="../tags/tag24.xml"/><Relationship Id="rId1" Type="http://schemas.openxmlformats.org/officeDocument/2006/relationships/tags" Target="../tags/tag23.xml"/><Relationship Id="rId6" Type="http://schemas.openxmlformats.org/officeDocument/2006/relationships/slideMaster" Target="../slideMasters/slideMaster1.xml"/><Relationship Id="rId5" Type="http://schemas.openxmlformats.org/officeDocument/2006/relationships/tags" Target="../tags/tag27.xml"/><Relationship Id="rId4" Type="http://schemas.openxmlformats.org/officeDocument/2006/relationships/tags" Target="../tags/tag26.xml"/><Relationship Id="rId9" Type="http://schemas.openxmlformats.org/officeDocument/2006/relationships/image" Target="../media/image3.svg"/></Relationships>
</file>

<file path=ppt/slideLayouts/_rels/slideLayout2.xml.rels><?xml version="1.0" encoding="UTF-8" standalone="yes"?>
<Relationships xmlns="http://schemas.openxmlformats.org/package/2006/relationships"><Relationship Id="rId8" Type="http://schemas.openxmlformats.org/officeDocument/2006/relationships/tags" Target="../tags/tag35.xml"/><Relationship Id="rId3" Type="http://schemas.openxmlformats.org/officeDocument/2006/relationships/tags" Target="../tags/tag30.xml"/><Relationship Id="rId7" Type="http://schemas.openxmlformats.org/officeDocument/2006/relationships/tags" Target="../tags/tag34.xml"/><Relationship Id="rId12" Type="http://schemas.openxmlformats.org/officeDocument/2006/relationships/image" Target="../media/image4.svg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6" Type="http://schemas.openxmlformats.org/officeDocument/2006/relationships/tags" Target="../tags/tag33.xml"/><Relationship Id="rId11" Type="http://schemas.openxmlformats.org/officeDocument/2006/relationships/image" Target="../media/image1.emf"/><Relationship Id="rId5" Type="http://schemas.openxmlformats.org/officeDocument/2006/relationships/tags" Target="../tags/tag32.xml"/><Relationship Id="rId10" Type="http://schemas.openxmlformats.org/officeDocument/2006/relationships/oleObject" Target="../embeddings/oleObject3.bin"/><Relationship Id="rId4" Type="http://schemas.openxmlformats.org/officeDocument/2006/relationships/tags" Target="../tags/tag31.xml"/><Relationship Id="rId9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4.bin"/><Relationship Id="rId3" Type="http://schemas.openxmlformats.org/officeDocument/2006/relationships/tags" Target="../tags/tag38.xml"/><Relationship Id="rId7" Type="http://schemas.openxmlformats.org/officeDocument/2006/relationships/slideMaster" Target="../slideMasters/slideMaster1.xml"/><Relationship Id="rId2" Type="http://schemas.openxmlformats.org/officeDocument/2006/relationships/tags" Target="../tags/tag37.xml"/><Relationship Id="rId1" Type="http://schemas.openxmlformats.org/officeDocument/2006/relationships/tags" Target="../tags/tag36.xml"/><Relationship Id="rId6" Type="http://schemas.openxmlformats.org/officeDocument/2006/relationships/tags" Target="../tags/tag41.xml"/><Relationship Id="rId5" Type="http://schemas.openxmlformats.org/officeDocument/2006/relationships/tags" Target="../tags/tag40.xml"/><Relationship Id="rId10" Type="http://schemas.openxmlformats.org/officeDocument/2006/relationships/image" Target="../media/image3.svg"/><Relationship Id="rId4" Type="http://schemas.openxmlformats.org/officeDocument/2006/relationships/tags" Target="../tags/tag39.xml"/><Relationship Id="rId9" Type="http://schemas.openxmlformats.org/officeDocument/2006/relationships/image" Target="../media/image2.emf"/></Relationships>
</file>

<file path=ppt/slideLayouts/_rels/slideLayout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5.bin"/><Relationship Id="rId3" Type="http://schemas.openxmlformats.org/officeDocument/2006/relationships/tags" Target="../tags/tag44.xml"/><Relationship Id="rId7" Type="http://schemas.openxmlformats.org/officeDocument/2006/relationships/slideMaster" Target="../slideMasters/slideMaster1.xml"/><Relationship Id="rId2" Type="http://schemas.openxmlformats.org/officeDocument/2006/relationships/tags" Target="../tags/tag43.xml"/><Relationship Id="rId1" Type="http://schemas.openxmlformats.org/officeDocument/2006/relationships/tags" Target="../tags/tag42.xml"/><Relationship Id="rId6" Type="http://schemas.openxmlformats.org/officeDocument/2006/relationships/tags" Target="../tags/tag47.xml"/><Relationship Id="rId5" Type="http://schemas.openxmlformats.org/officeDocument/2006/relationships/tags" Target="../tags/tag46.xml"/><Relationship Id="rId10" Type="http://schemas.openxmlformats.org/officeDocument/2006/relationships/image" Target="../media/image3.svg"/><Relationship Id="rId4" Type="http://schemas.openxmlformats.org/officeDocument/2006/relationships/tags" Target="../tags/tag45.xml"/><Relationship Id="rId9" Type="http://schemas.openxmlformats.org/officeDocument/2006/relationships/image" Target="../media/image2.emf"/></Relationships>
</file>

<file path=ppt/slideLayouts/_rels/slideLayout5.xml.rels><?xml version="1.0" encoding="UTF-8" standalone="yes"?>
<Relationships xmlns="http://schemas.openxmlformats.org/package/2006/relationships"><Relationship Id="rId8" Type="http://schemas.openxmlformats.org/officeDocument/2006/relationships/tags" Target="../tags/tag55.xml"/><Relationship Id="rId3" Type="http://schemas.openxmlformats.org/officeDocument/2006/relationships/tags" Target="../tags/tag50.xml"/><Relationship Id="rId7" Type="http://schemas.openxmlformats.org/officeDocument/2006/relationships/tags" Target="../tags/tag54.xml"/><Relationship Id="rId12" Type="http://schemas.openxmlformats.org/officeDocument/2006/relationships/image" Target="../media/image4.svg"/><Relationship Id="rId2" Type="http://schemas.openxmlformats.org/officeDocument/2006/relationships/tags" Target="../tags/tag49.xml"/><Relationship Id="rId1" Type="http://schemas.openxmlformats.org/officeDocument/2006/relationships/tags" Target="../tags/tag48.xml"/><Relationship Id="rId6" Type="http://schemas.openxmlformats.org/officeDocument/2006/relationships/tags" Target="../tags/tag53.xml"/><Relationship Id="rId11" Type="http://schemas.openxmlformats.org/officeDocument/2006/relationships/image" Target="../media/image2.emf"/><Relationship Id="rId5" Type="http://schemas.openxmlformats.org/officeDocument/2006/relationships/tags" Target="../tags/tag52.xml"/><Relationship Id="rId10" Type="http://schemas.openxmlformats.org/officeDocument/2006/relationships/oleObject" Target="../embeddings/oleObject6.bin"/><Relationship Id="rId4" Type="http://schemas.openxmlformats.org/officeDocument/2006/relationships/tags" Target="../tags/tag51.xml"/><Relationship Id="rId9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4.svg"/><Relationship Id="rId3" Type="http://schemas.openxmlformats.org/officeDocument/2006/relationships/tags" Target="../tags/tag58.xml"/><Relationship Id="rId7" Type="http://schemas.openxmlformats.org/officeDocument/2006/relationships/tags" Target="../tags/tag62.xml"/><Relationship Id="rId12" Type="http://schemas.openxmlformats.org/officeDocument/2006/relationships/image" Target="../media/image1.emf"/><Relationship Id="rId2" Type="http://schemas.openxmlformats.org/officeDocument/2006/relationships/tags" Target="../tags/tag57.xml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oleObject" Target="../embeddings/oleObject7.bin"/><Relationship Id="rId5" Type="http://schemas.openxmlformats.org/officeDocument/2006/relationships/tags" Target="../tags/tag60.xml"/><Relationship Id="rId10" Type="http://schemas.openxmlformats.org/officeDocument/2006/relationships/slideMaster" Target="../slideMasters/slideMaster1.xml"/><Relationship Id="rId4" Type="http://schemas.openxmlformats.org/officeDocument/2006/relationships/tags" Target="../tags/tag59.xml"/><Relationship Id="rId9" Type="http://schemas.openxmlformats.org/officeDocument/2006/relationships/tags" Target="../tags/tag64.xml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tags" Target="../tags/tag72.xml"/><Relationship Id="rId13" Type="http://schemas.openxmlformats.org/officeDocument/2006/relationships/image" Target="../media/image4.svg"/><Relationship Id="rId3" Type="http://schemas.openxmlformats.org/officeDocument/2006/relationships/tags" Target="../tags/tag67.xml"/><Relationship Id="rId7" Type="http://schemas.openxmlformats.org/officeDocument/2006/relationships/tags" Target="../tags/tag71.xml"/><Relationship Id="rId12" Type="http://schemas.openxmlformats.org/officeDocument/2006/relationships/image" Target="../media/image1.emf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tags" Target="../tags/tag70.xml"/><Relationship Id="rId11" Type="http://schemas.openxmlformats.org/officeDocument/2006/relationships/oleObject" Target="../embeddings/oleObject8.bin"/><Relationship Id="rId5" Type="http://schemas.openxmlformats.org/officeDocument/2006/relationships/tags" Target="../tags/tag69.xml"/><Relationship Id="rId10" Type="http://schemas.openxmlformats.org/officeDocument/2006/relationships/slideMaster" Target="../slideMasters/slideMaster1.xml"/><Relationship Id="rId4" Type="http://schemas.openxmlformats.org/officeDocument/2006/relationships/tags" Target="../tags/tag68.xml"/><Relationship Id="rId9" Type="http://schemas.openxmlformats.org/officeDocument/2006/relationships/tags" Target="../tags/tag73.xml"/></Relationships>
</file>

<file path=ppt/slideLayouts/_rels/slideLayout8.xml.rels><?xml version="1.0" encoding="UTF-8" standalone="yes"?>
<Relationships xmlns="http://schemas.openxmlformats.org/package/2006/relationships"><Relationship Id="rId8" Type="http://schemas.openxmlformats.org/officeDocument/2006/relationships/tags" Target="../tags/tag81.xml"/><Relationship Id="rId13" Type="http://schemas.openxmlformats.org/officeDocument/2006/relationships/image" Target="../media/image4.svg"/><Relationship Id="rId3" Type="http://schemas.openxmlformats.org/officeDocument/2006/relationships/tags" Target="../tags/tag76.xml"/><Relationship Id="rId7" Type="http://schemas.openxmlformats.org/officeDocument/2006/relationships/tags" Target="../tags/tag80.xml"/><Relationship Id="rId12" Type="http://schemas.openxmlformats.org/officeDocument/2006/relationships/image" Target="../media/image1.emf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6" Type="http://schemas.openxmlformats.org/officeDocument/2006/relationships/tags" Target="../tags/tag79.xml"/><Relationship Id="rId11" Type="http://schemas.openxmlformats.org/officeDocument/2006/relationships/oleObject" Target="../embeddings/oleObject9.bin"/><Relationship Id="rId5" Type="http://schemas.openxmlformats.org/officeDocument/2006/relationships/tags" Target="../tags/tag78.xml"/><Relationship Id="rId10" Type="http://schemas.openxmlformats.org/officeDocument/2006/relationships/slideMaster" Target="../slideMasters/slideMaster1.xml"/><Relationship Id="rId4" Type="http://schemas.openxmlformats.org/officeDocument/2006/relationships/tags" Target="../tags/tag77.xml"/><Relationship Id="rId9" Type="http://schemas.openxmlformats.org/officeDocument/2006/relationships/tags" Target="../tags/tag82.xml"/></Relationships>
</file>

<file path=ppt/slideLayouts/_rels/slideLayout9.xml.rels><?xml version="1.0" encoding="UTF-8" standalone="yes"?>
<Relationships xmlns="http://schemas.openxmlformats.org/package/2006/relationships"><Relationship Id="rId8" Type="http://schemas.openxmlformats.org/officeDocument/2006/relationships/tags" Target="../tags/tag90.xml"/><Relationship Id="rId13" Type="http://schemas.openxmlformats.org/officeDocument/2006/relationships/image" Target="../media/image4.svg"/><Relationship Id="rId3" Type="http://schemas.openxmlformats.org/officeDocument/2006/relationships/tags" Target="../tags/tag85.xml"/><Relationship Id="rId7" Type="http://schemas.openxmlformats.org/officeDocument/2006/relationships/tags" Target="../tags/tag89.xml"/><Relationship Id="rId12" Type="http://schemas.openxmlformats.org/officeDocument/2006/relationships/image" Target="../media/image5.emf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6" Type="http://schemas.openxmlformats.org/officeDocument/2006/relationships/tags" Target="../tags/tag88.xml"/><Relationship Id="rId11" Type="http://schemas.openxmlformats.org/officeDocument/2006/relationships/oleObject" Target="../embeddings/oleObject10.bin"/><Relationship Id="rId5" Type="http://schemas.openxmlformats.org/officeDocument/2006/relationships/tags" Target="../tags/tag87.xml"/><Relationship Id="rId10" Type="http://schemas.openxmlformats.org/officeDocument/2006/relationships/slideMaster" Target="../slideMasters/slideMaster1.xml"/><Relationship Id="rId4" Type="http://schemas.openxmlformats.org/officeDocument/2006/relationships/tags" Target="../tags/tag86.xml"/><Relationship Id="rId9" Type="http://schemas.openxmlformats.org/officeDocument/2006/relationships/tags" Target="../tags/tag91.xml"/></Relationships>
</file>

<file path=ppt/slideLayouts/_rels/slideLayout10.xml.rels><?xml version="1.0" encoding="UTF-8" standalone="yes"?>
<Relationships xmlns="http://schemas.openxmlformats.org/package/2006/relationships"><Relationship Id="rId8" Type="http://schemas.openxmlformats.org/officeDocument/2006/relationships/tags" Target="../tags/tag99.xml"/><Relationship Id="rId13" Type="http://schemas.openxmlformats.org/officeDocument/2006/relationships/image" Target="../media/image4.svg"/><Relationship Id="rId3" Type="http://schemas.openxmlformats.org/officeDocument/2006/relationships/tags" Target="../tags/tag94.xml"/><Relationship Id="rId7" Type="http://schemas.openxmlformats.org/officeDocument/2006/relationships/tags" Target="../tags/tag98.xml"/><Relationship Id="rId12" Type="http://schemas.openxmlformats.org/officeDocument/2006/relationships/image" Target="../media/image1.emf"/><Relationship Id="rId2" Type="http://schemas.openxmlformats.org/officeDocument/2006/relationships/tags" Target="../tags/tag93.xml"/><Relationship Id="rId1" Type="http://schemas.openxmlformats.org/officeDocument/2006/relationships/tags" Target="../tags/tag92.xml"/><Relationship Id="rId6" Type="http://schemas.openxmlformats.org/officeDocument/2006/relationships/tags" Target="../tags/tag97.xml"/><Relationship Id="rId11" Type="http://schemas.openxmlformats.org/officeDocument/2006/relationships/oleObject" Target="../embeddings/oleObject11.bin"/><Relationship Id="rId5" Type="http://schemas.openxmlformats.org/officeDocument/2006/relationships/tags" Target="../tags/tag96.xml"/><Relationship Id="rId10" Type="http://schemas.openxmlformats.org/officeDocument/2006/relationships/slideMaster" Target="../slideMasters/slideMaster1.xml"/><Relationship Id="rId4" Type="http://schemas.openxmlformats.org/officeDocument/2006/relationships/tags" Target="../tags/tag95.xml"/><Relationship Id="rId9" Type="http://schemas.openxmlformats.org/officeDocument/2006/relationships/tags" Target="../tags/tag100.xml"/></Relationships>
</file>

<file path=ppt/slideLayouts/_rels/slideLayout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3" Type="http://schemas.openxmlformats.org/officeDocument/2006/relationships/tags" Target="../tags/tag103.xml"/><Relationship Id="rId7" Type="http://schemas.openxmlformats.org/officeDocument/2006/relationships/image" Target="../media/image6.svg"/><Relationship Id="rId2" Type="http://schemas.openxmlformats.org/officeDocument/2006/relationships/tags" Target="../tags/tag102.xml"/><Relationship Id="rId1" Type="http://schemas.openxmlformats.org/officeDocument/2006/relationships/tags" Target="../tags/tag101.xml"/><Relationship Id="rId6" Type="http://schemas.openxmlformats.org/officeDocument/2006/relationships/image" Target="../media/image2.emf"/><Relationship Id="rId5" Type="http://schemas.openxmlformats.org/officeDocument/2006/relationships/oleObject" Target="../embeddings/oleObject12.bin"/><Relationship Id="rId4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04.xml"/><Relationship Id="rId4" Type="http://schemas.openxmlformats.org/officeDocument/2006/relationships/image" Target="../media/image7.emf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8" Type="http://schemas.openxmlformats.org/officeDocument/2006/relationships/tags" Target="../tags/tag112.xml"/><Relationship Id="rId13" Type="http://schemas.openxmlformats.org/officeDocument/2006/relationships/image" Target="../media/image4.svg"/><Relationship Id="rId3" Type="http://schemas.openxmlformats.org/officeDocument/2006/relationships/tags" Target="../tags/tag107.xml"/><Relationship Id="rId7" Type="http://schemas.openxmlformats.org/officeDocument/2006/relationships/tags" Target="../tags/tag111.xml"/><Relationship Id="rId12" Type="http://schemas.openxmlformats.org/officeDocument/2006/relationships/image" Target="../media/image1.emf"/><Relationship Id="rId2" Type="http://schemas.openxmlformats.org/officeDocument/2006/relationships/tags" Target="../tags/tag106.xml"/><Relationship Id="rId1" Type="http://schemas.openxmlformats.org/officeDocument/2006/relationships/tags" Target="../tags/tag105.xml"/><Relationship Id="rId6" Type="http://schemas.openxmlformats.org/officeDocument/2006/relationships/tags" Target="../tags/tag110.xml"/><Relationship Id="rId11" Type="http://schemas.openxmlformats.org/officeDocument/2006/relationships/oleObject" Target="../embeddings/oleObject11.bin"/><Relationship Id="rId5" Type="http://schemas.openxmlformats.org/officeDocument/2006/relationships/tags" Target="../tags/tag109.xml"/><Relationship Id="rId10" Type="http://schemas.openxmlformats.org/officeDocument/2006/relationships/slideMaster" Target="../slideMasters/slideMaster1.xml"/><Relationship Id="rId4" Type="http://schemas.openxmlformats.org/officeDocument/2006/relationships/tags" Target="../tags/tag108.xml"/><Relationship Id="rId9" Type="http://schemas.openxmlformats.org/officeDocument/2006/relationships/tags" Target="../tags/tag11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33B562A0-3D6C-45D0-9E85-8A28A804D0F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058183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" imgW="592" imgH="591" progId="TCLayout.ActiveDocument.1">
                  <p:embed/>
                </p:oleObj>
              </mc:Choice>
              <mc:Fallback>
                <p:oleObj name="think-cell Slide" r:id="rId7" imgW="592" imgH="591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33B562A0-3D6C-45D0-9E85-8A28A804D0F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CC42428D-965F-410A-AAB0-2F4E028AF079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4000" b="1" i="0" baseline="0">
              <a:solidFill>
                <a:schemeClr val="bg1"/>
              </a:solidFill>
              <a:latin typeface="Georgia" panose="02040502050405020303" pitchFamily="18" charset="0"/>
              <a:ea typeface="Cambria" panose="02040503050406030204" pitchFamily="18" charset="0"/>
              <a:cs typeface="Times New Roman" panose="02020603050405020304" pitchFamily="18" charset="0"/>
              <a:sym typeface="Georgia" panose="02040502050405020303" pitchFamily="18" charset="0"/>
            </a:endParaRPr>
          </a:p>
        </p:txBody>
      </p:sp>
      <p:sp>
        <p:nvSpPr>
          <p:cNvPr id="32" name="Background">
            <a:extLst>
              <a:ext uri="{FF2B5EF4-FFF2-40B4-BE49-F238E27FC236}">
                <a16:creationId xmlns:a16="http://schemas.microsoft.com/office/drawing/2014/main" id="{1D980268-7BA9-4779-810B-9A371BD3036C}"/>
              </a:ext>
            </a:extLst>
          </p:cNvPr>
          <p:cNvSpPr/>
          <p:nvPr userDrawn="1"/>
        </p:nvSpPr>
        <p:spPr>
          <a:xfrm>
            <a:off x="0" y="1587"/>
            <a:ext cx="12192000" cy="6856413"/>
          </a:xfrm>
          <a:prstGeom prst="rect">
            <a:avLst/>
          </a:prstGeom>
          <a:solidFill>
            <a:schemeClr val="tx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sz="1224">
              <a:solidFill>
                <a:schemeClr val="tx1"/>
              </a:solidFill>
              <a:latin typeface="+mn-lt"/>
            </a:endParaRP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E0307DC1-89A8-4F19-831F-D7727709D848}"/>
              </a:ext>
            </a:extLst>
          </p:cNvPr>
          <p:cNvGrpSpPr/>
          <p:nvPr userDrawn="1"/>
        </p:nvGrpSpPr>
        <p:grpSpPr>
          <a:xfrm>
            <a:off x="0" y="3305867"/>
            <a:ext cx="6648374" cy="3337021"/>
            <a:chOff x="0" y="0"/>
            <a:chExt cx="6648374" cy="3337021"/>
          </a:xfrm>
        </p:grpSpPr>
        <p:pic>
          <p:nvPicPr>
            <p:cNvPr id="105" name="Graphic 104">
              <a:extLst>
                <a:ext uri="{FF2B5EF4-FFF2-40B4-BE49-F238E27FC236}">
                  <a16:creationId xmlns:a16="http://schemas.microsoft.com/office/drawing/2014/main" id="{21BADBE0-EF9D-4335-AF16-0F5531396DC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0" y="0"/>
              <a:ext cx="3337021" cy="3337021"/>
            </a:xfrm>
            <a:prstGeom prst="rect">
              <a:avLst/>
            </a:prstGeom>
          </p:spPr>
        </p:pic>
        <p:pic>
          <p:nvPicPr>
            <p:cNvPr id="106" name="Graphic 105">
              <a:extLst>
                <a:ext uri="{FF2B5EF4-FFF2-40B4-BE49-F238E27FC236}">
                  <a16:creationId xmlns:a16="http://schemas.microsoft.com/office/drawing/2014/main" id="{FE9D55BB-E0CB-44EB-987D-AAEB678C205B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311353" y="0"/>
              <a:ext cx="3337021" cy="3337021"/>
            </a:xfrm>
            <a:prstGeom prst="rect">
              <a:avLst/>
            </a:prstGeom>
          </p:spPr>
        </p:pic>
      </p:grpSp>
      <p:pic>
        <p:nvPicPr>
          <p:cNvPr id="107" name="Graphic 106">
            <a:extLst>
              <a:ext uri="{FF2B5EF4-FFF2-40B4-BE49-F238E27FC236}">
                <a16:creationId xmlns:a16="http://schemas.microsoft.com/office/drawing/2014/main" id="{24BBA23F-C71E-46C1-96BF-AB67B8254A0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605762" y="3305867"/>
            <a:ext cx="3337021" cy="3337021"/>
          </a:xfrm>
          <a:prstGeom prst="rect">
            <a:avLst/>
          </a:prstGeom>
        </p:spPr>
      </p:pic>
      <p:pic>
        <p:nvPicPr>
          <p:cNvPr id="108" name="Graphic 107">
            <a:extLst>
              <a:ext uri="{FF2B5EF4-FFF2-40B4-BE49-F238E27FC236}">
                <a16:creationId xmlns:a16="http://schemas.microsoft.com/office/drawing/2014/main" id="{86098EE8-AB18-4F28-AC02-491CA6F90929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r="31829"/>
          <a:stretch>
            <a:fillRect/>
          </a:stretch>
        </p:blipFill>
        <p:spPr>
          <a:xfrm>
            <a:off x="9917115" y="3305867"/>
            <a:ext cx="2274885" cy="3337021"/>
          </a:xfrm>
          <a:custGeom>
            <a:avLst/>
            <a:gdLst>
              <a:gd name="connsiteX0" fmla="*/ 0 w 2274885"/>
              <a:gd name="connsiteY0" fmla="*/ 0 h 3337021"/>
              <a:gd name="connsiteX1" fmla="*/ 2274885 w 2274885"/>
              <a:gd name="connsiteY1" fmla="*/ 0 h 3337021"/>
              <a:gd name="connsiteX2" fmla="*/ 2274885 w 2274885"/>
              <a:gd name="connsiteY2" fmla="*/ 3337021 h 3337021"/>
              <a:gd name="connsiteX3" fmla="*/ 0 w 2274885"/>
              <a:gd name="connsiteY3" fmla="*/ 3337021 h 333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74885" h="3337021">
                <a:moveTo>
                  <a:pt x="0" y="0"/>
                </a:moveTo>
                <a:lnTo>
                  <a:pt x="2274885" y="0"/>
                </a:lnTo>
                <a:lnTo>
                  <a:pt x="2274885" y="3337021"/>
                </a:lnTo>
                <a:lnTo>
                  <a:pt x="0" y="3337021"/>
                </a:lnTo>
                <a:close/>
              </a:path>
            </a:pathLst>
          </a:custGeom>
        </p:spPr>
      </p:pic>
      <p:pic>
        <p:nvPicPr>
          <p:cNvPr id="120" name="Graphic 119">
            <a:extLst>
              <a:ext uri="{FF2B5EF4-FFF2-40B4-BE49-F238E27FC236}">
                <a16:creationId xmlns:a16="http://schemas.microsoft.com/office/drawing/2014/main" id="{2A9E46F3-7EEF-45EC-B7C9-FAFF412582B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b="92389"/>
          <a:stretch>
            <a:fillRect/>
          </a:stretch>
        </p:blipFill>
        <p:spPr>
          <a:xfrm>
            <a:off x="0" y="6604027"/>
            <a:ext cx="3337021" cy="253973"/>
          </a:xfrm>
          <a:custGeom>
            <a:avLst/>
            <a:gdLst>
              <a:gd name="connsiteX0" fmla="*/ 0 w 3337021"/>
              <a:gd name="connsiteY0" fmla="*/ 0 h 253973"/>
              <a:gd name="connsiteX1" fmla="*/ 3337021 w 3337021"/>
              <a:gd name="connsiteY1" fmla="*/ 0 h 253973"/>
              <a:gd name="connsiteX2" fmla="*/ 3337021 w 3337021"/>
              <a:gd name="connsiteY2" fmla="*/ 253973 h 253973"/>
              <a:gd name="connsiteX3" fmla="*/ 0 w 3337021"/>
              <a:gd name="connsiteY3" fmla="*/ 253973 h 253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7021" h="253973">
                <a:moveTo>
                  <a:pt x="0" y="0"/>
                </a:moveTo>
                <a:lnTo>
                  <a:pt x="3337021" y="0"/>
                </a:lnTo>
                <a:lnTo>
                  <a:pt x="3337021" y="253973"/>
                </a:lnTo>
                <a:lnTo>
                  <a:pt x="0" y="253973"/>
                </a:lnTo>
                <a:close/>
              </a:path>
            </a:pathLst>
          </a:custGeom>
        </p:spPr>
      </p:pic>
      <p:pic>
        <p:nvPicPr>
          <p:cNvPr id="118" name="Graphic 117">
            <a:extLst>
              <a:ext uri="{FF2B5EF4-FFF2-40B4-BE49-F238E27FC236}">
                <a16:creationId xmlns:a16="http://schemas.microsoft.com/office/drawing/2014/main" id="{F0B558E2-8155-4161-A0C3-8A3F8D9B29C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b="92389"/>
          <a:stretch>
            <a:fillRect/>
          </a:stretch>
        </p:blipFill>
        <p:spPr>
          <a:xfrm>
            <a:off x="3311353" y="6604027"/>
            <a:ext cx="3337021" cy="253972"/>
          </a:xfrm>
          <a:custGeom>
            <a:avLst/>
            <a:gdLst>
              <a:gd name="connsiteX0" fmla="*/ 0 w 3337021"/>
              <a:gd name="connsiteY0" fmla="*/ 0 h 253972"/>
              <a:gd name="connsiteX1" fmla="*/ 3337021 w 3337021"/>
              <a:gd name="connsiteY1" fmla="*/ 0 h 253972"/>
              <a:gd name="connsiteX2" fmla="*/ 3337021 w 3337021"/>
              <a:gd name="connsiteY2" fmla="*/ 253972 h 253972"/>
              <a:gd name="connsiteX3" fmla="*/ 0 w 3337021"/>
              <a:gd name="connsiteY3" fmla="*/ 253972 h 253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7021" h="253972">
                <a:moveTo>
                  <a:pt x="0" y="0"/>
                </a:moveTo>
                <a:lnTo>
                  <a:pt x="3337021" y="0"/>
                </a:lnTo>
                <a:lnTo>
                  <a:pt x="3337021" y="253972"/>
                </a:lnTo>
                <a:lnTo>
                  <a:pt x="0" y="253972"/>
                </a:lnTo>
                <a:close/>
              </a:path>
            </a:pathLst>
          </a:custGeom>
        </p:spPr>
      </p:pic>
      <p:pic>
        <p:nvPicPr>
          <p:cNvPr id="117" name="Graphic 116">
            <a:extLst>
              <a:ext uri="{FF2B5EF4-FFF2-40B4-BE49-F238E27FC236}">
                <a16:creationId xmlns:a16="http://schemas.microsoft.com/office/drawing/2014/main" id="{7F35D97E-A39C-4F02-8745-F5C3640709F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b="92389"/>
          <a:stretch>
            <a:fillRect/>
          </a:stretch>
        </p:blipFill>
        <p:spPr>
          <a:xfrm>
            <a:off x="6605762" y="6604027"/>
            <a:ext cx="3337021" cy="253972"/>
          </a:xfrm>
          <a:custGeom>
            <a:avLst/>
            <a:gdLst>
              <a:gd name="connsiteX0" fmla="*/ 0 w 3337021"/>
              <a:gd name="connsiteY0" fmla="*/ 0 h 253972"/>
              <a:gd name="connsiteX1" fmla="*/ 3337021 w 3337021"/>
              <a:gd name="connsiteY1" fmla="*/ 0 h 253972"/>
              <a:gd name="connsiteX2" fmla="*/ 3337021 w 3337021"/>
              <a:gd name="connsiteY2" fmla="*/ 253972 h 253972"/>
              <a:gd name="connsiteX3" fmla="*/ 0 w 3337021"/>
              <a:gd name="connsiteY3" fmla="*/ 253972 h 253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7021" h="253972">
                <a:moveTo>
                  <a:pt x="0" y="0"/>
                </a:moveTo>
                <a:lnTo>
                  <a:pt x="3337021" y="0"/>
                </a:lnTo>
                <a:lnTo>
                  <a:pt x="3337021" y="253972"/>
                </a:lnTo>
                <a:lnTo>
                  <a:pt x="0" y="253972"/>
                </a:lnTo>
                <a:close/>
              </a:path>
            </a:pathLst>
          </a:custGeom>
        </p:spPr>
      </p:pic>
      <p:pic>
        <p:nvPicPr>
          <p:cNvPr id="116" name="Graphic 115">
            <a:extLst>
              <a:ext uri="{FF2B5EF4-FFF2-40B4-BE49-F238E27FC236}">
                <a16:creationId xmlns:a16="http://schemas.microsoft.com/office/drawing/2014/main" id="{F5B3FA40-9DF6-443D-B910-DB34568AAA8C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r="31829" b="92389"/>
          <a:stretch>
            <a:fillRect/>
          </a:stretch>
        </p:blipFill>
        <p:spPr>
          <a:xfrm>
            <a:off x="9917115" y="6604027"/>
            <a:ext cx="2274885" cy="253972"/>
          </a:xfrm>
          <a:custGeom>
            <a:avLst/>
            <a:gdLst>
              <a:gd name="connsiteX0" fmla="*/ 0 w 2274885"/>
              <a:gd name="connsiteY0" fmla="*/ 0 h 253972"/>
              <a:gd name="connsiteX1" fmla="*/ 2274885 w 2274885"/>
              <a:gd name="connsiteY1" fmla="*/ 0 h 253972"/>
              <a:gd name="connsiteX2" fmla="*/ 2274885 w 2274885"/>
              <a:gd name="connsiteY2" fmla="*/ 253972 h 253972"/>
              <a:gd name="connsiteX3" fmla="*/ 0 w 2274885"/>
              <a:gd name="connsiteY3" fmla="*/ 253972 h 253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74885" h="253972">
                <a:moveTo>
                  <a:pt x="0" y="0"/>
                </a:moveTo>
                <a:lnTo>
                  <a:pt x="2274885" y="0"/>
                </a:lnTo>
                <a:lnTo>
                  <a:pt x="2274885" y="253972"/>
                </a:lnTo>
                <a:lnTo>
                  <a:pt x="0" y="253972"/>
                </a:lnTo>
                <a:close/>
              </a:path>
            </a:pathLst>
          </a:custGeom>
        </p:spPr>
      </p:pic>
      <p:grpSp>
        <p:nvGrpSpPr>
          <p:cNvPr id="14" name="Rectangle 1">
            <a:extLst>
              <a:ext uri="{FF2B5EF4-FFF2-40B4-BE49-F238E27FC236}">
                <a16:creationId xmlns:a16="http://schemas.microsoft.com/office/drawing/2014/main" id="{74DBAC4F-5C86-458F-88E1-115AA10C0759}"/>
              </a:ext>
            </a:extLst>
          </p:cNvPr>
          <p:cNvGrpSpPr/>
          <p:nvPr userDrawn="1"/>
        </p:nvGrpSpPr>
        <p:grpSpPr>
          <a:xfrm>
            <a:off x="0" y="0"/>
            <a:ext cx="6648374" cy="3337021"/>
            <a:chOff x="0" y="0"/>
            <a:chExt cx="6648374" cy="3337021"/>
          </a:xfrm>
        </p:grpSpPr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C03C966D-E0F6-499D-B964-1BBA7BCCCE2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0" y="0"/>
              <a:ext cx="3337021" cy="3337021"/>
            </a:xfrm>
            <a:prstGeom prst="rect">
              <a:avLst/>
            </a:prstGeom>
          </p:spPr>
        </p:pic>
        <p:pic>
          <p:nvPicPr>
            <p:cNvPr id="98" name="Graphic 97">
              <a:extLst>
                <a:ext uri="{FF2B5EF4-FFF2-40B4-BE49-F238E27FC236}">
                  <a16:creationId xmlns:a16="http://schemas.microsoft.com/office/drawing/2014/main" id="{363F64DD-88CA-4D07-A7DC-636636F8D2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311353" y="0"/>
              <a:ext cx="3337021" cy="3337021"/>
            </a:xfrm>
            <a:prstGeom prst="rect">
              <a:avLst/>
            </a:prstGeom>
          </p:spPr>
        </p:pic>
      </p:grpSp>
      <p:sp>
        <p:nvSpPr>
          <p:cNvPr id="63" name="Background">
            <a:extLst>
              <a:ext uri="{FF2B5EF4-FFF2-40B4-BE49-F238E27FC236}">
                <a16:creationId xmlns:a16="http://schemas.microsoft.com/office/drawing/2014/main" id="{425469C0-55E0-44DD-A565-3DED7D7E7D79}"/>
              </a:ext>
            </a:extLst>
          </p:cNvPr>
          <p:cNvSpPr/>
          <p:nvPr userDrawn="1"/>
        </p:nvSpPr>
        <p:spPr bwMode="ltGray">
          <a:xfrm rot="10800000">
            <a:off x="-2115" y="0"/>
            <a:ext cx="12189884" cy="6650767"/>
          </a:xfrm>
          <a:prstGeom prst="rect">
            <a:avLst/>
          </a:prstGeom>
          <a:gradFill>
            <a:gsLst>
              <a:gs pos="77000">
                <a:srgbClr val="0D1514">
                  <a:alpha val="0"/>
                </a:srgbClr>
              </a:gs>
              <a:gs pos="0">
                <a:srgbClr val="0D1514"/>
              </a:gs>
            </a:gsLst>
            <a:lin ang="19200000" scaled="0"/>
          </a:gra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rtl="0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  <p:sp>
        <p:nvSpPr>
          <p:cNvPr id="31" name="Background">
            <a:extLst>
              <a:ext uri="{FF2B5EF4-FFF2-40B4-BE49-F238E27FC236}">
                <a16:creationId xmlns:a16="http://schemas.microsoft.com/office/drawing/2014/main" id="{0E2068AF-9C8C-490E-B5B3-460EC8A03D94}"/>
              </a:ext>
            </a:extLst>
          </p:cNvPr>
          <p:cNvSpPr/>
          <p:nvPr userDrawn="1"/>
        </p:nvSpPr>
        <p:spPr bwMode="ltGray">
          <a:xfrm>
            <a:off x="0" y="207233"/>
            <a:ext cx="12189884" cy="6650767"/>
          </a:xfrm>
          <a:prstGeom prst="rect">
            <a:avLst/>
          </a:prstGeom>
          <a:gradFill>
            <a:gsLst>
              <a:gs pos="8000">
                <a:schemeClr val="accent4">
                  <a:alpha val="28000"/>
                </a:schemeClr>
              </a:gs>
              <a:gs pos="31000">
                <a:schemeClr val="tx2">
                  <a:alpha val="0"/>
                </a:schemeClr>
              </a:gs>
              <a:gs pos="0">
                <a:schemeClr val="accent4">
                  <a:alpha val="58000"/>
                </a:schemeClr>
              </a:gs>
            </a:gsLst>
            <a:lin ang="16800000" scaled="0"/>
          </a:gra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rtl="0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1A210679-AAFE-4A37-B347-17F73F4FE03C}"/>
              </a:ext>
            </a:extLst>
          </p:cNvPr>
          <p:cNvGrpSpPr/>
          <p:nvPr userDrawn="1"/>
        </p:nvGrpSpPr>
        <p:grpSpPr>
          <a:xfrm>
            <a:off x="558977" y="509609"/>
            <a:ext cx="1550169" cy="633391"/>
            <a:chOff x="1568450" y="-1222375"/>
            <a:chExt cx="2327275" cy="950912"/>
          </a:xfrm>
          <a:solidFill>
            <a:schemeClr val="bg1"/>
          </a:solidFill>
        </p:grpSpPr>
        <p:sp>
          <p:nvSpPr>
            <p:cNvPr id="36" name="Freeform 568">
              <a:extLst>
                <a:ext uri="{FF2B5EF4-FFF2-40B4-BE49-F238E27FC236}">
                  <a16:creationId xmlns:a16="http://schemas.microsoft.com/office/drawing/2014/main" id="{3C220D7C-BB8A-448D-B566-ED3009C0941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643188" y="-682625"/>
              <a:ext cx="215900" cy="269875"/>
            </a:xfrm>
            <a:custGeom>
              <a:avLst/>
              <a:gdLst>
                <a:gd name="T0" fmla="*/ 0 w 77"/>
                <a:gd name="T1" fmla="*/ 0 h 96"/>
                <a:gd name="T2" fmla="*/ 34 w 77"/>
                <a:gd name="T3" fmla="*/ 0 h 96"/>
                <a:gd name="T4" fmla="*/ 70 w 77"/>
                <a:gd name="T5" fmla="*/ 27 h 96"/>
                <a:gd name="T6" fmla="*/ 60 w 77"/>
                <a:gd name="T7" fmla="*/ 44 h 96"/>
                <a:gd name="T8" fmla="*/ 60 w 77"/>
                <a:gd name="T9" fmla="*/ 44 h 96"/>
                <a:gd name="T10" fmla="*/ 77 w 77"/>
                <a:gd name="T11" fmla="*/ 67 h 96"/>
                <a:gd name="T12" fmla="*/ 38 w 77"/>
                <a:gd name="T13" fmla="*/ 96 h 96"/>
                <a:gd name="T14" fmla="*/ 0 w 77"/>
                <a:gd name="T15" fmla="*/ 96 h 96"/>
                <a:gd name="T16" fmla="*/ 0 w 77"/>
                <a:gd name="T17" fmla="*/ 0 h 96"/>
                <a:gd name="T18" fmla="*/ 32 w 77"/>
                <a:gd name="T19" fmla="*/ 40 h 96"/>
                <a:gd name="T20" fmla="*/ 47 w 77"/>
                <a:gd name="T21" fmla="*/ 29 h 96"/>
                <a:gd name="T22" fmla="*/ 30 w 77"/>
                <a:gd name="T23" fmla="*/ 18 h 96"/>
                <a:gd name="T24" fmla="*/ 23 w 77"/>
                <a:gd name="T25" fmla="*/ 18 h 96"/>
                <a:gd name="T26" fmla="*/ 23 w 77"/>
                <a:gd name="T27" fmla="*/ 40 h 96"/>
                <a:gd name="T28" fmla="*/ 32 w 77"/>
                <a:gd name="T29" fmla="*/ 40 h 96"/>
                <a:gd name="T30" fmla="*/ 35 w 77"/>
                <a:gd name="T31" fmla="*/ 78 h 96"/>
                <a:gd name="T32" fmla="*/ 53 w 77"/>
                <a:gd name="T33" fmla="*/ 67 h 96"/>
                <a:gd name="T34" fmla="*/ 33 w 77"/>
                <a:gd name="T35" fmla="*/ 55 h 96"/>
                <a:gd name="T36" fmla="*/ 23 w 77"/>
                <a:gd name="T37" fmla="*/ 55 h 96"/>
                <a:gd name="T38" fmla="*/ 23 w 77"/>
                <a:gd name="T39" fmla="*/ 78 h 96"/>
                <a:gd name="T40" fmla="*/ 35 w 77"/>
                <a:gd name="T41" fmla="*/ 7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" h="96">
                  <a:moveTo>
                    <a:pt x="0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57" y="0"/>
                    <a:pt x="70" y="9"/>
                    <a:pt x="70" y="27"/>
                  </a:cubicBezTo>
                  <a:cubicBezTo>
                    <a:pt x="70" y="35"/>
                    <a:pt x="65" y="41"/>
                    <a:pt x="60" y="44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6" y="46"/>
                    <a:pt x="77" y="54"/>
                    <a:pt x="77" y="67"/>
                  </a:cubicBezTo>
                  <a:cubicBezTo>
                    <a:pt x="77" y="84"/>
                    <a:pt x="66" y="96"/>
                    <a:pt x="38" y="96"/>
                  </a:cubicBezTo>
                  <a:cubicBezTo>
                    <a:pt x="0" y="96"/>
                    <a:pt x="0" y="96"/>
                    <a:pt x="0" y="96"/>
                  </a:cubicBezTo>
                  <a:lnTo>
                    <a:pt x="0" y="0"/>
                  </a:lnTo>
                  <a:close/>
                  <a:moveTo>
                    <a:pt x="32" y="40"/>
                  </a:moveTo>
                  <a:cubicBezTo>
                    <a:pt x="42" y="40"/>
                    <a:pt x="47" y="38"/>
                    <a:pt x="47" y="29"/>
                  </a:cubicBezTo>
                  <a:cubicBezTo>
                    <a:pt x="47" y="21"/>
                    <a:pt x="41" y="18"/>
                    <a:pt x="30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40"/>
                    <a:pt x="23" y="40"/>
                    <a:pt x="23" y="40"/>
                  </a:cubicBezTo>
                  <a:lnTo>
                    <a:pt x="32" y="40"/>
                  </a:lnTo>
                  <a:close/>
                  <a:moveTo>
                    <a:pt x="35" y="78"/>
                  </a:moveTo>
                  <a:cubicBezTo>
                    <a:pt x="47" y="78"/>
                    <a:pt x="53" y="75"/>
                    <a:pt x="53" y="67"/>
                  </a:cubicBezTo>
                  <a:cubicBezTo>
                    <a:pt x="53" y="59"/>
                    <a:pt x="47" y="55"/>
                    <a:pt x="33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78"/>
                    <a:pt x="23" y="78"/>
                    <a:pt x="23" y="78"/>
                  </a:cubicBezTo>
                  <a:lnTo>
                    <a:pt x="3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37" name="Freeform 569">
              <a:extLst>
                <a:ext uri="{FF2B5EF4-FFF2-40B4-BE49-F238E27FC236}">
                  <a16:creationId xmlns:a16="http://schemas.microsoft.com/office/drawing/2014/main" id="{56955F2B-3B04-43A0-ABB2-69888FCB71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879725" y="-627063"/>
              <a:ext cx="204788" cy="220662"/>
            </a:xfrm>
            <a:custGeom>
              <a:avLst/>
              <a:gdLst>
                <a:gd name="T0" fmla="*/ 0 w 73"/>
                <a:gd name="T1" fmla="*/ 55 h 78"/>
                <a:gd name="T2" fmla="*/ 32 w 73"/>
                <a:gd name="T3" fmla="*/ 33 h 78"/>
                <a:gd name="T4" fmla="*/ 45 w 73"/>
                <a:gd name="T5" fmla="*/ 33 h 78"/>
                <a:gd name="T6" fmla="*/ 45 w 73"/>
                <a:gd name="T7" fmla="*/ 28 h 78"/>
                <a:gd name="T8" fmla="*/ 31 w 73"/>
                <a:gd name="T9" fmla="*/ 20 h 78"/>
                <a:gd name="T10" fmla="*/ 9 w 73"/>
                <a:gd name="T11" fmla="*/ 23 h 78"/>
                <a:gd name="T12" fmla="*/ 4 w 73"/>
                <a:gd name="T13" fmla="*/ 6 h 78"/>
                <a:gd name="T14" fmla="*/ 35 w 73"/>
                <a:gd name="T15" fmla="*/ 0 h 78"/>
                <a:gd name="T16" fmla="*/ 67 w 73"/>
                <a:gd name="T17" fmla="*/ 24 h 78"/>
                <a:gd name="T18" fmla="*/ 67 w 73"/>
                <a:gd name="T19" fmla="*/ 57 h 78"/>
                <a:gd name="T20" fmla="*/ 73 w 73"/>
                <a:gd name="T21" fmla="*/ 60 h 78"/>
                <a:gd name="T22" fmla="*/ 73 w 73"/>
                <a:gd name="T23" fmla="*/ 77 h 78"/>
                <a:gd name="T24" fmla="*/ 67 w 73"/>
                <a:gd name="T25" fmla="*/ 77 h 78"/>
                <a:gd name="T26" fmla="*/ 47 w 73"/>
                <a:gd name="T27" fmla="*/ 69 h 78"/>
                <a:gd name="T28" fmla="*/ 25 w 73"/>
                <a:gd name="T29" fmla="*/ 78 h 78"/>
                <a:gd name="T30" fmla="*/ 0 w 73"/>
                <a:gd name="T31" fmla="*/ 55 h 78"/>
                <a:gd name="T32" fmla="*/ 45 w 73"/>
                <a:gd name="T33" fmla="*/ 58 h 78"/>
                <a:gd name="T34" fmla="*/ 45 w 73"/>
                <a:gd name="T35" fmla="*/ 46 h 78"/>
                <a:gd name="T36" fmla="*/ 33 w 73"/>
                <a:gd name="T37" fmla="*/ 46 h 78"/>
                <a:gd name="T38" fmla="*/ 22 w 73"/>
                <a:gd name="T39" fmla="*/ 54 h 78"/>
                <a:gd name="T40" fmla="*/ 30 w 73"/>
                <a:gd name="T41" fmla="*/ 60 h 78"/>
                <a:gd name="T42" fmla="*/ 45 w 73"/>
                <a:gd name="T43" fmla="*/ 5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3" h="78">
                  <a:moveTo>
                    <a:pt x="0" y="55"/>
                  </a:moveTo>
                  <a:cubicBezTo>
                    <a:pt x="0" y="36"/>
                    <a:pt x="17" y="33"/>
                    <a:pt x="32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1"/>
                    <a:pt x="40" y="20"/>
                    <a:pt x="31" y="20"/>
                  </a:cubicBezTo>
                  <a:cubicBezTo>
                    <a:pt x="24" y="20"/>
                    <a:pt x="16" y="21"/>
                    <a:pt x="9" y="2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3" y="3"/>
                    <a:pt x="23" y="0"/>
                    <a:pt x="35" y="0"/>
                  </a:cubicBezTo>
                  <a:cubicBezTo>
                    <a:pt x="58" y="0"/>
                    <a:pt x="67" y="7"/>
                    <a:pt x="67" y="24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9"/>
                    <a:pt x="69" y="60"/>
                    <a:pt x="73" y="60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1" y="77"/>
                    <a:pt x="69" y="77"/>
                    <a:pt x="67" y="77"/>
                  </a:cubicBezTo>
                  <a:cubicBezTo>
                    <a:pt x="58" y="77"/>
                    <a:pt x="49" y="76"/>
                    <a:pt x="47" y="69"/>
                  </a:cubicBezTo>
                  <a:cubicBezTo>
                    <a:pt x="41" y="73"/>
                    <a:pt x="34" y="78"/>
                    <a:pt x="25" y="78"/>
                  </a:cubicBezTo>
                  <a:cubicBezTo>
                    <a:pt x="9" y="78"/>
                    <a:pt x="0" y="70"/>
                    <a:pt x="0" y="55"/>
                  </a:cubicBezTo>
                  <a:moveTo>
                    <a:pt x="45" y="58"/>
                  </a:moveTo>
                  <a:cubicBezTo>
                    <a:pt x="45" y="46"/>
                    <a:pt x="45" y="46"/>
                    <a:pt x="45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27" y="46"/>
                    <a:pt x="22" y="48"/>
                    <a:pt x="22" y="54"/>
                  </a:cubicBezTo>
                  <a:cubicBezTo>
                    <a:pt x="22" y="58"/>
                    <a:pt x="26" y="60"/>
                    <a:pt x="30" y="60"/>
                  </a:cubicBezTo>
                  <a:cubicBezTo>
                    <a:pt x="35" y="60"/>
                    <a:pt x="40" y="59"/>
                    <a:pt x="45" y="5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38" name="Freeform 570">
              <a:extLst>
                <a:ext uri="{FF2B5EF4-FFF2-40B4-BE49-F238E27FC236}">
                  <a16:creationId xmlns:a16="http://schemas.microsoft.com/office/drawing/2014/main" id="{AB576AAF-61A1-45F3-B605-3C184D4B1C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17850" y="-627063"/>
              <a:ext cx="200025" cy="214312"/>
            </a:xfrm>
            <a:custGeom>
              <a:avLst/>
              <a:gdLst>
                <a:gd name="T0" fmla="*/ 0 w 71"/>
                <a:gd name="T1" fmla="*/ 2 h 76"/>
                <a:gd name="T2" fmla="*/ 22 w 71"/>
                <a:gd name="T3" fmla="*/ 2 h 76"/>
                <a:gd name="T4" fmla="*/ 22 w 71"/>
                <a:gd name="T5" fmla="*/ 10 h 76"/>
                <a:gd name="T6" fmla="*/ 46 w 71"/>
                <a:gd name="T7" fmla="*/ 0 h 76"/>
                <a:gd name="T8" fmla="*/ 71 w 71"/>
                <a:gd name="T9" fmla="*/ 30 h 76"/>
                <a:gd name="T10" fmla="*/ 71 w 71"/>
                <a:gd name="T11" fmla="*/ 76 h 76"/>
                <a:gd name="T12" fmla="*/ 49 w 71"/>
                <a:gd name="T13" fmla="*/ 76 h 76"/>
                <a:gd name="T14" fmla="*/ 49 w 71"/>
                <a:gd name="T15" fmla="*/ 32 h 76"/>
                <a:gd name="T16" fmla="*/ 39 w 71"/>
                <a:gd name="T17" fmla="*/ 20 h 76"/>
                <a:gd name="T18" fmla="*/ 22 w 71"/>
                <a:gd name="T19" fmla="*/ 24 h 76"/>
                <a:gd name="T20" fmla="*/ 22 w 71"/>
                <a:gd name="T21" fmla="*/ 76 h 76"/>
                <a:gd name="T22" fmla="*/ 0 w 71"/>
                <a:gd name="T23" fmla="*/ 76 h 76"/>
                <a:gd name="T24" fmla="*/ 0 w 71"/>
                <a:gd name="T25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" h="76">
                  <a:moveTo>
                    <a:pt x="0" y="2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7" y="6"/>
                    <a:pt x="37" y="0"/>
                    <a:pt x="46" y="0"/>
                  </a:cubicBezTo>
                  <a:cubicBezTo>
                    <a:pt x="70" y="0"/>
                    <a:pt x="71" y="13"/>
                    <a:pt x="71" y="30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22"/>
                    <a:pt x="46" y="20"/>
                    <a:pt x="39" y="20"/>
                  </a:cubicBezTo>
                  <a:cubicBezTo>
                    <a:pt x="32" y="20"/>
                    <a:pt x="26" y="22"/>
                    <a:pt x="22" y="24"/>
                  </a:cubicBezTo>
                  <a:cubicBezTo>
                    <a:pt x="22" y="76"/>
                    <a:pt x="22" y="76"/>
                    <a:pt x="22" y="76"/>
                  </a:cubicBezTo>
                  <a:cubicBezTo>
                    <a:pt x="0" y="76"/>
                    <a:pt x="0" y="76"/>
                    <a:pt x="0" y="76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39" name="Freeform 571">
              <a:extLst>
                <a:ext uri="{FF2B5EF4-FFF2-40B4-BE49-F238E27FC236}">
                  <a16:creationId xmlns:a16="http://schemas.microsoft.com/office/drawing/2014/main" id="{3DF65FB0-FFED-471C-A0DF-2DDA327C3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9150" y="-700088"/>
              <a:ext cx="203200" cy="287337"/>
            </a:xfrm>
            <a:custGeom>
              <a:avLst/>
              <a:gdLst>
                <a:gd name="T0" fmla="*/ 0 w 128"/>
                <a:gd name="T1" fmla="*/ 0 h 181"/>
                <a:gd name="T2" fmla="*/ 41 w 128"/>
                <a:gd name="T3" fmla="*/ 0 h 181"/>
                <a:gd name="T4" fmla="*/ 41 w 128"/>
                <a:gd name="T5" fmla="*/ 99 h 181"/>
                <a:gd name="T6" fmla="*/ 76 w 128"/>
                <a:gd name="T7" fmla="*/ 50 h 181"/>
                <a:gd name="T8" fmla="*/ 121 w 128"/>
                <a:gd name="T9" fmla="*/ 50 h 181"/>
                <a:gd name="T10" fmla="*/ 73 w 128"/>
                <a:gd name="T11" fmla="*/ 110 h 181"/>
                <a:gd name="T12" fmla="*/ 128 w 128"/>
                <a:gd name="T13" fmla="*/ 181 h 181"/>
                <a:gd name="T14" fmla="*/ 78 w 128"/>
                <a:gd name="T15" fmla="*/ 181 h 181"/>
                <a:gd name="T16" fmla="*/ 41 w 128"/>
                <a:gd name="T17" fmla="*/ 128 h 181"/>
                <a:gd name="T18" fmla="*/ 41 w 128"/>
                <a:gd name="T19" fmla="*/ 181 h 181"/>
                <a:gd name="T20" fmla="*/ 0 w 128"/>
                <a:gd name="T21" fmla="*/ 181 h 181"/>
                <a:gd name="T22" fmla="*/ 0 w 128"/>
                <a:gd name="T23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" h="181">
                  <a:moveTo>
                    <a:pt x="0" y="0"/>
                  </a:moveTo>
                  <a:lnTo>
                    <a:pt x="41" y="0"/>
                  </a:lnTo>
                  <a:lnTo>
                    <a:pt x="41" y="99"/>
                  </a:lnTo>
                  <a:lnTo>
                    <a:pt x="76" y="50"/>
                  </a:lnTo>
                  <a:lnTo>
                    <a:pt x="121" y="50"/>
                  </a:lnTo>
                  <a:lnTo>
                    <a:pt x="73" y="110"/>
                  </a:lnTo>
                  <a:lnTo>
                    <a:pt x="128" y="181"/>
                  </a:lnTo>
                  <a:lnTo>
                    <a:pt x="78" y="181"/>
                  </a:lnTo>
                  <a:lnTo>
                    <a:pt x="41" y="128"/>
                  </a:lnTo>
                  <a:lnTo>
                    <a:pt x="41" y="181"/>
                  </a:lnTo>
                  <a:lnTo>
                    <a:pt x="0" y="18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0" name="Freeform 572">
              <a:extLst>
                <a:ext uri="{FF2B5EF4-FFF2-40B4-BE49-F238E27FC236}">
                  <a16:creationId xmlns:a16="http://schemas.microsoft.com/office/drawing/2014/main" id="{4B9153B3-CE76-463A-840E-55087279F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05025" y="-1081088"/>
              <a:ext cx="268288" cy="269875"/>
            </a:xfrm>
            <a:custGeom>
              <a:avLst/>
              <a:gdLst>
                <a:gd name="T0" fmla="*/ 65 w 169"/>
                <a:gd name="T1" fmla="*/ 0 h 170"/>
                <a:gd name="T2" fmla="*/ 169 w 169"/>
                <a:gd name="T3" fmla="*/ 0 h 170"/>
                <a:gd name="T4" fmla="*/ 169 w 169"/>
                <a:gd name="T5" fmla="*/ 170 h 170"/>
                <a:gd name="T6" fmla="*/ 0 w 169"/>
                <a:gd name="T7" fmla="*/ 170 h 170"/>
                <a:gd name="T8" fmla="*/ 0 w 169"/>
                <a:gd name="T9" fmla="*/ 131 h 170"/>
                <a:gd name="T10" fmla="*/ 93 w 169"/>
                <a:gd name="T11" fmla="*/ 37 h 170"/>
                <a:gd name="T12" fmla="*/ 97 w 169"/>
                <a:gd name="T13" fmla="*/ 32 h 170"/>
                <a:gd name="T14" fmla="*/ 65 w 169"/>
                <a:gd name="T15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170">
                  <a:moveTo>
                    <a:pt x="65" y="0"/>
                  </a:moveTo>
                  <a:lnTo>
                    <a:pt x="169" y="0"/>
                  </a:lnTo>
                  <a:lnTo>
                    <a:pt x="169" y="170"/>
                  </a:lnTo>
                  <a:lnTo>
                    <a:pt x="0" y="170"/>
                  </a:lnTo>
                  <a:lnTo>
                    <a:pt x="0" y="131"/>
                  </a:lnTo>
                  <a:lnTo>
                    <a:pt x="93" y="37"/>
                  </a:lnTo>
                  <a:lnTo>
                    <a:pt x="97" y="32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1" name="Freeform 573">
              <a:extLst>
                <a:ext uri="{FF2B5EF4-FFF2-40B4-BE49-F238E27FC236}">
                  <a16:creationId xmlns:a16="http://schemas.microsoft.com/office/drawing/2014/main" id="{D5E88290-50BA-4495-B221-8D6AC5095E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2463" y="-1222375"/>
              <a:ext cx="307975" cy="384175"/>
            </a:xfrm>
            <a:custGeom>
              <a:avLst/>
              <a:gdLst>
                <a:gd name="T0" fmla="*/ 74 w 194"/>
                <a:gd name="T1" fmla="*/ 0 h 242"/>
                <a:gd name="T2" fmla="*/ 194 w 194"/>
                <a:gd name="T3" fmla="*/ 121 h 242"/>
                <a:gd name="T4" fmla="*/ 74 w 194"/>
                <a:gd name="T5" fmla="*/ 242 h 242"/>
                <a:gd name="T6" fmla="*/ 47 w 194"/>
                <a:gd name="T7" fmla="*/ 215 h 242"/>
                <a:gd name="T8" fmla="*/ 47 w 194"/>
                <a:gd name="T9" fmla="*/ 74 h 242"/>
                <a:gd name="T10" fmla="*/ 0 w 194"/>
                <a:gd name="T11" fmla="*/ 74 h 242"/>
                <a:gd name="T12" fmla="*/ 74 w 194"/>
                <a:gd name="T13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4" h="242">
                  <a:moveTo>
                    <a:pt x="74" y="0"/>
                  </a:moveTo>
                  <a:lnTo>
                    <a:pt x="194" y="121"/>
                  </a:lnTo>
                  <a:lnTo>
                    <a:pt x="74" y="242"/>
                  </a:lnTo>
                  <a:lnTo>
                    <a:pt x="47" y="215"/>
                  </a:lnTo>
                  <a:lnTo>
                    <a:pt x="47" y="74"/>
                  </a:lnTo>
                  <a:lnTo>
                    <a:pt x="0" y="74"/>
                  </a:lnTo>
                  <a:lnTo>
                    <a:pt x="7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2" name="Freeform 574">
              <a:extLst>
                <a:ext uri="{FF2B5EF4-FFF2-40B4-BE49-F238E27FC236}">
                  <a16:creationId xmlns:a16="http://schemas.microsoft.com/office/drawing/2014/main" id="{6C993C06-AA95-4443-B724-8B34E551B5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04975" y="-1081088"/>
              <a:ext cx="269875" cy="269875"/>
            </a:xfrm>
            <a:custGeom>
              <a:avLst/>
              <a:gdLst>
                <a:gd name="T0" fmla="*/ 0 w 170"/>
                <a:gd name="T1" fmla="*/ 0 h 170"/>
                <a:gd name="T2" fmla="*/ 0 w 170"/>
                <a:gd name="T3" fmla="*/ 105 h 170"/>
                <a:gd name="T4" fmla="*/ 29 w 170"/>
                <a:gd name="T5" fmla="*/ 76 h 170"/>
                <a:gd name="T6" fmla="*/ 34 w 170"/>
                <a:gd name="T7" fmla="*/ 71 h 170"/>
                <a:gd name="T8" fmla="*/ 133 w 170"/>
                <a:gd name="T9" fmla="*/ 170 h 170"/>
                <a:gd name="T10" fmla="*/ 170 w 170"/>
                <a:gd name="T11" fmla="*/ 170 h 170"/>
                <a:gd name="T12" fmla="*/ 170 w 170"/>
                <a:gd name="T13" fmla="*/ 0 h 170"/>
                <a:gd name="T14" fmla="*/ 0 w 170"/>
                <a:gd name="T15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0" h="170">
                  <a:moveTo>
                    <a:pt x="0" y="0"/>
                  </a:moveTo>
                  <a:lnTo>
                    <a:pt x="0" y="105"/>
                  </a:lnTo>
                  <a:lnTo>
                    <a:pt x="29" y="76"/>
                  </a:lnTo>
                  <a:lnTo>
                    <a:pt x="34" y="71"/>
                  </a:lnTo>
                  <a:lnTo>
                    <a:pt x="133" y="170"/>
                  </a:lnTo>
                  <a:lnTo>
                    <a:pt x="170" y="170"/>
                  </a:lnTo>
                  <a:lnTo>
                    <a:pt x="17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3" name="Freeform 575">
              <a:extLst>
                <a:ext uri="{FF2B5EF4-FFF2-40B4-BE49-F238E27FC236}">
                  <a16:creationId xmlns:a16="http://schemas.microsoft.com/office/drawing/2014/main" id="{87C29E33-DC8E-4D5E-9508-281A334048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68450" y="-939800"/>
              <a:ext cx="381000" cy="309562"/>
            </a:xfrm>
            <a:custGeom>
              <a:avLst/>
              <a:gdLst>
                <a:gd name="T0" fmla="*/ 0 w 240"/>
                <a:gd name="T1" fmla="*/ 122 h 195"/>
                <a:gd name="T2" fmla="*/ 120 w 240"/>
                <a:gd name="T3" fmla="*/ 0 h 195"/>
                <a:gd name="T4" fmla="*/ 240 w 240"/>
                <a:gd name="T5" fmla="*/ 122 h 195"/>
                <a:gd name="T6" fmla="*/ 214 w 240"/>
                <a:gd name="T7" fmla="*/ 149 h 195"/>
                <a:gd name="T8" fmla="*/ 74 w 240"/>
                <a:gd name="T9" fmla="*/ 149 h 195"/>
                <a:gd name="T10" fmla="*/ 74 w 240"/>
                <a:gd name="T11" fmla="*/ 195 h 195"/>
                <a:gd name="T12" fmla="*/ 0 w 240"/>
                <a:gd name="T13" fmla="*/ 122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0" h="195">
                  <a:moveTo>
                    <a:pt x="0" y="122"/>
                  </a:moveTo>
                  <a:lnTo>
                    <a:pt x="120" y="0"/>
                  </a:lnTo>
                  <a:lnTo>
                    <a:pt x="240" y="122"/>
                  </a:lnTo>
                  <a:lnTo>
                    <a:pt x="214" y="149"/>
                  </a:lnTo>
                  <a:lnTo>
                    <a:pt x="74" y="149"/>
                  </a:lnTo>
                  <a:lnTo>
                    <a:pt x="74" y="195"/>
                  </a:lnTo>
                  <a:lnTo>
                    <a:pt x="0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4" name="Freeform 576">
              <a:extLst>
                <a:ext uri="{FF2B5EF4-FFF2-40B4-BE49-F238E27FC236}">
                  <a16:creationId xmlns:a16="http://schemas.microsoft.com/office/drawing/2014/main" id="{14508571-8E23-401B-9B85-0763784D45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04975" y="-682625"/>
              <a:ext cx="269875" cy="269875"/>
            </a:xfrm>
            <a:custGeom>
              <a:avLst/>
              <a:gdLst>
                <a:gd name="T0" fmla="*/ 0 w 170"/>
                <a:gd name="T1" fmla="*/ 170 h 170"/>
                <a:gd name="T2" fmla="*/ 0 w 170"/>
                <a:gd name="T3" fmla="*/ 0 h 170"/>
                <a:gd name="T4" fmla="*/ 170 w 170"/>
                <a:gd name="T5" fmla="*/ 0 h 170"/>
                <a:gd name="T6" fmla="*/ 170 w 170"/>
                <a:gd name="T7" fmla="*/ 39 h 170"/>
                <a:gd name="T8" fmla="*/ 76 w 170"/>
                <a:gd name="T9" fmla="*/ 133 h 170"/>
                <a:gd name="T10" fmla="*/ 73 w 170"/>
                <a:gd name="T11" fmla="*/ 138 h 170"/>
                <a:gd name="T12" fmla="*/ 76 w 170"/>
                <a:gd name="T13" fmla="*/ 142 h 170"/>
                <a:gd name="T14" fmla="*/ 105 w 170"/>
                <a:gd name="T15" fmla="*/ 170 h 170"/>
                <a:gd name="T16" fmla="*/ 0 w 170"/>
                <a:gd name="T17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0" h="170">
                  <a:moveTo>
                    <a:pt x="0" y="170"/>
                  </a:moveTo>
                  <a:lnTo>
                    <a:pt x="0" y="0"/>
                  </a:lnTo>
                  <a:lnTo>
                    <a:pt x="170" y="0"/>
                  </a:lnTo>
                  <a:lnTo>
                    <a:pt x="170" y="39"/>
                  </a:lnTo>
                  <a:lnTo>
                    <a:pt x="76" y="133"/>
                  </a:lnTo>
                  <a:lnTo>
                    <a:pt x="73" y="138"/>
                  </a:lnTo>
                  <a:lnTo>
                    <a:pt x="76" y="142"/>
                  </a:lnTo>
                  <a:lnTo>
                    <a:pt x="105" y="170"/>
                  </a:lnTo>
                  <a:lnTo>
                    <a:pt x="0" y="1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5" name="Freeform 577">
              <a:extLst>
                <a:ext uri="{FF2B5EF4-FFF2-40B4-BE49-F238E27FC236}">
                  <a16:creationId xmlns:a16="http://schemas.microsoft.com/office/drawing/2014/main" id="{D75DFA95-69BA-452A-B53B-93057F5ADF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49438" y="-655638"/>
              <a:ext cx="307975" cy="384175"/>
            </a:xfrm>
            <a:custGeom>
              <a:avLst/>
              <a:gdLst>
                <a:gd name="T0" fmla="*/ 120 w 194"/>
                <a:gd name="T1" fmla="*/ 242 h 242"/>
                <a:gd name="T2" fmla="*/ 0 w 194"/>
                <a:gd name="T3" fmla="*/ 121 h 242"/>
                <a:gd name="T4" fmla="*/ 120 w 194"/>
                <a:gd name="T5" fmla="*/ 0 h 242"/>
                <a:gd name="T6" fmla="*/ 146 w 194"/>
                <a:gd name="T7" fmla="*/ 27 h 242"/>
                <a:gd name="T8" fmla="*/ 146 w 194"/>
                <a:gd name="T9" fmla="*/ 168 h 242"/>
                <a:gd name="T10" fmla="*/ 194 w 194"/>
                <a:gd name="T11" fmla="*/ 168 h 242"/>
                <a:gd name="T12" fmla="*/ 120 w 194"/>
                <a:gd name="T13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4" h="242">
                  <a:moveTo>
                    <a:pt x="120" y="242"/>
                  </a:moveTo>
                  <a:lnTo>
                    <a:pt x="0" y="121"/>
                  </a:lnTo>
                  <a:lnTo>
                    <a:pt x="120" y="0"/>
                  </a:lnTo>
                  <a:lnTo>
                    <a:pt x="146" y="27"/>
                  </a:lnTo>
                  <a:lnTo>
                    <a:pt x="146" y="168"/>
                  </a:lnTo>
                  <a:lnTo>
                    <a:pt x="194" y="168"/>
                  </a:lnTo>
                  <a:lnTo>
                    <a:pt x="120" y="2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6" name="Freeform 578">
              <a:extLst>
                <a:ext uri="{FF2B5EF4-FFF2-40B4-BE49-F238E27FC236}">
                  <a16:creationId xmlns:a16="http://schemas.microsoft.com/office/drawing/2014/main" id="{6291102D-0F2C-486C-ACE9-E05B63C55F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05025" y="-682625"/>
              <a:ext cx="268288" cy="269875"/>
            </a:xfrm>
            <a:custGeom>
              <a:avLst/>
              <a:gdLst>
                <a:gd name="T0" fmla="*/ 169 w 169"/>
                <a:gd name="T1" fmla="*/ 170 h 170"/>
                <a:gd name="T2" fmla="*/ 0 w 169"/>
                <a:gd name="T3" fmla="*/ 170 h 170"/>
                <a:gd name="T4" fmla="*/ 0 w 169"/>
                <a:gd name="T5" fmla="*/ 0 h 170"/>
                <a:gd name="T6" fmla="*/ 37 w 169"/>
                <a:gd name="T7" fmla="*/ 0 h 170"/>
                <a:gd name="T8" fmla="*/ 130 w 169"/>
                <a:gd name="T9" fmla="*/ 94 h 170"/>
                <a:gd name="T10" fmla="*/ 136 w 169"/>
                <a:gd name="T11" fmla="*/ 99 h 170"/>
                <a:gd name="T12" fmla="*/ 141 w 169"/>
                <a:gd name="T13" fmla="*/ 94 h 170"/>
                <a:gd name="T14" fmla="*/ 169 w 169"/>
                <a:gd name="T15" fmla="*/ 65 h 170"/>
                <a:gd name="T16" fmla="*/ 169 w 169"/>
                <a:gd name="T17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9" h="170">
                  <a:moveTo>
                    <a:pt x="169" y="170"/>
                  </a:moveTo>
                  <a:lnTo>
                    <a:pt x="0" y="170"/>
                  </a:lnTo>
                  <a:lnTo>
                    <a:pt x="0" y="0"/>
                  </a:lnTo>
                  <a:lnTo>
                    <a:pt x="37" y="0"/>
                  </a:lnTo>
                  <a:lnTo>
                    <a:pt x="130" y="94"/>
                  </a:lnTo>
                  <a:lnTo>
                    <a:pt x="136" y="99"/>
                  </a:lnTo>
                  <a:lnTo>
                    <a:pt x="141" y="94"/>
                  </a:lnTo>
                  <a:lnTo>
                    <a:pt x="169" y="65"/>
                  </a:lnTo>
                  <a:lnTo>
                    <a:pt x="169" y="1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7" name="Freeform 579">
              <a:extLst>
                <a:ext uri="{FF2B5EF4-FFF2-40B4-BE49-F238E27FC236}">
                  <a16:creationId xmlns:a16="http://schemas.microsoft.com/office/drawing/2014/main" id="{85BDF893-5B04-4A7A-9D6B-F541182B09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8838" y="-863600"/>
              <a:ext cx="382588" cy="309562"/>
            </a:xfrm>
            <a:custGeom>
              <a:avLst/>
              <a:gdLst>
                <a:gd name="T0" fmla="*/ 121 w 241"/>
                <a:gd name="T1" fmla="*/ 195 h 195"/>
                <a:gd name="T2" fmla="*/ 0 w 241"/>
                <a:gd name="T3" fmla="*/ 74 h 195"/>
                <a:gd name="T4" fmla="*/ 27 w 241"/>
                <a:gd name="T5" fmla="*/ 46 h 195"/>
                <a:gd name="T6" fmla="*/ 167 w 241"/>
                <a:gd name="T7" fmla="*/ 46 h 195"/>
                <a:gd name="T8" fmla="*/ 167 w 241"/>
                <a:gd name="T9" fmla="*/ 0 h 195"/>
                <a:gd name="T10" fmla="*/ 241 w 241"/>
                <a:gd name="T11" fmla="*/ 74 h 195"/>
                <a:gd name="T12" fmla="*/ 121 w 241"/>
                <a:gd name="T13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195">
                  <a:moveTo>
                    <a:pt x="121" y="195"/>
                  </a:moveTo>
                  <a:lnTo>
                    <a:pt x="0" y="74"/>
                  </a:lnTo>
                  <a:lnTo>
                    <a:pt x="27" y="46"/>
                  </a:lnTo>
                  <a:lnTo>
                    <a:pt x="167" y="46"/>
                  </a:lnTo>
                  <a:lnTo>
                    <a:pt x="167" y="0"/>
                  </a:lnTo>
                  <a:lnTo>
                    <a:pt x="241" y="74"/>
                  </a:lnTo>
                  <a:lnTo>
                    <a:pt x="121" y="1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8" name="Freeform 580">
              <a:extLst>
                <a:ext uri="{FF2B5EF4-FFF2-40B4-BE49-F238E27FC236}">
                  <a16:creationId xmlns:a16="http://schemas.microsoft.com/office/drawing/2014/main" id="{3A7EEDE8-CD2A-4758-A390-91258C0A146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643188" y="-1081088"/>
              <a:ext cx="211138" cy="269875"/>
            </a:xfrm>
            <a:custGeom>
              <a:avLst/>
              <a:gdLst>
                <a:gd name="T0" fmla="*/ 0 w 75"/>
                <a:gd name="T1" fmla="*/ 0 h 96"/>
                <a:gd name="T2" fmla="*/ 38 w 75"/>
                <a:gd name="T3" fmla="*/ 0 h 96"/>
                <a:gd name="T4" fmla="*/ 75 w 75"/>
                <a:gd name="T5" fmla="*/ 34 h 96"/>
                <a:gd name="T6" fmla="*/ 30 w 75"/>
                <a:gd name="T7" fmla="*/ 69 h 96"/>
                <a:gd name="T8" fmla="*/ 23 w 75"/>
                <a:gd name="T9" fmla="*/ 69 h 96"/>
                <a:gd name="T10" fmla="*/ 23 w 75"/>
                <a:gd name="T11" fmla="*/ 96 h 96"/>
                <a:gd name="T12" fmla="*/ 0 w 75"/>
                <a:gd name="T13" fmla="*/ 96 h 96"/>
                <a:gd name="T14" fmla="*/ 0 w 75"/>
                <a:gd name="T15" fmla="*/ 0 h 96"/>
                <a:gd name="T16" fmla="*/ 31 w 75"/>
                <a:gd name="T17" fmla="*/ 51 h 96"/>
                <a:gd name="T18" fmla="*/ 51 w 75"/>
                <a:gd name="T19" fmla="*/ 34 h 96"/>
                <a:gd name="T20" fmla="*/ 34 w 75"/>
                <a:gd name="T21" fmla="*/ 18 h 96"/>
                <a:gd name="T22" fmla="*/ 23 w 75"/>
                <a:gd name="T23" fmla="*/ 18 h 96"/>
                <a:gd name="T24" fmla="*/ 23 w 75"/>
                <a:gd name="T25" fmla="*/ 51 h 96"/>
                <a:gd name="T26" fmla="*/ 31 w 75"/>
                <a:gd name="T27" fmla="*/ 5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96">
                  <a:moveTo>
                    <a:pt x="0" y="0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59" y="0"/>
                    <a:pt x="75" y="12"/>
                    <a:pt x="75" y="34"/>
                  </a:cubicBezTo>
                  <a:cubicBezTo>
                    <a:pt x="75" y="53"/>
                    <a:pt x="59" y="69"/>
                    <a:pt x="30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0" y="96"/>
                    <a:pt x="0" y="96"/>
                    <a:pt x="0" y="96"/>
                  </a:cubicBezTo>
                  <a:lnTo>
                    <a:pt x="0" y="0"/>
                  </a:lnTo>
                  <a:close/>
                  <a:moveTo>
                    <a:pt x="31" y="51"/>
                  </a:moveTo>
                  <a:cubicBezTo>
                    <a:pt x="46" y="51"/>
                    <a:pt x="51" y="43"/>
                    <a:pt x="51" y="34"/>
                  </a:cubicBezTo>
                  <a:cubicBezTo>
                    <a:pt x="51" y="25"/>
                    <a:pt x="47" y="18"/>
                    <a:pt x="34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51"/>
                    <a:pt x="23" y="51"/>
                    <a:pt x="23" y="51"/>
                  </a:cubicBezTo>
                  <a:lnTo>
                    <a:pt x="3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49" name="Freeform 581">
              <a:extLst>
                <a:ext uri="{FF2B5EF4-FFF2-40B4-BE49-F238E27FC236}">
                  <a16:creationId xmlns:a16="http://schemas.microsoft.com/office/drawing/2014/main" id="{04E86433-E0D9-41BF-9B41-4EE805D5DD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28963" y="-1087438"/>
              <a:ext cx="203200" cy="279400"/>
            </a:xfrm>
            <a:custGeom>
              <a:avLst/>
              <a:gdLst>
                <a:gd name="T0" fmla="*/ 0 w 72"/>
                <a:gd name="T1" fmla="*/ 92 h 99"/>
                <a:gd name="T2" fmla="*/ 6 w 72"/>
                <a:gd name="T3" fmla="*/ 76 h 99"/>
                <a:gd name="T4" fmla="*/ 32 w 72"/>
                <a:gd name="T5" fmla="*/ 80 h 99"/>
                <a:gd name="T6" fmla="*/ 48 w 72"/>
                <a:gd name="T7" fmla="*/ 71 h 99"/>
                <a:gd name="T8" fmla="*/ 3 w 72"/>
                <a:gd name="T9" fmla="*/ 27 h 99"/>
                <a:gd name="T10" fmla="*/ 37 w 72"/>
                <a:gd name="T11" fmla="*/ 0 h 99"/>
                <a:gd name="T12" fmla="*/ 67 w 72"/>
                <a:gd name="T13" fmla="*/ 7 h 99"/>
                <a:gd name="T14" fmla="*/ 61 w 72"/>
                <a:gd name="T15" fmla="*/ 23 h 99"/>
                <a:gd name="T16" fmla="*/ 38 w 72"/>
                <a:gd name="T17" fmla="*/ 19 h 99"/>
                <a:gd name="T18" fmla="*/ 25 w 72"/>
                <a:gd name="T19" fmla="*/ 27 h 99"/>
                <a:gd name="T20" fmla="*/ 72 w 72"/>
                <a:gd name="T21" fmla="*/ 70 h 99"/>
                <a:gd name="T22" fmla="*/ 32 w 72"/>
                <a:gd name="T23" fmla="*/ 99 h 99"/>
                <a:gd name="T24" fmla="*/ 0 w 72"/>
                <a:gd name="T25" fmla="*/ 9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99">
                  <a:moveTo>
                    <a:pt x="0" y="92"/>
                  </a:moveTo>
                  <a:cubicBezTo>
                    <a:pt x="6" y="76"/>
                    <a:pt x="6" y="76"/>
                    <a:pt x="6" y="76"/>
                  </a:cubicBezTo>
                  <a:cubicBezTo>
                    <a:pt x="15" y="79"/>
                    <a:pt x="21" y="80"/>
                    <a:pt x="32" y="80"/>
                  </a:cubicBezTo>
                  <a:cubicBezTo>
                    <a:pt x="43" y="80"/>
                    <a:pt x="48" y="77"/>
                    <a:pt x="48" y="71"/>
                  </a:cubicBezTo>
                  <a:cubicBezTo>
                    <a:pt x="48" y="55"/>
                    <a:pt x="3" y="59"/>
                    <a:pt x="3" y="27"/>
                  </a:cubicBezTo>
                  <a:cubicBezTo>
                    <a:pt x="3" y="8"/>
                    <a:pt x="20" y="0"/>
                    <a:pt x="37" y="0"/>
                  </a:cubicBezTo>
                  <a:cubicBezTo>
                    <a:pt x="52" y="0"/>
                    <a:pt x="60" y="3"/>
                    <a:pt x="67" y="7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54" y="21"/>
                    <a:pt x="48" y="19"/>
                    <a:pt x="38" y="19"/>
                  </a:cubicBezTo>
                  <a:cubicBezTo>
                    <a:pt x="28" y="19"/>
                    <a:pt x="25" y="22"/>
                    <a:pt x="25" y="27"/>
                  </a:cubicBezTo>
                  <a:cubicBezTo>
                    <a:pt x="25" y="39"/>
                    <a:pt x="72" y="39"/>
                    <a:pt x="72" y="70"/>
                  </a:cubicBezTo>
                  <a:cubicBezTo>
                    <a:pt x="72" y="91"/>
                    <a:pt x="52" y="99"/>
                    <a:pt x="32" y="99"/>
                  </a:cubicBezTo>
                  <a:cubicBezTo>
                    <a:pt x="16" y="99"/>
                    <a:pt x="7" y="96"/>
                    <a:pt x="0" y="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50" name="Freeform 582">
              <a:extLst>
                <a:ext uri="{FF2B5EF4-FFF2-40B4-BE49-F238E27FC236}">
                  <a16:creationId xmlns:a16="http://schemas.microsoft.com/office/drawing/2014/main" id="{1AB69417-2FD1-4742-8DCA-CD3E13C707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65500" y="-1081088"/>
              <a:ext cx="234950" cy="269875"/>
            </a:xfrm>
            <a:custGeom>
              <a:avLst/>
              <a:gdLst>
                <a:gd name="T0" fmla="*/ 0 w 148"/>
                <a:gd name="T1" fmla="*/ 0 h 170"/>
                <a:gd name="T2" fmla="*/ 41 w 148"/>
                <a:gd name="T3" fmla="*/ 0 h 170"/>
                <a:gd name="T4" fmla="*/ 41 w 148"/>
                <a:gd name="T5" fmla="*/ 69 h 170"/>
                <a:gd name="T6" fmla="*/ 108 w 148"/>
                <a:gd name="T7" fmla="*/ 69 h 170"/>
                <a:gd name="T8" fmla="*/ 108 w 148"/>
                <a:gd name="T9" fmla="*/ 0 h 170"/>
                <a:gd name="T10" fmla="*/ 148 w 148"/>
                <a:gd name="T11" fmla="*/ 0 h 170"/>
                <a:gd name="T12" fmla="*/ 148 w 148"/>
                <a:gd name="T13" fmla="*/ 170 h 170"/>
                <a:gd name="T14" fmla="*/ 108 w 148"/>
                <a:gd name="T15" fmla="*/ 170 h 170"/>
                <a:gd name="T16" fmla="*/ 108 w 148"/>
                <a:gd name="T17" fmla="*/ 99 h 170"/>
                <a:gd name="T18" fmla="*/ 41 w 148"/>
                <a:gd name="T19" fmla="*/ 99 h 170"/>
                <a:gd name="T20" fmla="*/ 41 w 148"/>
                <a:gd name="T21" fmla="*/ 170 h 170"/>
                <a:gd name="T22" fmla="*/ 0 w 148"/>
                <a:gd name="T23" fmla="*/ 170 h 170"/>
                <a:gd name="T24" fmla="*/ 0 w 148"/>
                <a:gd name="T25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8" h="170">
                  <a:moveTo>
                    <a:pt x="0" y="0"/>
                  </a:moveTo>
                  <a:lnTo>
                    <a:pt x="41" y="0"/>
                  </a:lnTo>
                  <a:lnTo>
                    <a:pt x="41" y="69"/>
                  </a:lnTo>
                  <a:lnTo>
                    <a:pt x="108" y="69"/>
                  </a:lnTo>
                  <a:lnTo>
                    <a:pt x="108" y="0"/>
                  </a:lnTo>
                  <a:lnTo>
                    <a:pt x="148" y="0"/>
                  </a:lnTo>
                  <a:lnTo>
                    <a:pt x="148" y="170"/>
                  </a:lnTo>
                  <a:lnTo>
                    <a:pt x="108" y="170"/>
                  </a:lnTo>
                  <a:lnTo>
                    <a:pt x="108" y="99"/>
                  </a:lnTo>
                  <a:lnTo>
                    <a:pt x="41" y="99"/>
                  </a:lnTo>
                  <a:lnTo>
                    <a:pt x="41" y="170"/>
                  </a:lnTo>
                  <a:lnTo>
                    <a:pt x="0" y="17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51" name="Freeform 583">
              <a:extLst>
                <a:ext uri="{FF2B5EF4-FFF2-40B4-BE49-F238E27FC236}">
                  <a16:creationId xmlns:a16="http://schemas.microsoft.com/office/drawing/2014/main" id="{D94CA590-82AB-49B3-B576-C780D59F89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5850" y="-1081088"/>
              <a:ext cx="269875" cy="269875"/>
            </a:xfrm>
            <a:custGeom>
              <a:avLst/>
              <a:gdLst>
                <a:gd name="T0" fmla="*/ 114 w 170"/>
                <a:gd name="T1" fmla="*/ 0 h 170"/>
                <a:gd name="T2" fmla="*/ 57 w 170"/>
                <a:gd name="T3" fmla="*/ 0 h 170"/>
                <a:gd name="T4" fmla="*/ 0 w 170"/>
                <a:gd name="T5" fmla="*/ 170 h 170"/>
                <a:gd name="T6" fmla="*/ 43 w 170"/>
                <a:gd name="T7" fmla="*/ 170 h 170"/>
                <a:gd name="T8" fmla="*/ 59 w 170"/>
                <a:gd name="T9" fmla="*/ 121 h 170"/>
                <a:gd name="T10" fmla="*/ 112 w 170"/>
                <a:gd name="T11" fmla="*/ 121 h 170"/>
                <a:gd name="T12" fmla="*/ 128 w 170"/>
                <a:gd name="T13" fmla="*/ 170 h 170"/>
                <a:gd name="T14" fmla="*/ 170 w 170"/>
                <a:gd name="T15" fmla="*/ 170 h 170"/>
                <a:gd name="T16" fmla="*/ 114 w 170"/>
                <a:gd name="T17" fmla="*/ 0 h 170"/>
                <a:gd name="T18" fmla="*/ 68 w 170"/>
                <a:gd name="T19" fmla="*/ 90 h 170"/>
                <a:gd name="T20" fmla="*/ 85 w 170"/>
                <a:gd name="T21" fmla="*/ 25 h 170"/>
                <a:gd name="T22" fmla="*/ 101 w 170"/>
                <a:gd name="T23" fmla="*/ 90 h 170"/>
                <a:gd name="T24" fmla="*/ 68 w 170"/>
                <a:gd name="T25" fmla="*/ 9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0" h="170">
                  <a:moveTo>
                    <a:pt x="114" y="0"/>
                  </a:moveTo>
                  <a:lnTo>
                    <a:pt x="57" y="0"/>
                  </a:lnTo>
                  <a:lnTo>
                    <a:pt x="0" y="170"/>
                  </a:lnTo>
                  <a:lnTo>
                    <a:pt x="43" y="170"/>
                  </a:lnTo>
                  <a:lnTo>
                    <a:pt x="59" y="121"/>
                  </a:lnTo>
                  <a:lnTo>
                    <a:pt x="112" y="121"/>
                  </a:lnTo>
                  <a:lnTo>
                    <a:pt x="128" y="170"/>
                  </a:lnTo>
                  <a:lnTo>
                    <a:pt x="170" y="170"/>
                  </a:lnTo>
                  <a:lnTo>
                    <a:pt x="114" y="0"/>
                  </a:lnTo>
                  <a:close/>
                  <a:moveTo>
                    <a:pt x="68" y="90"/>
                  </a:moveTo>
                  <a:lnTo>
                    <a:pt x="85" y="25"/>
                  </a:lnTo>
                  <a:lnTo>
                    <a:pt x="101" y="90"/>
                  </a:lnTo>
                  <a:lnTo>
                    <a:pt x="68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  <p:sp>
          <p:nvSpPr>
            <p:cNvPr id="53" name="Freeform 584">
              <a:extLst>
                <a:ext uri="{FF2B5EF4-FFF2-40B4-BE49-F238E27FC236}">
                  <a16:creationId xmlns:a16="http://schemas.microsoft.com/office/drawing/2014/main" id="{655EE57A-4269-4A01-B46E-FA33432EFEC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843213" y="-1081088"/>
              <a:ext cx="271463" cy="269875"/>
            </a:xfrm>
            <a:custGeom>
              <a:avLst/>
              <a:gdLst>
                <a:gd name="T0" fmla="*/ 113 w 171"/>
                <a:gd name="T1" fmla="*/ 0 h 170"/>
                <a:gd name="T2" fmla="*/ 58 w 171"/>
                <a:gd name="T3" fmla="*/ 0 h 170"/>
                <a:gd name="T4" fmla="*/ 0 w 171"/>
                <a:gd name="T5" fmla="*/ 170 h 170"/>
                <a:gd name="T6" fmla="*/ 42 w 171"/>
                <a:gd name="T7" fmla="*/ 170 h 170"/>
                <a:gd name="T8" fmla="*/ 60 w 171"/>
                <a:gd name="T9" fmla="*/ 121 h 170"/>
                <a:gd name="T10" fmla="*/ 113 w 171"/>
                <a:gd name="T11" fmla="*/ 121 h 170"/>
                <a:gd name="T12" fmla="*/ 129 w 171"/>
                <a:gd name="T13" fmla="*/ 170 h 170"/>
                <a:gd name="T14" fmla="*/ 171 w 171"/>
                <a:gd name="T15" fmla="*/ 170 h 170"/>
                <a:gd name="T16" fmla="*/ 113 w 171"/>
                <a:gd name="T17" fmla="*/ 0 h 170"/>
                <a:gd name="T18" fmla="*/ 69 w 171"/>
                <a:gd name="T19" fmla="*/ 90 h 170"/>
                <a:gd name="T20" fmla="*/ 87 w 171"/>
                <a:gd name="T21" fmla="*/ 25 h 170"/>
                <a:gd name="T22" fmla="*/ 102 w 171"/>
                <a:gd name="T23" fmla="*/ 90 h 170"/>
                <a:gd name="T24" fmla="*/ 69 w 171"/>
                <a:gd name="T25" fmla="*/ 9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1" h="170">
                  <a:moveTo>
                    <a:pt x="113" y="0"/>
                  </a:moveTo>
                  <a:lnTo>
                    <a:pt x="58" y="0"/>
                  </a:lnTo>
                  <a:lnTo>
                    <a:pt x="0" y="170"/>
                  </a:lnTo>
                  <a:lnTo>
                    <a:pt x="42" y="170"/>
                  </a:lnTo>
                  <a:lnTo>
                    <a:pt x="60" y="121"/>
                  </a:lnTo>
                  <a:lnTo>
                    <a:pt x="113" y="121"/>
                  </a:lnTo>
                  <a:lnTo>
                    <a:pt x="129" y="170"/>
                  </a:lnTo>
                  <a:lnTo>
                    <a:pt x="171" y="170"/>
                  </a:lnTo>
                  <a:lnTo>
                    <a:pt x="113" y="0"/>
                  </a:lnTo>
                  <a:close/>
                  <a:moveTo>
                    <a:pt x="69" y="90"/>
                  </a:moveTo>
                  <a:lnTo>
                    <a:pt x="87" y="25"/>
                  </a:lnTo>
                  <a:lnTo>
                    <a:pt x="102" y="90"/>
                  </a:lnTo>
                  <a:lnTo>
                    <a:pt x="69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US"/>
            </a:p>
          </p:txBody>
        </p:sp>
      </p:grpSp>
      <p:sp>
        <p:nvSpPr>
          <p:cNvPr id="16" name="Documenttype">
            <a:extLst>
              <a:ext uri="{FF2B5EF4-FFF2-40B4-BE49-F238E27FC236}">
                <a16:creationId xmlns:a16="http://schemas.microsoft.com/office/drawing/2014/main" id="{0CADA7EB-5C2E-4AD4-A32E-534A28817C8A}"/>
              </a:ext>
            </a:extLst>
          </p:cNvPr>
          <p:cNvSpPr>
            <a:spLocks noGrp="1"/>
          </p:cNvSpPr>
          <p:nvPr userDrawn="1">
            <p:ph type="body" sz="quarter" idx="13" hasCustomPrompt="1"/>
            <p:custDataLst>
              <p:tags r:id="rId3"/>
            </p:custDataLst>
          </p:nvPr>
        </p:nvSpPr>
        <p:spPr>
          <a:xfrm>
            <a:off x="558977" y="5658585"/>
            <a:ext cx="6578247" cy="215444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ru-RU" sz="1400" kern="1200" dirty="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/>
              <a:t>Edit date or title/role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C85A1636-E33D-4640-A4BA-89E2008C1ED4}"/>
              </a:ext>
            </a:extLst>
          </p:cNvPr>
          <p:cNvSpPr>
            <a:spLocks noGrp="1"/>
          </p:cNvSpPr>
          <p:nvPr userDrawn="1">
            <p:ph type="subTitle" idx="1"/>
            <p:custDataLst>
              <p:tags r:id="rId4"/>
            </p:custDataLst>
          </p:nvPr>
        </p:nvSpPr>
        <p:spPr>
          <a:xfrm>
            <a:off x="558977" y="4141454"/>
            <a:ext cx="6578247" cy="307777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ru-RU" sz="1800" kern="1200" spc="100" dirty="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20" name="Title">
            <a:extLst>
              <a:ext uri="{FF2B5EF4-FFF2-40B4-BE49-F238E27FC236}">
                <a16:creationId xmlns:a16="http://schemas.microsoft.com/office/drawing/2014/main" id="{AA4E4E19-7239-46DA-AE24-CE9556C9BE7D}"/>
              </a:ext>
            </a:extLst>
          </p:cNvPr>
          <p:cNvSpPr>
            <a:spLocks noGrp="1"/>
          </p:cNvSpPr>
          <p:nvPr userDrawn="1">
            <p:ph type="title" hasCustomPrompt="1"/>
            <p:custDataLst>
              <p:tags r:id="rId5"/>
            </p:custDataLst>
          </p:nvPr>
        </p:nvSpPr>
        <p:spPr>
          <a:xfrm>
            <a:off x="558977" y="2180495"/>
            <a:ext cx="6578247" cy="1846659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b" anchorCtr="0">
            <a:sp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ru-RU" sz="4000" b="1" i="0" kern="1200" spc="0" baseline="0" dirty="0">
                <a:ln w="6350" cap="flat">
                  <a:noFill/>
                  <a:miter lim="800000"/>
                </a:ln>
                <a:solidFill>
                  <a:schemeClr val="bg1"/>
                </a:solidFill>
                <a:latin typeface="Georgia" panose="02040502050405020303" pitchFamily="18" charset="0"/>
                <a:ea typeface="Cambria" panose="02040503050406030204" pitchFamily="18" charset="0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/>
              <a:t>Click to edit </a:t>
            </a:r>
            <a:br>
              <a:rPr lang="en-US"/>
            </a:br>
            <a:r>
              <a:rPr lang="en-US"/>
              <a:t>Master title </a:t>
            </a:r>
            <a:br>
              <a:rPr lang="en-US"/>
            </a:br>
            <a:r>
              <a:rPr lang="en-US"/>
              <a:t>style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3821A55-32CA-4C20-978C-9EE939DF1502}"/>
              </a:ext>
            </a:extLst>
          </p:cNvPr>
          <p:cNvGrpSpPr>
            <a:grpSpLocks/>
          </p:cNvGrpSpPr>
          <p:nvPr userDrawn="1"/>
        </p:nvGrpSpPr>
        <p:grpSpPr>
          <a:xfrm>
            <a:off x="6383063" y="595"/>
            <a:ext cx="5808938" cy="4147677"/>
            <a:chOff x="6383063" y="595"/>
            <a:chExt cx="5808938" cy="4147677"/>
          </a:xfrm>
        </p:grpSpPr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22AA9FA-C878-45A7-B15B-AFD7E7204710}"/>
                </a:ext>
              </a:extLst>
            </p:cNvPr>
            <p:cNvSpPr/>
            <p:nvPr userDrawn="1"/>
          </p:nvSpPr>
          <p:spPr>
            <a:xfrm>
              <a:off x="6383063" y="595"/>
              <a:ext cx="3383879" cy="2929447"/>
            </a:xfrm>
            <a:custGeom>
              <a:avLst/>
              <a:gdLst>
                <a:gd name="connsiteX0" fmla="*/ 1237514 w 3383879"/>
                <a:gd name="connsiteY0" fmla="*/ 0 h 2929447"/>
                <a:gd name="connsiteX1" fmla="*/ 2146365 w 3383879"/>
                <a:gd name="connsiteY1" fmla="*/ 0 h 2929447"/>
                <a:gd name="connsiteX2" fmla="*/ 3383879 w 3383879"/>
                <a:gd name="connsiteY2" fmla="*/ 1237512 h 2929447"/>
                <a:gd name="connsiteX3" fmla="*/ 1691939 w 3383879"/>
                <a:gd name="connsiteY3" fmla="*/ 2929447 h 2929447"/>
                <a:gd name="connsiteX4" fmla="*/ 0 w 3383879"/>
                <a:gd name="connsiteY4" fmla="*/ 1237512 h 2929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3879" h="2929447">
                  <a:moveTo>
                    <a:pt x="1237514" y="0"/>
                  </a:moveTo>
                  <a:lnTo>
                    <a:pt x="2146365" y="0"/>
                  </a:lnTo>
                  <a:lnTo>
                    <a:pt x="3383879" y="1237512"/>
                  </a:lnTo>
                  <a:lnTo>
                    <a:pt x="1691939" y="2929447"/>
                  </a:lnTo>
                  <a:lnTo>
                    <a:pt x="0" y="1237512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9525" cap="rnd">
              <a:gradFill>
                <a:gsLst>
                  <a:gs pos="0">
                    <a:schemeClr val="bg2"/>
                  </a:gs>
                  <a:gs pos="22000">
                    <a:schemeClr val="accent6"/>
                  </a:gs>
                  <a:gs pos="100000">
                    <a:schemeClr val="accent6">
                      <a:lumMod val="50000"/>
                      <a:alpha val="0"/>
                    </a:schemeClr>
                  </a:gs>
                </a:gsLst>
                <a:lin ang="20400000" scaled="0"/>
              </a:gradFill>
              <a:prstDash val="solid"/>
              <a:miter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61EF6E9D-72F5-4D05-90E5-E3BF873CC096}"/>
                </a:ext>
              </a:extLst>
            </p:cNvPr>
            <p:cNvSpPr/>
            <p:nvPr userDrawn="1"/>
          </p:nvSpPr>
          <p:spPr>
            <a:xfrm>
              <a:off x="11016064" y="1755490"/>
              <a:ext cx="1175937" cy="2392782"/>
            </a:xfrm>
            <a:custGeom>
              <a:avLst/>
              <a:gdLst>
                <a:gd name="connsiteX0" fmla="*/ 0 w 1175937"/>
                <a:gd name="connsiteY0" fmla="*/ 0 h 2392782"/>
                <a:gd name="connsiteX1" fmla="*/ 1175937 w 1175937"/>
                <a:gd name="connsiteY1" fmla="*/ 0 h 2392782"/>
                <a:gd name="connsiteX2" fmla="*/ 1175937 w 1175937"/>
                <a:gd name="connsiteY2" fmla="*/ 2392782 h 2392782"/>
                <a:gd name="connsiteX3" fmla="*/ 0 w 1175937"/>
                <a:gd name="connsiteY3" fmla="*/ 2392782 h 239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5937" h="2392782">
                  <a:moveTo>
                    <a:pt x="0" y="0"/>
                  </a:moveTo>
                  <a:lnTo>
                    <a:pt x="1175937" y="0"/>
                  </a:lnTo>
                  <a:lnTo>
                    <a:pt x="1175937" y="2392782"/>
                  </a:lnTo>
                  <a:lnTo>
                    <a:pt x="0" y="2392782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9525" cap="rnd">
              <a:gradFill>
                <a:gsLst>
                  <a:gs pos="0">
                    <a:schemeClr val="bg2"/>
                  </a:gs>
                  <a:gs pos="0">
                    <a:schemeClr val="accent6"/>
                  </a:gs>
                  <a:gs pos="100000">
                    <a:schemeClr val="accent6">
                      <a:lumMod val="50000"/>
                      <a:alpha val="0"/>
                    </a:schemeClr>
                  </a:gs>
                </a:gsLst>
                <a:lin ang="13800000" scaled="0"/>
              </a:gradFill>
              <a:prstDash val="solid"/>
              <a:miter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en-US"/>
            </a:p>
          </p:txBody>
        </p: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ED83665C-3679-4CF4-98E8-0A000EBB1A04}"/>
              </a:ext>
            </a:extLst>
          </p:cNvPr>
          <p:cNvSpPr>
            <a:spLocks/>
          </p:cNvSpPr>
          <p:nvPr userDrawn="1"/>
        </p:nvSpPr>
        <p:spPr>
          <a:xfrm>
            <a:off x="0" y="595"/>
            <a:ext cx="12184169" cy="3600"/>
          </a:xfrm>
          <a:prstGeom prst="rect">
            <a:avLst/>
          </a:prstGeom>
          <a:solidFill>
            <a:srgbClr val="0F181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  <p:pic>
        <p:nvPicPr>
          <p:cNvPr id="100" name="Graphic 99">
            <a:extLst>
              <a:ext uri="{FF2B5EF4-FFF2-40B4-BE49-F238E27FC236}">
                <a16:creationId xmlns:a16="http://schemas.microsoft.com/office/drawing/2014/main" id="{B0B766AD-28CA-43A5-845C-88234056238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605762" y="0"/>
            <a:ext cx="3337021" cy="3337021"/>
          </a:xfrm>
          <a:prstGeom prst="rect">
            <a:avLst/>
          </a:prstGeom>
        </p:spPr>
      </p:pic>
      <p:pic>
        <p:nvPicPr>
          <p:cNvPr id="103" name="Graphic 102">
            <a:extLst>
              <a:ext uri="{FF2B5EF4-FFF2-40B4-BE49-F238E27FC236}">
                <a16:creationId xmlns:a16="http://schemas.microsoft.com/office/drawing/2014/main" id="{69B32686-5A0E-4496-BA51-B4D54B9B2474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r="31829"/>
          <a:stretch>
            <a:fillRect/>
          </a:stretch>
        </p:blipFill>
        <p:spPr>
          <a:xfrm>
            <a:off x="9917115" y="0"/>
            <a:ext cx="2274885" cy="3337021"/>
          </a:xfrm>
          <a:custGeom>
            <a:avLst/>
            <a:gdLst>
              <a:gd name="connsiteX0" fmla="*/ 0 w 2274885"/>
              <a:gd name="connsiteY0" fmla="*/ 0 h 3337021"/>
              <a:gd name="connsiteX1" fmla="*/ 2274885 w 2274885"/>
              <a:gd name="connsiteY1" fmla="*/ 0 h 3337021"/>
              <a:gd name="connsiteX2" fmla="*/ 2274885 w 2274885"/>
              <a:gd name="connsiteY2" fmla="*/ 3337021 h 3337021"/>
              <a:gd name="connsiteX3" fmla="*/ 0 w 2274885"/>
              <a:gd name="connsiteY3" fmla="*/ 3337021 h 333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74885" h="3337021">
                <a:moveTo>
                  <a:pt x="0" y="0"/>
                </a:moveTo>
                <a:lnTo>
                  <a:pt x="2274885" y="0"/>
                </a:lnTo>
                <a:lnTo>
                  <a:pt x="2274885" y="3337021"/>
                </a:lnTo>
                <a:lnTo>
                  <a:pt x="0" y="3337021"/>
                </a:lnTo>
                <a:close/>
              </a:path>
            </a:pathLst>
          </a:custGeom>
        </p:spPr>
      </p:pic>
      <p:sp>
        <p:nvSpPr>
          <p:cNvPr id="88" name="Freeform 87">
            <a:extLst>
              <a:ext uri="{FF2B5EF4-FFF2-40B4-BE49-F238E27FC236}">
                <a16:creationId xmlns:a16="http://schemas.microsoft.com/office/drawing/2014/main" id="{0869DF9D-C777-4747-8F7B-5731962C8D4F}"/>
              </a:ext>
            </a:extLst>
          </p:cNvPr>
          <p:cNvSpPr/>
          <p:nvPr userDrawn="1"/>
        </p:nvSpPr>
        <p:spPr>
          <a:xfrm>
            <a:off x="9993161" y="595"/>
            <a:ext cx="1011396" cy="505697"/>
          </a:xfrm>
          <a:custGeom>
            <a:avLst/>
            <a:gdLst>
              <a:gd name="connsiteX0" fmla="*/ 0 w 1011396"/>
              <a:gd name="connsiteY0" fmla="*/ 0 h 505697"/>
              <a:gd name="connsiteX1" fmla="*/ 1011396 w 1011396"/>
              <a:gd name="connsiteY1" fmla="*/ 0 h 505697"/>
              <a:gd name="connsiteX2" fmla="*/ 505698 w 1011396"/>
              <a:gd name="connsiteY2" fmla="*/ 505697 h 505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1396" h="505697">
                <a:moveTo>
                  <a:pt x="0" y="0"/>
                </a:moveTo>
                <a:lnTo>
                  <a:pt x="1011396" y="0"/>
                </a:lnTo>
                <a:lnTo>
                  <a:pt x="505698" y="505697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6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180000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sp>
        <p:nvSpPr>
          <p:cNvPr id="75" name="Freeform 74">
            <a:extLst>
              <a:ext uri="{FF2B5EF4-FFF2-40B4-BE49-F238E27FC236}">
                <a16:creationId xmlns:a16="http://schemas.microsoft.com/office/drawing/2014/main" id="{80D45143-5DB5-4CA9-8522-A078B2EB170C}"/>
              </a:ext>
            </a:extLst>
          </p:cNvPr>
          <p:cNvSpPr/>
          <p:nvPr userDrawn="1"/>
        </p:nvSpPr>
        <p:spPr>
          <a:xfrm>
            <a:off x="7588332" y="1755491"/>
            <a:ext cx="2350014" cy="2350011"/>
          </a:xfrm>
          <a:custGeom>
            <a:avLst/>
            <a:gdLst>
              <a:gd name="connsiteX0" fmla="*/ 0 w 1960608"/>
              <a:gd name="connsiteY0" fmla="*/ 0 h 1960606"/>
              <a:gd name="connsiteX1" fmla="*/ 1996292 w 1960608"/>
              <a:gd name="connsiteY1" fmla="*/ 0 h 1960606"/>
              <a:gd name="connsiteX2" fmla="*/ 1996292 w 1960608"/>
              <a:gd name="connsiteY2" fmla="*/ 1996290 h 1960606"/>
              <a:gd name="connsiteX3" fmla="*/ 0 w 1960608"/>
              <a:gd name="connsiteY3" fmla="*/ 1996290 h 19606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60608" h="1960606">
                <a:moveTo>
                  <a:pt x="0" y="0"/>
                </a:moveTo>
                <a:lnTo>
                  <a:pt x="1996292" y="0"/>
                </a:lnTo>
                <a:lnTo>
                  <a:pt x="1996292" y="1996290"/>
                </a:lnTo>
                <a:lnTo>
                  <a:pt x="0" y="1996290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6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180000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sp>
        <p:nvSpPr>
          <p:cNvPr id="76" name="Freeform 75">
            <a:extLst>
              <a:ext uri="{FF2B5EF4-FFF2-40B4-BE49-F238E27FC236}">
                <a16:creationId xmlns:a16="http://schemas.microsoft.com/office/drawing/2014/main" id="{5A97CE16-259C-40C1-953B-BEE803A3F8DC}"/>
              </a:ext>
            </a:extLst>
          </p:cNvPr>
          <p:cNvSpPr/>
          <p:nvPr userDrawn="1"/>
        </p:nvSpPr>
        <p:spPr>
          <a:xfrm>
            <a:off x="8806817" y="1970017"/>
            <a:ext cx="3337021" cy="3337016"/>
          </a:xfrm>
          <a:custGeom>
            <a:avLst/>
            <a:gdLst>
              <a:gd name="connsiteX0" fmla="*/ 0 w 2784064"/>
              <a:gd name="connsiteY0" fmla="*/ 1411576 h 2784061"/>
              <a:gd name="connsiteX1" fmla="*/ 1411578 w 2784064"/>
              <a:gd name="connsiteY1" fmla="*/ 0 h 2784061"/>
              <a:gd name="connsiteX2" fmla="*/ 2823157 w 2784064"/>
              <a:gd name="connsiteY2" fmla="*/ 1411576 h 2784061"/>
              <a:gd name="connsiteX3" fmla="*/ 1411578 w 2784064"/>
              <a:gd name="connsiteY3" fmla="*/ 2823153 h 2784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4064" h="2784061">
                <a:moveTo>
                  <a:pt x="0" y="1411576"/>
                </a:moveTo>
                <a:lnTo>
                  <a:pt x="1411578" y="0"/>
                </a:lnTo>
                <a:lnTo>
                  <a:pt x="2823157" y="1411576"/>
                </a:lnTo>
                <a:lnTo>
                  <a:pt x="1411578" y="2823153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4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sp>
        <p:nvSpPr>
          <p:cNvPr id="101" name="Freeform 100">
            <a:extLst>
              <a:ext uri="{FF2B5EF4-FFF2-40B4-BE49-F238E27FC236}">
                <a16:creationId xmlns:a16="http://schemas.microsoft.com/office/drawing/2014/main" id="{CB47A23C-2784-4882-9742-4461F7DED76A}"/>
              </a:ext>
            </a:extLst>
          </p:cNvPr>
          <p:cNvSpPr/>
          <p:nvPr userDrawn="1"/>
        </p:nvSpPr>
        <p:spPr>
          <a:xfrm>
            <a:off x="11016063" y="593"/>
            <a:ext cx="1175937" cy="719952"/>
          </a:xfrm>
          <a:custGeom>
            <a:avLst/>
            <a:gdLst>
              <a:gd name="connsiteX0" fmla="*/ 0 w 1175937"/>
              <a:gd name="connsiteY0" fmla="*/ 0 h 719952"/>
              <a:gd name="connsiteX1" fmla="*/ 1175937 w 1175937"/>
              <a:gd name="connsiteY1" fmla="*/ 0 h 719952"/>
              <a:gd name="connsiteX2" fmla="*/ 1175937 w 1175937"/>
              <a:gd name="connsiteY2" fmla="*/ 719952 h 719952"/>
              <a:gd name="connsiteX3" fmla="*/ 0 w 1175937"/>
              <a:gd name="connsiteY3" fmla="*/ 719952 h 71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75937" h="719952">
                <a:moveTo>
                  <a:pt x="0" y="0"/>
                </a:moveTo>
                <a:lnTo>
                  <a:pt x="1175937" y="0"/>
                </a:lnTo>
                <a:lnTo>
                  <a:pt x="1175937" y="719952"/>
                </a:lnTo>
                <a:lnTo>
                  <a:pt x="0" y="719952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6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420000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sp>
        <p:nvSpPr>
          <p:cNvPr id="81" name="Freeform 80">
            <a:extLst>
              <a:ext uri="{FF2B5EF4-FFF2-40B4-BE49-F238E27FC236}">
                <a16:creationId xmlns:a16="http://schemas.microsoft.com/office/drawing/2014/main" id="{2FF91D16-63FA-4B04-A413-1294490DB2ED}"/>
              </a:ext>
            </a:extLst>
          </p:cNvPr>
          <p:cNvSpPr>
            <a:spLocks/>
          </p:cNvSpPr>
          <p:nvPr userDrawn="1"/>
        </p:nvSpPr>
        <p:spPr>
          <a:xfrm>
            <a:off x="6854020" y="17126"/>
            <a:ext cx="2395107" cy="2395103"/>
          </a:xfrm>
          <a:custGeom>
            <a:avLst/>
            <a:gdLst>
              <a:gd name="connsiteX0" fmla="*/ 0 w 2784064"/>
              <a:gd name="connsiteY0" fmla="*/ 1411577 h 2784061"/>
              <a:gd name="connsiteX1" fmla="*/ 1411578 w 2784064"/>
              <a:gd name="connsiteY1" fmla="*/ 0 h 2784061"/>
              <a:gd name="connsiteX2" fmla="*/ 2823157 w 2784064"/>
              <a:gd name="connsiteY2" fmla="*/ 1411577 h 2784061"/>
              <a:gd name="connsiteX3" fmla="*/ 1411578 w 2784064"/>
              <a:gd name="connsiteY3" fmla="*/ 2823153 h 2784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4064" h="2784061">
                <a:moveTo>
                  <a:pt x="0" y="1411577"/>
                </a:moveTo>
                <a:lnTo>
                  <a:pt x="1411578" y="0"/>
                </a:lnTo>
                <a:lnTo>
                  <a:pt x="2823157" y="1411577"/>
                </a:lnTo>
                <a:lnTo>
                  <a:pt x="1411578" y="2823153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22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2040000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sp>
        <p:nvSpPr>
          <p:cNvPr id="82" name="Freeform 81">
            <a:extLst>
              <a:ext uri="{FF2B5EF4-FFF2-40B4-BE49-F238E27FC236}">
                <a16:creationId xmlns:a16="http://schemas.microsoft.com/office/drawing/2014/main" id="{D862D366-97BF-48E7-A11D-16DF2A6B953C}"/>
              </a:ext>
            </a:extLst>
          </p:cNvPr>
          <p:cNvSpPr>
            <a:spLocks/>
          </p:cNvSpPr>
          <p:nvPr userDrawn="1"/>
        </p:nvSpPr>
        <p:spPr>
          <a:xfrm>
            <a:off x="9277774" y="2440973"/>
            <a:ext cx="2395107" cy="2395103"/>
          </a:xfrm>
          <a:custGeom>
            <a:avLst/>
            <a:gdLst>
              <a:gd name="connsiteX0" fmla="*/ 0 w 2784064"/>
              <a:gd name="connsiteY0" fmla="*/ 1411576 h 2784061"/>
              <a:gd name="connsiteX1" fmla="*/ 1411578 w 2784064"/>
              <a:gd name="connsiteY1" fmla="*/ 0 h 2784061"/>
              <a:gd name="connsiteX2" fmla="*/ 2823157 w 2784064"/>
              <a:gd name="connsiteY2" fmla="*/ 1411576 h 2784061"/>
              <a:gd name="connsiteX3" fmla="*/ 1411578 w 2784064"/>
              <a:gd name="connsiteY3" fmla="*/ 2823153 h 2784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4064" h="2784061">
                <a:moveTo>
                  <a:pt x="0" y="1411576"/>
                </a:moveTo>
                <a:lnTo>
                  <a:pt x="1411578" y="0"/>
                </a:lnTo>
                <a:lnTo>
                  <a:pt x="2823157" y="1411576"/>
                </a:lnTo>
                <a:lnTo>
                  <a:pt x="1411578" y="2823153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4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300000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sp>
        <p:nvSpPr>
          <p:cNvPr id="111" name="Freeform 110">
            <a:extLst>
              <a:ext uri="{FF2B5EF4-FFF2-40B4-BE49-F238E27FC236}">
                <a16:creationId xmlns:a16="http://schemas.microsoft.com/office/drawing/2014/main" id="{CB510C81-EEA5-4E58-9BAF-398F91BB5EE8}"/>
              </a:ext>
            </a:extLst>
          </p:cNvPr>
          <p:cNvSpPr>
            <a:spLocks/>
          </p:cNvSpPr>
          <p:nvPr userDrawn="1"/>
        </p:nvSpPr>
        <p:spPr>
          <a:xfrm>
            <a:off x="11701624" y="741214"/>
            <a:ext cx="490377" cy="980752"/>
          </a:xfrm>
          <a:custGeom>
            <a:avLst/>
            <a:gdLst>
              <a:gd name="connsiteX0" fmla="*/ 490377 w 490377"/>
              <a:gd name="connsiteY0" fmla="*/ 0 h 980752"/>
              <a:gd name="connsiteX1" fmla="*/ 490377 w 490377"/>
              <a:gd name="connsiteY1" fmla="*/ 980752 h 980752"/>
              <a:gd name="connsiteX2" fmla="*/ 0 w 490377"/>
              <a:gd name="connsiteY2" fmla="*/ 490376 h 980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0377" h="980752">
                <a:moveTo>
                  <a:pt x="490377" y="0"/>
                </a:moveTo>
                <a:lnTo>
                  <a:pt x="490377" y="980752"/>
                </a:lnTo>
                <a:lnTo>
                  <a:pt x="0" y="490376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4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300000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1C75C64A-41E2-4F29-B489-3CE0F2E545A3}"/>
              </a:ext>
            </a:extLst>
          </p:cNvPr>
          <p:cNvSpPr>
            <a:spLocks/>
          </p:cNvSpPr>
          <p:nvPr userDrawn="1"/>
        </p:nvSpPr>
        <p:spPr>
          <a:xfrm>
            <a:off x="10470731" y="594"/>
            <a:ext cx="43029" cy="21514"/>
          </a:xfrm>
          <a:custGeom>
            <a:avLst/>
            <a:gdLst>
              <a:gd name="connsiteX0" fmla="*/ 0 w 43029"/>
              <a:gd name="connsiteY0" fmla="*/ 0 h 21514"/>
              <a:gd name="connsiteX1" fmla="*/ 43029 w 43029"/>
              <a:gd name="connsiteY1" fmla="*/ 0 h 21514"/>
              <a:gd name="connsiteX2" fmla="*/ 21514 w 43029"/>
              <a:gd name="connsiteY2" fmla="*/ 21514 h 2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029" h="21514">
                <a:moveTo>
                  <a:pt x="0" y="0"/>
                </a:moveTo>
                <a:lnTo>
                  <a:pt x="43029" y="0"/>
                </a:lnTo>
                <a:lnTo>
                  <a:pt x="21514" y="21514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6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grpSp>
        <p:nvGrpSpPr>
          <p:cNvPr id="13" name="Freeform 74">
            <a:extLst>
              <a:ext uri="{FF2B5EF4-FFF2-40B4-BE49-F238E27FC236}">
                <a16:creationId xmlns:a16="http://schemas.microsoft.com/office/drawing/2014/main" id="{379FA29E-5FD1-4A79-9B2B-F27D4B5F1CB8}"/>
              </a:ext>
            </a:extLst>
          </p:cNvPr>
          <p:cNvGrpSpPr/>
          <p:nvPr userDrawn="1"/>
        </p:nvGrpSpPr>
        <p:grpSpPr>
          <a:xfrm>
            <a:off x="7588332" y="1755491"/>
            <a:ext cx="1079419" cy="1079419"/>
            <a:chOff x="7588332" y="1755491"/>
            <a:chExt cx="1079419" cy="1079419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2A6D5936-19AC-48F7-A3C9-243FA2865A9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7588332" y="1755491"/>
              <a:ext cx="1079419" cy="0"/>
            </a:xfrm>
            <a:prstGeom prst="line">
              <a:avLst/>
            </a:prstGeom>
            <a:ln w="88900" cap="rnd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87611">
                    <a:schemeClr val="accent6">
                      <a:lumMod val="75000"/>
                      <a:alpha val="0"/>
                    </a:schemeClr>
                  </a:gs>
                  <a:gs pos="30000">
                    <a:schemeClr val="accent6"/>
                  </a:gs>
                </a:gsLst>
                <a:lin ang="0" scaled="0"/>
              </a:gradFill>
              <a:round/>
              <a:tailEnd type="none"/>
            </a:ln>
            <a:effectLst>
              <a:softEdge rad="38100"/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0B2909F8-2DFE-4EF1-8BE3-09232BDD17DF}"/>
                </a:ext>
              </a:extLst>
            </p:cNvPr>
            <p:cNvCxnSpPr>
              <a:cxnSpLocks/>
            </p:cNvCxnSpPr>
            <p:nvPr userDrawn="1"/>
          </p:nvCxnSpPr>
          <p:spPr>
            <a:xfrm rot="5400000">
              <a:off x="7052898" y="2295201"/>
              <a:ext cx="1079419" cy="0"/>
            </a:xfrm>
            <a:prstGeom prst="line">
              <a:avLst/>
            </a:prstGeom>
            <a:ln w="88900" cap="rnd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87611">
                    <a:schemeClr val="accent6">
                      <a:lumMod val="75000"/>
                      <a:alpha val="0"/>
                    </a:schemeClr>
                  </a:gs>
                  <a:gs pos="30000">
                    <a:schemeClr val="accent6"/>
                  </a:gs>
                </a:gsLst>
                <a:lin ang="0" scaled="0"/>
              </a:gradFill>
              <a:round/>
              <a:tailEnd type="none"/>
            </a:ln>
            <a:effectLst>
              <a:softEdge rad="38100"/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Freeform 90">
            <a:extLst>
              <a:ext uri="{FF2B5EF4-FFF2-40B4-BE49-F238E27FC236}">
                <a16:creationId xmlns:a16="http://schemas.microsoft.com/office/drawing/2014/main" id="{5CCDDB3F-BABD-4B05-BE47-410F0C40904A}"/>
              </a:ext>
            </a:extLst>
          </p:cNvPr>
          <p:cNvSpPr/>
          <p:nvPr userDrawn="1"/>
        </p:nvSpPr>
        <p:spPr>
          <a:xfrm>
            <a:off x="7588332" y="594"/>
            <a:ext cx="2392785" cy="719952"/>
          </a:xfrm>
          <a:custGeom>
            <a:avLst/>
            <a:gdLst>
              <a:gd name="connsiteX0" fmla="*/ 0 w 2392785"/>
              <a:gd name="connsiteY0" fmla="*/ 0 h 719952"/>
              <a:gd name="connsiteX1" fmla="*/ 2392785 w 2392785"/>
              <a:gd name="connsiteY1" fmla="*/ 0 h 719952"/>
              <a:gd name="connsiteX2" fmla="*/ 2392785 w 2392785"/>
              <a:gd name="connsiteY2" fmla="*/ 719952 h 719952"/>
              <a:gd name="connsiteX3" fmla="*/ 0 w 2392785"/>
              <a:gd name="connsiteY3" fmla="*/ 719952 h 71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92785" h="719952">
                <a:moveTo>
                  <a:pt x="0" y="0"/>
                </a:moveTo>
                <a:lnTo>
                  <a:pt x="2392785" y="0"/>
                </a:lnTo>
                <a:lnTo>
                  <a:pt x="2392785" y="719952"/>
                </a:lnTo>
                <a:lnTo>
                  <a:pt x="0" y="719952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6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600000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sp>
        <p:nvSpPr>
          <p:cNvPr id="61" name="Freeform 60">
            <a:extLst>
              <a:ext uri="{FF2B5EF4-FFF2-40B4-BE49-F238E27FC236}">
                <a16:creationId xmlns:a16="http://schemas.microsoft.com/office/drawing/2014/main" id="{6C657967-D890-4A42-A129-E8E05E2AD57E}"/>
              </a:ext>
            </a:extLst>
          </p:cNvPr>
          <p:cNvSpPr/>
          <p:nvPr userDrawn="1"/>
        </p:nvSpPr>
        <p:spPr>
          <a:xfrm>
            <a:off x="11230667" y="276874"/>
            <a:ext cx="961333" cy="1922662"/>
          </a:xfrm>
          <a:custGeom>
            <a:avLst/>
            <a:gdLst>
              <a:gd name="connsiteX0" fmla="*/ 961333 w 961333"/>
              <a:gd name="connsiteY0" fmla="*/ 0 h 1922662"/>
              <a:gd name="connsiteX1" fmla="*/ 961333 w 961333"/>
              <a:gd name="connsiteY1" fmla="*/ 1922662 h 1922662"/>
              <a:gd name="connsiteX2" fmla="*/ 0 w 961333"/>
              <a:gd name="connsiteY2" fmla="*/ 961331 h 1922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61333" h="1922662">
                <a:moveTo>
                  <a:pt x="961333" y="0"/>
                </a:moveTo>
                <a:lnTo>
                  <a:pt x="961333" y="1922662"/>
                </a:lnTo>
                <a:lnTo>
                  <a:pt x="0" y="961331"/>
                </a:lnTo>
                <a:close/>
              </a:path>
            </a:pathLst>
          </a:custGeom>
          <a:solidFill>
            <a:schemeClr val="bg1">
              <a:alpha val="0"/>
            </a:schemeClr>
          </a:solidFill>
          <a:ln w="9525" cap="rnd">
            <a:gradFill>
              <a:gsLst>
                <a:gs pos="0">
                  <a:schemeClr val="bg2"/>
                </a:gs>
                <a:gs pos="86000">
                  <a:schemeClr val="accent6"/>
                </a:gs>
                <a:gs pos="12000">
                  <a:schemeClr val="accent6"/>
                </a:gs>
                <a:gs pos="100000">
                  <a:schemeClr val="accent6">
                    <a:lumMod val="50000"/>
                    <a:alpha val="0"/>
                  </a:schemeClr>
                </a:gs>
              </a:gsLst>
              <a:lin ang="0" scaled="0"/>
            </a:gradFill>
            <a:prstDash val="solid"/>
            <a:miter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en-US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EA1B3513-35DD-4D8B-9A5A-9597EFA1059D}"/>
              </a:ext>
            </a:extLst>
          </p:cNvPr>
          <p:cNvSpPr>
            <a:spLocks/>
          </p:cNvSpPr>
          <p:nvPr userDrawn="1"/>
        </p:nvSpPr>
        <p:spPr>
          <a:xfrm>
            <a:off x="12188400" y="595"/>
            <a:ext cx="3600" cy="6858000"/>
          </a:xfrm>
          <a:prstGeom prst="rect">
            <a:avLst/>
          </a:prstGeom>
          <a:solidFill>
            <a:srgbClr val="0F181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10852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fau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6" hidden="1">
            <a:extLst>
              <a:ext uri="{FF2B5EF4-FFF2-40B4-BE49-F238E27FC236}">
                <a16:creationId xmlns:a16="http://schemas.microsoft.com/office/drawing/2014/main" id="{D8EFF8A2-0FB9-4B25-8B8D-49235327498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591899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413" imgH="416" progId="TCLayout.ActiveDocument.1">
                  <p:embed/>
                </p:oleObj>
              </mc:Choice>
              <mc:Fallback>
                <p:oleObj name="think-cell Slide" r:id="rId10" imgW="413" imgH="416" progId="TCLayout.ActiveDocument.1">
                  <p:embed/>
                  <p:pic>
                    <p:nvPicPr>
                      <p:cNvPr id="3" name="Object 6" hidden="1">
                        <a:extLst>
                          <a:ext uri="{FF2B5EF4-FFF2-40B4-BE49-F238E27FC236}">
                            <a16:creationId xmlns:a16="http://schemas.microsoft.com/office/drawing/2014/main" id="{D8EFF8A2-0FB9-4B25-8B8D-49235327498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1" hidden="1">
            <a:extLst>
              <a:ext uri="{FF2B5EF4-FFF2-40B4-BE49-F238E27FC236}">
                <a16:creationId xmlns:a16="http://schemas.microsoft.com/office/drawing/2014/main" id="{FCC3A0E6-E630-4C26-B008-93BA0B5B1109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400" b="1" i="0" baseline="0">
              <a:solidFill>
                <a:schemeClr val="bg1"/>
              </a:solidFill>
              <a:latin typeface="Georgia" panose="02040502050405020303" pitchFamily="18" charset="0"/>
              <a:ea typeface="Tahoma" panose="020B0604030504040204" pitchFamily="34" charset="0"/>
              <a:cs typeface="Tahoma" panose="020B0604030504040204" pitchFamily="34" charset="0"/>
              <a:sym typeface="Georgia" panose="02040502050405020303" pitchFamily="18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3C0F6DE-CB58-4EB8-9CE2-D6C7C844A111}"/>
              </a:ext>
            </a:extLst>
          </p:cNvPr>
          <p:cNvGrpSpPr/>
          <p:nvPr userDrawn="1"/>
        </p:nvGrpSpPr>
        <p:grpSpPr>
          <a:xfrm>
            <a:off x="0" y="-1"/>
            <a:ext cx="4544291" cy="6858001"/>
            <a:chOff x="0" y="-1"/>
            <a:chExt cx="4544291" cy="6858001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D756FF46-6269-4FBC-BA98-5EB2510B0CDE}"/>
                </a:ext>
              </a:extLst>
            </p:cNvPr>
            <p:cNvGrpSpPr/>
            <p:nvPr userDrawn="1"/>
          </p:nvGrpSpPr>
          <p:grpSpPr>
            <a:xfrm>
              <a:off x="0" y="0"/>
              <a:ext cx="3337021" cy="6858000"/>
              <a:chOff x="0" y="0"/>
              <a:chExt cx="3337021" cy="6858000"/>
            </a:xfrm>
          </p:grpSpPr>
          <p:pic>
            <p:nvPicPr>
              <p:cNvPr id="29" name="Graphic 28">
                <a:extLst>
                  <a:ext uri="{FF2B5EF4-FFF2-40B4-BE49-F238E27FC236}">
                    <a16:creationId xmlns:a16="http://schemas.microsoft.com/office/drawing/2014/main" id="{B3290A93-3F92-4568-AA97-00611B1FB97D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0" y="3305867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30" name="Graphic 29">
                <a:extLst>
                  <a:ext uri="{FF2B5EF4-FFF2-40B4-BE49-F238E27FC236}">
                    <a16:creationId xmlns:a16="http://schemas.microsoft.com/office/drawing/2014/main" id="{5442ACBE-FD74-451C-8EEE-53CC5598D869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 b="92389"/>
              <a:stretch>
                <a:fillRect/>
              </a:stretch>
            </p:blipFill>
            <p:spPr>
              <a:xfrm>
                <a:off x="0" y="6604027"/>
                <a:ext cx="3337021" cy="253973"/>
              </a:xfrm>
              <a:custGeom>
                <a:avLst/>
                <a:gdLst>
                  <a:gd name="connsiteX0" fmla="*/ 0 w 3337021"/>
                  <a:gd name="connsiteY0" fmla="*/ 0 h 253973"/>
                  <a:gd name="connsiteX1" fmla="*/ 3337021 w 3337021"/>
                  <a:gd name="connsiteY1" fmla="*/ 0 h 253973"/>
                  <a:gd name="connsiteX2" fmla="*/ 3337021 w 3337021"/>
                  <a:gd name="connsiteY2" fmla="*/ 253973 h 253973"/>
                  <a:gd name="connsiteX3" fmla="*/ 0 w 3337021"/>
                  <a:gd name="connsiteY3" fmla="*/ 253973 h 253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021" h="253973">
                    <a:moveTo>
                      <a:pt x="0" y="0"/>
                    </a:moveTo>
                    <a:lnTo>
                      <a:pt x="3337021" y="0"/>
                    </a:lnTo>
                    <a:lnTo>
                      <a:pt x="3337021" y="253973"/>
                    </a:lnTo>
                    <a:lnTo>
                      <a:pt x="0" y="253973"/>
                    </a:lnTo>
                    <a:close/>
                  </a:path>
                </a:pathLst>
              </a:custGeom>
            </p:spPr>
          </p:pic>
          <p:pic>
            <p:nvPicPr>
              <p:cNvPr id="31" name="Graphic 30">
                <a:extLst>
                  <a:ext uri="{FF2B5EF4-FFF2-40B4-BE49-F238E27FC236}">
                    <a16:creationId xmlns:a16="http://schemas.microsoft.com/office/drawing/2014/main" id="{4B3A9B0E-C966-4427-8CFB-8CA92F8B562B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</p:grp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DE38EDFA-08D4-4421-A20C-723724CEA01F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-1"/>
              <a:ext cx="4544291" cy="6857999"/>
            </a:xfrm>
            <a:prstGeom prst="rect">
              <a:avLst/>
            </a:prstGeom>
            <a:gradFill>
              <a:gsLst>
                <a:gs pos="85000">
                  <a:schemeClr val="bg2">
                    <a:alpha val="78000"/>
                  </a:schemeClr>
                </a:gs>
                <a:gs pos="11000">
                  <a:schemeClr val="bg2"/>
                </a:gs>
                <a:gs pos="100000">
                  <a:schemeClr val="bg2">
                    <a:alpha val="48000"/>
                  </a:schemeClr>
                </a:gs>
              </a:gsLst>
              <a:lin ang="114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</a:endParaRPr>
            </a:p>
          </p:txBody>
        </p:sp>
      </p:grpSp>
      <p:sp>
        <p:nvSpPr>
          <p:cNvPr id="15" name="2. Slide Title">
            <a:extLst>
              <a:ext uri="{FF2B5EF4-FFF2-40B4-BE49-F238E27FC236}">
                <a16:creationId xmlns:a16="http://schemas.microsoft.com/office/drawing/2014/main" id="{699FD2C4-82B5-475E-9235-DB128978B618}"/>
              </a:ext>
            </a:extLst>
          </p:cNvPr>
          <p:cNvSpPr>
            <a:spLocks noGrp="1"/>
          </p:cNvSpPr>
          <p:nvPr userDrawn="1">
            <p:ph type="title" hasCustomPrompt="1"/>
            <p:custDataLst>
              <p:tags r:id="rId3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 wrap="square" lIns="0" tIns="0" rIns="0" bIns="0" rtlCol="0" anchor="b" anchorCtr="0">
            <a:sp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ru-RU" sz="2400" b="1" kern="1200" spc="0" baseline="0" dirty="0">
                <a:ln w="6350" cap="flat">
                  <a:noFill/>
                  <a:miter lim="800000"/>
                </a:ln>
                <a:solidFill>
                  <a:srgbClr val="191C1E"/>
                </a:solidFill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/>
              <a:t>Click to edit </a:t>
            </a:r>
            <a:br>
              <a:rPr lang="en-US"/>
            </a:br>
            <a:r>
              <a:rPr lang="en-US"/>
              <a:t>Master title style</a:t>
            </a:r>
          </a:p>
        </p:txBody>
      </p:sp>
      <p:sp>
        <p:nvSpPr>
          <p:cNvPr id="14" name="3. Subtitle">
            <a:extLst>
              <a:ext uri="{FF2B5EF4-FFF2-40B4-BE49-F238E27FC236}">
                <a16:creationId xmlns:a16="http://schemas.microsoft.com/office/drawing/2014/main" id="{D4D36123-678D-4B6C-A648-186F85BE34AE}"/>
              </a:ext>
            </a:extLst>
          </p:cNvPr>
          <p:cNvSpPr>
            <a:spLocks noGrp="1"/>
          </p:cNvSpPr>
          <p:nvPr userDrawn="1">
            <p:ph type="subTitle" idx="1"/>
            <p:custDataLst>
              <p:tags r:id="rId4"/>
            </p:custDataLst>
          </p:nvPr>
        </p:nvSpPr>
        <p:spPr>
          <a:xfrm>
            <a:off x="554736" y="958596"/>
            <a:ext cx="11082528" cy="24622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rtl="0">
              <a:defRPr lang="ru-RU" sz="1600" b="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8" name="5. Source" hidden="1">
            <a:extLst>
              <a:ext uri="{FF2B5EF4-FFF2-40B4-BE49-F238E27FC236}">
                <a16:creationId xmlns:a16="http://schemas.microsoft.com/office/drawing/2014/main" id="{9238B1D6-2095-4826-AA45-9A4E6F7D1A16}"/>
              </a:ext>
            </a:extLst>
          </p:cNvPr>
          <p:cNvSpPr txBox="1">
            <a:spLocks/>
          </p:cNvSpPr>
          <p:nvPr userDrawn="1">
            <p:custDataLst>
              <p:tags r:id="rId5"/>
            </p:custDataLst>
          </p:nvPr>
        </p:nvSpPr>
        <p:spPr>
          <a:xfrm>
            <a:off x="554734" y="6514142"/>
            <a:ext cx="10637141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Source: …</a:t>
            </a:r>
          </a:p>
        </p:txBody>
      </p:sp>
      <p:sp>
        <p:nvSpPr>
          <p:cNvPr id="11" name="1. On-page tracker">
            <a:extLst>
              <a:ext uri="{FF2B5EF4-FFF2-40B4-BE49-F238E27FC236}">
                <a16:creationId xmlns:a16="http://schemas.microsoft.com/office/drawing/2014/main" id="{C30AC055-11D5-4540-94E4-C3B7BE6EFD7D}"/>
              </a:ext>
            </a:extLst>
          </p:cNvPr>
          <p:cNvSpPr>
            <a:spLocks noGrp="1"/>
          </p:cNvSpPr>
          <p:nvPr userDrawn="1">
            <p:ph type="body" sz="quarter" idx="10" hasCustomPrompt="1"/>
            <p:custDataLst>
              <p:tags r:id="rId6"/>
            </p:custDataLst>
          </p:nvPr>
        </p:nvSpPr>
        <p:spPr>
          <a:xfrm>
            <a:off x="554735" y="41597"/>
            <a:ext cx="3843338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kern="1200" dirty="0">
                <a:solidFill>
                  <a:schemeClr val="tx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32" name="Slide Number">
            <a:extLst>
              <a:ext uri="{FF2B5EF4-FFF2-40B4-BE49-F238E27FC236}">
                <a16:creationId xmlns:a16="http://schemas.microsoft.com/office/drawing/2014/main" id="{B038539D-CC41-458B-A32A-66FDEFBA8E62}"/>
              </a:ext>
            </a:extLst>
          </p:cNvPr>
          <p:cNvSpPr>
            <a:spLocks noChangeArrowheads="1"/>
          </p:cNvSpPr>
          <p:nvPr userDrawn="1">
            <p:custDataLst>
              <p:tags r:id="rId7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smtClean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800" b="0">
              <a:solidFill>
                <a:srgbClr val="191C1E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6" name="4. Footnote" hidden="1">
            <a:extLst>
              <a:ext uri="{FF2B5EF4-FFF2-40B4-BE49-F238E27FC236}">
                <a16:creationId xmlns:a16="http://schemas.microsoft.com/office/drawing/2014/main" id="{6CFFA600-7FF4-49E7-B3E6-79A4ECF5D01F}"/>
              </a:ext>
            </a:extLst>
          </p:cNvPr>
          <p:cNvSpPr txBox="1">
            <a:spLocks/>
          </p:cNvSpPr>
          <p:nvPr userDrawn="1">
            <p:custDataLst>
              <p:tags r:id="rId8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</p:spTree>
    <p:extLst>
      <p:ext uri="{BB962C8B-B14F-4D97-AF65-F5344CB8AC3E}">
        <p14:creationId xmlns:p14="http://schemas.microsoft.com/office/powerpoint/2010/main" val="10412861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6" hidden="1">
            <a:extLst>
              <a:ext uri="{FF2B5EF4-FFF2-40B4-BE49-F238E27FC236}">
                <a16:creationId xmlns:a16="http://schemas.microsoft.com/office/drawing/2014/main" id="{305B6D76-6B4B-4ED5-B8F1-5D1D0983125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8916296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592" imgH="591" progId="TCLayout.ActiveDocument.1">
                  <p:embed/>
                </p:oleObj>
              </mc:Choice>
              <mc:Fallback>
                <p:oleObj name="think-cell Slide" r:id="rId8" imgW="592" imgH="591" progId="TCLayout.ActiveDocument.1">
                  <p:embed/>
                  <p:pic>
                    <p:nvPicPr>
                      <p:cNvPr id="3" name="Object 6" hidden="1">
                        <a:extLst>
                          <a:ext uri="{FF2B5EF4-FFF2-40B4-BE49-F238E27FC236}">
                            <a16:creationId xmlns:a16="http://schemas.microsoft.com/office/drawing/2014/main" id="{305B6D76-6B4B-4ED5-B8F1-5D1D0983125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BDCF374B-2477-45CD-A00B-B8676A45ACDF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400" b="1" i="0" baseline="0">
              <a:solidFill>
                <a:schemeClr val="bg1"/>
              </a:solidFill>
              <a:latin typeface="Georgia" panose="02040502050405020303" pitchFamily="18" charset="0"/>
              <a:ea typeface="Tahoma" panose="020B0604030504040204" pitchFamily="34" charset="0"/>
              <a:cs typeface="Tahoma" panose="020B0604030504040204" pitchFamily="34" charset="0"/>
              <a:sym typeface="Georgia" panose="02040502050405020303" pitchFamily="18" charset="0"/>
            </a:endParaRPr>
          </a:p>
        </p:txBody>
      </p:sp>
      <p:grpSp>
        <p:nvGrpSpPr>
          <p:cNvPr id="5" name="Background">
            <a:extLst>
              <a:ext uri="{FF2B5EF4-FFF2-40B4-BE49-F238E27FC236}">
                <a16:creationId xmlns:a16="http://schemas.microsoft.com/office/drawing/2014/main" id="{C12F2EBF-CB29-4245-9709-8A3AB25C1082}"/>
              </a:ext>
            </a:extLst>
          </p:cNvPr>
          <p:cNvGrpSpPr/>
          <p:nvPr userDrawn="1"/>
        </p:nvGrpSpPr>
        <p:grpSpPr>
          <a:xfrm>
            <a:off x="-2115" y="0"/>
            <a:ext cx="12194115" cy="6858000"/>
            <a:chOff x="-2115" y="8376119"/>
            <a:chExt cx="12194115" cy="6858000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9CCA7045-39CE-4B45-993E-9D65996656C6}"/>
                </a:ext>
              </a:extLst>
            </p:cNvPr>
            <p:cNvSpPr/>
            <p:nvPr userDrawn="1"/>
          </p:nvSpPr>
          <p:spPr>
            <a:xfrm>
              <a:off x="0" y="8377706"/>
              <a:ext cx="12192000" cy="6856413"/>
            </a:xfrm>
            <a:prstGeom prst="rect">
              <a:avLst/>
            </a:prstGeom>
            <a:solidFill>
              <a:schemeClr val="tx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sz="1224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ABA55F93-7B0A-4279-B19A-B63AB5BF2EB9}"/>
                </a:ext>
              </a:extLst>
            </p:cNvPr>
            <p:cNvGrpSpPr/>
            <p:nvPr userDrawn="1"/>
          </p:nvGrpSpPr>
          <p:grpSpPr>
            <a:xfrm>
              <a:off x="0" y="11681986"/>
              <a:ext cx="6648374" cy="3337021"/>
              <a:chOff x="0" y="0"/>
              <a:chExt cx="6648374" cy="3337021"/>
            </a:xfrm>
          </p:grpSpPr>
          <p:pic>
            <p:nvPicPr>
              <p:cNvPr id="52" name="Graphic 51">
                <a:extLst>
                  <a:ext uri="{FF2B5EF4-FFF2-40B4-BE49-F238E27FC236}">
                    <a16:creationId xmlns:a16="http://schemas.microsoft.com/office/drawing/2014/main" id="{9008B0E7-80F2-46F6-B605-37A23B9225FE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53" name="Graphic 52">
                <a:extLst>
                  <a:ext uri="{FF2B5EF4-FFF2-40B4-BE49-F238E27FC236}">
                    <a16:creationId xmlns:a16="http://schemas.microsoft.com/office/drawing/2014/main" id="{260C2D05-7D30-4E7B-A98E-9261BFC60852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3311353" y="0"/>
                <a:ext cx="3337021" cy="3337021"/>
              </a:xfrm>
              <a:prstGeom prst="rect">
                <a:avLst/>
              </a:prstGeom>
            </p:spPr>
          </p:pic>
        </p:grpSp>
        <p:pic>
          <p:nvPicPr>
            <p:cNvPr id="54" name="Graphic 53">
              <a:extLst>
                <a:ext uri="{FF2B5EF4-FFF2-40B4-BE49-F238E27FC236}">
                  <a16:creationId xmlns:a16="http://schemas.microsoft.com/office/drawing/2014/main" id="{24F2E44F-03F7-449F-B901-28539A23A05F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605762" y="11681986"/>
              <a:ext cx="3337021" cy="3337021"/>
            </a:xfrm>
            <a:prstGeom prst="rect">
              <a:avLst/>
            </a:prstGeom>
          </p:spPr>
        </p:pic>
        <p:pic>
          <p:nvPicPr>
            <p:cNvPr id="55" name="Graphic 54">
              <a:extLst>
                <a:ext uri="{FF2B5EF4-FFF2-40B4-BE49-F238E27FC236}">
                  <a16:creationId xmlns:a16="http://schemas.microsoft.com/office/drawing/2014/main" id="{0165378C-FEC8-4F51-B2F7-CDE4952154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r="31829"/>
            <a:stretch>
              <a:fillRect/>
            </a:stretch>
          </p:blipFill>
          <p:spPr>
            <a:xfrm>
              <a:off x="9917115" y="11681986"/>
              <a:ext cx="2274885" cy="3337021"/>
            </a:xfrm>
            <a:custGeom>
              <a:avLst/>
              <a:gdLst>
                <a:gd name="connsiteX0" fmla="*/ 0 w 2274885"/>
                <a:gd name="connsiteY0" fmla="*/ 0 h 3337021"/>
                <a:gd name="connsiteX1" fmla="*/ 2274885 w 2274885"/>
                <a:gd name="connsiteY1" fmla="*/ 0 h 3337021"/>
                <a:gd name="connsiteX2" fmla="*/ 2274885 w 2274885"/>
                <a:gd name="connsiteY2" fmla="*/ 3337021 h 3337021"/>
                <a:gd name="connsiteX3" fmla="*/ 0 w 2274885"/>
                <a:gd name="connsiteY3" fmla="*/ 3337021 h 333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4885" h="3337021">
                  <a:moveTo>
                    <a:pt x="0" y="0"/>
                  </a:moveTo>
                  <a:lnTo>
                    <a:pt x="2274885" y="0"/>
                  </a:lnTo>
                  <a:lnTo>
                    <a:pt x="2274885" y="3337021"/>
                  </a:lnTo>
                  <a:lnTo>
                    <a:pt x="0" y="3337021"/>
                  </a:lnTo>
                  <a:close/>
                </a:path>
              </a:pathLst>
            </a:custGeom>
          </p:spPr>
        </p:pic>
        <p:pic>
          <p:nvPicPr>
            <p:cNvPr id="56" name="Graphic 55">
              <a:extLst>
                <a:ext uri="{FF2B5EF4-FFF2-40B4-BE49-F238E27FC236}">
                  <a16:creationId xmlns:a16="http://schemas.microsoft.com/office/drawing/2014/main" id="{F31DBB21-9605-40A3-B9D4-30B8AC9316FF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b="92389"/>
            <a:stretch>
              <a:fillRect/>
            </a:stretch>
          </p:blipFill>
          <p:spPr>
            <a:xfrm>
              <a:off x="0" y="14980146"/>
              <a:ext cx="3337021" cy="253973"/>
            </a:xfrm>
            <a:custGeom>
              <a:avLst/>
              <a:gdLst>
                <a:gd name="connsiteX0" fmla="*/ 0 w 3337021"/>
                <a:gd name="connsiteY0" fmla="*/ 0 h 253973"/>
                <a:gd name="connsiteX1" fmla="*/ 3337021 w 3337021"/>
                <a:gd name="connsiteY1" fmla="*/ 0 h 253973"/>
                <a:gd name="connsiteX2" fmla="*/ 3337021 w 3337021"/>
                <a:gd name="connsiteY2" fmla="*/ 253973 h 253973"/>
                <a:gd name="connsiteX3" fmla="*/ 0 w 3337021"/>
                <a:gd name="connsiteY3" fmla="*/ 253973 h 25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021" h="253973">
                  <a:moveTo>
                    <a:pt x="0" y="0"/>
                  </a:moveTo>
                  <a:lnTo>
                    <a:pt x="3337021" y="0"/>
                  </a:lnTo>
                  <a:lnTo>
                    <a:pt x="3337021" y="253973"/>
                  </a:lnTo>
                  <a:lnTo>
                    <a:pt x="0" y="253973"/>
                  </a:lnTo>
                  <a:close/>
                </a:path>
              </a:pathLst>
            </a:custGeom>
          </p:spPr>
        </p:pic>
        <p:pic>
          <p:nvPicPr>
            <p:cNvPr id="57" name="Graphic 56">
              <a:extLst>
                <a:ext uri="{FF2B5EF4-FFF2-40B4-BE49-F238E27FC236}">
                  <a16:creationId xmlns:a16="http://schemas.microsoft.com/office/drawing/2014/main" id="{6DBFD3E3-0C4E-4AD0-8362-200C740659F1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b="92389"/>
            <a:stretch>
              <a:fillRect/>
            </a:stretch>
          </p:blipFill>
          <p:spPr>
            <a:xfrm>
              <a:off x="3311353" y="14980146"/>
              <a:ext cx="3337021" cy="253972"/>
            </a:xfrm>
            <a:custGeom>
              <a:avLst/>
              <a:gdLst>
                <a:gd name="connsiteX0" fmla="*/ 0 w 3337021"/>
                <a:gd name="connsiteY0" fmla="*/ 0 h 253972"/>
                <a:gd name="connsiteX1" fmla="*/ 3337021 w 3337021"/>
                <a:gd name="connsiteY1" fmla="*/ 0 h 253972"/>
                <a:gd name="connsiteX2" fmla="*/ 3337021 w 3337021"/>
                <a:gd name="connsiteY2" fmla="*/ 253972 h 253972"/>
                <a:gd name="connsiteX3" fmla="*/ 0 w 3337021"/>
                <a:gd name="connsiteY3" fmla="*/ 253972 h 25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021" h="253972">
                  <a:moveTo>
                    <a:pt x="0" y="0"/>
                  </a:moveTo>
                  <a:lnTo>
                    <a:pt x="3337021" y="0"/>
                  </a:lnTo>
                  <a:lnTo>
                    <a:pt x="3337021" y="253972"/>
                  </a:lnTo>
                  <a:lnTo>
                    <a:pt x="0" y="253972"/>
                  </a:lnTo>
                  <a:close/>
                </a:path>
              </a:pathLst>
            </a:custGeom>
          </p:spPr>
        </p:pic>
        <p:pic>
          <p:nvPicPr>
            <p:cNvPr id="58" name="Graphic 57">
              <a:extLst>
                <a:ext uri="{FF2B5EF4-FFF2-40B4-BE49-F238E27FC236}">
                  <a16:creationId xmlns:a16="http://schemas.microsoft.com/office/drawing/2014/main" id="{F0BE1516-5EB6-49CE-AE5F-FCB53BEC01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b="92389"/>
            <a:stretch>
              <a:fillRect/>
            </a:stretch>
          </p:blipFill>
          <p:spPr>
            <a:xfrm>
              <a:off x="6605762" y="14980146"/>
              <a:ext cx="3337021" cy="253972"/>
            </a:xfrm>
            <a:custGeom>
              <a:avLst/>
              <a:gdLst>
                <a:gd name="connsiteX0" fmla="*/ 0 w 3337021"/>
                <a:gd name="connsiteY0" fmla="*/ 0 h 253972"/>
                <a:gd name="connsiteX1" fmla="*/ 3337021 w 3337021"/>
                <a:gd name="connsiteY1" fmla="*/ 0 h 253972"/>
                <a:gd name="connsiteX2" fmla="*/ 3337021 w 3337021"/>
                <a:gd name="connsiteY2" fmla="*/ 253972 h 253972"/>
                <a:gd name="connsiteX3" fmla="*/ 0 w 3337021"/>
                <a:gd name="connsiteY3" fmla="*/ 253972 h 25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021" h="253972">
                  <a:moveTo>
                    <a:pt x="0" y="0"/>
                  </a:moveTo>
                  <a:lnTo>
                    <a:pt x="3337021" y="0"/>
                  </a:lnTo>
                  <a:lnTo>
                    <a:pt x="3337021" y="253972"/>
                  </a:lnTo>
                  <a:lnTo>
                    <a:pt x="0" y="253972"/>
                  </a:lnTo>
                  <a:close/>
                </a:path>
              </a:pathLst>
            </a:custGeom>
          </p:spPr>
        </p:pic>
        <p:pic>
          <p:nvPicPr>
            <p:cNvPr id="59" name="Graphic 58">
              <a:extLst>
                <a:ext uri="{FF2B5EF4-FFF2-40B4-BE49-F238E27FC236}">
                  <a16:creationId xmlns:a16="http://schemas.microsoft.com/office/drawing/2014/main" id="{907C4F19-E1B8-4F28-89A9-11EEBA277E53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r="31829" b="92389"/>
            <a:stretch>
              <a:fillRect/>
            </a:stretch>
          </p:blipFill>
          <p:spPr>
            <a:xfrm>
              <a:off x="9917115" y="14980146"/>
              <a:ext cx="2274885" cy="253972"/>
            </a:xfrm>
            <a:custGeom>
              <a:avLst/>
              <a:gdLst>
                <a:gd name="connsiteX0" fmla="*/ 0 w 2274885"/>
                <a:gd name="connsiteY0" fmla="*/ 0 h 253972"/>
                <a:gd name="connsiteX1" fmla="*/ 2274885 w 2274885"/>
                <a:gd name="connsiteY1" fmla="*/ 0 h 253972"/>
                <a:gd name="connsiteX2" fmla="*/ 2274885 w 2274885"/>
                <a:gd name="connsiteY2" fmla="*/ 253972 h 253972"/>
                <a:gd name="connsiteX3" fmla="*/ 0 w 2274885"/>
                <a:gd name="connsiteY3" fmla="*/ 253972 h 25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4885" h="253972">
                  <a:moveTo>
                    <a:pt x="0" y="0"/>
                  </a:moveTo>
                  <a:lnTo>
                    <a:pt x="2274885" y="0"/>
                  </a:lnTo>
                  <a:lnTo>
                    <a:pt x="2274885" y="253972"/>
                  </a:lnTo>
                  <a:lnTo>
                    <a:pt x="0" y="253972"/>
                  </a:lnTo>
                  <a:close/>
                </a:path>
              </a:pathLst>
            </a:custGeom>
          </p:spPr>
        </p:pic>
        <p:grpSp>
          <p:nvGrpSpPr>
            <p:cNvPr id="60" name="Rectangle 1">
              <a:extLst>
                <a:ext uri="{FF2B5EF4-FFF2-40B4-BE49-F238E27FC236}">
                  <a16:creationId xmlns:a16="http://schemas.microsoft.com/office/drawing/2014/main" id="{A2A7EC7E-B8B2-48A9-93A4-7970F7C25785}"/>
                </a:ext>
              </a:extLst>
            </p:cNvPr>
            <p:cNvGrpSpPr/>
            <p:nvPr userDrawn="1"/>
          </p:nvGrpSpPr>
          <p:grpSpPr>
            <a:xfrm>
              <a:off x="0" y="8376119"/>
              <a:ext cx="6648374" cy="3337021"/>
              <a:chOff x="0" y="0"/>
              <a:chExt cx="6648374" cy="3337021"/>
            </a:xfrm>
          </p:grpSpPr>
          <p:pic>
            <p:nvPicPr>
              <p:cNvPr id="61" name="Graphic 60">
                <a:extLst>
                  <a:ext uri="{FF2B5EF4-FFF2-40B4-BE49-F238E27FC236}">
                    <a16:creationId xmlns:a16="http://schemas.microsoft.com/office/drawing/2014/main" id="{8B57CEC4-C30D-441D-B82D-9234340D8C4B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62" name="Graphic 61">
                <a:extLst>
                  <a:ext uri="{FF2B5EF4-FFF2-40B4-BE49-F238E27FC236}">
                    <a16:creationId xmlns:a16="http://schemas.microsoft.com/office/drawing/2014/main" id="{AF16816F-7163-4101-BD16-93CE6C9331D5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3311353" y="0"/>
                <a:ext cx="3337021" cy="3337021"/>
              </a:xfrm>
              <a:prstGeom prst="rect">
                <a:avLst/>
              </a:prstGeom>
            </p:spPr>
          </p:pic>
        </p:grpSp>
        <p:pic>
          <p:nvPicPr>
            <p:cNvPr id="63" name="Graphic 62">
              <a:extLst>
                <a:ext uri="{FF2B5EF4-FFF2-40B4-BE49-F238E27FC236}">
                  <a16:creationId xmlns:a16="http://schemas.microsoft.com/office/drawing/2014/main" id="{762D2C4C-8A4E-4D86-9AD3-CBEFE20A57FB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605762" y="8376119"/>
              <a:ext cx="3337021" cy="3337021"/>
            </a:xfrm>
            <a:prstGeom prst="rect">
              <a:avLst/>
            </a:prstGeom>
          </p:spPr>
        </p:pic>
        <p:pic>
          <p:nvPicPr>
            <p:cNvPr id="64" name="Graphic 63">
              <a:extLst>
                <a:ext uri="{FF2B5EF4-FFF2-40B4-BE49-F238E27FC236}">
                  <a16:creationId xmlns:a16="http://schemas.microsoft.com/office/drawing/2014/main" id="{881C5693-D00A-4724-8F31-B2CD98BC7D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r="31829"/>
            <a:stretch>
              <a:fillRect/>
            </a:stretch>
          </p:blipFill>
          <p:spPr>
            <a:xfrm>
              <a:off x="9917115" y="8376119"/>
              <a:ext cx="2274885" cy="3337021"/>
            </a:xfrm>
            <a:custGeom>
              <a:avLst/>
              <a:gdLst>
                <a:gd name="connsiteX0" fmla="*/ 0 w 2274885"/>
                <a:gd name="connsiteY0" fmla="*/ 0 h 3337021"/>
                <a:gd name="connsiteX1" fmla="*/ 2274885 w 2274885"/>
                <a:gd name="connsiteY1" fmla="*/ 0 h 3337021"/>
                <a:gd name="connsiteX2" fmla="*/ 2274885 w 2274885"/>
                <a:gd name="connsiteY2" fmla="*/ 3337021 h 3337021"/>
                <a:gd name="connsiteX3" fmla="*/ 0 w 2274885"/>
                <a:gd name="connsiteY3" fmla="*/ 3337021 h 333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4885" h="3337021">
                  <a:moveTo>
                    <a:pt x="0" y="0"/>
                  </a:moveTo>
                  <a:lnTo>
                    <a:pt x="2274885" y="0"/>
                  </a:lnTo>
                  <a:lnTo>
                    <a:pt x="2274885" y="3337021"/>
                  </a:lnTo>
                  <a:lnTo>
                    <a:pt x="0" y="3337021"/>
                  </a:lnTo>
                  <a:close/>
                </a:path>
              </a:pathLst>
            </a:custGeom>
          </p:spPr>
        </p:pic>
        <p:sp>
          <p:nvSpPr>
            <p:cNvPr id="65" name="Background">
              <a:extLst>
                <a:ext uri="{FF2B5EF4-FFF2-40B4-BE49-F238E27FC236}">
                  <a16:creationId xmlns:a16="http://schemas.microsoft.com/office/drawing/2014/main" id="{A352F5A7-04C8-478F-B363-7A29EFBAF466}"/>
                </a:ext>
              </a:extLst>
            </p:cNvPr>
            <p:cNvSpPr/>
            <p:nvPr userDrawn="1"/>
          </p:nvSpPr>
          <p:spPr bwMode="ltGray">
            <a:xfrm rot="10800000">
              <a:off x="-2115" y="8376119"/>
              <a:ext cx="12189884" cy="6650767"/>
            </a:xfrm>
            <a:prstGeom prst="rect">
              <a:avLst/>
            </a:prstGeom>
            <a:gradFill>
              <a:gsLst>
                <a:gs pos="77000">
                  <a:srgbClr val="0D1514">
                    <a:alpha val="0"/>
                  </a:srgbClr>
                </a:gs>
                <a:gs pos="0">
                  <a:srgbClr val="0D1514"/>
                </a:gs>
              </a:gsLst>
              <a:lin ang="192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66" name="Background">
              <a:extLst>
                <a:ext uri="{FF2B5EF4-FFF2-40B4-BE49-F238E27FC236}">
                  <a16:creationId xmlns:a16="http://schemas.microsoft.com/office/drawing/2014/main" id="{B59FE6DA-33AA-41AD-91AB-0B245F5AD233}"/>
                </a:ext>
              </a:extLst>
            </p:cNvPr>
            <p:cNvSpPr/>
            <p:nvPr userDrawn="1"/>
          </p:nvSpPr>
          <p:spPr bwMode="ltGray">
            <a:xfrm>
              <a:off x="0" y="8583352"/>
              <a:ext cx="12189884" cy="6650767"/>
            </a:xfrm>
            <a:prstGeom prst="rect">
              <a:avLst/>
            </a:prstGeom>
            <a:gradFill>
              <a:gsLst>
                <a:gs pos="8000">
                  <a:schemeClr val="accent4">
                    <a:alpha val="28000"/>
                  </a:schemeClr>
                </a:gs>
                <a:gs pos="31000">
                  <a:schemeClr val="tx2">
                    <a:alpha val="0"/>
                  </a:schemeClr>
                </a:gs>
                <a:gs pos="0">
                  <a:schemeClr val="accent4">
                    <a:alpha val="58000"/>
                  </a:schemeClr>
                </a:gs>
              </a:gsLst>
              <a:lin ang="168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Century Gothic" panose="020B0502020202020204" pitchFamily="34" charset="0"/>
              </a:endParaRPr>
            </a:p>
          </p:txBody>
        </p:sp>
      </p:grpSp>
      <p:sp>
        <p:nvSpPr>
          <p:cNvPr id="7" name="2. Slide Title">
            <a:extLst>
              <a:ext uri="{FF2B5EF4-FFF2-40B4-BE49-F238E27FC236}">
                <a16:creationId xmlns:a16="http://schemas.microsoft.com/office/drawing/2014/main" id="{99495DFD-8D6A-4DD8-AE3A-47FA42AA0A4F}"/>
              </a:ext>
            </a:extLst>
          </p:cNvPr>
          <p:cNvSpPr>
            <a:spLocks noGrp="1"/>
          </p:cNvSpPr>
          <p:nvPr userDrawn="1">
            <p:ph type="title" hasCustomPrompt="1"/>
            <p:custDataLst>
              <p:tags r:id="rId3"/>
            </p:custDataLst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648000" bIns="0" rtlCol="0" anchor="b" anchorCtr="0">
            <a:sp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ru-RU" sz="2400" b="1" kern="1200" spc="0" baseline="0" dirty="0">
                <a:ln w="6350" cap="flat">
                  <a:noFill/>
                  <a:miter lim="800000"/>
                </a:ln>
                <a:solidFill>
                  <a:schemeClr val="bg1"/>
                </a:solidFill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/>
              <a:t>Click to edit </a:t>
            </a:r>
            <a:br>
              <a:rPr lang="en-US"/>
            </a:br>
            <a:r>
              <a:rPr lang="en-US"/>
              <a:t>Master title style</a:t>
            </a:r>
          </a:p>
        </p:txBody>
      </p:sp>
      <p:sp>
        <p:nvSpPr>
          <p:cNvPr id="9" name="1. On-page tracker">
            <a:extLst>
              <a:ext uri="{FF2B5EF4-FFF2-40B4-BE49-F238E27FC236}">
                <a16:creationId xmlns:a16="http://schemas.microsoft.com/office/drawing/2014/main" id="{FA764DC8-CEA6-42F3-8E66-7C768AAD275E}"/>
              </a:ext>
            </a:extLst>
          </p:cNvPr>
          <p:cNvSpPr>
            <a:spLocks noGrp="1"/>
          </p:cNvSpPr>
          <p:nvPr userDrawn="1">
            <p:ph type="body" sz="quarter" idx="10" hasCustomPrompt="1"/>
            <p:custDataLst>
              <p:tags r:id="rId4"/>
            </p:custDataLst>
          </p:nvPr>
        </p:nvSpPr>
        <p:spPr>
          <a:xfrm>
            <a:off x="554735" y="41597"/>
            <a:ext cx="3843338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dirty="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6" name="5. Source" hidden="1">
            <a:extLst>
              <a:ext uri="{FF2B5EF4-FFF2-40B4-BE49-F238E27FC236}">
                <a16:creationId xmlns:a16="http://schemas.microsoft.com/office/drawing/2014/main" id="{B871FE09-BB6E-4334-B0EA-E52395AA61B3}"/>
              </a:ext>
            </a:extLst>
          </p:cNvPr>
          <p:cNvSpPr txBox="1"/>
          <p:nvPr userDrawn="1">
            <p:custDataLst>
              <p:tags r:id="rId5"/>
            </p:custDataLst>
          </p:nvPr>
        </p:nvSpPr>
        <p:spPr>
          <a:xfrm>
            <a:off x="554735" y="6501669"/>
            <a:ext cx="7277861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sp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>
                <a:solidFill>
                  <a:schemeClr val="bg1"/>
                </a:solidFill>
              </a:rPr>
              <a:t>Source: …</a:t>
            </a:r>
          </a:p>
        </p:txBody>
      </p:sp>
      <p:sp>
        <p:nvSpPr>
          <p:cNvPr id="25" name="4. Footnote" hidden="1">
            <a:extLst>
              <a:ext uri="{FF2B5EF4-FFF2-40B4-BE49-F238E27FC236}">
                <a16:creationId xmlns:a16="http://schemas.microsoft.com/office/drawing/2014/main" id="{B1C8A38F-E18D-4209-BB91-D82556C25DD0}"/>
              </a:ext>
            </a:extLst>
          </p:cNvPr>
          <p:cNvSpPr txBox="1">
            <a:spLocks/>
          </p:cNvSpPr>
          <p:nvPr userDrawn="1">
            <p:custDataLst>
              <p:tags r:id="rId6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>
                <a:solidFill>
                  <a:schemeClr val="bg1"/>
                </a:solidFill>
              </a:rPr>
              <a:t>Footnotes</a:t>
            </a:r>
          </a:p>
        </p:txBody>
      </p:sp>
    </p:spTree>
    <p:extLst>
      <p:ext uri="{BB962C8B-B14F-4D97-AF65-F5344CB8AC3E}">
        <p14:creationId xmlns:p14="http://schemas.microsoft.com/office/powerpoint/2010/main" val="232857864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6" hidden="1">
            <a:extLst>
              <a:ext uri="{FF2B5EF4-FFF2-40B4-BE49-F238E27FC236}">
                <a16:creationId xmlns:a16="http://schemas.microsoft.com/office/drawing/2014/main" id="{305B6D76-6B4B-4ED5-B8F1-5D1D0983125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0068434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592" imgH="591" progId="TCLayout.ActiveDocument.1">
                  <p:embed/>
                </p:oleObj>
              </mc:Choice>
              <mc:Fallback>
                <p:oleObj name="think-cell Slide" r:id="rId8" imgW="592" imgH="591" progId="TCLayout.ActiveDocument.1">
                  <p:embed/>
                  <p:pic>
                    <p:nvPicPr>
                      <p:cNvPr id="3" name="Object 6" hidden="1">
                        <a:extLst>
                          <a:ext uri="{FF2B5EF4-FFF2-40B4-BE49-F238E27FC236}">
                            <a16:creationId xmlns:a16="http://schemas.microsoft.com/office/drawing/2014/main" id="{305B6D76-6B4B-4ED5-B8F1-5D1D0983125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BDCF374B-2477-45CD-A00B-B8676A45ACDF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400" b="1" i="0" baseline="0">
              <a:solidFill>
                <a:schemeClr val="bg1"/>
              </a:solidFill>
              <a:latin typeface="Georgia" panose="02040502050405020303" pitchFamily="18" charset="0"/>
              <a:ea typeface="Tahoma" panose="020B0604030504040204" pitchFamily="34" charset="0"/>
              <a:cs typeface="Tahoma" panose="020B0604030504040204" pitchFamily="34" charset="0"/>
              <a:sym typeface="Georgia" panose="02040502050405020303" pitchFamily="18" charset="0"/>
            </a:endParaRPr>
          </a:p>
        </p:txBody>
      </p:sp>
      <p:grpSp>
        <p:nvGrpSpPr>
          <p:cNvPr id="5" name="Background">
            <a:extLst>
              <a:ext uri="{FF2B5EF4-FFF2-40B4-BE49-F238E27FC236}">
                <a16:creationId xmlns:a16="http://schemas.microsoft.com/office/drawing/2014/main" id="{C12F2EBF-CB29-4245-9709-8A3AB25C1082}"/>
              </a:ext>
            </a:extLst>
          </p:cNvPr>
          <p:cNvGrpSpPr/>
          <p:nvPr userDrawn="1"/>
        </p:nvGrpSpPr>
        <p:grpSpPr>
          <a:xfrm>
            <a:off x="-2115" y="0"/>
            <a:ext cx="12194115" cy="6858000"/>
            <a:chOff x="-2115" y="8376119"/>
            <a:chExt cx="12194115" cy="6858000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9CCA7045-39CE-4B45-993E-9D65996656C6}"/>
                </a:ext>
              </a:extLst>
            </p:cNvPr>
            <p:cNvSpPr/>
            <p:nvPr userDrawn="1"/>
          </p:nvSpPr>
          <p:spPr>
            <a:xfrm>
              <a:off x="0" y="8377706"/>
              <a:ext cx="12192000" cy="6856413"/>
            </a:xfrm>
            <a:prstGeom prst="rect">
              <a:avLst/>
            </a:prstGeom>
            <a:solidFill>
              <a:schemeClr val="tx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sz="1224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ABA55F93-7B0A-4279-B19A-B63AB5BF2EB9}"/>
                </a:ext>
              </a:extLst>
            </p:cNvPr>
            <p:cNvGrpSpPr/>
            <p:nvPr userDrawn="1"/>
          </p:nvGrpSpPr>
          <p:grpSpPr>
            <a:xfrm>
              <a:off x="0" y="11681986"/>
              <a:ext cx="6648374" cy="3337021"/>
              <a:chOff x="0" y="0"/>
              <a:chExt cx="6648374" cy="3337021"/>
            </a:xfrm>
          </p:grpSpPr>
          <p:pic>
            <p:nvPicPr>
              <p:cNvPr id="52" name="Graphic 51">
                <a:extLst>
                  <a:ext uri="{FF2B5EF4-FFF2-40B4-BE49-F238E27FC236}">
                    <a16:creationId xmlns:a16="http://schemas.microsoft.com/office/drawing/2014/main" id="{9008B0E7-80F2-46F6-B605-37A23B9225FE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53" name="Graphic 52">
                <a:extLst>
                  <a:ext uri="{FF2B5EF4-FFF2-40B4-BE49-F238E27FC236}">
                    <a16:creationId xmlns:a16="http://schemas.microsoft.com/office/drawing/2014/main" id="{260C2D05-7D30-4E7B-A98E-9261BFC60852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3311353" y="0"/>
                <a:ext cx="3337021" cy="3337021"/>
              </a:xfrm>
              <a:prstGeom prst="rect">
                <a:avLst/>
              </a:prstGeom>
            </p:spPr>
          </p:pic>
        </p:grpSp>
        <p:pic>
          <p:nvPicPr>
            <p:cNvPr id="54" name="Graphic 53">
              <a:extLst>
                <a:ext uri="{FF2B5EF4-FFF2-40B4-BE49-F238E27FC236}">
                  <a16:creationId xmlns:a16="http://schemas.microsoft.com/office/drawing/2014/main" id="{24F2E44F-03F7-449F-B901-28539A23A05F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605762" y="11681986"/>
              <a:ext cx="3337021" cy="3337021"/>
            </a:xfrm>
            <a:prstGeom prst="rect">
              <a:avLst/>
            </a:prstGeom>
          </p:spPr>
        </p:pic>
        <p:pic>
          <p:nvPicPr>
            <p:cNvPr id="55" name="Graphic 54">
              <a:extLst>
                <a:ext uri="{FF2B5EF4-FFF2-40B4-BE49-F238E27FC236}">
                  <a16:creationId xmlns:a16="http://schemas.microsoft.com/office/drawing/2014/main" id="{0165378C-FEC8-4F51-B2F7-CDE4952154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r="31829"/>
            <a:stretch>
              <a:fillRect/>
            </a:stretch>
          </p:blipFill>
          <p:spPr>
            <a:xfrm>
              <a:off x="9917115" y="11681986"/>
              <a:ext cx="2274885" cy="3337021"/>
            </a:xfrm>
            <a:custGeom>
              <a:avLst/>
              <a:gdLst>
                <a:gd name="connsiteX0" fmla="*/ 0 w 2274885"/>
                <a:gd name="connsiteY0" fmla="*/ 0 h 3337021"/>
                <a:gd name="connsiteX1" fmla="*/ 2274885 w 2274885"/>
                <a:gd name="connsiteY1" fmla="*/ 0 h 3337021"/>
                <a:gd name="connsiteX2" fmla="*/ 2274885 w 2274885"/>
                <a:gd name="connsiteY2" fmla="*/ 3337021 h 3337021"/>
                <a:gd name="connsiteX3" fmla="*/ 0 w 2274885"/>
                <a:gd name="connsiteY3" fmla="*/ 3337021 h 333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4885" h="3337021">
                  <a:moveTo>
                    <a:pt x="0" y="0"/>
                  </a:moveTo>
                  <a:lnTo>
                    <a:pt x="2274885" y="0"/>
                  </a:lnTo>
                  <a:lnTo>
                    <a:pt x="2274885" y="3337021"/>
                  </a:lnTo>
                  <a:lnTo>
                    <a:pt x="0" y="3337021"/>
                  </a:lnTo>
                  <a:close/>
                </a:path>
              </a:pathLst>
            </a:custGeom>
          </p:spPr>
        </p:pic>
        <p:pic>
          <p:nvPicPr>
            <p:cNvPr id="56" name="Graphic 55">
              <a:extLst>
                <a:ext uri="{FF2B5EF4-FFF2-40B4-BE49-F238E27FC236}">
                  <a16:creationId xmlns:a16="http://schemas.microsoft.com/office/drawing/2014/main" id="{F31DBB21-9605-40A3-B9D4-30B8AC9316FF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b="92389"/>
            <a:stretch>
              <a:fillRect/>
            </a:stretch>
          </p:blipFill>
          <p:spPr>
            <a:xfrm>
              <a:off x="0" y="14980146"/>
              <a:ext cx="3337021" cy="253973"/>
            </a:xfrm>
            <a:custGeom>
              <a:avLst/>
              <a:gdLst>
                <a:gd name="connsiteX0" fmla="*/ 0 w 3337021"/>
                <a:gd name="connsiteY0" fmla="*/ 0 h 253973"/>
                <a:gd name="connsiteX1" fmla="*/ 3337021 w 3337021"/>
                <a:gd name="connsiteY1" fmla="*/ 0 h 253973"/>
                <a:gd name="connsiteX2" fmla="*/ 3337021 w 3337021"/>
                <a:gd name="connsiteY2" fmla="*/ 253973 h 253973"/>
                <a:gd name="connsiteX3" fmla="*/ 0 w 3337021"/>
                <a:gd name="connsiteY3" fmla="*/ 253973 h 25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021" h="253973">
                  <a:moveTo>
                    <a:pt x="0" y="0"/>
                  </a:moveTo>
                  <a:lnTo>
                    <a:pt x="3337021" y="0"/>
                  </a:lnTo>
                  <a:lnTo>
                    <a:pt x="3337021" y="253973"/>
                  </a:lnTo>
                  <a:lnTo>
                    <a:pt x="0" y="253973"/>
                  </a:lnTo>
                  <a:close/>
                </a:path>
              </a:pathLst>
            </a:custGeom>
          </p:spPr>
        </p:pic>
        <p:pic>
          <p:nvPicPr>
            <p:cNvPr id="57" name="Graphic 56">
              <a:extLst>
                <a:ext uri="{FF2B5EF4-FFF2-40B4-BE49-F238E27FC236}">
                  <a16:creationId xmlns:a16="http://schemas.microsoft.com/office/drawing/2014/main" id="{6DBFD3E3-0C4E-4AD0-8362-200C740659F1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b="92389"/>
            <a:stretch>
              <a:fillRect/>
            </a:stretch>
          </p:blipFill>
          <p:spPr>
            <a:xfrm>
              <a:off x="3311353" y="14980146"/>
              <a:ext cx="3337021" cy="253972"/>
            </a:xfrm>
            <a:custGeom>
              <a:avLst/>
              <a:gdLst>
                <a:gd name="connsiteX0" fmla="*/ 0 w 3337021"/>
                <a:gd name="connsiteY0" fmla="*/ 0 h 253972"/>
                <a:gd name="connsiteX1" fmla="*/ 3337021 w 3337021"/>
                <a:gd name="connsiteY1" fmla="*/ 0 h 253972"/>
                <a:gd name="connsiteX2" fmla="*/ 3337021 w 3337021"/>
                <a:gd name="connsiteY2" fmla="*/ 253972 h 253972"/>
                <a:gd name="connsiteX3" fmla="*/ 0 w 3337021"/>
                <a:gd name="connsiteY3" fmla="*/ 253972 h 25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021" h="253972">
                  <a:moveTo>
                    <a:pt x="0" y="0"/>
                  </a:moveTo>
                  <a:lnTo>
                    <a:pt x="3337021" y="0"/>
                  </a:lnTo>
                  <a:lnTo>
                    <a:pt x="3337021" y="253972"/>
                  </a:lnTo>
                  <a:lnTo>
                    <a:pt x="0" y="253972"/>
                  </a:lnTo>
                  <a:close/>
                </a:path>
              </a:pathLst>
            </a:custGeom>
          </p:spPr>
        </p:pic>
        <p:pic>
          <p:nvPicPr>
            <p:cNvPr id="58" name="Graphic 57">
              <a:extLst>
                <a:ext uri="{FF2B5EF4-FFF2-40B4-BE49-F238E27FC236}">
                  <a16:creationId xmlns:a16="http://schemas.microsoft.com/office/drawing/2014/main" id="{F0BE1516-5EB6-49CE-AE5F-FCB53BEC01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b="92389"/>
            <a:stretch>
              <a:fillRect/>
            </a:stretch>
          </p:blipFill>
          <p:spPr>
            <a:xfrm>
              <a:off x="6605762" y="14980146"/>
              <a:ext cx="3337021" cy="253972"/>
            </a:xfrm>
            <a:custGeom>
              <a:avLst/>
              <a:gdLst>
                <a:gd name="connsiteX0" fmla="*/ 0 w 3337021"/>
                <a:gd name="connsiteY0" fmla="*/ 0 h 253972"/>
                <a:gd name="connsiteX1" fmla="*/ 3337021 w 3337021"/>
                <a:gd name="connsiteY1" fmla="*/ 0 h 253972"/>
                <a:gd name="connsiteX2" fmla="*/ 3337021 w 3337021"/>
                <a:gd name="connsiteY2" fmla="*/ 253972 h 253972"/>
                <a:gd name="connsiteX3" fmla="*/ 0 w 3337021"/>
                <a:gd name="connsiteY3" fmla="*/ 253972 h 25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021" h="253972">
                  <a:moveTo>
                    <a:pt x="0" y="0"/>
                  </a:moveTo>
                  <a:lnTo>
                    <a:pt x="3337021" y="0"/>
                  </a:lnTo>
                  <a:lnTo>
                    <a:pt x="3337021" y="253972"/>
                  </a:lnTo>
                  <a:lnTo>
                    <a:pt x="0" y="253972"/>
                  </a:lnTo>
                  <a:close/>
                </a:path>
              </a:pathLst>
            </a:custGeom>
          </p:spPr>
        </p:pic>
        <p:pic>
          <p:nvPicPr>
            <p:cNvPr id="59" name="Graphic 58">
              <a:extLst>
                <a:ext uri="{FF2B5EF4-FFF2-40B4-BE49-F238E27FC236}">
                  <a16:creationId xmlns:a16="http://schemas.microsoft.com/office/drawing/2014/main" id="{907C4F19-E1B8-4F28-89A9-11EEBA277E53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r="31829" b="92389"/>
            <a:stretch>
              <a:fillRect/>
            </a:stretch>
          </p:blipFill>
          <p:spPr>
            <a:xfrm>
              <a:off x="9917115" y="14980146"/>
              <a:ext cx="2274885" cy="253972"/>
            </a:xfrm>
            <a:custGeom>
              <a:avLst/>
              <a:gdLst>
                <a:gd name="connsiteX0" fmla="*/ 0 w 2274885"/>
                <a:gd name="connsiteY0" fmla="*/ 0 h 253972"/>
                <a:gd name="connsiteX1" fmla="*/ 2274885 w 2274885"/>
                <a:gd name="connsiteY1" fmla="*/ 0 h 253972"/>
                <a:gd name="connsiteX2" fmla="*/ 2274885 w 2274885"/>
                <a:gd name="connsiteY2" fmla="*/ 253972 h 253972"/>
                <a:gd name="connsiteX3" fmla="*/ 0 w 2274885"/>
                <a:gd name="connsiteY3" fmla="*/ 253972 h 25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4885" h="253972">
                  <a:moveTo>
                    <a:pt x="0" y="0"/>
                  </a:moveTo>
                  <a:lnTo>
                    <a:pt x="2274885" y="0"/>
                  </a:lnTo>
                  <a:lnTo>
                    <a:pt x="2274885" y="253972"/>
                  </a:lnTo>
                  <a:lnTo>
                    <a:pt x="0" y="253972"/>
                  </a:lnTo>
                  <a:close/>
                </a:path>
              </a:pathLst>
            </a:custGeom>
          </p:spPr>
        </p:pic>
        <p:grpSp>
          <p:nvGrpSpPr>
            <p:cNvPr id="60" name="Rectangle 1">
              <a:extLst>
                <a:ext uri="{FF2B5EF4-FFF2-40B4-BE49-F238E27FC236}">
                  <a16:creationId xmlns:a16="http://schemas.microsoft.com/office/drawing/2014/main" id="{A2A7EC7E-B8B2-48A9-93A4-7970F7C25785}"/>
                </a:ext>
              </a:extLst>
            </p:cNvPr>
            <p:cNvGrpSpPr/>
            <p:nvPr userDrawn="1"/>
          </p:nvGrpSpPr>
          <p:grpSpPr>
            <a:xfrm>
              <a:off x="0" y="8376119"/>
              <a:ext cx="6648374" cy="3337021"/>
              <a:chOff x="0" y="0"/>
              <a:chExt cx="6648374" cy="3337021"/>
            </a:xfrm>
          </p:grpSpPr>
          <p:pic>
            <p:nvPicPr>
              <p:cNvPr id="61" name="Graphic 60">
                <a:extLst>
                  <a:ext uri="{FF2B5EF4-FFF2-40B4-BE49-F238E27FC236}">
                    <a16:creationId xmlns:a16="http://schemas.microsoft.com/office/drawing/2014/main" id="{8B57CEC4-C30D-441D-B82D-9234340D8C4B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62" name="Graphic 61">
                <a:extLst>
                  <a:ext uri="{FF2B5EF4-FFF2-40B4-BE49-F238E27FC236}">
                    <a16:creationId xmlns:a16="http://schemas.microsoft.com/office/drawing/2014/main" id="{AF16816F-7163-4101-BD16-93CE6C9331D5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3311353" y="0"/>
                <a:ext cx="3337021" cy="3337021"/>
              </a:xfrm>
              <a:prstGeom prst="rect">
                <a:avLst/>
              </a:prstGeom>
            </p:spPr>
          </p:pic>
        </p:grpSp>
        <p:pic>
          <p:nvPicPr>
            <p:cNvPr id="63" name="Graphic 62">
              <a:extLst>
                <a:ext uri="{FF2B5EF4-FFF2-40B4-BE49-F238E27FC236}">
                  <a16:creationId xmlns:a16="http://schemas.microsoft.com/office/drawing/2014/main" id="{762D2C4C-8A4E-4D86-9AD3-CBEFE20A57FB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605762" y="8376119"/>
              <a:ext cx="3337021" cy="3337021"/>
            </a:xfrm>
            <a:prstGeom prst="rect">
              <a:avLst/>
            </a:prstGeom>
          </p:spPr>
        </p:pic>
        <p:pic>
          <p:nvPicPr>
            <p:cNvPr id="64" name="Graphic 63">
              <a:extLst>
                <a:ext uri="{FF2B5EF4-FFF2-40B4-BE49-F238E27FC236}">
                  <a16:creationId xmlns:a16="http://schemas.microsoft.com/office/drawing/2014/main" id="{881C5693-D00A-4724-8F31-B2CD98BC7D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r="31829"/>
            <a:stretch>
              <a:fillRect/>
            </a:stretch>
          </p:blipFill>
          <p:spPr>
            <a:xfrm>
              <a:off x="9917115" y="8376119"/>
              <a:ext cx="2274885" cy="3337021"/>
            </a:xfrm>
            <a:custGeom>
              <a:avLst/>
              <a:gdLst>
                <a:gd name="connsiteX0" fmla="*/ 0 w 2274885"/>
                <a:gd name="connsiteY0" fmla="*/ 0 h 3337021"/>
                <a:gd name="connsiteX1" fmla="*/ 2274885 w 2274885"/>
                <a:gd name="connsiteY1" fmla="*/ 0 h 3337021"/>
                <a:gd name="connsiteX2" fmla="*/ 2274885 w 2274885"/>
                <a:gd name="connsiteY2" fmla="*/ 3337021 h 3337021"/>
                <a:gd name="connsiteX3" fmla="*/ 0 w 2274885"/>
                <a:gd name="connsiteY3" fmla="*/ 3337021 h 333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4885" h="3337021">
                  <a:moveTo>
                    <a:pt x="0" y="0"/>
                  </a:moveTo>
                  <a:lnTo>
                    <a:pt x="2274885" y="0"/>
                  </a:lnTo>
                  <a:lnTo>
                    <a:pt x="2274885" y="3337021"/>
                  </a:lnTo>
                  <a:lnTo>
                    <a:pt x="0" y="3337021"/>
                  </a:lnTo>
                  <a:close/>
                </a:path>
              </a:pathLst>
            </a:custGeom>
          </p:spPr>
        </p:pic>
        <p:sp>
          <p:nvSpPr>
            <p:cNvPr id="65" name="Background">
              <a:extLst>
                <a:ext uri="{FF2B5EF4-FFF2-40B4-BE49-F238E27FC236}">
                  <a16:creationId xmlns:a16="http://schemas.microsoft.com/office/drawing/2014/main" id="{A352F5A7-04C8-478F-B363-7A29EFBAF466}"/>
                </a:ext>
              </a:extLst>
            </p:cNvPr>
            <p:cNvSpPr/>
            <p:nvPr userDrawn="1"/>
          </p:nvSpPr>
          <p:spPr bwMode="ltGray">
            <a:xfrm rot="10800000">
              <a:off x="-2115" y="8376119"/>
              <a:ext cx="12189884" cy="6650767"/>
            </a:xfrm>
            <a:prstGeom prst="rect">
              <a:avLst/>
            </a:prstGeom>
            <a:gradFill>
              <a:gsLst>
                <a:gs pos="77000">
                  <a:srgbClr val="0D1514">
                    <a:alpha val="0"/>
                  </a:srgbClr>
                </a:gs>
                <a:gs pos="0">
                  <a:srgbClr val="0D1514"/>
                </a:gs>
              </a:gsLst>
              <a:lin ang="192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66" name="Background">
              <a:extLst>
                <a:ext uri="{FF2B5EF4-FFF2-40B4-BE49-F238E27FC236}">
                  <a16:creationId xmlns:a16="http://schemas.microsoft.com/office/drawing/2014/main" id="{B59FE6DA-33AA-41AD-91AB-0B245F5AD233}"/>
                </a:ext>
              </a:extLst>
            </p:cNvPr>
            <p:cNvSpPr/>
            <p:nvPr userDrawn="1"/>
          </p:nvSpPr>
          <p:spPr bwMode="ltGray">
            <a:xfrm>
              <a:off x="0" y="8583352"/>
              <a:ext cx="12189884" cy="6650767"/>
            </a:xfrm>
            <a:prstGeom prst="rect">
              <a:avLst/>
            </a:prstGeom>
            <a:gradFill>
              <a:gsLst>
                <a:gs pos="8000">
                  <a:schemeClr val="accent4">
                    <a:alpha val="28000"/>
                  </a:schemeClr>
                </a:gs>
                <a:gs pos="31000">
                  <a:schemeClr val="tx2">
                    <a:alpha val="0"/>
                  </a:schemeClr>
                </a:gs>
                <a:gs pos="0">
                  <a:schemeClr val="accent4">
                    <a:alpha val="58000"/>
                  </a:schemeClr>
                </a:gs>
              </a:gsLst>
              <a:lin ang="168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Century Gothic" panose="020B0502020202020204" pitchFamily="34" charset="0"/>
              </a:endParaRPr>
            </a:p>
          </p:txBody>
        </p:sp>
      </p:grpSp>
      <p:sp>
        <p:nvSpPr>
          <p:cNvPr id="7" name="2. Slide Title">
            <a:extLst>
              <a:ext uri="{FF2B5EF4-FFF2-40B4-BE49-F238E27FC236}">
                <a16:creationId xmlns:a16="http://schemas.microsoft.com/office/drawing/2014/main" id="{99495DFD-8D6A-4DD8-AE3A-47FA42AA0A4F}"/>
              </a:ext>
            </a:extLst>
          </p:cNvPr>
          <p:cNvSpPr>
            <a:spLocks noGrp="1"/>
          </p:cNvSpPr>
          <p:nvPr userDrawn="1">
            <p:ph type="title" hasCustomPrompt="1"/>
            <p:custDataLst>
              <p:tags r:id="rId3"/>
            </p:custDataLst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648000" bIns="0" rtlCol="0" anchor="b" anchorCtr="0">
            <a:sp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ru-RU" sz="2400" b="1" kern="1200" spc="0" baseline="0" dirty="0">
                <a:ln w="6350" cap="flat">
                  <a:noFill/>
                  <a:miter lim="800000"/>
                </a:ln>
                <a:solidFill>
                  <a:schemeClr val="bg1"/>
                </a:solidFill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/>
              <a:t>Click to edit </a:t>
            </a:r>
            <a:br>
              <a:rPr lang="en-US"/>
            </a:br>
            <a:r>
              <a:rPr lang="en-US"/>
              <a:t>Master title style</a:t>
            </a:r>
          </a:p>
        </p:txBody>
      </p:sp>
      <p:sp>
        <p:nvSpPr>
          <p:cNvPr id="9" name="1. On-page tracker">
            <a:extLst>
              <a:ext uri="{FF2B5EF4-FFF2-40B4-BE49-F238E27FC236}">
                <a16:creationId xmlns:a16="http://schemas.microsoft.com/office/drawing/2014/main" id="{FA764DC8-CEA6-42F3-8E66-7C768AAD275E}"/>
              </a:ext>
            </a:extLst>
          </p:cNvPr>
          <p:cNvSpPr>
            <a:spLocks noGrp="1"/>
          </p:cNvSpPr>
          <p:nvPr userDrawn="1">
            <p:ph type="body" sz="quarter" idx="10" hasCustomPrompt="1"/>
            <p:custDataLst>
              <p:tags r:id="rId4"/>
            </p:custDataLst>
          </p:nvPr>
        </p:nvSpPr>
        <p:spPr>
          <a:xfrm>
            <a:off x="554735" y="41597"/>
            <a:ext cx="3843338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dirty="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6" name="5. Source" hidden="1">
            <a:extLst>
              <a:ext uri="{FF2B5EF4-FFF2-40B4-BE49-F238E27FC236}">
                <a16:creationId xmlns:a16="http://schemas.microsoft.com/office/drawing/2014/main" id="{B871FE09-BB6E-4334-B0EA-E52395AA61B3}"/>
              </a:ext>
            </a:extLst>
          </p:cNvPr>
          <p:cNvSpPr txBox="1"/>
          <p:nvPr userDrawn="1">
            <p:custDataLst>
              <p:tags r:id="rId5"/>
            </p:custDataLst>
          </p:nvPr>
        </p:nvSpPr>
        <p:spPr>
          <a:xfrm>
            <a:off x="554735" y="6501669"/>
            <a:ext cx="7277861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sp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>
                <a:solidFill>
                  <a:schemeClr val="bg1"/>
                </a:solidFill>
              </a:rPr>
              <a:t>Source: …</a:t>
            </a:r>
          </a:p>
        </p:txBody>
      </p:sp>
      <p:sp>
        <p:nvSpPr>
          <p:cNvPr id="25" name="4. Footnote" hidden="1">
            <a:extLst>
              <a:ext uri="{FF2B5EF4-FFF2-40B4-BE49-F238E27FC236}">
                <a16:creationId xmlns:a16="http://schemas.microsoft.com/office/drawing/2014/main" id="{B1C8A38F-E18D-4209-BB91-D82556C25DD0}"/>
              </a:ext>
            </a:extLst>
          </p:cNvPr>
          <p:cNvSpPr txBox="1">
            <a:spLocks/>
          </p:cNvSpPr>
          <p:nvPr userDrawn="1">
            <p:custDataLst>
              <p:tags r:id="rId6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>
                <a:solidFill>
                  <a:schemeClr val="bg1"/>
                </a:solidFill>
              </a:rPr>
              <a:t>Footnotes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F23056B-DBE0-D752-3AC0-D7AAA3AF1AC4}"/>
              </a:ext>
            </a:extLst>
          </p:cNvPr>
          <p:cNvSpPr txBox="1"/>
          <p:nvPr userDrawn="1"/>
        </p:nvSpPr>
        <p:spPr>
          <a:xfrm>
            <a:off x="8545514" y="6435725"/>
            <a:ext cx="208756" cy="152400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none" lIns="0" tIns="0" rIns="0" bIns="0" rtlCol="0">
            <a:noAutofit/>
          </a:bodyPr>
          <a:lstStyle/>
          <a:p>
            <a:pPr algn="l" rtl="0">
              <a:spcBef>
                <a:spcPts val="300"/>
              </a:spcBef>
              <a:spcAft>
                <a:spcPts val="300"/>
              </a:spcAft>
              <a:buNone/>
            </a:pPr>
            <a:fld id="{5965CEB5-1DD1-49A1-A595-403D2BB5701F}" type="slidenum">
              <a:rPr lang="en-US" sz="1000" b="0" i="0" baseline="0" smtClean="0"/>
              <a:pPr algn="l" rtl="0">
                <a:spcBef>
                  <a:spcPts val="300"/>
                </a:spcBef>
                <a:spcAft>
                  <a:spcPts val="300"/>
                </a:spcAft>
                <a:buNone/>
              </a:pPr>
              <a:t>‹#›</a:t>
            </a:fld>
            <a:endParaRPr lang="en-US" sz="1000" b="0" i="0" baseline="0"/>
          </a:p>
        </p:txBody>
      </p:sp>
    </p:spTree>
    <p:extLst>
      <p:ext uri="{BB962C8B-B14F-4D97-AF65-F5344CB8AC3E}">
        <p14:creationId xmlns:p14="http://schemas.microsoft.com/office/powerpoint/2010/main" val="71787702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6" hidden="1">
            <a:extLst>
              <a:ext uri="{FF2B5EF4-FFF2-40B4-BE49-F238E27FC236}">
                <a16:creationId xmlns:a16="http://schemas.microsoft.com/office/drawing/2014/main" id="{EC6EE29E-F64A-419F-BFB0-EEDEB71953F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4446762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592" imgH="591" progId="TCLayout.ActiveDocument.1">
                  <p:embed/>
                </p:oleObj>
              </mc:Choice>
              <mc:Fallback>
                <p:oleObj name="think-cell Slide" r:id="rId10" imgW="592" imgH="591" progId="TCLayout.ActiveDocument.1">
                  <p:embed/>
                  <p:pic>
                    <p:nvPicPr>
                      <p:cNvPr id="3" name="Object 6" hidden="1">
                        <a:extLst>
                          <a:ext uri="{FF2B5EF4-FFF2-40B4-BE49-F238E27FC236}">
                            <a16:creationId xmlns:a16="http://schemas.microsoft.com/office/drawing/2014/main" id="{EC6EE29E-F64A-419F-BFB0-EEDEB71953F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69526043-F22A-4ED3-B0A1-DD7C4F83AF9B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3600" b="1" i="0" baseline="0">
              <a:solidFill>
                <a:schemeClr val="bg1"/>
              </a:solidFill>
              <a:latin typeface="Georgia" panose="02040502050405020303" pitchFamily="18" charset="0"/>
              <a:ea typeface="Tahoma" panose="020B0604030504040204" pitchFamily="34" charset="0"/>
              <a:cs typeface="Tahoma" panose="020B0604030504040204" pitchFamily="34" charset="0"/>
              <a:sym typeface="Georgia" panose="02040502050405020303" pitchFamily="18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0F539A-BC4E-41ED-B165-07BB7C76FD2A}"/>
              </a:ext>
            </a:extLst>
          </p:cNvPr>
          <p:cNvGrpSpPr/>
          <p:nvPr userDrawn="1"/>
        </p:nvGrpSpPr>
        <p:grpSpPr>
          <a:xfrm>
            <a:off x="0" y="-1"/>
            <a:ext cx="4544291" cy="6858001"/>
            <a:chOff x="0" y="-1"/>
            <a:chExt cx="4544291" cy="6858001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E05B1C71-372E-4CC9-A7BE-C99679981502}"/>
                </a:ext>
              </a:extLst>
            </p:cNvPr>
            <p:cNvGrpSpPr/>
            <p:nvPr userDrawn="1"/>
          </p:nvGrpSpPr>
          <p:grpSpPr>
            <a:xfrm>
              <a:off x="0" y="0"/>
              <a:ext cx="3337021" cy="6858000"/>
              <a:chOff x="0" y="0"/>
              <a:chExt cx="3337021" cy="6858000"/>
            </a:xfrm>
          </p:grpSpPr>
          <p:pic>
            <p:nvPicPr>
              <p:cNvPr id="24" name="Graphic 23">
                <a:extLst>
                  <a:ext uri="{FF2B5EF4-FFF2-40B4-BE49-F238E27FC236}">
                    <a16:creationId xmlns:a16="http://schemas.microsoft.com/office/drawing/2014/main" id="{E5F8B074-1072-48FC-974F-E70879C6D2FC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0" y="3305867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25" name="Graphic 24">
                <a:extLst>
                  <a:ext uri="{FF2B5EF4-FFF2-40B4-BE49-F238E27FC236}">
                    <a16:creationId xmlns:a16="http://schemas.microsoft.com/office/drawing/2014/main" id="{4D195B11-AB6C-4D1A-A364-CC5CEE26D667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 b="92389"/>
              <a:stretch>
                <a:fillRect/>
              </a:stretch>
            </p:blipFill>
            <p:spPr>
              <a:xfrm>
                <a:off x="0" y="6604027"/>
                <a:ext cx="3337021" cy="253973"/>
              </a:xfrm>
              <a:custGeom>
                <a:avLst/>
                <a:gdLst>
                  <a:gd name="connsiteX0" fmla="*/ 0 w 3337021"/>
                  <a:gd name="connsiteY0" fmla="*/ 0 h 253973"/>
                  <a:gd name="connsiteX1" fmla="*/ 3337021 w 3337021"/>
                  <a:gd name="connsiteY1" fmla="*/ 0 h 253973"/>
                  <a:gd name="connsiteX2" fmla="*/ 3337021 w 3337021"/>
                  <a:gd name="connsiteY2" fmla="*/ 253973 h 253973"/>
                  <a:gd name="connsiteX3" fmla="*/ 0 w 3337021"/>
                  <a:gd name="connsiteY3" fmla="*/ 253973 h 253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021" h="253973">
                    <a:moveTo>
                      <a:pt x="0" y="0"/>
                    </a:moveTo>
                    <a:lnTo>
                      <a:pt x="3337021" y="0"/>
                    </a:lnTo>
                    <a:lnTo>
                      <a:pt x="3337021" y="253973"/>
                    </a:lnTo>
                    <a:lnTo>
                      <a:pt x="0" y="253973"/>
                    </a:lnTo>
                    <a:close/>
                  </a:path>
                </a:pathLst>
              </a:custGeom>
            </p:spPr>
          </p:pic>
          <p:pic>
            <p:nvPicPr>
              <p:cNvPr id="26" name="Graphic 25">
                <a:extLst>
                  <a:ext uri="{FF2B5EF4-FFF2-40B4-BE49-F238E27FC236}">
                    <a16:creationId xmlns:a16="http://schemas.microsoft.com/office/drawing/2014/main" id="{E60F1F0A-C640-429C-8573-545387747246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</p:grp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8EC3B9AE-9069-4C4B-9F60-384885192A38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-1"/>
              <a:ext cx="4544291" cy="6857999"/>
            </a:xfrm>
            <a:prstGeom prst="rect">
              <a:avLst/>
            </a:prstGeom>
            <a:gradFill>
              <a:gsLst>
                <a:gs pos="85000">
                  <a:schemeClr val="bg2">
                    <a:alpha val="78000"/>
                  </a:schemeClr>
                </a:gs>
                <a:gs pos="11000">
                  <a:schemeClr val="bg2"/>
                </a:gs>
                <a:gs pos="100000">
                  <a:schemeClr val="bg2">
                    <a:alpha val="48000"/>
                  </a:schemeClr>
                </a:gs>
              </a:gsLst>
              <a:lin ang="114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Century Gothic" panose="020B0502020202020204" pitchFamily="34" charset="0"/>
              </a:endParaRPr>
            </a:p>
          </p:txBody>
        </p:sp>
      </p:grpSp>
      <p:sp>
        <p:nvSpPr>
          <p:cNvPr id="8" name="2. Slide Title">
            <a:extLst>
              <a:ext uri="{FF2B5EF4-FFF2-40B4-BE49-F238E27FC236}">
                <a16:creationId xmlns:a16="http://schemas.microsoft.com/office/drawing/2014/main" id="{EA735538-C733-4892-93A4-7B433D8B8293}"/>
              </a:ext>
            </a:extLst>
          </p:cNvPr>
          <p:cNvSpPr>
            <a:spLocks noGrp="1"/>
          </p:cNvSpPr>
          <p:nvPr>
            <p:ph type="title" hasCustomPrompt="1"/>
            <p:custDataLst>
              <p:tags r:id="rId3"/>
            </p:custDataLst>
          </p:nvPr>
        </p:nvSpPr>
        <p:spPr>
          <a:xfrm>
            <a:off x="1505712" y="3525451"/>
            <a:ext cx="10131552" cy="55399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ru-RU" sz="3600" b="1" kern="1200" spc="0" baseline="0" dirty="0">
                <a:ln w="6350" cap="flat">
                  <a:noFill/>
                  <a:miter lim="800000"/>
                </a:ln>
                <a:solidFill>
                  <a:srgbClr val="191C1E"/>
                </a:solidFill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</a:pPr>
            <a:r>
              <a:rPr lang="en-US"/>
              <a:t>“Click to add quote”</a:t>
            </a:r>
          </a:p>
        </p:txBody>
      </p:sp>
      <p:sp>
        <p:nvSpPr>
          <p:cNvPr id="6" name="3. Subtitle">
            <a:extLst>
              <a:ext uri="{FF2B5EF4-FFF2-40B4-BE49-F238E27FC236}">
                <a16:creationId xmlns:a16="http://schemas.microsoft.com/office/drawing/2014/main" id="{8DB5022C-F66C-4018-82F3-195571DDD527}"/>
              </a:ext>
            </a:extLst>
          </p:cNvPr>
          <p:cNvSpPr>
            <a:spLocks noGrp="1"/>
          </p:cNvSpPr>
          <p:nvPr>
            <p:ph type="subTitle" idx="1" hasCustomPrompt="1"/>
            <p:custDataLst>
              <p:tags r:id="rId4"/>
            </p:custDataLst>
          </p:nvPr>
        </p:nvSpPr>
        <p:spPr>
          <a:xfrm>
            <a:off x="1505712" y="4130249"/>
            <a:ext cx="10131552" cy="24622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rtl="0">
              <a:defRPr lang="ru-RU" sz="1600" b="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/>
              <a:t>Click to add quote source</a:t>
            </a:r>
          </a:p>
        </p:txBody>
      </p:sp>
      <p:sp>
        <p:nvSpPr>
          <p:cNvPr id="9" name="Slide Number">
            <a:extLst>
              <a:ext uri="{FF2B5EF4-FFF2-40B4-BE49-F238E27FC236}">
                <a16:creationId xmlns:a16="http://schemas.microsoft.com/office/drawing/2014/main" id="{FAEB6FCE-50CC-4F2B-A5B3-CB508EDFCD46}"/>
              </a:ext>
            </a:extLst>
          </p:cNvPr>
          <p:cNvSpPr>
            <a:spLocks noChangeArrowheads="1"/>
          </p:cNvSpPr>
          <p:nvPr userDrawn="1">
            <p:custDataLst>
              <p:tags r:id="rId5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smtClean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800" b="0">
              <a:solidFill>
                <a:srgbClr val="191C1E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0" name="1. On-page tracker">
            <a:extLst>
              <a:ext uri="{FF2B5EF4-FFF2-40B4-BE49-F238E27FC236}">
                <a16:creationId xmlns:a16="http://schemas.microsoft.com/office/drawing/2014/main" id="{556D1499-3230-4098-85B2-D4CC7CA621F1}"/>
              </a:ext>
            </a:extLst>
          </p:cNvPr>
          <p:cNvSpPr>
            <a:spLocks noGrp="1"/>
          </p:cNvSpPr>
          <p:nvPr>
            <p:ph type="body" sz="quarter" idx="10" hasCustomPrompt="1"/>
            <p:custDataLst>
              <p:tags r:id="rId6"/>
            </p:custDataLst>
          </p:nvPr>
        </p:nvSpPr>
        <p:spPr>
          <a:xfrm>
            <a:off x="554735" y="41597"/>
            <a:ext cx="3843338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dirty="0">
                <a:solidFill>
                  <a:schemeClr val="tx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13" name="4. Footnote" hidden="1">
            <a:extLst>
              <a:ext uri="{FF2B5EF4-FFF2-40B4-BE49-F238E27FC236}">
                <a16:creationId xmlns:a16="http://schemas.microsoft.com/office/drawing/2014/main" id="{AA02EE99-53A8-4C7C-8962-0D63EC734C69}"/>
              </a:ext>
            </a:extLst>
          </p:cNvPr>
          <p:cNvSpPr txBox="1">
            <a:spLocks/>
          </p:cNvSpPr>
          <p:nvPr userDrawn="1">
            <p:custDataLst>
              <p:tags r:id="rId7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  <p:sp>
        <p:nvSpPr>
          <p:cNvPr id="14" name="5. Source" hidden="1">
            <a:extLst>
              <a:ext uri="{FF2B5EF4-FFF2-40B4-BE49-F238E27FC236}">
                <a16:creationId xmlns:a16="http://schemas.microsoft.com/office/drawing/2014/main" id="{815E207E-5E76-49DE-8198-0BF5F72E95D4}"/>
              </a:ext>
            </a:extLst>
          </p:cNvPr>
          <p:cNvSpPr txBox="1">
            <a:spLocks/>
          </p:cNvSpPr>
          <p:nvPr userDrawn="1">
            <p:custDataLst>
              <p:tags r:id="rId8"/>
            </p:custDataLst>
          </p:nvPr>
        </p:nvSpPr>
        <p:spPr>
          <a:xfrm>
            <a:off x="554736" y="6514142"/>
            <a:ext cx="10637141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 err="1"/>
              <a:t>Источник</a:t>
            </a:r>
            <a:r>
              <a:rPr lang="en-US" sz="800"/>
              <a:t>: …</a:t>
            </a:r>
          </a:p>
        </p:txBody>
      </p:sp>
    </p:spTree>
    <p:extLst>
      <p:ext uri="{BB962C8B-B14F-4D97-AF65-F5344CB8AC3E}">
        <p14:creationId xmlns:p14="http://schemas.microsoft.com/office/powerpoint/2010/main" val="115044660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6" hidden="1">
            <a:extLst>
              <a:ext uri="{FF2B5EF4-FFF2-40B4-BE49-F238E27FC236}">
                <a16:creationId xmlns:a16="http://schemas.microsoft.com/office/drawing/2014/main" id="{DA8D6A48-EE20-4EB4-A234-9F3B16C0287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6576048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13" imgH="416" progId="TCLayout.ActiveDocument.1">
                  <p:embed/>
                </p:oleObj>
              </mc:Choice>
              <mc:Fallback>
                <p:oleObj name="think-cell Slide" r:id="rId11" imgW="413" imgH="416" progId="TCLayout.ActiveDocument.1">
                  <p:embed/>
                  <p:pic>
                    <p:nvPicPr>
                      <p:cNvPr id="3" name="Object 6" hidden="1">
                        <a:extLst>
                          <a:ext uri="{FF2B5EF4-FFF2-40B4-BE49-F238E27FC236}">
                            <a16:creationId xmlns:a16="http://schemas.microsoft.com/office/drawing/2014/main" id="{DA8D6A48-EE20-4EB4-A234-9F3B16C0287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1" hidden="1">
            <a:extLst>
              <a:ext uri="{FF2B5EF4-FFF2-40B4-BE49-F238E27FC236}">
                <a16:creationId xmlns:a16="http://schemas.microsoft.com/office/drawing/2014/main" id="{67C50C85-5FB9-4798-A8A4-1DA5B9F3ACC9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200" b="1" i="0" baseline="0">
              <a:solidFill>
                <a:schemeClr val="bg1"/>
              </a:solidFill>
              <a:latin typeface="Georgia" panose="02040502050405020303" pitchFamily="18" charset="0"/>
              <a:ea typeface="+mj-ea"/>
              <a:cs typeface="+mj-cs"/>
              <a:sym typeface="Georgia" panose="02040502050405020303" pitchFamily="18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7385429-219C-4D13-B18E-6E819E960DE4}"/>
              </a:ext>
            </a:extLst>
          </p:cNvPr>
          <p:cNvGrpSpPr/>
          <p:nvPr userDrawn="1"/>
        </p:nvGrpSpPr>
        <p:grpSpPr>
          <a:xfrm>
            <a:off x="0" y="-1"/>
            <a:ext cx="4544291" cy="6858001"/>
            <a:chOff x="0" y="-1"/>
            <a:chExt cx="4544291" cy="6858001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E0D1115-28CB-4F26-8A3F-D87F0295C698}"/>
                </a:ext>
              </a:extLst>
            </p:cNvPr>
            <p:cNvGrpSpPr/>
            <p:nvPr userDrawn="1"/>
          </p:nvGrpSpPr>
          <p:grpSpPr>
            <a:xfrm>
              <a:off x="0" y="0"/>
              <a:ext cx="3337021" cy="6858000"/>
              <a:chOff x="0" y="0"/>
              <a:chExt cx="3337021" cy="6858000"/>
            </a:xfrm>
          </p:grpSpPr>
          <p:pic>
            <p:nvPicPr>
              <p:cNvPr id="16" name="Graphic 15">
                <a:extLst>
                  <a:ext uri="{FF2B5EF4-FFF2-40B4-BE49-F238E27FC236}">
                    <a16:creationId xmlns:a16="http://schemas.microsoft.com/office/drawing/2014/main" id="{353078DF-55C7-45AB-9FA8-C0B2564A2E59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3305867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18" name="Graphic 17">
                <a:extLst>
                  <a:ext uri="{FF2B5EF4-FFF2-40B4-BE49-F238E27FC236}">
                    <a16:creationId xmlns:a16="http://schemas.microsoft.com/office/drawing/2014/main" id="{EBD2B1E4-5FBB-40D4-BD3A-048F6192B390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 b="92389"/>
              <a:stretch>
                <a:fillRect/>
              </a:stretch>
            </p:blipFill>
            <p:spPr>
              <a:xfrm>
                <a:off x="0" y="6604027"/>
                <a:ext cx="3337021" cy="253973"/>
              </a:xfrm>
              <a:custGeom>
                <a:avLst/>
                <a:gdLst>
                  <a:gd name="connsiteX0" fmla="*/ 0 w 3337021"/>
                  <a:gd name="connsiteY0" fmla="*/ 0 h 253973"/>
                  <a:gd name="connsiteX1" fmla="*/ 3337021 w 3337021"/>
                  <a:gd name="connsiteY1" fmla="*/ 0 h 253973"/>
                  <a:gd name="connsiteX2" fmla="*/ 3337021 w 3337021"/>
                  <a:gd name="connsiteY2" fmla="*/ 253973 h 253973"/>
                  <a:gd name="connsiteX3" fmla="*/ 0 w 3337021"/>
                  <a:gd name="connsiteY3" fmla="*/ 253973 h 253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021" h="253973">
                    <a:moveTo>
                      <a:pt x="0" y="0"/>
                    </a:moveTo>
                    <a:lnTo>
                      <a:pt x="3337021" y="0"/>
                    </a:lnTo>
                    <a:lnTo>
                      <a:pt x="3337021" y="253973"/>
                    </a:lnTo>
                    <a:lnTo>
                      <a:pt x="0" y="253973"/>
                    </a:lnTo>
                    <a:close/>
                  </a:path>
                </a:pathLst>
              </a:custGeom>
            </p:spPr>
          </p:pic>
          <p:pic>
            <p:nvPicPr>
              <p:cNvPr id="21" name="Graphic 20">
                <a:extLst>
                  <a:ext uri="{FF2B5EF4-FFF2-40B4-BE49-F238E27FC236}">
                    <a16:creationId xmlns:a16="http://schemas.microsoft.com/office/drawing/2014/main" id="{076C6520-DADB-4D33-9B8F-41CE6ABE4BDF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</p:grp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75397C38-99B9-4557-B2A5-EC4D3F9E3315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-1"/>
              <a:ext cx="4544291" cy="6857999"/>
            </a:xfrm>
            <a:prstGeom prst="rect">
              <a:avLst/>
            </a:prstGeom>
            <a:gradFill>
              <a:gsLst>
                <a:gs pos="85000">
                  <a:schemeClr val="bg2">
                    <a:alpha val="78000"/>
                  </a:schemeClr>
                </a:gs>
                <a:gs pos="11000">
                  <a:schemeClr val="bg2"/>
                </a:gs>
                <a:gs pos="100000">
                  <a:schemeClr val="bg2">
                    <a:alpha val="48000"/>
                  </a:schemeClr>
                </a:gs>
              </a:gsLst>
              <a:lin ang="114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6" name="RectangleLight">
            <a:extLst>
              <a:ext uri="{FF2B5EF4-FFF2-40B4-BE49-F238E27FC236}">
                <a16:creationId xmlns:a16="http://schemas.microsoft.com/office/drawing/2014/main" id="{3FA229FA-A3E6-464F-8FAE-54175450EBEB}"/>
              </a:ext>
            </a:extLst>
          </p:cNvPr>
          <p:cNvSpPr/>
          <p:nvPr userDrawn="1">
            <p:custDataLst>
              <p:tags r:id="rId3"/>
            </p:custDataLst>
          </p:nvPr>
        </p:nvSpPr>
        <p:spPr bwMode="ltGray">
          <a:xfrm>
            <a:off x="3413760" y="0"/>
            <a:ext cx="8778240" cy="6858000"/>
          </a:xfrm>
          <a:prstGeom prst="rect">
            <a:avLst/>
          </a:prstGeom>
          <a:solidFill>
            <a:schemeClr val="accent5"/>
          </a:solidFill>
          <a:ln w="6350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 rtl="0"/>
            <a:endParaRPr lang="en-US">
              <a:solidFill>
                <a:srgbClr val="F0F0F0"/>
              </a:solidFill>
              <a:latin typeface="Arial" panose="020B0604020202020204" pitchFamily="34" charset="0"/>
            </a:endParaRPr>
          </a:p>
        </p:txBody>
      </p:sp>
      <p:sp>
        <p:nvSpPr>
          <p:cNvPr id="17" name="Slide Number">
            <a:extLst>
              <a:ext uri="{FF2B5EF4-FFF2-40B4-BE49-F238E27FC236}">
                <a16:creationId xmlns:a16="http://schemas.microsoft.com/office/drawing/2014/main" id="{ACF9526A-1F1C-4E57-8A8D-21EDBC12066F}"/>
              </a:ext>
            </a:extLst>
          </p:cNvPr>
          <p:cNvSpPr>
            <a:spLocks noChangeArrowheads="1"/>
          </p:cNvSpPr>
          <p:nvPr userDrawn="1">
            <p:custDataLst>
              <p:tags r:id="rId4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smtClean="0">
                <a:cs typeface="Arial" panose="020B060402020202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800" b="0">
              <a:cs typeface="Arial" panose="020B0604020202020204" pitchFamily="34" charset="0"/>
            </a:endParaRPr>
          </a:p>
        </p:txBody>
      </p:sp>
      <p:sp>
        <p:nvSpPr>
          <p:cNvPr id="19" name="2. Slide Title">
            <a:extLst>
              <a:ext uri="{FF2B5EF4-FFF2-40B4-BE49-F238E27FC236}">
                <a16:creationId xmlns:a16="http://schemas.microsoft.com/office/drawing/2014/main" id="{6647A441-8DE4-4236-BCC7-B694B2C59E00}"/>
              </a:ext>
            </a:extLst>
          </p:cNvPr>
          <p:cNvSpPr>
            <a:spLocks noGrp="1"/>
          </p:cNvSpPr>
          <p:nvPr>
            <p:ph type="title"/>
            <p:custDataLst>
              <p:tags r:id="rId5"/>
            </p:custDataLst>
          </p:nvPr>
        </p:nvSpPr>
        <p:spPr>
          <a:xfrm>
            <a:off x="554736" y="2836702"/>
            <a:ext cx="2514600" cy="677108"/>
          </a:xfrm>
        </p:spPr>
        <p:txBody>
          <a:bodyPr vert="horz" wrap="square" lIns="0" tIns="0" rIns="0" bIns="0" rtlCol="0" anchor="b" anchorCtr="0">
            <a:noAutofit/>
          </a:bodyPr>
          <a:lstStyle>
            <a:lvl1pPr rtl="0">
              <a:defRPr lang="ru-RU" sz="2200" dirty="0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20" name="3. Subtitle">
            <a:extLst>
              <a:ext uri="{FF2B5EF4-FFF2-40B4-BE49-F238E27FC236}">
                <a16:creationId xmlns:a16="http://schemas.microsoft.com/office/drawing/2014/main" id="{A4DBA574-6D59-4DFD-82A7-9B1E9AEB906E}"/>
              </a:ext>
            </a:extLst>
          </p:cNvPr>
          <p:cNvSpPr>
            <a:spLocks noGrp="1"/>
          </p:cNvSpPr>
          <p:nvPr>
            <p:ph type="subTitle" idx="1"/>
            <p:custDataLst>
              <p:tags r:id="rId6"/>
            </p:custDataLst>
          </p:nvPr>
        </p:nvSpPr>
        <p:spPr>
          <a:xfrm>
            <a:off x="554736" y="3564610"/>
            <a:ext cx="2514600" cy="492443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rtl="0">
              <a:defRPr lang="ru-RU" sz="1600" b="0" dirty="0"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10" name="1. On-page tracker">
            <a:extLst>
              <a:ext uri="{FF2B5EF4-FFF2-40B4-BE49-F238E27FC236}">
                <a16:creationId xmlns:a16="http://schemas.microsoft.com/office/drawing/2014/main" id="{96552B7E-7081-4EA8-9351-FE4C7216ADF2}"/>
              </a:ext>
            </a:extLst>
          </p:cNvPr>
          <p:cNvSpPr>
            <a:spLocks noGrp="1"/>
          </p:cNvSpPr>
          <p:nvPr>
            <p:ph type="body" sz="quarter" idx="10" hasCustomPrompt="1"/>
            <p:custDataLst>
              <p:tags r:id="rId7"/>
            </p:custDataLst>
          </p:nvPr>
        </p:nvSpPr>
        <p:spPr>
          <a:xfrm>
            <a:off x="554735" y="41597"/>
            <a:ext cx="2514601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dirty="0">
                <a:cs typeface="+mn-cs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12" name="4. Footnote" hidden="1">
            <a:extLst>
              <a:ext uri="{FF2B5EF4-FFF2-40B4-BE49-F238E27FC236}">
                <a16:creationId xmlns:a16="http://schemas.microsoft.com/office/drawing/2014/main" id="{E91B258C-2CE3-47AD-91B7-5D22A691D520}"/>
              </a:ext>
            </a:extLst>
          </p:cNvPr>
          <p:cNvSpPr txBox="1">
            <a:spLocks/>
          </p:cNvSpPr>
          <p:nvPr userDrawn="1">
            <p:custDataLst>
              <p:tags r:id="rId8"/>
            </p:custDataLst>
          </p:nvPr>
        </p:nvSpPr>
        <p:spPr>
          <a:xfrm>
            <a:off x="554736" y="6330793"/>
            <a:ext cx="2514600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  <p:sp>
        <p:nvSpPr>
          <p:cNvPr id="13" name="5. Source" hidden="1">
            <a:extLst>
              <a:ext uri="{FF2B5EF4-FFF2-40B4-BE49-F238E27FC236}">
                <a16:creationId xmlns:a16="http://schemas.microsoft.com/office/drawing/2014/main" id="{9E0E9C24-A775-45BA-A2B2-E9A468FB0E1D}"/>
              </a:ext>
            </a:extLst>
          </p:cNvPr>
          <p:cNvSpPr txBox="1">
            <a:spLocks/>
          </p:cNvSpPr>
          <p:nvPr userDrawn="1">
            <p:custDataLst>
              <p:tags r:id="rId9"/>
            </p:custDataLst>
          </p:nvPr>
        </p:nvSpPr>
        <p:spPr>
          <a:xfrm>
            <a:off x="554736" y="6514142"/>
            <a:ext cx="2514600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…</a:t>
            </a:r>
          </a:p>
        </p:txBody>
      </p:sp>
    </p:spTree>
    <p:extLst>
      <p:ext uri="{BB962C8B-B14F-4D97-AF65-F5344CB8AC3E}">
        <p14:creationId xmlns:p14="http://schemas.microsoft.com/office/powerpoint/2010/main" val="103512810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6" hidden="1">
            <a:extLst>
              <a:ext uri="{FF2B5EF4-FFF2-40B4-BE49-F238E27FC236}">
                <a16:creationId xmlns:a16="http://schemas.microsoft.com/office/drawing/2014/main" id="{CEE6E84E-0DE7-4EEF-8932-BF42153B3B5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6299097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13" imgH="416" progId="TCLayout.ActiveDocument.1">
                  <p:embed/>
                </p:oleObj>
              </mc:Choice>
              <mc:Fallback>
                <p:oleObj name="think-cell Slide" r:id="rId11" imgW="413" imgH="416" progId="TCLayout.ActiveDocument.1">
                  <p:embed/>
                  <p:pic>
                    <p:nvPicPr>
                      <p:cNvPr id="3" name="Object 6" hidden="1">
                        <a:extLst>
                          <a:ext uri="{FF2B5EF4-FFF2-40B4-BE49-F238E27FC236}">
                            <a16:creationId xmlns:a16="http://schemas.microsoft.com/office/drawing/2014/main" id="{CEE6E84E-0DE7-4EEF-8932-BF42153B3B5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1" hidden="1">
            <a:extLst>
              <a:ext uri="{FF2B5EF4-FFF2-40B4-BE49-F238E27FC236}">
                <a16:creationId xmlns:a16="http://schemas.microsoft.com/office/drawing/2014/main" id="{29D2CA90-0144-4292-9526-98A508F53171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400" b="1" i="0" baseline="0">
              <a:solidFill>
                <a:schemeClr val="bg1"/>
              </a:solidFill>
              <a:latin typeface="Georgia" panose="02040502050405020303" pitchFamily="18" charset="0"/>
              <a:ea typeface="+mj-ea"/>
              <a:cs typeface="+mj-cs"/>
              <a:sym typeface="Georgia" panose="02040502050405020303" pitchFamily="18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ED74A0-59B0-4A64-8367-F678F9212088}"/>
              </a:ext>
            </a:extLst>
          </p:cNvPr>
          <p:cNvGrpSpPr/>
          <p:nvPr userDrawn="1"/>
        </p:nvGrpSpPr>
        <p:grpSpPr>
          <a:xfrm>
            <a:off x="0" y="-1"/>
            <a:ext cx="4544291" cy="6858001"/>
            <a:chOff x="0" y="-1"/>
            <a:chExt cx="4544291" cy="6858001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2DC4787-100B-4D10-AFDD-81C509730CDE}"/>
                </a:ext>
              </a:extLst>
            </p:cNvPr>
            <p:cNvGrpSpPr/>
            <p:nvPr userDrawn="1"/>
          </p:nvGrpSpPr>
          <p:grpSpPr>
            <a:xfrm>
              <a:off x="0" y="0"/>
              <a:ext cx="3337021" cy="6858000"/>
              <a:chOff x="0" y="0"/>
              <a:chExt cx="3337021" cy="6858000"/>
            </a:xfrm>
          </p:grpSpPr>
          <p:pic>
            <p:nvPicPr>
              <p:cNvPr id="16" name="Graphic 15">
                <a:extLst>
                  <a:ext uri="{FF2B5EF4-FFF2-40B4-BE49-F238E27FC236}">
                    <a16:creationId xmlns:a16="http://schemas.microsoft.com/office/drawing/2014/main" id="{83A31D9D-3D16-459C-A978-4E188F572AD7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3305867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18" name="Graphic 17">
                <a:extLst>
                  <a:ext uri="{FF2B5EF4-FFF2-40B4-BE49-F238E27FC236}">
                    <a16:creationId xmlns:a16="http://schemas.microsoft.com/office/drawing/2014/main" id="{4436E28E-192C-4128-8C07-8E2244890C23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 b="92389"/>
              <a:stretch>
                <a:fillRect/>
              </a:stretch>
            </p:blipFill>
            <p:spPr>
              <a:xfrm>
                <a:off x="0" y="6604027"/>
                <a:ext cx="3337021" cy="253973"/>
              </a:xfrm>
              <a:custGeom>
                <a:avLst/>
                <a:gdLst>
                  <a:gd name="connsiteX0" fmla="*/ 0 w 3337021"/>
                  <a:gd name="connsiteY0" fmla="*/ 0 h 253973"/>
                  <a:gd name="connsiteX1" fmla="*/ 3337021 w 3337021"/>
                  <a:gd name="connsiteY1" fmla="*/ 0 h 253973"/>
                  <a:gd name="connsiteX2" fmla="*/ 3337021 w 3337021"/>
                  <a:gd name="connsiteY2" fmla="*/ 253973 h 253973"/>
                  <a:gd name="connsiteX3" fmla="*/ 0 w 3337021"/>
                  <a:gd name="connsiteY3" fmla="*/ 253973 h 253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021" h="253973">
                    <a:moveTo>
                      <a:pt x="0" y="0"/>
                    </a:moveTo>
                    <a:lnTo>
                      <a:pt x="3337021" y="0"/>
                    </a:lnTo>
                    <a:lnTo>
                      <a:pt x="3337021" y="253973"/>
                    </a:lnTo>
                    <a:lnTo>
                      <a:pt x="0" y="253973"/>
                    </a:lnTo>
                    <a:close/>
                  </a:path>
                </a:pathLst>
              </a:custGeom>
            </p:spPr>
          </p:pic>
          <p:pic>
            <p:nvPicPr>
              <p:cNvPr id="21" name="Graphic 20">
                <a:extLst>
                  <a:ext uri="{FF2B5EF4-FFF2-40B4-BE49-F238E27FC236}">
                    <a16:creationId xmlns:a16="http://schemas.microsoft.com/office/drawing/2014/main" id="{958ADED3-1240-4CAC-85D6-6E46237FD2BB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</p:grp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82A39CEA-7672-470D-90B7-74EF0D8C9630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-1"/>
              <a:ext cx="4544291" cy="6857999"/>
            </a:xfrm>
            <a:prstGeom prst="rect">
              <a:avLst/>
            </a:prstGeom>
            <a:gradFill>
              <a:gsLst>
                <a:gs pos="85000">
                  <a:schemeClr val="bg2">
                    <a:alpha val="78000"/>
                  </a:schemeClr>
                </a:gs>
                <a:gs pos="11000">
                  <a:schemeClr val="bg2"/>
                </a:gs>
                <a:gs pos="100000">
                  <a:schemeClr val="bg2">
                    <a:alpha val="48000"/>
                  </a:schemeClr>
                </a:gs>
              </a:gsLst>
              <a:lin ang="114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6" name="RectangleLight">
            <a:extLst>
              <a:ext uri="{FF2B5EF4-FFF2-40B4-BE49-F238E27FC236}">
                <a16:creationId xmlns:a16="http://schemas.microsoft.com/office/drawing/2014/main" id="{3FA229FA-A3E6-464F-8FAE-54175450EBEB}"/>
              </a:ext>
            </a:extLst>
          </p:cNvPr>
          <p:cNvSpPr/>
          <p:nvPr userDrawn="1">
            <p:custDataLst>
              <p:tags r:id="rId3"/>
            </p:custDataLst>
          </p:nvPr>
        </p:nvSpPr>
        <p:spPr bwMode="ltGray">
          <a:xfrm>
            <a:off x="4364736" y="0"/>
            <a:ext cx="7827264" cy="6858000"/>
          </a:xfrm>
          <a:prstGeom prst="rect">
            <a:avLst/>
          </a:prstGeom>
          <a:solidFill>
            <a:schemeClr val="accent5"/>
          </a:solidFill>
          <a:ln w="6350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 rtl="0"/>
            <a:endParaRPr lang="en-US">
              <a:solidFill>
                <a:srgbClr val="F0F0F0"/>
              </a:solidFill>
              <a:latin typeface="Arial" panose="020B0604020202020204" pitchFamily="34" charset="0"/>
            </a:endParaRPr>
          </a:p>
        </p:txBody>
      </p:sp>
      <p:sp>
        <p:nvSpPr>
          <p:cNvPr id="17" name="Slide Number">
            <a:extLst>
              <a:ext uri="{FF2B5EF4-FFF2-40B4-BE49-F238E27FC236}">
                <a16:creationId xmlns:a16="http://schemas.microsoft.com/office/drawing/2014/main" id="{36B65DC7-979F-4AB7-9872-8CF5F2DCB753}"/>
              </a:ext>
            </a:extLst>
          </p:cNvPr>
          <p:cNvSpPr>
            <a:spLocks noChangeArrowheads="1"/>
          </p:cNvSpPr>
          <p:nvPr userDrawn="1">
            <p:custDataLst>
              <p:tags r:id="rId4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smtClean="0">
                <a:cs typeface="Arial" panose="020B060402020202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800" b="0">
              <a:cs typeface="Arial" panose="020B0604020202020204" pitchFamily="34" charset="0"/>
            </a:endParaRPr>
          </a:p>
        </p:txBody>
      </p:sp>
      <p:sp>
        <p:nvSpPr>
          <p:cNvPr id="19" name="2. Slide Title">
            <a:extLst>
              <a:ext uri="{FF2B5EF4-FFF2-40B4-BE49-F238E27FC236}">
                <a16:creationId xmlns:a16="http://schemas.microsoft.com/office/drawing/2014/main" id="{4EF89F43-35C6-451B-BBE8-87D2B8B83F5E}"/>
              </a:ext>
            </a:extLst>
          </p:cNvPr>
          <p:cNvSpPr>
            <a:spLocks noGrp="1"/>
          </p:cNvSpPr>
          <p:nvPr>
            <p:ph type="title"/>
            <p:custDataLst>
              <p:tags r:id="rId5"/>
            </p:custDataLst>
          </p:nvPr>
        </p:nvSpPr>
        <p:spPr>
          <a:xfrm>
            <a:off x="554736" y="2775146"/>
            <a:ext cx="3465576" cy="73866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rtl="0">
              <a:defRPr lang="ru-RU" dirty="0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20" name="3. Subtitle">
            <a:extLst>
              <a:ext uri="{FF2B5EF4-FFF2-40B4-BE49-F238E27FC236}">
                <a16:creationId xmlns:a16="http://schemas.microsoft.com/office/drawing/2014/main" id="{9F06A69A-B095-4159-932B-3658DD253FDF}"/>
              </a:ext>
            </a:extLst>
          </p:cNvPr>
          <p:cNvSpPr>
            <a:spLocks noGrp="1"/>
          </p:cNvSpPr>
          <p:nvPr>
            <p:ph type="subTitle" idx="1"/>
            <p:custDataLst>
              <p:tags r:id="rId6"/>
            </p:custDataLst>
          </p:nvPr>
        </p:nvSpPr>
        <p:spPr>
          <a:xfrm>
            <a:off x="554735" y="3564610"/>
            <a:ext cx="3465575" cy="24622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rtl="0">
              <a:defRPr lang="ru-RU" sz="1600" b="0" dirty="0"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10" name="1. On-page tracker">
            <a:extLst>
              <a:ext uri="{FF2B5EF4-FFF2-40B4-BE49-F238E27FC236}">
                <a16:creationId xmlns:a16="http://schemas.microsoft.com/office/drawing/2014/main" id="{79C07342-0520-417C-B878-54C94CBD8539}"/>
              </a:ext>
            </a:extLst>
          </p:cNvPr>
          <p:cNvSpPr>
            <a:spLocks noGrp="1"/>
          </p:cNvSpPr>
          <p:nvPr>
            <p:ph type="body" sz="quarter" idx="10" hasCustomPrompt="1"/>
            <p:custDataLst>
              <p:tags r:id="rId7"/>
            </p:custDataLst>
          </p:nvPr>
        </p:nvSpPr>
        <p:spPr>
          <a:xfrm>
            <a:off x="554735" y="41597"/>
            <a:ext cx="3465577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dirty="0">
                <a:cs typeface="+mn-cs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11" name="4. Footnote" hidden="1">
            <a:extLst>
              <a:ext uri="{FF2B5EF4-FFF2-40B4-BE49-F238E27FC236}">
                <a16:creationId xmlns:a16="http://schemas.microsoft.com/office/drawing/2014/main" id="{1FBE24E8-31AF-4C3E-A5B5-E9DFC553F274}"/>
              </a:ext>
            </a:extLst>
          </p:cNvPr>
          <p:cNvSpPr txBox="1">
            <a:spLocks/>
          </p:cNvSpPr>
          <p:nvPr userDrawn="1">
            <p:custDataLst>
              <p:tags r:id="rId8"/>
            </p:custDataLst>
          </p:nvPr>
        </p:nvSpPr>
        <p:spPr>
          <a:xfrm>
            <a:off x="554737" y="6330793"/>
            <a:ext cx="3465575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  <p:sp>
        <p:nvSpPr>
          <p:cNvPr id="12" name="5. Source" hidden="1">
            <a:extLst>
              <a:ext uri="{FF2B5EF4-FFF2-40B4-BE49-F238E27FC236}">
                <a16:creationId xmlns:a16="http://schemas.microsoft.com/office/drawing/2014/main" id="{3791DA78-DD6B-4CB7-9030-81E41768DCBD}"/>
              </a:ext>
            </a:extLst>
          </p:cNvPr>
          <p:cNvSpPr txBox="1">
            <a:spLocks/>
          </p:cNvSpPr>
          <p:nvPr userDrawn="1">
            <p:custDataLst>
              <p:tags r:id="rId9"/>
            </p:custDataLst>
          </p:nvPr>
        </p:nvSpPr>
        <p:spPr>
          <a:xfrm>
            <a:off x="554736" y="6514142"/>
            <a:ext cx="3465575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…</a:t>
            </a:r>
          </a:p>
        </p:txBody>
      </p:sp>
    </p:spTree>
    <p:extLst>
      <p:ext uri="{BB962C8B-B14F-4D97-AF65-F5344CB8AC3E}">
        <p14:creationId xmlns:p14="http://schemas.microsoft.com/office/powerpoint/2010/main" val="46177082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6" hidden="1">
            <a:extLst>
              <a:ext uri="{FF2B5EF4-FFF2-40B4-BE49-F238E27FC236}">
                <a16:creationId xmlns:a16="http://schemas.microsoft.com/office/drawing/2014/main" id="{9F7114D8-6025-4386-BA96-B034FE6B3CD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0135537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13" imgH="416" progId="TCLayout.ActiveDocument.1">
                  <p:embed/>
                </p:oleObj>
              </mc:Choice>
              <mc:Fallback>
                <p:oleObj name="think-cell Slide" r:id="rId11" imgW="413" imgH="416" progId="TCLayout.ActiveDocument.1">
                  <p:embed/>
                  <p:pic>
                    <p:nvPicPr>
                      <p:cNvPr id="3" name="Object 6" hidden="1">
                        <a:extLst>
                          <a:ext uri="{FF2B5EF4-FFF2-40B4-BE49-F238E27FC236}">
                            <a16:creationId xmlns:a16="http://schemas.microsoft.com/office/drawing/2014/main" id="{9F7114D8-6025-4386-BA96-B034FE6B3CD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1" hidden="1">
            <a:extLst>
              <a:ext uri="{FF2B5EF4-FFF2-40B4-BE49-F238E27FC236}">
                <a16:creationId xmlns:a16="http://schemas.microsoft.com/office/drawing/2014/main" id="{1725BD87-3C3D-45F6-BBCF-F06FD867659F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400" b="1" i="0" baseline="0">
              <a:solidFill>
                <a:schemeClr val="bg1"/>
              </a:solidFill>
              <a:latin typeface="Georgia" panose="02040502050405020303" pitchFamily="18" charset="0"/>
              <a:ea typeface="+mj-ea"/>
              <a:cs typeface="+mj-cs"/>
              <a:sym typeface="Georgia" panose="02040502050405020303" pitchFamily="18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B748AAEC-DB11-4FDE-8B23-9F9DBCC6C2B3}"/>
              </a:ext>
            </a:extLst>
          </p:cNvPr>
          <p:cNvGrpSpPr/>
          <p:nvPr userDrawn="1"/>
        </p:nvGrpSpPr>
        <p:grpSpPr>
          <a:xfrm>
            <a:off x="0" y="-1"/>
            <a:ext cx="4544291" cy="6858001"/>
            <a:chOff x="0" y="-1"/>
            <a:chExt cx="4544291" cy="6858001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A27F1B22-A681-4273-AE0B-1C49DDE84D4C}"/>
                </a:ext>
              </a:extLst>
            </p:cNvPr>
            <p:cNvGrpSpPr/>
            <p:nvPr userDrawn="1"/>
          </p:nvGrpSpPr>
          <p:grpSpPr>
            <a:xfrm>
              <a:off x="0" y="0"/>
              <a:ext cx="3337021" cy="6858000"/>
              <a:chOff x="0" y="0"/>
              <a:chExt cx="3337021" cy="6858000"/>
            </a:xfrm>
          </p:grpSpPr>
          <p:pic>
            <p:nvPicPr>
              <p:cNvPr id="16" name="Graphic 15">
                <a:extLst>
                  <a:ext uri="{FF2B5EF4-FFF2-40B4-BE49-F238E27FC236}">
                    <a16:creationId xmlns:a16="http://schemas.microsoft.com/office/drawing/2014/main" id="{6CC197B9-DD53-418B-A4DC-BA8FCD0160EB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3305867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17" name="Graphic 16">
                <a:extLst>
                  <a:ext uri="{FF2B5EF4-FFF2-40B4-BE49-F238E27FC236}">
                    <a16:creationId xmlns:a16="http://schemas.microsoft.com/office/drawing/2014/main" id="{1DE6CBB0-24E3-4A8B-9658-6B30F0E706F6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 b="92389"/>
              <a:stretch>
                <a:fillRect/>
              </a:stretch>
            </p:blipFill>
            <p:spPr>
              <a:xfrm>
                <a:off x="0" y="6604027"/>
                <a:ext cx="3337021" cy="253973"/>
              </a:xfrm>
              <a:custGeom>
                <a:avLst/>
                <a:gdLst>
                  <a:gd name="connsiteX0" fmla="*/ 0 w 3337021"/>
                  <a:gd name="connsiteY0" fmla="*/ 0 h 253973"/>
                  <a:gd name="connsiteX1" fmla="*/ 3337021 w 3337021"/>
                  <a:gd name="connsiteY1" fmla="*/ 0 h 253973"/>
                  <a:gd name="connsiteX2" fmla="*/ 3337021 w 3337021"/>
                  <a:gd name="connsiteY2" fmla="*/ 253973 h 253973"/>
                  <a:gd name="connsiteX3" fmla="*/ 0 w 3337021"/>
                  <a:gd name="connsiteY3" fmla="*/ 253973 h 253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021" h="253973">
                    <a:moveTo>
                      <a:pt x="0" y="0"/>
                    </a:moveTo>
                    <a:lnTo>
                      <a:pt x="3337021" y="0"/>
                    </a:lnTo>
                    <a:lnTo>
                      <a:pt x="3337021" y="253973"/>
                    </a:lnTo>
                    <a:lnTo>
                      <a:pt x="0" y="253973"/>
                    </a:lnTo>
                    <a:close/>
                  </a:path>
                </a:pathLst>
              </a:custGeom>
            </p:spPr>
          </p:pic>
          <p:pic>
            <p:nvPicPr>
              <p:cNvPr id="21" name="Graphic 20">
                <a:extLst>
                  <a:ext uri="{FF2B5EF4-FFF2-40B4-BE49-F238E27FC236}">
                    <a16:creationId xmlns:a16="http://schemas.microsoft.com/office/drawing/2014/main" id="{9D972D20-461D-45BA-A52C-06399F8A5A47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</p:grp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9CF8767-9735-473B-B437-BB5E2C875815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-1"/>
              <a:ext cx="4544291" cy="6857999"/>
            </a:xfrm>
            <a:prstGeom prst="rect">
              <a:avLst/>
            </a:prstGeom>
            <a:gradFill>
              <a:gsLst>
                <a:gs pos="85000">
                  <a:schemeClr val="bg2">
                    <a:alpha val="78000"/>
                  </a:schemeClr>
                </a:gs>
                <a:gs pos="11000">
                  <a:schemeClr val="bg2"/>
                </a:gs>
                <a:gs pos="100000">
                  <a:schemeClr val="bg2">
                    <a:alpha val="48000"/>
                  </a:schemeClr>
                </a:gs>
              </a:gsLst>
              <a:lin ang="114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7" name="RectangleLight">
            <a:extLst>
              <a:ext uri="{FF2B5EF4-FFF2-40B4-BE49-F238E27FC236}">
                <a16:creationId xmlns:a16="http://schemas.microsoft.com/office/drawing/2014/main" id="{2365F90A-9CD8-40EE-93CD-2729135A9569}"/>
              </a:ext>
            </a:extLst>
          </p:cNvPr>
          <p:cNvSpPr/>
          <p:nvPr userDrawn="1">
            <p:custDataLst>
              <p:tags r:id="rId3"/>
            </p:custDataLst>
          </p:nvPr>
        </p:nvSpPr>
        <p:spPr bwMode="ltGray">
          <a:xfrm>
            <a:off x="6092952" y="0"/>
            <a:ext cx="6099048" cy="6858000"/>
          </a:xfrm>
          <a:prstGeom prst="rect">
            <a:avLst/>
          </a:prstGeom>
          <a:solidFill>
            <a:schemeClr val="accent5"/>
          </a:solidFill>
          <a:ln w="6350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 rtl="0"/>
            <a:endParaRPr lang="en-US">
              <a:solidFill>
                <a:srgbClr val="F0F0F0"/>
              </a:solidFill>
              <a:latin typeface="Arial" panose="020B0604020202020204" pitchFamily="34" charset="0"/>
            </a:endParaRPr>
          </a:p>
        </p:txBody>
      </p:sp>
      <p:sp>
        <p:nvSpPr>
          <p:cNvPr id="18" name="Slide Number">
            <a:extLst>
              <a:ext uri="{FF2B5EF4-FFF2-40B4-BE49-F238E27FC236}">
                <a16:creationId xmlns:a16="http://schemas.microsoft.com/office/drawing/2014/main" id="{D0E8D6D4-65CF-4E97-809E-C2399703986A}"/>
              </a:ext>
            </a:extLst>
          </p:cNvPr>
          <p:cNvSpPr>
            <a:spLocks noChangeArrowheads="1"/>
          </p:cNvSpPr>
          <p:nvPr userDrawn="1">
            <p:custDataLst>
              <p:tags r:id="rId4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smtClean="0">
                <a:cs typeface="Arial" panose="020B060402020202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800" b="0">
              <a:cs typeface="Arial" panose="020B0604020202020204" pitchFamily="34" charset="0"/>
            </a:endParaRPr>
          </a:p>
        </p:txBody>
      </p:sp>
      <p:sp>
        <p:nvSpPr>
          <p:cNvPr id="19" name="2. Slide Title">
            <a:extLst>
              <a:ext uri="{FF2B5EF4-FFF2-40B4-BE49-F238E27FC236}">
                <a16:creationId xmlns:a16="http://schemas.microsoft.com/office/drawing/2014/main" id="{8FFC5EFA-01A0-4033-8D7E-3C2B1F490A33}"/>
              </a:ext>
            </a:extLst>
          </p:cNvPr>
          <p:cNvSpPr>
            <a:spLocks noGrp="1"/>
          </p:cNvSpPr>
          <p:nvPr>
            <p:ph type="title" hasCustomPrompt="1"/>
            <p:custDataLst>
              <p:tags r:id="rId5"/>
            </p:custDataLst>
          </p:nvPr>
        </p:nvSpPr>
        <p:spPr>
          <a:xfrm>
            <a:off x="554736" y="226624"/>
            <a:ext cx="5065776" cy="677108"/>
          </a:xfrm>
        </p:spPr>
        <p:txBody>
          <a:bodyPr vert="horz" wrap="square" lIns="0" tIns="0" rIns="0" bIns="0" rtlCol="0" anchor="b" anchorCtr="0">
            <a:noAutofit/>
          </a:bodyPr>
          <a:lstStyle>
            <a:lvl1pPr rtl="0">
              <a:defRPr lang="ru-RU" dirty="0"/>
            </a:lvl1pPr>
          </a:lstStyle>
          <a:p>
            <a:pPr lvl="0"/>
            <a:r>
              <a:rPr lang="en-US"/>
              <a:t>Click to edit </a:t>
            </a:r>
            <a:br>
              <a:rPr lang="en-US"/>
            </a:br>
            <a:r>
              <a:rPr lang="en-US"/>
              <a:t>Master title style</a:t>
            </a:r>
          </a:p>
        </p:txBody>
      </p:sp>
      <p:sp>
        <p:nvSpPr>
          <p:cNvPr id="20" name="3. Subtitle">
            <a:extLst>
              <a:ext uri="{FF2B5EF4-FFF2-40B4-BE49-F238E27FC236}">
                <a16:creationId xmlns:a16="http://schemas.microsoft.com/office/drawing/2014/main" id="{1555BB7F-874D-4148-9E84-841F62C8E9D4}"/>
              </a:ext>
            </a:extLst>
          </p:cNvPr>
          <p:cNvSpPr>
            <a:spLocks noGrp="1"/>
          </p:cNvSpPr>
          <p:nvPr>
            <p:ph type="subTitle" idx="1"/>
            <p:custDataLst>
              <p:tags r:id="rId6"/>
            </p:custDataLst>
          </p:nvPr>
        </p:nvSpPr>
        <p:spPr>
          <a:xfrm>
            <a:off x="554736" y="958596"/>
            <a:ext cx="5065776" cy="24622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rtl="0">
              <a:defRPr lang="ru-RU" sz="1600" b="0" dirty="0"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10" name="1. On-page tracker">
            <a:extLst>
              <a:ext uri="{FF2B5EF4-FFF2-40B4-BE49-F238E27FC236}">
                <a16:creationId xmlns:a16="http://schemas.microsoft.com/office/drawing/2014/main" id="{E9BE4D1E-183A-499B-BFC7-798294EB7AE9}"/>
              </a:ext>
            </a:extLst>
          </p:cNvPr>
          <p:cNvSpPr>
            <a:spLocks noGrp="1"/>
          </p:cNvSpPr>
          <p:nvPr>
            <p:ph type="body" sz="quarter" idx="10" hasCustomPrompt="1"/>
            <p:custDataLst>
              <p:tags r:id="rId7"/>
            </p:custDataLst>
          </p:nvPr>
        </p:nvSpPr>
        <p:spPr>
          <a:xfrm>
            <a:off x="554735" y="41597"/>
            <a:ext cx="3843338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dirty="0">
                <a:cs typeface="+mn-cs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11" name="4. Footnote" hidden="1">
            <a:extLst>
              <a:ext uri="{FF2B5EF4-FFF2-40B4-BE49-F238E27FC236}">
                <a16:creationId xmlns:a16="http://schemas.microsoft.com/office/drawing/2014/main" id="{597DC5CB-D54D-4340-AB36-B256B0AC9176}"/>
              </a:ext>
            </a:extLst>
          </p:cNvPr>
          <p:cNvSpPr txBox="1">
            <a:spLocks/>
          </p:cNvSpPr>
          <p:nvPr userDrawn="1">
            <p:custDataLst>
              <p:tags r:id="rId8"/>
            </p:custDataLst>
          </p:nvPr>
        </p:nvSpPr>
        <p:spPr>
          <a:xfrm>
            <a:off x="554736" y="6330793"/>
            <a:ext cx="5065776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  <p:sp>
        <p:nvSpPr>
          <p:cNvPr id="12" name="5. Source" hidden="1">
            <a:extLst>
              <a:ext uri="{FF2B5EF4-FFF2-40B4-BE49-F238E27FC236}">
                <a16:creationId xmlns:a16="http://schemas.microsoft.com/office/drawing/2014/main" id="{A87378B9-4AD0-4D5D-A5DA-1170C3F12797}"/>
              </a:ext>
            </a:extLst>
          </p:cNvPr>
          <p:cNvSpPr txBox="1">
            <a:spLocks/>
          </p:cNvSpPr>
          <p:nvPr userDrawn="1">
            <p:custDataLst>
              <p:tags r:id="rId9"/>
            </p:custDataLst>
          </p:nvPr>
        </p:nvSpPr>
        <p:spPr>
          <a:xfrm>
            <a:off x="554736" y="6514142"/>
            <a:ext cx="5065776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…</a:t>
            </a:r>
          </a:p>
        </p:txBody>
      </p:sp>
    </p:spTree>
    <p:extLst>
      <p:ext uri="{BB962C8B-B14F-4D97-AF65-F5344CB8AC3E}">
        <p14:creationId xmlns:p14="http://schemas.microsoft.com/office/powerpoint/2010/main" val="20189608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6" hidden="1">
            <a:extLst>
              <a:ext uri="{FF2B5EF4-FFF2-40B4-BE49-F238E27FC236}">
                <a16:creationId xmlns:a16="http://schemas.microsoft.com/office/drawing/2014/main" id="{C293AC4C-5B2F-4A0C-8C9B-7295BEE1F45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419088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572" imgH="588" progId="TCLayout.ActiveDocument.1">
                  <p:embed/>
                </p:oleObj>
              </mc:Choice>
              <mc:Fallback>
                <p:oleObj name="think-cell Slide" r:id="rId11" imgW="572" imgH="588" progId="TCLayout.ActiveDocument.1">
                  <p:embed/>
                  <p:pic>
                    <p:nvPicPr>
                      <p:cNvPr id="3" name="Object 6" hidden="1">
                        <a:extLst>
                          <a:ext uri="{FF2B5EF4-FFF2-40B4-BE49-F238E27FC236}">
                            <a16:creationId xmlns:a16="http://schemas.microsoft.com/office/drawing/2014/main" id="{C293AC4C-5B2F-4A0C-8C9B-7295BEE1F45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1" hidden="1">
            <a:extLst>
              <a:ext uri="{FF2B5EF4-FFF2-40B4-BE49-F238E27FC236}">
                <a16:creationId xmlns:a16="http://schemas.microsoft.com/office/drawing/2014/main" id="{2D668F04-7049-40BA-8D63-D8BBB692131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400" b="1" i="0" baseline="0">
              <a:solidFill>
                <a:schemeClr val="bg1"/>
              </a:solidFill>
              <a:latin typeface="Georgia" panose="02040502050405020303" pitchFamily="18" charset="0"/>
              <a:ea typeface="+mj-ea"/>
              <a:cs typeface="+mj-cs"/>
              <a:sym typeface="Georgia" panose="02040502050405020303" pitchFamily="18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68BC3A1-8E69-4011-AD76-54DE1B7346E6}"/>
              </a:ext>
            </a:extLst>
          </p:cNvPr>
          <p:cNvGrpSpPr/>
          <p:nvPr userDrawn="1"/>
        </p:nvGrpSpPr>
        <p:grpSpPr>
          <a:xfrm>
            <a:off x="0" y="-1"/>
            <a:ext cx="4544291" cy="6858001"/>
            <a:chOff x="0" y="-1"/>
            <a:chExt cx="4544291" cy="6858001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70A8405-C924-41D3-8FD1-29DC2F8BF589}"/>
                </a:ext>
              </a:extLst>
            </p:cNvPr>
            <p:cNvGrpSpPr/>
            <p:nvPr userDrawn="1"/>
          </p:nvGrpSpPr>
          <p:grpSpPr>
            <a:xfrm>
              <a:off x="0" y="0"/>
              <a:ext cx="3337021" cy="6858000"/>
              <a:chOff x="0" y="0"/>
              <a:chExt cx="3337021" cy="6858000"/>
            </a:xfrm>
          </p:grpSpPr>
          <p:pic>
            <p:nvPicPr>
              <p:cNvPr id="16" name="Graphic 15">
                <a:extLst>
                  <a:ext uri="{FF2B5EF4-FFF2-40B4-BE49-F238E27FC236}">
                    <a16:creationId xmlns:a16="http://schemas.microsoft.com/office/drawing/2014/main" id="{4DA33A9A-0F33-4B38-92FE-4D649E49BEE3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3305867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18" name="Graphic 17">
                <a:extLst>
                  <a:ext uri="{FF2B5EF4-FFF2-40B4-BE49-F238E27FC236}">
                    <a16:creationId xmlns:a16="http://schemas.microsoft.com/office/drawing/2014/main" id="{C3EE0E3B-7D0D-4AB3-8E07-7C1C6D41350D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 b="92389"/>
              <a:stretch>
                <a:fillRect/>
              </a:stretch>
            </p:blipFill>
            <p:spPr>
              <a:xfrm>
                <a:off x="0" y="6604027"/>
                <a:ext cx="3337021" cy="253973"/>
              </a:xfrm>
              <a:custGeom>
                <a:avLst/>
                <a:gdLst>
                  <a:gd name="connsiteX0" fmla="*/ 0 w 3337021"/>
                  <a:gd name="connsiteY0" fmla="*/ 0 h 253973"/>
                  <a:gd name="connsiteX1" fmla="*/ 3337021 w 3337021"/>
                  <a:gd name="connsiteY1" fmla="*/ 0 h 253973"/>
                  <a:gd name="connsiteX2" fmla="*/ 3337021 w 3337021"/>
                  <a:gd name="connsiteY2" fmla="*/ 253973 h 253973"/>
                  <a:gd name="connsiteX3" fmla="*/ 0 w 3337021"/>
                  <a:gd name="connsiteY3" fmla="*/ 253973 h 253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021" h="253973">
                    <a:moveTo>
                      <a:pt x="0" y="0"/>
                    </a:moveTo>
                    <a:lnTo>
                      <a:pt x="3337021" y="0"/>
                    </a:lnTo>
                    <a:lnTo>
                      <a:pt x="3337021" y="253973"/>
                    </a:lnTo>
                    <a:lnTo>
                      <a:pt x="0" y="253973"/>
                    </a:lnTo>
                    <a:close/>
                  </a:path>
                </a:pathLst>
              </a:custGeom>
            </p:spPr>
          </p:pic>
          <p:pic>
            <p:nvPicPr>
              <p:cNvPr id="21" name="Graphic 20">
                <a:extLst>
                  <a:ext uri="{FF2B5EF4-FFF2-40B4-BE49-F238E27FC236}">
                    <a16:creationId xmlns:a16="http://schemas.microsoft.com/office/drawing/2014/main" id="{FEE1EFED-7EA3-4879-8F99-CE87B2ECA191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</p:grp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7153F629-ABF4-4B12-96F8-27E2AA136AD5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-1"/>
              <a:ext cx="4544291" cy="6857999"/>
            </a:xfrm>
            <a:prstGeom prst="rect">
              <a:avLst/>
            </a:prstGeom>
            <a:gradFill>
              <a:gsLst>
                <a:gs pos="85000">
                  <a:schemeClr val="bg2">
                    <a:alpha val="78000"/>
                  </a:schemeClr>
                </a:gs>
                <a:gs pos="11000">
                  <a:schemeClr val="bg2"/>
                </a:gs>
                <a:gs pos="100000">
                  <a:schemeClr val="bg2">
                    <a:alpha val="48000"/>
                  </a:schemeClr>
                </a:gs>
              </a:gsLst>
              <a:lin ang="114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19" name="2. Slide Title">
            <a:extLst>
              <a:ext uri="{FF2B5EF4-FFF2-40B4-BE49-F238E27FC236}">
                <a16:creationId xmlns:a16="http://schemas.microsoft.com/office/drawing/2014/main" id="{0415F114-7B0E-43F2-8881-F0D9FB2A643B}"/>
              </a:ext>
            </a:extLst>
          </p:cNvPr>
          <p:cNvSpPr>
            <a:spLocks noGrp="1"/>
          </p:cNvSpPr>
          <p:nvPr>
            <p:ph type="title" hasCustomPrompt="1"/>
            <p:custDataLst>
              <p:tags r:id="rId3"/>
            </p:custDataLst>
          </p:nvPr>
        </p:nvSpPr>
        <p:spPr>
          <a:xfrm>
            <a:off x="554736" y="226624"/>
            <a:ext cx="6967728" cy="677108"/>
          </a:xfrm>
        </p:spPr>
        <p:txBody>
          <a:bodyPr vert="horz" wrap="square" lIns="0" tIns="0" rIns="0" bIns="0" rtlCol="0" anchor="b" anchorCtr="0">
            <a:noAutofit/>
          </a:bodyPr>
          <a:lstStyle>
            <a:lvl1pPr rtl="0">
              <a:defRPr lang="ru-RU" dirty="0"/>
            </a:lvl1pPr>
          </a:lstStyle>
          <a:p>
            <a:pPr lvl="0"/>
            <a:r>
              <a:rPr lang="en-US"/>
              <a:t>Click to edit </a:t>
            </a:r>
            <a:br>
              <a:rPr lang="en-US"/>
            </a:br>
            <a:r>
              <a:rPr lang="en-US"/>
              <a:t>Master title style</a:t>
            </a:r>
          </a:p>
        </p:txBody>
      </p:sp>
      <p:sp>
        <p:nvSpPr>
          <p:cNvPr id="7" name="RectangleLight">
            <a:extLst>
              <a:ext uri="{FF2B5EF4-FFF2-40B4-BE49-F238E27FC236}">
                <a16:creationId xmlns:a16="http://schemas.microsoft.com/office/drawing/2014/main" id="{2365F90A-9CD8-40EE-93CD-2729135A9569}"/>
              </a:ext>
            </a:extLst>
          </p:cNvPr>
          <p:cNvSpPr/>
          <p:nvPr userDrawn="1">
            <p:custDataLst>
              <p:tags r:id="rId4"/>
            </p:custDataLst>
          </p:nvPr>
        </p:nvSpPr>
        <p:spPr bwMode="ltGray">
          <a:xfrm>
            <a:off x="7830312" y="0"/>
            <a:ext cx="4361688" cy="6858000"/>
          </a:xfrm>
          <a:prstGeom prst="rect">
            <a:avLst/>
          </a:prstGeom>
          <a:solidFill>
            <a:schemeClr val="accent5"/>
          </a:solidFill>
          <a:ln w="6350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 rtl="0"/>
            <a:endParaRPr lang="en-US">
              <a:solidFill>
                <a:srgbClr val="F0F0F0"/>
              </a:solidFill>
              <a:latin typeface="Arial" panose="020B0604020202020204" pitchFamily="34" charset="0"/>
            </a:endParaRPr>
          </a:p>
        </p:txBody>
      </p:sp>
      <p:sp>
        <p:nvSpPr>
          <p:cNvPr id="17" name="Slide Number">
            <a:extLst>
              <a:ext uri="{FF2B5EF4-FFF2-40B4-BE49-F238E27FC236}">
                <a16:creationId xmlns:a16="http://schemas.microsoft.com/office/drawing/2014/main" id="{3B7A7C0C-AC02-4989-860B-73442D510162}"/>
              </a:ext>
            </a:extLst>
          </p:cNvPr>
          <p:cNvSpPr>
            <a:spLocks noChangeArrowheads="1"/>
          </p:cNvSpPr>
          <p:nvPr userDrawn="1">
            <p:custDataLst>
              <p:tags r:id="rId5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smtClean="0">
                <a:cs typeface="Arial" panose="020B060402020202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800" b="0">
              <a:cs typeface="Arial" panose="020B0604020202020204" pitchFamily="34" charset="0"/>
            </a:endParaRPr>
          </a:p>
        </p:txBody>
      </p:sp>
      <p:sp>
        <p:nvSpPr>
          <p:cNvPr id="20" name="3. Subtitle">
            <a:extLst>
              <a:ext uri="{FF2B5EF4-FFF2-40B4-BE49-F238E27FC236}">
                <a16:creationId xmlns:a16="http://schemas.microsoft.com/office/drawing/2014/main" id="{712BED6B-950C-4FB8-AEE1-14FA61D013FF}"/>
              </a:ext>
            </a:extLst>
          </p:cNvPr>
          <p:cNvSpPr>
            <a:spLocks noGrp="1"/>
          </p:cNvSpPr>
          <p:nvPr>
            <p:ph type="subTitle" idx="1"/>
            <p:custDataLst>
              <p:tags r:id="rId6"/>
            </p:custDataLst>
          </p:nvPr>
        </p:nvSpPr>
        <p:spPr>
          <a:xfrm>
            <a:off x="554736" y="958596"/>
            <a:ext cx="6967728" cy="24622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rtl="0">
              <a:defRPr lang="ru-RU" sz="1600" b="0" dirty="0"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10" name="1. On-page tracker">
            <a:extLst>
              <a:ext uri="{FF2B5EF4-FFF2-40B4-BE49-F238E27FC236}">
                <a16:creationId xmlns:a16="http://schemas.microsoft.com/office/drawing/2014/main" id="{7C393009-0681-4A8F-A1E9-19E10A949DCD}"/>
              </a:ext>
            </a:extLst>
          </p:cNvPr>
          <p:cNvSpPr>
            <a:spLocks noGrp="1"/>
          </p:cNvSpPr>
          <p:nvPr>
            <p:ph type="body" sz="quarter" idx="10" hasCustomPrompt="1"/>
            <p:custDataLst>
              <p:tags r:id="rId7"/>
            </p:custDataLst>
          </p:nvPr>
        </p:nvSpPr>
        <p:spPr>
          <a:xfrm>
            <a:off x="554735" y="41597"/>
            <a:ext cx="3843338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dirty="0">
                <a:cs typeface="+mn-cs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11" name="4. Footnote" hidden="1">
            <a:extLst>
              <a:ext uri="{FF2B5EF4-FFF2-40B4-BE49-F238E27FC236}">
                <a16:creationId xmlns:a16="http://schemas.microsoft.com/office/drawing/2014/main" id="{8759C0DC-CA42-4D58-8D3F-AD4C6CAE3A1B}"/>
              </a:ext>
            </a:extLst>
          </p:cNvPr>
          <p:cNvSpPr txBox="1">
            <a:spLocks/>
          </p:cNvSpPr>
          <p:nvPr userDrawn="1">
            <p:custDataLst>
              <p:tags r:id="rId8"/>
            </p:custDataLst>
          </p:nvPr>
        </p:nvSpPr>
        <p:spPr>
          <a:xfrm>
            <a:off x="554736" y="6330793"/>
            <a:ext cx="6967728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  <p:sp>
        <p:nvSpPr>
          <p:cNvPr id="12" name="5. Source" hidden="1">
            <a:extLst>
              <a:ext uri="{FF2B5EF4-FFF2-40B4-BE49-F238E27FC236}">
                <a16:creationId xmlns:a16="http://schemas.microsoft.com/office/drawing/2014/main" id="{3AC3100F-5CEB-4A91-9B1F-8F2834961E6C}"/>
              </a:ext>
            </a:extLst>
          </p:cNvPr>
          <p:cNvSpPr txBox="1">
            <a:spLocks/>
          </p:cNvSpPr>
          <p:nvPr userDrawn="1">
            <p:custDataLst>
              <p:tags r:id="rId9"/>
            </p:custDataLst>
          </p:nvPr>
        </p:nvSpPr>
        <p:spPr>
          <a:xfrm>
            <a:off x="554736" y="6514142"/>
            <a:ext cx="6967728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…</a:t>
            </a:r>
          </a:p>
        </p:txBody>
      </p:sp>
    </p:spTree>
    <p:extLst>
      <p:ext uri="{BB962C8B-B14F-4D97-AF65-F5344CB8AC3E}">
        <p14:creationId xmlns:p14="http://schemas.microsoft.com/office/powerpoint/2010/main" val="263842898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/4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9F7114D8-6025-4386-BA96-B034FE6B3CD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3592934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13" imgH="416" progId="TCLayout.ActiveDocument.1">
                  <p:embed/>
                </p:oleObj>
              </mc:Choice>
              <mc:Fallback>
                <p:oleObj name="think-cell Slide" r:id="rId11" imgW="413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9F7114D8-6025-4386-BA96-B034FE6B3CD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3" hidden="1">
            <a:extLst>
              <a:ext uri="{FF2B5EF4-FFF2-40B4-BE49-F238E27FC236}">
                <a16:creationId xmlns:a16="http://schemas.microsoft.com/office/drawing/2014/main" id="{50854476-2923-4515-A585-4477FF861180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400" b="1" i="0" baseline="0">
              <a:solidFill>
                <a:schemeClr val="bg1"/>
              </a:solidFill>
              <a:latin typeface="Georgia" panose="02040502050405020303" pitchFamily="18" charset="0"/>
              <a:ea typeface="+mj-ea"/>
              <a:cs typeface="+mj-cs"/>
              <a:sym typeface="Georgia" panose="02040502050405020303" pitchFamily="18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82B402C-4E9A-4C49-95BC-08C80D9394EC}"/>
              </a:ext>
            </a:extLst>
          </p:cNvPr>
          <p:cNvGrpSpPr/>
          <p:nvPr userDrawn="1"/>
        </p:nvGrpSpPr>
        <p:grpSpPr>
          <a:xfrm>
            <a:off x="0" y="-1"/>
            <a:ext cx="4544291" cy="6858001"/>
            <a:chOff x="0" y="-1"/>
            <a:chExt cx="4544291" cy="6858001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EBB4B49C-0BF5-4E59-AAEE-224340421E20}"/>
                </a:ext>
              </a:extLst>
            </p:cNvPr>
            <p:cNvGrpSpPr/>
            <p:nvPr userDrawn="1"/>
          </p:nvGrpSpPr>
          <p:grpSpPr>
            <a:xfrm>
              <a:off x="0" y="0"/>
              <a:ext cx="3337021" cy="6858000"/>
              <a:chOff x="0" y="0"/>
              <a:chExt cx="3337021" cy="6858000"/>
            </a:xfrm>
          </p:grpSpPr>
          <p:pic>
            <p:nvPicPr>
              <p:cNvPr id="16" name="Graphic 15">
                <a:extLst>
                  <a:ext uri="{FF2B5EF4-FFF2-40B4-BE49-F238E27FC236}">
                    <a16:creationId xmlns:a16="http://schemas.microsoft.com/office/drawing/2014/main" id="{C379868A-9A32-49DD-B088-849ADB133301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3305867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17" name="Graphic 16">
                <a:extLst>
                  <a:ext uri="{FF2B5EF4-FFF2-40B4-BE49-F238E27FC236}">
                    <a16:creationId xmlns:a16="http://schemas.microsoft.com/office/drawing/2014/main" id="{F860B71F-73D2-4140-9B7E-E84C1ED64357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 b="92389"/>
              <a:stretch>
                <a:fillRect/>
              </a:stretch>
            </p:blipFill>
            <p:spPr>
              <a:xfrm>
                <a:off x="0" y="6604027"/>
                <a:ext cx="3337021" cy="253973"/>
              </a:xfrm>
              <a:custGeom>
                <a:avLst/>
                <a:gdLst>
                  <a:gd name="connsiteX0" fmla="*/ 0 w 3337021"/>
                  <a:gd name="connsiteY0" fmla="*/ 0 h 253973"/>
                  <a:gd name="connsiteX1" fmla="*/ 3337021 w 3337021"/>
                  <a:gd name="connsiteY1" fmla="*/ 0 h 253973"/>
                  <a:gd name="connsiteX2" fmla="*/ 3337021 w 3337021"/>
                  <a:gd name="connsiteY2" fmla="*/ 253973 h 253973"/>
                  <a:gd name="connsiteX3" fmla="*/ 0 w 3337021"/>
                  <a:gd name="connsiteY3" fmla="*/ 253973 h 253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021" h="253973">
                    <a:moveTo>
                      <a:pt x="0" y="0"/>
                    </a:moveTo>
                    <a:lnTo>
                      <a:pt x="3337021" y="0"/>
                    </a:lnTo>
                    <a:lnTo>
                      <a:pt x="3337021" y="253973"/>
                    </a:lnTo>
                    <a:lnTo>
                      <a:pt x="0" y="253973"/>
                    </a:lnTo>
                    <a:close/>
                  </a:path>
                </a:pathLst>
              </a:custGeom>
            </p:spPr>
          </p:pic>
          <p:pic>
            <p:nvPicPr>
              <p:cNvPr id="21" name="Graphic 20">
                <a:extLst>
                  <a:ext uri="{FF2B5EF4-FFF2-40B4-BE49-F238E27FC236}">
                    <a16:creationId xmlns:a16="http://schemas.microsoft.com/office/drawing/2014/main" id="{F12D97A6-D75E-470D-8B68-12AF6900B0E1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</p:grp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EB62E48F-039F-4A8A-AA4A-7E4B0A2100D4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-1"/>
              <a:ext cx="4544291" cy="6857999"/>
            </a:xfrm>
            <a:prstGeom prst="rect">
              <a:avLst/>
            </a:prstGeom>
            <a:gradFill>
              <a:gsLst>
                <a:gs pos="85000">
                  <a:schemeClr val="bg2">
                    <a:alpha val="78000"/>
                  </a:schemeClr>
                </a:gs>
                <a:gs pos="11000">
                  <a:schemeClr val="bg2"/>
                </a:gs>
                <a:gs pos="100000">
                  <a:schemeClr val="bg2">
                    <a:alpha val="48000"/>
                  </a:schemeClr>
                </a:gs>
              </a:gsLst>
              <a:lin ang="114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23" name="RectangleLight">
            <a:extLst>
              <a:ext uri="{FF2B5EF4-FFF2-40B4-BE49-F238E27FC236}">
                <a16:creationId xmlns:a16="http://schemas.microsoft.com/office/drawing/2014/main" id="{A80E2F68-4ED6-42EF-9858-2FE4B1382825}"/>
              </a:ext>
            </a:extLst>
          </p:cNvPr>
          <p:cNvSpPr/>
          <p:nvPr userDrawn="1">
            <p:custDataLst>
              <p:tags r:id="rId3"/>
            </p:custDataLst>
          </p:nvPr>
        </p:nvSpPr>
        <p:spPr bwMode="ltGray">
          <a:xfrm>
            <a:off x="8781416" y="0"/>
            <a:ext cx="3410584" cy="6858000"/>
          </a:xfrm>
          <a:prstGeom prst="rect">
            <a:avLst/>
          </a:prstGeom>
          <a:solidFill>
            <a:schemeClr val="accent5"/>
          </a:solidFill>
          <a:ln w="6350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0F0F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8" name="Slide Number">
            <a:extLst>
              <a:ext uri="{FF2B5EF4-FFF2-40B4-BE49-F238E27FC236}">
                <a16:creationId xmlns:a16="http://schemas.microsoft.com/office/drawing/2014/main" id="{D0E8D6D4-65CF-4E97-809E-C2399703986A}"/>
              </a:ext>
            </a:extLst>
          </p:cNvPr>
          <p:cNvSpPr>
            <a:spLocks noChangeArrowheads="1"/>
          </p:cNvSpPr>
          <p:nvPr userDrawn="1">
            <p:custDataLst>
              <p:tags r:id="rId4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noProof="0" smtClean="0">
                <a:cs typeface="Arial" panose="020B060402020202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800" b="0" noProof="0">
              <a:cs typeface="Arial" panose="020B0604020202020204" pitchFamily="34" charset="0"/>
            </a:endParaRPr>
          </a:p>
        </p:txBody>
      </p:sp>
      <p:sp>
        <p:nvSpPr>
          <p:cNvPr id="19" name="2. Slide Title">
            <a:extLst>
              <a:ext uri="{FF2B5EF4-FFF2-40B4-BE49-F238E27FC236}">
                <a16:creationId xmlns:a16="http://schemas.microsoft.com/office/drawing/2014/main" id="{8FFC5EFA-01A0-4033-8D7E-3C2B1F490A33}"/>
              </a:ext>
            </a:extLst>
          </p:cNvPr>
          <p:cNvSpPr>
            <a:spLocks noGrp="1"/>
          </p:cNvSpPr>
          <p:nvPr>
            <p:ph type="title" hasCustomPrompt="1"/>
            <p:custDataLst>
              <p:tags r:id="rId5"/>
            </p:custDataLst>
          </p:nvPr>
        </p:nvSpPr>
        <p:spPr>
          <a:xfrm>
            <a:off x="554736" y="226624"/>
            <a:ext cx="7918704" cy="677108"/>
          </a:xfrm>
        </p:spPr>
        <p:txBody>
          <a:bodyPr vert="horz" wrap="square" lIns="0" tIns="0" rIns="0" bIns="0" rtlCol="0" anchor="b" anchorCtr="0">
            <a:noAutofit/>
          </a:bodyPr>
          <a:lstStyle>
            <a:lvl1pPr rtl="0">
              <a:defRPr lang="ru-RU" dirty="0"/>
            </a:lvl1pPr>
          </a:lstStyle>
          <a:p>
            <a:pPr lvl="0"/>
            <a:r>
              <a:rPr lang="en-US"/>
              <a:t>Click to edit </a:t>
            </a:r>
            <a:br>
              <a:rPr lang="en-US"/>
            </a:br>
            <a:r>
              <a:rPr lang="en-US"/>
              <a:t>Master title style</a:t>
            </a:r>
          </a:p>
        </p:txBody>
      </p:sp>
      <p:sp>
        <p:nvSpPr>
          <p:cNvPr id="20" name="3. Subtitle">
            <a:extLst>
              <a:ext uri="{FF2B5EF4-FFF2-40B4-BE49-F238E27FC236}">
                <a16:creationId xmlns:a16="http://schemas.microsoft.com/office/drawing/2014/main" id="{1555BB7F-874D-4148-9E84-841F62C8E9D4}"/>
              </a:ext>
            </a:extLst>
          </p:cNvPr>
          <p:cNvSpPr>
            <a:spLocks noGrp="1"/>
          </p:cNvSpPr>
          <p:nvPr>
            <p:ph type="subTitle" idx="1"/>
            <p:custDataLst>
              <p:tags r:id="rId6"/>
            </p:custDataLst>
          </p:nvPr>
        </p:nvSpPr>
        <p:spPr>
          <a:xfrm>
            <a:off x="554736" y="958596"/>
            <a:ext cx="7918704" cy="24622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rtl="0">
              <a:defRPr lang="ru-RU" sz="1600" b="0" dirty="0"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10" name="1. On-page tracker">
            <a:extLst>
              <a:ext uri="{FF2B5EF4-FFF2-40B4-BE49-F238E27FC236}">
                <a16:creationId xmlns:a16="http://schemas.microsoft.com/office/drawing/2014/main" id="{DEC2F904-C5C8-4B39-9C46-6CA56144D86A}"/>
              </a:ext>
            </a:extLst>
          </p:cNvPr>
          <p:cNvSpPr>
            <a:spLocks noGrp="1"/>
          </p:cNvSpPr>
          <p:nvPr>
            <p:ph type="body" sz="quarter" idx="10" hasCustomPrompt="1"/>
            <p:custDataLst>
              <p:tags r:id="rId7"/>
            </p:custDataLst>
          </p:nvPr>
        </p:nvSpPr>
        <p:spPr>
          <a:xfrm>
            <a:off x="554735" y="41597"/>
            <a:ext cx="3843338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dirty="0">
                <a:cs typeface="+mn-cs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11" name="4. Footnote" hidden="1">
            <a:extLst>
              <a:ext uri="{FF2B5EF4-FFF2-40B4-BE49-F238E27FC236}">
                <a16:creationId xmlns:a16="http://schemas.microsoft.com/office/drawing/2014/main" id="{44C30949-359D-483D-8AB0-470F0738EC46}"/>
              </a:ext>
            </a:extLst>
          </p:cNvPr>
          <p:cNvSpPr txBox="1">
            <a:spLocks/>
          </p:cNvSpPr>
          <p:nvPr userDrawn="1">
            <p:custDataLst>
              <p:tags r:id="rId8"/>
            </p:custDataLst>
          </p:nvPr>
        </p:nvSpPr>
        <p:spPr>
          <a:xfrm>
            <a:off x="554736" y="6330793"/>
            <a:ext cx="7918704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  <p:sp>
        <p:nvSpPr>
          <p:cNvPr id="12" name="5. Source" hidden="1">
            <a:extLst>
              <a:ext uri="{FF2B5EF4-FFF2-40B4-BE49-F238E27FC236}">
                <a16:creationId xmlns:a16="http://schemas.microsoft.com/office/drawing/2014/main" id="{0C638687-9D2C-4819-8EA7-89C77797F3C6}"/>
              </a:ext>
            </a:extLst>
          </p:cNvPr>
          <p:cNvSpPr txBox="1">
            <a:spLocks/>
          </p:cNvSpPr>
          <p:nvPr userDrawn="1">
            <p:custDataLst>
              <p:tags r:id="rId9"/>
            </p:custDataLst>
          </p:nvPr>
        </p:nvSpPr>
        <p:spPr>
          <a:xfrm>
            <a:off x="554736" y="6514142"/>
            <a:ext cx="7918704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…</a:t>
            </a:r>
          </a:p>
        </p:txBody>
      </p:sp>
    </p:spTree>
    <p:extLst>
      <p:ext uri="{BB962C8B-B14F-4D97-AF65-F5344CB8AC3E}">
        <p14:creationId xmlns:p14="http://schemas.microsoft.com/office/powerpoint/2010/main" val="327290666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6" hidden="1">
            <a:extLst>
              <a:ext uri="{FF2B5EF4-FFF2-40B4-BE49-F238E27FC236}">
                <a16:creationId xmlns:a16="http://schemas.microsoft.com/office/drawing/2014/main" id="{A954CCC1-5027-4384-BFF6-B54153C697A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9766533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1" progId="TCLayout.ActiveDocument.1">
                  <p:embed/>
                </p:oleObj>
              </mc:Choice>
              <mc:Fallback>
                <p:oleObj name="think-cell Slide" r:id="rId5" imgW="592" imgH="591" progId="TCLayout.ActiveDocument.1">
                  <p:embed/>
                  <p:pic>
                    <p:nvPicPr>
                      <p:cNvPr id="2" name="Object 6" hidden="1">
                        <a:extLst>
                          <a:ext uri="{FF2B5EF4-FFF2-40B4-BE49-F238E27FC236}">
                            <a16:creationId xmlns:a16="http://schemas.microsoft.com/office/drawing/2014/main" id="{A954CCC1-5027-4384-BFF6-B54153C697A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1" name="Rectangle 1">
            <a:extLst>
              <a:ext uri="{FF2B5EF4-FFF2-40B4-BE49-F238E27FC236}">
                <a16:creationId xmlns:a16="http://schemas.microsoft.com/office/drawing/2014/main" id="{4C0CE1A6-9A27-4E62-A51D-D2E5F558BE1A}"/>
              </a:ext>
            </a:extLst>
          </p:cNvPr>
          <p:cNvGrpSpPr/>
          <p:nvPr userDrawn="1"/>
        </p:nvGrpSpPr>
        <p:grpSpPr>
          <a:xfrm>
            <a:off x="0" y="0"/>
            <a:ext cx="12192000" cy="6858000"/>
            <a:chOff x="0" y="7964129"/>
            <a:chExt cx="12192000" cy="6858000"/>
          </a:xfrm>
        </p:grpSpPr>
        <p:pic>
          <p:nvPicPr>
            <p:cNvPr id="51" name="Graphic 50">
              <a:extLst>
                <a:ext uri="{FF2B5EF4-FFF2-40B4-BE49-F238E27FC236}">
                  <a16:creationId xmlns:a16="http://schemas.microsoft.com/office/drawing/2014/main" id="{3B83D280-9CA5-45FB-9649-4AB81AB05C3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 r="31829"/>
            <a:stretch>
              <a:fillRect/>
            </a:stretch>
          </p:blipFill>
          <p:spPr>
            <a:xfrm>
              <a:off x="9917115" y="11269996"/>
              <a:ext cx="2274885" cy="3337021"/>
            </a:xfrm>
            <a:custGeom>
              <a:avLst/>
              <a:gdLst>
                <a:gd name="connsiteX0" fmla="*/ 0 w 2274885"/>
                <a:gd name="connsiteY0" fmla="*/ 0 h 3337021"/>
                <a:gd name="connsiteX1" fmla="*/ 2274885 w 2274885"/>
                <a:gd name="connsiteY1" fmla="*/ 0 h 3337021"/>
                <a:gd name="connsiteX2" fmla="*/ 2274885 w 2274885"/>
                <a:gd name="connsiteY2" fmla="*/ 3337021 h 3337021"/>
                <a:gd name="connsiteX3" fmla="*/ 0 w 2274885"/>
                <a:gd name="connsiteY3" fmla="*/ 3337021 h 333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4885" h="3337021">
                  <a:moveTo>
                    <a:pt x="0" y="0"/>
                  </a:moveTo>
                  <a:lnTo>
                    <a:pt x="2274885" y="0"/>
                  </a:lnTo>
                  <a:lnTo>
                    <a:pt x="2274885" y="3337021"/>
                  </a:lnTo>
                  <a:lnTo>
                    <a:pt x="0" y="3337021"/>
                  </a:lnTo>
                  <a:close/>
                </a:path>
              </a:pathLst>
            </a:custGeom>
          </p:spPr>
        </p:pic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F78947C6-9C7B-4912-92C5-BE469863B9AC}"/>
                </a:ext>
              </a:extLst>
            </p:cNvPr>
            <p:cNvGrpSpPr/>
            <p:nvPr userDrawn="1"/>
          </p:nvGrpSpPr>
          <p:grpSpPr>
            <a:xfrm>
              <a:off x="0" y="11269996"/>
              <a:ext cx="6648374" cy="3337021"/>
              <a:chOff x="0" y="0"/>
              <a:chExt cx="6648374" cy="3337021"/>
            </a:xfrm>
          </p:grpSpPr>
          <p:pic>
            <p:nvPicPr>
              <p:cNvPr id="63" name="Graphic 62">
                <a:extLst>
                  <a:ext uri="{FF2B5EF4-FFF2-40B4-BE49-F238E27FC236}">
                    <a16:creationId xmlns:a16="http://schemas.microsoft.com/office/drawing/2014/main" id="{8ED31E17-35AF-4B55-9F4C-7C6311B62C7D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64" name="Graphic 63">
                <a:extLst>
                  <a:ext uri="{FF2B5EF4-FFF2-40B4-BE49-F238E27FC236}">
                    <a16:creationId xmlns:a16="http://schemas.microsoft.com/office/drawing/2014/main" id="{80A4288B-B0B1-4C20-849D-DEFB7A770DD2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311353" y="0"/>
                <a:ext cx="3337021" cy="3337021"/>
              </a:xfrm>
              <a:prstGeom prst="rect">
                <a:avLst/>
              </a:prstGeom>
            </p:spPr>
          </p:pic>
        </p:grpSp>
        <p:pic>
          <p:nvPicPr>
            <p:cNvPr id="50" name="Graphic 49">
              <a:extLst>
                <a:ext uri="{FF2B5EF4-FFF2-40B4-BE49-F238E27FC236}">
                  <a16:creationId xmlns:a16="http://schemas.microsoft.com/office/drawing/2014/main" id="{7A8F4C7D-3B0D-4777-B8A4-13F6C65B2F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605762" y="11269996"/>
              <a:ext cx="3337021" cy="3337021"/>
            </a:xfrm>
            <a:prstGeom prst="rect">
              <a:avLst/>
            </a:prstGeom>
          </p:spPr>
        </p:pic>
        <p:pic>
          <p:nvPicPr>
            <p:cNvPr id="52" name="Graphic 51">
              <a:extLst>
                <a:ext uri="{FF2B5EF4-FFF2-40B4-BE49-F238E27FC236}">
                  <a16:creationId xmlns:a16="http://schemas.microsoft.com/office/drawing/2014/main" id="{9A998010-F40B-4CA8-AE54-ED7D2A39771B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 b="92389"/>
            <a:stretch>
              <a:fillRect/>
            </a:stretch>
          </p:blipFill>
          <p:spPr>
            <a:xfrm>
              <a:off x="0" y="14568156"/>
              <a:ext cx="3337021" cy="253973"/>
            </a:xfrm>
            <a:custGeom>
              <a:avLst/>
              <a:gdLst>
                <a:gd name="connsiteX0" fmla="*/ 0 w 3337021"/>
                <a:gd name="connsiteY0" fmla="*/ 0 h 253973"/>
                <a:gd name="connsiteX1" fmla="*/ 3337021 w 3337021"/>
                <a:gd name="connsiteY1" fmla="*/ 0 h 253973"/>
                <a:gd name="connsiteX2" fmla="*/ 3337021 w 3337021"/>
                <a:gd name="connsiteY2" fmla="*/ 253973 h 253973"/>
                <a:gd name="connsiteX3" fmla="*/ 0 w 3337021"/>
                <a:gd name="connsiteY3" fmla="*/ 253973 h 25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021" h="253973">
                  <a:moveTo>
                    <a:pt x="0" y="0"/>
                  </a:moveTo>
                  <a:lnTo>
                    <a:pt x="3337021" y="0"/>
                  </a:lnTo>
                  <a:lnTo>
                    <a:pt x="3337021" y="253973"/>
                  </a:lnTo>
                  <a:lnTo>
                    <a:pt x="0" y="253973"/>
                  </a:lnTo>
                  <a:close/>
                </a:path>
              </a:pathLst>
            </a:custGeom>
          </p:spPr>
        </p:pic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0DA76578-2678-4F33-88C5-48C38A18A7E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 b="92389"/>
            <a:stretch>
              <a:fillRect/>
            </a:stretch>
          </p:blipFill>
          <p:spPr>
            <a:xfrm>
              <a:off x="3311353" y="14568156"/>
              <a:ext cx="3337021" cy="253972"/>
            </a:xfrm>
            <a:custGeom>
              <a:avLst/>
              <a:gdLst>
                <a:gd name="connsiteX0" fmla="*/ 0 w 3337021"/>
                <a:gd name="connsiteY0" fmla="*/ 0 h 253972"/>
                <a:gd name="connsiteX1" fmla="*/ 3337021 w 3337021"/>
                <a:gd name="connsiteY1" fmla="*/ 0 h 253972"/>
                <a:gd name="connsiteX2" fmla="*/ 3337021 w 3337021"/>
                <a:gd name="connsiteY2" fmla="*/ 253972 h 253972"/>
                <a:gd name="connsiteX3" fmla="*/ 0 w 3337021"/>
                <a:gd name="connsiteY3" fmla="*/ 253972 h 25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021" h="253972">
                  <a:moveTo>
                    <a:pt x="0" y="0"/>
                  </a:moveTo>
                  <a:lnTo>
                    <a:pt x="3337021" y="0"/>
                  </a:lnTo>
                  <a:lnTo>
                    <a:pt x="3337021" y="253972"/>
                  </a:lnTo>
                  <a:lnTo>
                    <a:pt x="0" y="253972"/>
                  </a:lnTo>
                  <a:close/>
                </a:path>
              </a:pathLst>
            </a:custGeom>
          </p:spPr>
        </p:pic>
        <p:pic>
          <p:nvPicPr>
            <p:cNvPr id="54" name="Graphic 53">
              <a:extLst>
                <a:ext uri="{FF2B5EF4-FFF2-40B4-BE49-F238E27FC236}">
                  <a16:creationId xmlns:a16="http://schemas.microsoft.com/office/drawing/2014/main" id="{9567012B-4F69-43C5-91D6-81AD504F08C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 b="92389"/>
            <a:stretch>
              <a:fillRect/>
            </a:stretch>
          </p:blipFill>
          <p:spPr>
            <a:xfrm>
              <a:off x="6605762" y="14568156"/>
              <a:ext cx="3337021" cy="253972"/>
            </a:xfrm>
            <a:custGeom>
              <a:avLst/>
              <a:gdLst>
                <a:gd name="connsiteX0" fmla="*/ 0 w 3337021"/>
                <a:gd name="connsiteY0" fmla="*/ 0 h 253972"/>
                <a:gd name="connsiteX1" fmla="*/ 3337021 w 3337021"/>
                <a:gd name="connsiteY1" fmla="*/ 0 h 253972"/>
                <a:gd name="connsiteX2" fmla="*/ 3337021 w 3337021"/>
                <a:gd name="connsiteY2" fmla="*/ 253972 h 253972"/>
                <a:gd name="connsiteX3" fmla="*/ 0 w 3337021"/>
                <a:gd name="connsiteY3" fmla="*/ 253972 h 25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021" h="253972">
                  <a:moveTo>
                    <a:pt x="0" y="0"/>
                  </a:moveTo>
                  <a:lnTo>
                    <a:pt x="3337021" y="0"/>
                  </a:lnTo>
                  <a:lnTo>
                    <a:pt x="3337021" y="253972"/>
                  </a:lnTo>
                  <a:lnTo>
                    <a:pt x="0" y="253972"/>
                  </a:lnTo>
                  <a:close/>
                </a:path>
              </a:pathLst>
            </a:custGeom>
          </p:spPr>
        </p:pic>
        <p:pic>
          <p:nvPicPr>
            <p:cNvPr id="55" name="Graphic 54">
              <a:extLst>
                <a:ext uri="{FF2B5EF4-FFF2-40B4-BE49-F238E27FC236}">
                  <a16:creationId xmlns:a16="http://schemas.microsoft.com/office/drawing/2014/main" id="{303A7A82-1A6A-449B-B860-9AD729144C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 r="31829" b="92389"/>
            <a:stretch>
              <a:fillRect/>
            </a:stretch>
          </p:blipFill>
          <p:spPr>
            <a:xfrm>
              <a:off x="9917115" y="14568156"/>
              <a:ext cx="2274885" cy="253972"/>
            </a:xfrm>
            <a:custGeom>
              <a:avLst/>
              <a:gdLst>
                <a:gd name="connsiteX0" fmla="*/ 0 w 2274885"/>
                <a:gd name="connsiteY0" fmla="*/ 0 h 253972"/>
                <a:gd name="connsiteX1" fmla="*/ 2274885 w 2274885"/>
                <a:gd name="connsiteY1" fmla="*/ 0 h 253972"/>
                <a:gd name="connsiteX2" fmla="*/ 2274885 w 2274885"/>
                <a:gd name="connsiteY2" fmla="*/ 253972 h 253972"/>
                <a:gd name="connsiteX3" fmla="*/ 0 w 2274885"/>
                <a:gd name="connsiteY3" fmla="*/ 253972 h 25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4885" h="253972">
                  <a:moveTo>
                    <a:pt x="0" y="0"/>
                  </a:moveTo>
                  <a:lnTo>
                    <a:pt x="2274885" y="0"/>
                  </a:lnTo>
                  <a:lnTo>
                    <a:pt x="2274885" y="253972"/>
                  </a:lnTo>
                  <a:lnTo>
                    <a:pt x="0" y="253972"/>
                  </a:lnTo>
                  <a:close/>
                </a:path>
              </a:pathLst>
            </a:custGeom>
          </p:spPr>
        </p:pic>
        <p:grpSp>
          <p:nvGrpSpPr>
            <p:cNvPr id="56" name="Rectangle 1">
              <a:extLst>
                <a:ext uri="{FF2B5EF4-FFF2-40B4-BE49-F238E27FC236}">
                  <a16:creationId xmlns:a16="http://schemas.microsoft.com/office/drawing/2014/main" id="{0111E63D-01DF-4B01-8324-4C758862C6DA}"/>
                </a:ext>
              </a:extLst>
            </p:cNvPr>
            <p:cNvGrpSpPr/>
            <p:nvPr userDrawn="1"/>
          </p:nvGrpSpPr>
          <p:grpSpPr>
            <a:xfrm>
              <a:off x="0" y="7964129"/>
              <a:ext cx="6648374" cy="3337021"/>
              <a:chOff x="0" y="0"/>
              <a:chExt cx="6648374" cy="3337021"/>
            </a:xfrm>
          </p:grpSpPr>
          <p:pic>
            <p:nvPicPr>
              <p:cNvPr id="61" name="Graphic 60">
                <a:extLst>
                  <a:ext uri="{FF2B5EF4-FFF2-40B4-BE49-F238E27FC236}">
                    <a16:creationId xmlns:a16="http://schemas.microsoft.com/office/drawing/2014/main" id="{418FB497-B95F-4B3C-A293-3D0D12BFC610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62" name="Graphic 61">
                <a:extLst>
                  <a:ext uri="{FF2B5EF4-FFF2-40B4-BE49-F238E27FC236}">
                    <a16:creationId xmlns:a16="http://schemas.microsoft.com/office/drawing/2014/main" id="{703F74E5-A7A3-4EAB-AF61-2538630F6430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311353" y="0"/>
                <a:ext cx="3337021" cy="3337021"/>
              </a:xfrm>
              <a:prstGeom prst="rect">
                <a:avLst/>
              </a:prstGeom>
            </p:spPr>
          </p:pic>
        </p:grpSp>
        <p:pic>
          <p:nvPicPr>
            <p:cNvPr id="57" name="Graphic 56">
              <a:extLst>
                <a:ext uri="{FF2B5EF4-FFF2-40B4-BE49-F238E27FC236}">
                  <a16:creationId xmlns:a16="http://schemas.microsoft.com/office/drawing/2014/main" id="{8072EC3A-AD32-4D2A-8946-1F5C90EFD168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605762" y="7964129"/>
              <a:ext cx="3337021" cy="3337021"/>
            </a:xfrm>
            <a:prstGeom prst="rect">
              <a:avLst/>
            </a:prstGeom>
          </p:spPr>
        </p:pic>
        <p:pic>
          <p:nvPicPr>
            <p:cNvPr id="58" name="Graphic 57">
              <a:extLst>
                <a:ext uri="{FF2B5EF4-FFF2-40B4-BE49-F238E27FC236}">
                  <a16:creationId xmlns:a16="http://schemas.microsoft.com/office/drawing/2014/main" id="{F9294B6B-7F7C-4738-A75D-96A67B441831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 r="31829"/>
            <a:stretch>
              <a:fillRect/>
            </a:stretch>
          </p:blipFill>
          <p:spPr>
            <a:xfrm>
              <a:off x="9917115" y="7964129"/>
              <a:ext cx="2274885" cy="3337021"/>
            </a:xfrm>
            <a:custGeom>
              <a:avLst/>
              <a:gdLst>
                <a:gd name="connsiteX0" fmla="*/ 0 w 2274885"/>
                <a:gd name="connsiteY0" fmla="*/ 0 h 3337021"/>
                <a:gd name="connsiteX1" fmla="*/ 2274885 w 2274885"/>
                <a:gd name="connsiteY1" fmla="*/ 0 h 3337021"/>
                <a:gd name="connsiteX2" fmla="*/ 2274885 w 2274885"/>
                <a:gd name="connsiteY2" fmla="*/ 3337021 h 3337021"/>
                <a:gd name="connsiteX3" fmla="*/ 0 w 2274885"/>
                <a:gd name="connsiteY3" fmla="*/ 3337021 h 333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4885" h="3337021">
                  <a:moveTo>
                    <a:pt x="0" y="0"/>
                  </a:moveTo>
                  <a:lnTo>
                    <a:pt x="2274885" y="0"/>
                  </a:lnTo>
                  <a:lnTo>
                    <a:pt x="2274885" y="3337021"/>
                  </a:lnTo>
                  <a:lnTo>
                    <a:pt x="0" y="3337021"/>
                  </a:lnTo>
                  <a:close/>
                </a:path>
              </a:pathLst>
            </a:custGeom>
          </p:spPr>
        </p:pic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0B11B6E5-83C7-404D-82A6-610F43992FCF}"/>
              </a:ext>
            </a:extLst>
          </p:cNvPr>
          <p:cNvSpPr>
            <a:spLocks/>
          </p:cNvSpPr>
          <p:nvPr userDrawn="1"/>
        </p:nvSpPr>
        <p:spPr>
          <a:xfrm>
            <a:off x="0" y="1"/>
            <a:ext cx="12192000" cy="6857999"/>
          </a:xfrm>
          <a:prstGeom prst="rect">
            <a:avLst/>
          </a:prstGeom>
          <a:gradFill>
            <a:gsLst>
              <a:gs pos="0">
                <a:schemeClr val="bg2"/>
              </a:gs>
              <a:gs pos="100000">
                <a:schemeClr val="bg2">
                  <a:alpha val="68000"/>
                </a:schemeClr>
              </a:gs>
            </a:gsLst>
            <a:lin ang="13800000" scaled="0"/>
          </a:gra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857F457-6247-44D4-BE3C-66B191EB78D5}"/>
              </a:ext>
            </a:extLst>
          </p:cNvPr>
          <p:cNvSpPr txBox="1"/>
          <p:nvPr userDrawn="1"/>
        </p:nvSpPr>
        <p:spPr>
          <a:xfrm>
            <a:off x="3860800" y="2367171"/>
            <a:ext cx="4470400" cy="212365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 rtl="0"/>
            <a:r>
              <a:rPr lang="en-US" sz="13800" b="1">
                <a:solidFill>
                  <a:schemeClr val="accent4"/>
                </a:solidFill>
                <a:latin typeface="Georgia" panose="02040502050405020303" pitchFamily="18" charset="0"/>
              </a:rPr>
              <a:t>END</a:t>
            </a:r>
          </a:p>
        </p:txBody>
      </p:sp>
      <p:sp>
        <p:nvSpPr>
          <p:cNvPr id="5" name="4. Footnote" hidden="1">
            <a:extLst>
              <a:ext uri="{FF2B5EF4-FFF2-40B4-BE49-F238E27FC236}">
                <a16:creationId xmlns:a16="http://schemas.microsoft.com/office/drawing/2014/main" id="{59A60F0F-7511-49F0-BBCF-2DE6FB5D50AC}"/>
              </a:ext>
            </a:extLst>
          </p:cNvPr>
          <p:cNvSpPr txBox="1">
            <a:spLocks/>
          </p:cNvSpPr>
          <p:nvPr userDrawn="1">
            <p:custDataLst>
              <p:tags r:id="rId2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  <p:sp>
        <p:nvSpPr>
          <p:cNvPr id="6" name="5. Source" hidden="1">
            <a:extLst>
              <a:ext uri="{FF2B5EF4-FFF2-40B4-BE49-F238E27FC236}">
                <a16:creationId xmlns:a16="http://schemas.microsoft.com/office/drawing/2014/main" id="{724864CF-8CD7-4C9B-9FD5-09CDA7EDF9DB}"/>
              </a:ext>
            </a:extLst>
          </p:cNvPr>
          <p:cNvSpPr txBox="1">
            <a:spLocks/>
          </p:cNvSpPr>
          <p:nvPr userDrawn="1">
            <p:custDataLst>
              <p:tags r:id="rId3"/>
            </p:custDataLst>
          </p:nvPr>
        </p:nvSpPr>
        <p:spPr>
          <a:xfrm>
            <a:off x="554735" y="6514142"/>
            <a:ext cx="11082528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 err="1"/>
              <a:t>Источник</a:t>
            </a:r>
            <a:r>
              <a:rPr lang="en-US" sz="800"/>
              <a:t>: …</a:t>
            </a:r>
          </a:p>
        </p:txBody>
      </p:sp>
    </p:spTree>
    <p:extLst>
      <p:ext uri="{BB962C8B-B14F-4D97-AF65-F5344CB8AC3E}">
        <p14:creationId xmlns:p14="http://schemas.microsoft.com/office/powerpoint/2010/main" val="226327025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2997764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B7F5254C-849A-1E86-15C0-79D42D5C388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2371997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73" imgH="476" progId="TCLayout.ActiveDocument.1">
                  <p:embed/>
                </p:oleObj>
              </mc:Choice>
              <mc:Fallback>
                <p:oleObj name="think-cell Slide" r:id="rId3" imgW="473" imgH="476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B7F5254C-849A-1E86-15C0-79D42D5C388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AF65D8DF-2F87-41A3-8853-1CB0E14AA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6" y="534400"/>
            <a:ext cx="11082528" cy="36933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78AF9B4-EBE0-4C8B-BF32-690CB74D8C7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045090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2. Slide Title"/>
          <p:cNvSpPr>
            <a:spLocks noGrp="1"/>
          </p:cNvSpPr>
          <p:nvPr>
            <p:ph type="title"/>
          </p:nvPr>
        </p:nvSpPr>
        <p:spPr bwMode="gray">
          <a:xfrm>
            <a:off x="554736" y="534400"/>
            <a:ext cx="11082528" cy="36933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doc id" hidden="1"/>
          <p:cNvSpPr>
            <a:spLocks noChangeArrowheads="1"/>
          </p:cNvSpPr>
          <p:nvPr/>
        </p:nvSpPr>
        <p:spPr bwMode="gray">
          <a:xfrm flipH="1">
            <a:off x="10658002" y="51835"/>
            <a:ext cx="1231563" cy="96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 defTabSz="1218095"/>
            <a:endParaRPr lang="en-US" sz="612" baseline="0" noProof="0">
              <a:solidFill>
                <a:schemeClr val="accent6"/>
              </a:solidFill>
              <a:latin typeface="+mn-lt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572924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40">
          <p15:clr>
            <a:srgbClr val="F26B43"/>
          </p15:clr>
        </p15:guide>
        <p15:guide id="2" pos="99">
          <p15:clr>
            <a:srgbClr val="F26B43"/>
          </p15:clr>
        </p15:guide>
        <p15:guide id="3" orient="horz" pos="688">
          <p15:clr>
            <a:srgbClr val="F26B43"/>
          </p15:clr>
        </p15:guide>
        <p15:guide id="4" orient="horz" pos="3911">
          <p15:clr>
            <a:srgbClr val="F26B43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ustomLayouts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9F7114D8-6025-4386-BA96-B034FE6B3CD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3592934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13" imgH="416" progId="TCLayout.ActiveDocument.1">
                  <p:embed/>
                </p:oleObj>
              </mc:Choice>
              <mc:Fallback>
                <p:oleObj name="think-cell Slide" r:id="rId11" imgW="413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9F7114D8-6025-4386-BA96-B034FE6B3CD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3" hidden="1">
            <a:extLst>
              <a:ext uri="{FF2B5EF4-FFF2-40B4-BE49-F238E27FC236}">
                <a16:creationId xmlns:a16="http://schemas.microsoft.com/office/drawing/2014/main" id="{50854476-2923-4515-A585-4477FF861180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400" b="1" i="0" baseline="0">
              <a:solidFill>
                <a:schemeClr val="bg1"/>
              </a:solidFill>
              <a:latin typeface="Georgia" panose="02040502050405020303" pitchFamily="18" charset="0"/>
              <a:ea typeface="+mj-ea"/>
              <a:cs typeface="+mj-cs"/>
              <a:sym typeface="Georgia" panose="02040502050405020303" pitchFamily="18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82B402C-4E9A-4C49-95BC-08C80D9394EC}"/>
              </a:ext>
            </a:extLst>
          </p:cNvPr>
          <p:cNvGrpSpPr/>
          <p:nvPr userDrawn="1"/>
        </p:nvGrpSpPr>
        <p:grpSpPr>
          <a:xfrm>
            <a:off x="0" y="-1"/>
            <a:ext cx="4544291" cy="6858001"/>
            <a:chOff x="0" y="-1"/>
            <a:chExt cx="4544291" cy="6858001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EBB4B49C-0BF5-4E59-AAEE-224340421E20}"/>
                </a:ext>
              </a:extLst>
            </p:cNvPr>
            <p:cNvGrpSpPr/>
            <p:nvPr userDrawn="1"/>
          </p:nvGrpSpPr>
          <p:grpSpPr>
            <a:xfrm>
              <a:off x="0" y="0"/>
              <a:ext cx="3337021" cy="6858000"/>
              <a:chOff x="0" y="0"/>
              <a:chExt cx="3337021" cy="6858000"/>
            </a:xfrm>
          </p:grpSpPr>
          <p:pic>
            <p:nvPicPr>
              <p:cNvPr id="16" name="Graphic 15">
                <a:extLst>
                  <a:ext uri="{FF2B5EF4-FFF2-40B4-BE49-F238E27FC236}">
                    <a16:creationId xmlns:a16="http://schemas.microsoft.com/office/drawing/2014/main" id="{C379868A-9A32-49DD-B088-849ADB133301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3305867"/>
                <a:ext cx="3337021" cy="3337021"/>
              </a:xfrm>
              <a:prstGeom prst="rect">
                <a:avLst/>
              </a:prstGeom>
            </p:spPr>
          </p:pic>
          <p:pic>
            <p:nvPicPr>
              <p:cNvPr id="17" name="Graphic 16">
                <a:extLst>
                  <a:ext uri="{FF2B5EF4-FFF2-40B4-BE49-F238E27FC236}">
                    <a16:creationId xmlns:a16="http://schemas.microsoft.com/office/drawing/2014/main" id="{F860B71F-73D2-4140-9B7E-E84C1ED64357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 b="92389"/>
              <a:stretch>
                <a:fillRect/>
              </a:stretch>
            </p:blipFill>
            <p:spPr>
              <a:xfrm>
                <a:off x="0" y="6604027"/>
                <a:ext cx="3337021" cy="253973"/>
              </a:xfrm>
              <a:custGeom>
                <a:avLst/>
                <a:gdLst>
                  <a:gd name="connsiteX0" fmla="*/ 0 w 3337021"/>
                  <a:gd name="connsiteY0" fmla="*/ 0 h 253973"/>
                  <a:gd name="connsiteX1" fmla="*/ 3337021 w 3337021"/>
                  <a:gd name="connsiteY1" fmla="*/ 0 h 253973"/>
                  <a:gd name="connsiteX2" fmla="*/ 3337021 w 3337021"/>
                  <a:gd name="connsiteY2" fmla="*/ 253973 h 253973"/>
                  <a:gd name="connsiteX3" fmla="*/ 0 w 3337021"/>
                  <a:gd name="connsiteY3" fmla="*/ 253973 h 253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021" h="253973">
                    <a:moveTo>
                      <a:pt x="0" y="0"/>
                    </a:moveTo>
                    <a:lnTo>
                      <a:pt x="3337021" y="0"/>
                    </a:lnTo>
                    <a:lnTo>
                      <a:pt x="3337021" y="253973"/>
                    </a:lnTo>
                    <a:lnTo>
                      <a:pt x="0" y="253973"/>
                    </a:lnTo>
                    <a:close/>
                  </a:path>
                </a:pathLst>
              </a:custGeom>
            </p:spPr>
          </p:pic>
          <p:pic>
            <p:nvPicPr>
              <p:cNvPr id="21" name="Graphic 20">
                <a:extLst>
                  <a:ext uri="{FF2B5EF4-FFF2-40B4-BE49-F238E27FC236}">
                    <a16:creationId xmlns:a16="http://schemas.microsoft.com/office/drawing/2014/main" id="{F12D97A6-D75E-470D-8B68-12AF6900B0E1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3337021" cy="3337021"/>
              </a:xfrm>
              <a:prstGeom prst="rect">
                <a:avLst/>
              </a:prstGeom>
            </p:spPr>
          </p:pic>
        </p:grp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EB62E48F-039F-4A8A-AA4A-7E4B0A2100D4}"/>
                </a:ext>
              </a:extLst>
            </p:cNvPr>
            <p:cNvSpPr>
              <a:spLocks/>
            </p:cNvSpPr>
            <p:nvPr userDrawn="1"/>
          </p:nvSpPr>
          <p:spPr>
            <a:xfrm>
              <a:off x="0" y="-1"/>
              <a:ext cx="4544291" cy="6857999"/>
            </a:xfrm>
            <a:prstGeom prst="rect">
              <a:avLst/>
            </a:prstGeom>
            <a:gradFill>
              <a:gsLst>
                <a:gs pos="85000">
                  <a:schemeClr val="bg2">
                    <a:alpha val="78000"/>
                  </a:schemeClr>
                </a:gs>
                <a:gs pos="11000">
                  <a:schemeClr val="bg2"/>
                </a:gs>
                <a:gs pos="100000">
                  <a:schemeClr val="bg2">
                    <a:alpha val="48000"/>
                  </a:schemeClr>
                </a:gs>
              </a:gsLst>
              <a:lin ang="11400000" scaled="0"/>
            </a:gra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23" name="RectangleLight">
            <a:extLst>
              <a:ext uri="{FF2B5EF4-FFF2-40B4-BE49-F238E27FC236}">
                <a16:creationId xmlns:a16="http://schemas.microsoft.com/office/drawing/2014/main" id="{A80E2F68-4ED6-42EF-9858-2FE4B1382825}"/>
              </a:ext>
            </a:extLst>
          </p:cNvPr>
          <p:cNvSpPr/>
          <p:nvPr userDrawn="1">
            <p:custDataLst>
              <p:tags r:id="rId3"/>
            </p:custDataLst>
          </p:nvPr>
        </p:nvSpPr>
        <p:spPr bwMode="ltGray">
          <a:xfrm>
            <a:off x="8781416" y="0"/>
            <a:ext cx="3410584" cy="6858000"/>
          </a:xfrm>
          <a:prstGeom prst="rect">
            <a:avLst/>
          </a:prstGeom>
          <a:solidFill>
            <a:schemeClr val="accent5"/>
          </a:solidFill>
          <a:ln w="6350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0F0F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8" name="Slide Number">
            <a:extLst>
              <a:ext uri="{FF2B5EF4-FFF2-40B4-BE49-F238E27FC236}">
                <a16:creationId xmlns:a16="http://schemas.microsoft.com/office/drawing/2014/main" id="{D0E8D6D4-65CF-4E97-809E-C2399703986A}"/>
              </a:ext>
            </a:extLst>
          </p:cNvPr>
          <p:cNvSpPr>
            <a:spLocks noChangeArrowheads="1"/>
          </p:cNvSpPr>
          <p:nvPr userDrawn="1">
            <p:custDataLst>
              <p:tags r:id="rId4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noProof="0" smtClean="0">
                <a:cs typeface="Arial" panose="020B060402020202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800" b="0" noProof="0">
              <a:cs typeface="Arial" panose="020B0604020202020204" pitchFamily="34" charset="0"/>
            </a:endParaRPr>
          </a:p>
        </p:txBody>
      </p:sp>
      <p:sp>
        <p:nvSpPr>
          <p:cNvPr id="19" name="2. Slide Title">
            <a:extLst>
              <a:ext uri="{FF2B5EF4-FFF2-40B4-BE49-F238E27FC236}">
                <a16:creationId xmlns:a16="http://schemas.microsoft.com/office/drawing/2014/main" id="{8FFC5EFA-01A0-4033-8D7E-3C2B1F490A33}"/>
              </a:ext>
            </a:extLst>
          </p:cNvPr>
          <p:cNvSpPr>
            <a:spLocks noGrp="1"/>
          </p:cNvSpPr>
          <p:nvPr>
            <p:ph type="title" hasCustomPrompt="1"/>
            <p:custDataLst>
              <p:tags r:id="rId5"/>
            </p:custDataLst>
          </p:nvPr>
        </p:nvSpPr>
        <p:spPr>
          <a:xfrm>
            <a:off x="554736" y="226624"/>
            <a:ext cx="7918704" cy="677108"/>
          </a:xfrm>
        </p:spPr>
        <p:txBody>
          <a:bodyPr vert="horz" wrap="square" lIns="0" tIns="0" rIns="0" bIns="0" rtlCol="0" anchor="b" anchorCtr="0">
            <a:noAutofit/>
          </a:bodyPr>
          <a:lstStyle>
            <a:lvl1pPr rtl="0">
              <a:defRPr lang="ru-RU" dirty="0"/>
            </a:lvl1pPr>
          </a:lstStyle>
          <a:p>
            <a:pPr lvl="0"/>
            <a:r>
              <a:rPr lang="en-US"/>
              <a:t>Click to edit </a:t>
            </a:r>
            <a:br>
              <a:rPr lang="en-US"/>
            </a:br>
            <a:r>
              <a:rPr lang="en-US"/>
              <a:t>Master title style</a:t>
            </a:r>
          </a:p>
        </p:txBody>
      </p:sp>
      <p:sp>
        <p:nvSpPr>
          <p:cNvPr id="20" name="3. Subtitle">
            <a:extLst>
              <a:ext uri="{FF2B5EF4-FFF2-40B4-BE49-F238E27FC236}">
                <a16:creationId xmlns:a16="http://schemas.microsoft.com/office/drawing/2014/main" id="{1555BB7F-874D-4148-9E84-841F62C8E9D4}"/>
              </a:ext>
            </a:extLst>
          </p:cNvPr>
          <p:cNvSpPr>
            <a:spLocks noGrp="1"/>
          </p:cNvSpPr>
          <p:nvPr>
            <p:ph type="subTitle" idx="1"/>
            <p:custDataLst>
              <p:tags r:id="rId6"/>
            </p:custDataLst>
          </p:nvPr>
        </p:nvSpPr>
        <p:spPr>
          <a:xfrm>
            <a:off x="554736" y="958596"/>
            <a:ext cx="7918704" cy="24622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rtl="0">
              <a:defRPr lang="ru-RU" sz="1600" b="0" dirty="0"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10" name="1. On-page tracker">
            <a:extLst>
              <a:ext uri="{FF2B5EF4-FFF2-40B4-BE49-F238E27FC236}">
                <a16:creationId xmlns:a16="http://schemas.microsoft.com/office/drawing/2014/main" id="{DEC2F904-C5C8-4B39-9C46-6CA56144D86A}"/>
              </a:ext>
            </a:extLst>
          </p:cNvPr>
          <p:cNvSpPr>
            <a:spLocks noGrp="1"/>
          </p:cNvSpPr>
          <p:nvPr>
            <p:ph type="body" sz="quarter" idx="10" hasCustomPrompt="1"/>
            <p:custDataLst>
              <p:tags r:id="rId7"/>
            </p:custDataLst>
          </p:nvPr>
        </p:nvSpPr>
        <p:spPr>
          <a:xfrm>
            <a:off x="554735" y="41597"/>
            <a:ext cx="3843338" cy="123111"/>
          </a:xfrm>
          <a:prstGeom prst="rect">
            <a:avLst/>
          </a:prstGeom>
          <a:ln w="6350">
            <a:noFill/>
            <a:miter lim="800000"/>
          </a:ln>
        </p:spPr>
        <p:txBody>
          <a:bodyPr vert="horz" wrap="square" lIns="0" tIns="0" rIns="0" bIns="0" rtlCol="0">
            <a:spAutoFit/>
          </a:bodyPr>
          <a:lstStyle>
            <a:lvl1pPr rtl="0">
              <a:defRPr lang="ru-RU" sz="800" b="0" dirty="0">
                <a:cs typeface="+mn-cs"/>
              </a:defRPr>
            </a:lvl1pPr>
          </a:lstStyle>
          <a:p>
            <a:pPr lvl="0">
              <a:buNone/>
            </a:pPr>
            <a:r>
              <a:rPr lang="en-US"/>
              <a:t>Add tracker</a:t>
            </a:r>
          </a:p>
        </p:txBody>
      </p:sp>
      <p:sp>
        <p:nvSpPr>
          <p:cNvPr id="11" name="4. Footnote" hidden="1">
            <a:extLst>
              <a:ext uri="{FF2B5EF4-FFF2-40B4-BE49-F238E27FC236}">
                <a16:creationId xmlns:a16="http://schemas.microsoft.com/office/drawing/2014/main" id="{44C30949-359D-483D-8AB0-470F0738EC46}"/>
              </a:ext>
            </a:extLst>
          </p:cNvPr>
          <p:cNvSpPr txBox="1">
            <a:spLocks/>
          </p:cNvSpPr>
          <p:nvPr userDrawn="1">
            <p:custDataLst>
              <p:tags r:id="rId8"/>
            </p:custDataLst>
          </p:nvPr>
        </p:nvSpPr>
        <p:spPr>
          <a:xfrm>
            <a:off x="554736" y="6330793"/>
            <a:ext cx="7918704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  <p:sp>
        <p:nvSpPr>
          <p:cNvPr id="12" name="5. Source" hidden="1">
            <a:extLst>
              <a:ext uri="{FF2B5EF4-FFF2-40B4-BE49-F238E27FC236}">
                <a16:creationId xmlns:a16="http://schemas.microsoft.com/office/drawing/2014/main" id="{0C638687-9D2C-4819-8EA7-89C77797F3C6}"/>
              </a:ext>
            </a:extLst>
          </p:cNvPr>
          <p:cNvSpPr txBox="1">
            <a:spLocks/>
          </p:cNvSpPr>
          <p:nvPr userDrawn="1">
            <p:custDataLst>
              <p:tags r:id="rId9"/>
            </p:custDataLst>
          </p:nvPr>
        </p:nvSpPr>
        <p:spPr>
          <a:xfrm>
            <a:off x="554736" y="6514142"/>
            <a:ext cx="7918704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…</a:t>
            </a:r>
          </a:p>
        </p:txBody>
      </p:sp>
    </p:spTree>
    <p:extLst>
      <p:ext uri="{BB962C8B-B14F-4D97-AF65-F5344CB8AC3E}">
        <p14:creationId xmlns:p14="http://schemas.microsoft.com/office/powerpoint/2010/main" val="29563504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tags" Target="../tags/tag3.xml"/><Relationship Id="rId26" Type="http://schemas.openxmlformats.org/officeDocument/2006/relationships/tags" Target="../tags/tag11.xml"/><Relationship Id="rId39" Type="http://schemas.openxmlformats.org/officeDocument/2006/relationships/image" Target="../media/image1.emf"/><Relationship Id="rId21" Type="http://schemas.openxmlformats.org/officeDocument/2006/relationships/tags" Target="../tags/tag6.xml"/><Relationship Id="rId34" Type="http://schemas.openxmlformats.org/officeDocument/2006/relationships/tags" Target="../tags/tag19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ags" Target="../tags/tag2.xml"/><Relationship Id="rId25" Type="http://schemas.openxmlformats.org/officeDocument/2006/relationships/tags" Target="../tags/tag10.xml"/><Relationship Id="rId33" Type="http://schemas.openxmlformats.org/officeDocument/2006/relationships/tags" Target="../tags/tag18.xml"/><Relationship Id="rId38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20" Type="http://schemas.openxmlformats.org/officeDocument/2006/relationships/tags" Target="../tags/tag5.xml"/><Relationship Id="rId29" Type="http://schemas.openxmlformats.org/officeDocument/2006/relationships/tags" Target="../tags/tag14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ags" Target="../tags/tag9.xml"/><Relationship Id="rId32" Type="http://schemas.openxmlformats.org/officeDocument/2006/relationships/tags" Target="../tags/tag17.xml"/><Relationship Id="rId37" Type="http://schemas.openxmlformats.org/officeDocument/2006/relationships/tags" Target="../tags/tag2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ags" Target="../tags/tag8.xml"/><Relationship Id="rId28" Type="http://schemas.openxmlformats.org/officeDocument/2006/relationships/tags" Target="../tags/tag13.xml"/><Relationship Id="rId36" Type="http://schemas.openxmlformats.org/officeDocument/2006/relationships/tags" Target="../tags/tag21.xml"/><Relationship Id="rId10" Type="http://schemas.openxmlformats.org/officeDocument/2006/relationships/slideLayout" Target="../slideLayouts/slideLayout10.xml"/><Relationship Id="rId19" Type="http://schemas.openxmlformats.org/officeDocument/2006/relationships/tags" Target="../tags/tag4.xml"/><Relationship Id="rId31" Type="http://schemas.openxmlformats.org/officeDocument/2006/relationships/tags" Target="../tags/tag16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ags" Target="../tags/tag7.xml"/><Relationship Id="rId27" Type="http://schemas.openxmlformats.org/officeDocument/2006/relationships/tags" Target="../tags/tag12.xml"/><Relationship Id="rId30" Type="http://schemas.openxmlformats.org/officeDocument/2006/relationships/tags" Target="../tags/tag15.xml"/><Relationship Id="rId35" Type="http://schemas.openxmlformats.org/officeDocument/2006/relationships/tags" Target="../tags/tag20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6" hidden="1">
            <a:extLst>
              <a:ext uri="{FF2B5EF4-FFF2-40B4-BE49-F238E27FC236}">
                <a16:creationId xmlns:a16="http://schemas.microsoft.com/office/drawing/2014/main" id="{4BC40847-AF8B-4097-9A07-2349A751A05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7"/>
            </p:custDataLst>
            <p:extLst>
              <p:ext uri="{D42A27DB-BD31-4B8C-83A1-F6EECF244321}">
                <p14:modId xmlns:p14="http://schemas.microsoft.com/office/powerpoint/2010/main" val="43457205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8" imgW="413" imgH="416" progId="TCLayout.ActiveDocument.1">
                  <p:embed/>
                </p:oleObj>
              </mc:Choice>
              <mc:Fallback>
                <p:oleObj name="think-cell Slide" r:id="rId38" imgW="413" imgH="416" progId="TCLayout.ActiveDocument.1">
                  <p:embed/>
                  <p:pic>
                    <p:nvPicPr>
                      <p:cNvPr id="3" name="Object 6" hidden="1">
                        <a:extLst>
                          <a:ext uri="{FF2B5EF4-FFF2-40B4-BE49-F238E27FC236}">
                            <a16:creationId xmlns:a16="http://schemas.microsoft.com/office/drawing/2014/main" id="{4BC40847-AF8B-4097-9A07-2349A751A05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15B28737-798E-48D4-BBDB-8EB35CB9FFFB}"/>
              </a:ext>
            </a:extLst>
          </p:cNvPr>
          <p:cNvSpPr/>
          <p:nvPr userDrawn="1">
            <p:custDataLst>
              <p:tags r:id="rId18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2400" b="1" i="0" baseline="0">
              <a:solidFill>
                <a:schemeClr val="bg1"/>
              </a:solidFill>
              <a:latin typeface="Georgia" panose="02040502050405020303" pitchFamily="18" charset="0"/>
              <a:ea typeface="+mj-ea"/>
              <a:cs typeface="+mj-cs"/>
              <a:sym typeface="Georgia" panose="02040502050405020303" pitchFamily="18" charset="0"/>
            </a:endParaRPr>
          </a:p>
        </p:txBody>
      </p:sp>
      <p:sp>
        <p:nvSpPr>
          <p:cNvPr id="16" name="4. Footnote" hidden="1">
            <a:extLst>
              <a:ext uri="{FF2B5EF4-FFF2-40B4-BE49-F238E27FC236}">
                <a16:creationId xmlns:a16="http://schemas.microsoft.com/office/drawing/2014/main" id="{772E4927-517C-4D61-9929-9FFDE5F31A03}"/>
              </a:ext>
            </a:extLst>
          </p:cNvPr>
          <p:cNvSpPr txBox="1">
            <a:spLocks/>
          </p:cNvSpPr>
          <p:nvPr userDrawn="1">
            <p:custDataLst>
              <p:tags r:id="rId19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Footnotes</a:t>
            </a:r>
          </a:p>
        </p:txBody>
      </p:sp>
      <p:sp>
        <p:nvSpPr>
          <p:cNvPr id="57" name="2. Slide Title">
            <a:extLst>
              <a:ext uri="{FF2B5EF4-FFF2-40B4-BE49-F238E27FC236}">
                <a16:creationId xmlns:a16="http://schemas.microsoft.com/office/drawing/2014/main" id="{98FF70AE-7EF6-4E5B-9FFE-B44C852C9FBA}"/>
              </a:ext>
            </a:extLst>
          </p:cNvPr>
          <p:cNvSpPr>
            <a:spLocks noGrp="1"/>
          </p:cNvSpPr>
          <p:nvPr>
            <p:ph type="title"/>
            <p:custDataLst>
              <p:tags r:id="rId20"/>
            </p:custDataLst>
          </p:nvPr>
        </p:nvSpPr>
        <p:spPr>
          <a:xfrm>
            <a:off x="554736" y="165068"/>
            <a:ext cx="11082528" cy="73866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/>
          <a:p>
            <a:pPr lvl="0"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</a:pPr>
            <a:r>
              <a:rPr lang="en-US"/>
              <a:t>Click to edit </a:t>
            </a:r>
            <a:br>
              <a:rPr lang="en-US"/>
            </a:br>
            <a:r>
              <a:rPr lang="en-US"/>
              <a:t>Master title style</a:t>
            </a:r>
          </a:p>
        </p:txBody>
      </p:sp>
      <p:sp>
        <p:nvSpPr>
          <p:cNvPr id="169" name="ACET" hidden="1">
            <a:extLst>
              <a:ext uri="{FF2B5EF4-FFF2-40B4-BE49-F238E27FC236}">
                <a16:creationId xmlns:a16="http://schemas.microsoft.com/office/drawing/2014/main" id="{62CF7362-20CB-4908-AFFE-D4E2B9A5DF3B}"/>
              </a:ext>
            </a:extLst>
          </p:cNvPr>
          <p:cNvSpPr txBox="1"/>
          <p:nvPr userDrawn="1">
            <p:custDataLst>
              <p:tags r:id="rId21"/>
            </p:custDataLst>
          </p:nvPr>
        </p:nvSpPr>
        <p:spPr>
          <a:xfrm>
            <a:off x="3754105" y="2171700"/>
            <a:ext cx="3049253" cy="49244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defPPr>
              <a:defRPr lang="en-US"/>
            </a:defPPr>
            <a:lvl1pPr lv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Segoe UI" panose="020B0502040204020203" pitchFamily="34" charset="0"/>
              <a:buChar char="​"/>
              <a:defRPr sz="1600" b="1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10000"/>
              <a:buFont typeface="Wingdings" panose="05000000000000000000" pitchFamily="2" charset="2"/>
              <a:buChar char=""/>
              <a:defRPr sz="1600"/>
            </a:lvl2pPr>
            <a:lvl3pPr marL="442913" lvl="2" indent="-21431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10000"/>
              <a:buFont typeface="Arial" panose="020B0604020202020204" pitchFamily="34" charset="0"/>
              <a:buChar char="‒"/>
              <a:defRPr sz="1600"/>
            </a:lvl3pPr>
            <a:lvl4pPr marL="598488" lvl="3" indent="-15240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sz="1600"/>
            </a:lvl4pPr>
            <a:lvl5pPr marL="817563" lvl="4" indent="-1476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̶"/>
              <a:defRPr sz="1600"/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/>
              <a:t>Above Chart Exhibit Title</a:t>
            </a:r>
            <a:br>
              <a:rPr lang="en-US"/>
            </a:br>
            <a:r>
              <a:rPr lang="en-US" b="0"/>
              <a:t>Units of measure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54736" y="2170800"/>
            <a:ext cx="2856297" cy="123110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0" name="5. Source" hidden="1">
            <a:extLst>
              <a:ext uri="{FF2B5EF4-FFF2-40B4-BE49-F238E27FC236}">
                <a16:creationId xmlns:a16="http://schemas.microsoft.com/office/drawing/2014/main" id="{1B5DE5A7-2D1D-4A40-BE7D-BB40C3D416B3}"/>
              </a:ext>
            </a:extLst>
          </p:cNvPr>
          <p:cNvSpPr txBox="1">
            <a:spLocks/>
          </p:cNvSpPr>
          <p:nvPr userDrawn="1">
            <p:custDataLst>
              <p:tags r:id="rId22"/>
            </p:custDataLst>
          </p:nvPr>
        </p:nvSpPr>
        <p:spPr>
          <a:xfrm>
            <a:off x="554736" y="6514142"/>
            <a:ext cx="10637141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…</a:t>
            </a:r>
          </a:p>
        </p:txBody>
      </p:sp>
      <p:grpSp>
        <p:nvGrpSpPr>
          <p:cNvPr id="151" name="MoonEmpty" hidden="1">
            <a:extLst>
              <a:ext uri="{FF2B5EF4-FFF2-40B4-BE49-F238E27FC236}">
                <a16:creationId xmlns:a16="http://schemas.microsoft.com/office/drawing/2014/main" id="{2F753080-3BFC-45F3-88AB-4A3B00E033C4}"/>
              </a:ext>
            </a:extLst>
          </p:cNvPr>
          <p:cNvGrpSpPr>
            <a:grpSpLocks/>
          </p:cNvGrpSpPr>
          <p:nvPr userDrawn="1">
            <p:custDataLst>
              <p:tags r:id="rId23"/>
            </p:custDataLst>
          </p:nvPr>
        </p:nvGrpSpPr>
        <p:grpSpPr>
          <a:xfrm>
            <a:off x="4624301" y="4029356"/>
            <a:ext cx="252000" cy="252000"/>
            <a:chOff x="762000" y="1270000"/>
            <a:chExt cx="254000" cy="25400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0D06ABC0-BED2-49D7-B91B-3BD1CCF4D8BE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762000" y="1270000"/>
              <a:ext cx="254000" cy="254000"/>
            </a:xfrm>
            <a:prstGeom prst="ellipse">
              <a:avLst/>
            </a:pr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</a:endParaRPr>
            </a:p>
          </p:txBody>
        </p:sp>
        <p:sp>
          <p:nvSpPr>
            <p:cNvPr id="153" name="Arc 152" hidden="1">
              <a:extLst>
                <a:ext uri="{FF2B5EF4-FFF2-40B4-BE49-F238E27FC236}">
                  <a16:creationId xmlns:a16="http://schemas.microsoft.com/office/drawing/2014/main" id="{C470DE01-97F6-453C-BD86-07C2B3D33B2E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762000" y="1270000"/>
              <a:ext cx="254000" cy="254000"/>
            </a:xfrm>
            <a:prstGeom prst="arc">
              <a:avLst>
                <a:gd name="adj1" fmla="val 16200000"/>
                <a:gd name="adj2" fmla="val 5400000"/>
              </a:avLst>
            </a:prstGeom>
            <a:grpFill/>
            <a:ln w="6350" cap="sq" cmpd="sng" algn="ctr">
              <a:noFill/>
              <a:prstDash val="solid"/>
              <a:miter lim="800000"/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en-US"/>
            </a:p>
          </p:txBody>
        </p:sp>
      </p:grpSp>
      <p:grpSp>
        <p:nvGrpSpPr>
          <p:cNvPr id="170" name="MoonQuater" hidden="1">
            <a:extLst>
              <a:ext uri="{FF2B5EF4-FFF2-40B4-BE49-F238E27FC236}">
                <a16:creationId xmlns:a16="http://schemas.microsoft.com/office/drawing/2014/main" id="{79C4F1A7-3BA6-4DE9-990D-56F7568AF3D5}"/>
              </a:ext>
            </a:extLst>
          </p:cNvPr>
          <p:cNvGrpSpPr>
            <a:grpSpLocks/>
          </p:cNvGrpSpPr>
          <p:nvPr userDrawn="1">
            <p:custDataLst>
              <p:tags r:id="rId24"/>
            </p:custDataLst>
          </p:nvPr>
        </p:nvGrpSpPr>
        <p:grpSpPr>
          <a:xfrm>
            <a:off x="5026732" y="4029356"/>
            <a:ext cx="252000" cy="252000"/>
            <a:chOff x="762000" y="1270000"/>
            <a:chExt cx="254000" cy="254000"/>
          </a:xfrm>
        </p:grpSpPr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59E630A5-DC56-4165-A400-FABB4C8F2657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762000" y="1270000"/>
              <a:ext cx="254000" cy="254000"/>
            </a:xfrm>
            <a:prstGeom prst="ellipse">
              <a:avLst/>
            </a:pr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</a:endParaRPr>
            </a:p>
          </p:txBody>
        </p:sp>
        <p:sp>
          <p:nvSpPr>
            <p:cNvPr id="172" name="Arc 171">
              <a:extLst>
                <a:ext uri="{FF2B5EF4-FFF2-40B4-BE49-F238E27FC236}">
                  <a16:creationId xmlns:a16="http://schemas.microsoft.com/office/drawing/2014/main" id="{C98134F9-A949-43AC-8CDC-EAE921C7808C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762000" y="1270000"/>
              <a:ext cx="254000" cy="254000"/>
            </a:xfrm>
            <a:prstGeom prst="arc">
              <a:avLst>
                <a:gd name="adj1" fmla="val 16200000"/>
                <a:gd name="adj2" fmla="val 0"/>
              </a:avLst>
            </a:prstGeom>
            <a:solidFill>
              <a:schemeClr val="accent5"/>
            </a:solidFill>
            <a:ln w="6350" cap="sq" cmpd="sng" algn="ctr">
              <a:noFill/>
              <a:prstDash val="solid"/>
              <a:miter lim="800000"/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en-US"/>
            </a:p>
          </p:txBody>
        </p:sp>
      </p:grpSp>
      <p:grpSp>
        <p:nvGrpSpPr>
          <p:cNvPr id="173" name="MoonHalf" hidden="1">
            <a:extLst>
              <a:ext uri="{FF2B5EF4-FFF2-40B4-BE49-F238E27FC236}">
                <a16:creationId xmlns:a16="http://schemas.microsoft.com/office/drawing/2014/main" id="{2714B939-F474-44D5-8B49-B47A0217F09E}"/>
              </a:ext>
            </a:extLst>
          </p:cNvPr>
          <p:cNvGrpSpPr>
            <a:grpSpLocks/>
          </p:cNvGrpSpPr>
          <p:nvPr userDrawn="1">
            <p:custDataLst>
              <p:tags r:id="rId25"/>
            </p:custDataLst>
          </p:nvPr>
        </p:nvGrpSpPr>
        <p:grpSpPr>
          <a:xfrm>
            <a:off x="5429163" y="4029356"/>
            <a:ext cx="252000" cy="252000"/>
            <a:chOff x="762000" y="1270000"/>
            <a:chExt cx="254000" cy="254000"/>
          </a:xfrm>
        </p:grpSpPr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22EC967B-B647-4BCF-9C0C-A8D545E4C817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762000" y="1270000"/>
              <a:ext cx="254000" cy="254000"/>
            </a:xfrm>
            <a:prstGeom prst="ellipse">
              <a:avLst/>
            </a:pr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</a:endParaRPr>
            </a:p>
          </p:txBody>
        </p:sp>
        <p:sp>
          <p:nvSpPr>
            <p:cNvPr id="175" name="Arc 174">
              <a:extLst>
                <a:ext uri="{FF2B5EF4-FFF2-40B4-BE49-F238E27FC236}">
                  <a16:creationId xmlns:a16="http://schemas.microsoft.com/office/drawing/2014/main" id="{FA00262A-FCFD-4DB6-B921-E9B02991FF8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762000" y="1270000"/>
              <a:ext cx="254000" cy="254000"/>
            </a:xfrm>
            <a:prstGeom prst="arc">
              <a:avLst>
                <a:gd name="adj1" fmla="val 16200000"/>
                <a:gd name="adj2" fmla="val 5400000"/>
              </a:avLst>
            </a:prstGeom>
            <a:solidFill>
              <a:schemeClr val="accent5"/>
            </a:solidFill>
            <a:ln w="6350" cap="sq" cmpd="sng" algn="ctr">
              <a:noFill/>
              <a:prstDash val="solid"/>
              <a:miter lim="800000"/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en-US"/>
            </a:p>
          </p:txBody>
        </p:sp>
      </p:grpSp>
      <p:grpSp>
        <p:nvGrpSpPr>
          <p:cNvPr id="176" name="Moon3Quater" hidden="1">
            <a:extLst>
              <a:ext uri="{FF2B5EF4-FFF2-40B4-BE49-F238E27FC236}">
                <a16:creationId xmlns:a16="http://schemas.microsoft.com/office/drawing/2014/main" id="{B81E11B2-1A34-4631-BD81-A79E13BAA4F8}"/>
              </a:ext>
            </a:extLst>
          </p:cNvPr>
          <p:cNvGrpSpPr>
            <a:grpSpLocks/>
          </p:cNvGrpSpPr>
          <p:nvPr userDrawn="1">
            <p:custDataLst>
              <p:tags r:id="rId26"/>
            </p:custDataLst>
          </p:nvPr>
        </p:nvGrpSpPr>
        <p:grpSpPr>
          <a:xfrm>
            <a:off x="5831594" y="4029356"/>
            <a:ext cx="252000" cy="252000"/>
            <a:chOff x="762000" y="1270000"/>
            <a:chExt cx="254000" cy="254000"/>
          </a:xfrm>
        </p:grpSpPr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5D5E5590-A897-419C-85F3-C5E6B6BADDA1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762000" y="1270000"/>
              <a:ext cx="254000" cy="254000"/>
            </a:xfrm>
            <a:prstGeom prst="ellipse">
              <a:avLst/>
            </a:pr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</a:endParaRPr>
            </a:p>
          </p:txBody>
        </p:sp>
        <p:sp>
          <p:nvSpPr>
            <p:cNvPr id="178" name="Arc 177">
              <a:extLst>
                <a:ext uri="{FF2B5EF4-FFF2-40B4-BE49-F238E27FC236}">
                  <a16:creationId xmlns:a16="http://schemas.microsoft.com/office/drawing/2014/main" id="{2DA30F73-36DC-49E0-87B5-F183D3E9231F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762000" y="1270000"/>
              <a:ext cx="254000" cy="254000"/>
            </a:xfrm>
            <a:prstGeom prst="arc">
              <a:avLst>
                <a:gd name="adj1" fmla="val 16200000"/>
                <a:gd name="adj2" fmla="val 10800000"/>
              </a:avLst>
            </a:prstGeom>
            <a:solidFill>
              <a:schemeClr val="accent5"/>
            </a:solidFill>
            <a:ln w="6350" cap="sq" cmpd="sng" algn="ctr">
              <a:noFill/>
              <a:prstDash val="solid"/>
              <a:miter lim="800000"/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en-US"/>
            </a:p>
          </p:txBody>
        </p:sp>
      </p:grpSp>
      <p:grpSp>
        <p:nvGrpSpPr>
          <p:cNvPr id="186" name="MoonFull" hidden="1">
            <a:extLst>
              <a:ext uri="{FF2B5EF4-FFF2-40B4-BE49-F238E27FC236}">
                <a16:creationId xmlns:a16="http://schemas.microsoft.com/office/drawing/2014/main" id="{9C646595-AAE9-4CF9-8065-5D333DB4AA3D}"/>
              </a:ext>
            </a:extLst>
          </p:cNvPr>
          <p:cNvGrpSpPr>
            <a:grpSpLocks/>
          </p:cNvGrpSpPr>
          <p:nvPr userDrawn="1">
            <p:custDataLst>
              <p:tags r:id="rId27"/>
            </p:custDataLst>
          </p:nvPr>
        </p:nvGrpSpPr>
        <p:grpSpPr>
          <a:xfrm>
            <a:off x="6234026" y="4029356"/>
            <a:ext cx="252000" cy="252000"/>
            <a:chOff x="762000" y="1270000"/>
            <a:chExt cx="254000" cy="254000"/>
          </a:xfrm>
          <a:solidFill>
            <a:schemeClr val="accent5"/>
          </a:solidFill>
        </p:grpSpPr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45B76197-6D16-4092-B902-DE7FD857CAF0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762000" y="1270000"/>
              <a:ext cx="254000" cy="254000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endParaRPr lang="en-US" sz="1600">
                <a:solidFill>
                  <a:schemeClr val="bg1"/>
                </a:solidFill>
              </a:endParaRPr>
            </a:p>
          </p:txBody>
        </p:sp>
        <p:sp>
          <p:nvSpPr>
            <p:cNvPr id="199" name="Arc 198">
              <a:extLst>
                <a:ext uri="{FF2B5EF4-FFF2-40B4-BE49-F238E27FC236}">
                  <a16:creationId xmlns:a16="http://schemas.microsoft.com/office/drawing/2014/main" id="{5125949A-3C65-48C8-BF1F-12C78DE93858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762000" y="1270000"/>
              <a:ext cx="254000" cy="254000"/>
            </a:xfrm>
            <a:prstGeom prst="arc">
              <a:avLst>
                <a:gd name="adj1" fmla="val 16200000"/>
                <a:gd name="adj2" fmla="val 16200000"/>
              </a:avLst>
            </a:prstGeom>
            <a:grpFill/>
            <a:ln w="6350" cap="sq" cmpd="sng" algn="ctr">
              <a:noFill/>
              <a:prstDash val="solid"/>
              <a:miter lim="800000"/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en-US"/>
            </a:p>
          </p:txBody>
        </p:sp>
      </p:grpSp>
      <p:grpSp>
        <p:nvGrpSpPr>
          <p:cNvPr id="6" name="Grid" hidden="1">
            <a:extLst>
              <a:ext uri="{FF2B5EF4-FFF2-40B4-BE49-F238E27FC236}">
                <a16:creationId xmlns:a16="http://schemas.microsoft.com/office/drawing/2014/main" id="{1D9F4D12-1DFF-41B1-B819-B21105F3C5FD}"/>
              </a:ext>
            </a:extLst>
          </p:cNvPr>
          <p:cNvGrpSpPr/>
          <p:nvPr userDrawn="1"/>
        </p:nvGrpSpPr>
        <p:grpSpPr>
          <a:xfrm>
            <a:off x="-497642" y="-473349"/>
            <a:ext cx="12134906" cy="6740642"/>
            <a:chOff x="-497642" y="-473349"/>
            <a:chExt cx="12134906" cy="6740642"/>
          </a:xfrm>
        </p:grpSpPr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9DD1189C-DDE8-45B3-ABD7-88E0E80AC195}"/>
                </a:ext>
              </a:extLst>
            </p:cNvPr>
            <p:cNvSpPr>
              <a:spLocks/>
            </p:cNvSpPr>
            <p:nvPr userDrawn="1"/>
          </p:nvSpPr>
          <p:spPr>
            <a:xfrm>
              <a:off x="-497642" y="1265979"/>
              <a:ext cx="364936" cy="5001314"/>
            </a:xfrm>
            <a:prstGeom prst="rect">
              <a:avLst/>
            </a:prstGeom>
            <a:solidFill>
              <a:schemeClr val="accent3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r>
                <a:rPr lang="en-US" sz="1600" b="1">
                  <a:solidFill>
                    <a:schemeClr val="bg1"/>
                  </a:solidFill>
                </a:rPr>
                <a:t>Work area</a:t>
              </a:r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03050732-7AD1-4473-B4C9-3C5B1492E16F}"/>
                </a:ext>
              </a:extLst>
            </p:cNvPr>
            <p:cNvSpPr>
              <a:spLocks/>
            </p:cNvSpPr>
            <p:nvPr userDrawn="1"/>
          </p:nvSpPr>
          <p:spPr>
            <a:xfrm>
              <a:off x="554736" y="-473349"/>
              <a:ext cx="11082528" cy="338554"/>
            </a:xfrm>
            <a:prstGeom prst="rect">
              <a:avLst/>
            </a:prstGeom>
            <a:solidFill>
              <a:schemeClr val="accent3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rtl="0">
                <a:spcBef>
                  <a:spcPts val="300"/>
                </a:spcBef>
                <a:spcAft>
                  <a:spcPts val="300"/>
                </a:spcAft>
              </a:pPr>
              <a:r>
                <a:rPr lang="en-US" sz="1600" b="1">
                  <a:solidFill>
                    <a:schemeClr val="bg1"/>
                  </a:solidFill>
                </a:rPr>
                <a:t>Work area</a:t>
              </a:r>
            </a:p>
          </p:txBody>
        </p:sp>
      </p:grpSp>
      <p:sp>
        <p:nvSpPr>
          <p:cNvPr id="38" name="Sticker" hidden="1">
            <a:extLst>
              <a:ext uri="{FF2B5EF4-FFF2-40B4-BE49-F238E27FC236}">
                <a16:creationId xmlns:a16="http://schemas.microsoft.com/office/drawing/2014/main" id="{1A105216-11F0-454B-81B3-42715382498C}"/>
              </a:ext>
            </a:extLst>
          </p:cNvPr>
          <p:cNvSpPr txBox="1"/>
          <p:nvPr userDrawn="1"/>
        </p:nvSpPr>
        <p:spPr>
          <a:xfrm>
            <a:off x="7793929" y="0"/>
            <a:ext cx="4398071" cy="216513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54000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 rtl="0"/>
            <a:r>
              <a:rPr lang="en-US" b="0">
                <a:latin typeface="+mn-lt"/>
              </a:rPr>
              <a:t>Draft</a:t>
            </a:r>
          </a:p>
        </p:txBody>
      </p:sp>
    </p:spTree>
    <p:extLst>
      <p:ext uri="{BB962C8B-B14F-4D97-AF65-F5344CB8AC3E}">
        <p14:creationId xmlns:p14="http://schemas.microsoft.com/office/powerpoint/2010/main" val="41219534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1" r:id="rId1"/>
    <p:sldLayoutId id="2147483902" r:id="rId2"/>
    <p:sldLayoutId id="2147483903" r:id="rId3"/>
    <p:sldLayoutId id="2147483904" r:id="rId4"/>
    <p:sldLayoutId id="2147483905" r:id="rId5"/>
    <p:sldLayoutId id="2147483906" r:id="rId6"/>
    <p:sldLayoutId id="2147483907" r:id="rId7"/>
    <p:sldLayoutId id="2147483908" r:id="rId8"/>
    <p:sldLayoutId id="2147483909" r:id="rId9"/>
    <p:sldLayoutId id="2147483910" r:id="rId10"/>
    <p:sldLayoutId id="2147483911" r:id="rId11"/>
    <p:sldLayoutId id="2147483912" r:id="rId12"/>
    <p:sldLayoutId id="2147483913" r:id="rId13"/>
    <p:sldLayoutId id="2147483914" r:id="rId14"/>
    <p:sldLayoutId id="2147483916" r:id="rId15"/>
  </p:sldLayoutIdLst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lang="ru-RU" sz="2400" b="1" kern="1200" spc="0" baseline="0" dirty="0">
          <a:ln w="6350" cap="flat">
            <a:noFill/>
            <a:miter lim="800000"/>
          </a:ln>
          <a:solidFill>
            <a:srgbClr val="191C1E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Font typeface="Segoe UI" panose="020B0502040204020203" pitchFamily="34" charset="0"/>
        <a:buChar char="​"/>
        <a:defRPr lang="en-US" sz="1400" kern="1200" dirty="0">
          <a:solidFill>
            <a:srgbClr val="191C1E"/>
          </a:solidFill>
          <a:latin typeface="Tahoma" panose="020B0604030504040204" pitchFamily="34" charset="0"/>
          <a:ea typeface="Tahoma" panose="020B0604030504040204" pitchFamily="34" charset="0"/>
          <a:cs typeface="Tahoma" panose="020B0604030504040204" pitchFamily="34" charset="0"/>
        </a:defRPr>
      </a:lvl1pPr>
      <a:lvl2pPr marL="230396" indent="-226796" algn="l" defTabSz="914400" rtl="0" eaLnBrk="1" latinLnBrk="0" hangingPunct="1">
        <a:lnSpc>
          <a:spcPct val="100000"/>
        </a:lnSpc>
        <a:spcBef>
          <a:spcPts val="0"/>
        </a:spcBef>
        <a:spcAft>
          <a:spcPts val="300"/>
        </a:spcAft>
        <a:buClr>
          <a:schemeClr val="tx1"/>
        </a:buClr>
        <a:buSzPct val="110000"/>
        <a:buFont typeface="Wingdings" panose="05000000000000000000" pitchFamily="2" charset="2"/>
        <a:buChar char=""/>
        <a:defRPr lang="en-US" sz="1400" kern="1200" dirty="0">
          <a:solidFill>
            <a:srgbClr val="191C1E"/>
          </a:solidFill>
          <a:latin typeface="Tahoma" panose="020B0604030504040204" pitchFamily="34" charset="0"/>
          <a:ea typeface="Tahoma" panose="020B0604030504040204" pitchFamily="34" charset="0"/>
          <a:cs typeface="Tahoma" panose="020B0604030504040204" pitchFamily="34" charset="0"/>
        </a:defRPr>
      </a:lvl2pPr>
      <a:lvl3pPr marL="442793" indent="-215997" algn="l" defTabSz="914400" rtl="0" eaLnBrk="1" latinLnBrk="0" hangingPunct="1">
        <a:lnSpc>
          <a:spcPct val="100000"/>
        </a:lnSpc>
        <a:spcBef>
          <a:spcPts val="0"/>
        </a:spcBef>
        <a:spcAft>
          <a:spcPts val="300"/>
        </a:spcAft>
        <a:buClr>
          <a:schemeClr val="tx1"/>
        </a:buClr>
        <a:buSzPct val="110000"/>
        <a:buFont typeface="Arial" panose="020B0604020202020204" pitchFamily="34" charset="0"/>
        <a:buChar char="‒"/>
        <a:defRPr lang="en-US" sz="1400" kern="1200" dirty="0">
          <a:solidFill>
            <a:srgbClr val="191C1E"/>
          </a:solidFill>
          <a:latin typeface="Tahoma" panose="020B0604030504040204" pitchFamily="34" charset="0"/>
          <a:ea typeface="Tahoma" panose="020B0604030504040204" pitchFamily="34" charset="0"/>
          <a:cs typeface="Tahoma" panose="020B0604030504040204" pitchFamily="34" charset="0"/>
        </a:defRPr>
      </a:lvl3pPr>
      <a:lvl4pPr marL="597590" indent="-151198" algn="l" defTabSz="914400" rtl="0" eaLnBrk="1" latinLnBrk="0" hangingPunct="1">
        <a:lnSpc>
          <a:spcPct val="100000"/>
        </a:lnSpc>
        <a:spcBef>
          <a:spcPts val="0"/>
        </a:spcBef>
        <a:spcAft>
          <a:spcPts val="300"/>
        </a:spcAft>
        <a:buClr>
          <a:schemeClr val="tx1"/>
        </a:buClr>
        <a:buSzPct val="100000"/>
        <a:buFont typeface="Arial" panose="020B0604020202020204" pitchFamily="34" charset="0"/>
        <a:buChar char="•"/>
        <a:defRPr lang="en-US" sz="1400" kern="1200" dirty="0">
          <a:solidFill>
            <a:srgbClr val="191C1E"/>
          </a:solidFill>
          <a:latin typeface="Tahoma" panose="020B0604030504040204" pitchFamily="34" charset="0"/>
          <a:ea typeface="Tahoma" panose="020B0604030504040204" pitchFamily="34" charset="0"/>
          <a:cs typeface="Tahoma" panose="020B0604030504040204" pitchFamily="34" charset="0"/>
        </a:defRPr>
      </a:lvl4pPr>
      <a:lvl5pPr marL="817187" indent="-147598" algn="l" defTabSz="914400" rtl="0" eaLnBrk="1" latinLnBrk="0" hangingPunct="1">
        <a:lnSpc>
          <a:spcPct val="100000"/>
        </a:lnSpc>
        <a:spcBef>
          <a:spcPts val="0"/>
        </a:spcBef>
        <a:spcAft>
          <a:spcPts val="300"/>
        </a:spcAft>
        <a:buClr>
          <a:schemeClr val="tx1"/>
        </a:buClr>
        <a:buSzPct val="100000"/>
        <a:buFont typeface="Arial" panose="020B0604020202020204" pitchFamily="34" charset="0"/>
        <a:buChar char="̶"/>
        <a:defRPr lang="en-US" sz="1400" kern="1200" dirty="0">
          <a:solidFill>
            <a:srgbClr val="191C1E"/>
          </a:solidFill>
          <a:latin typeface="Tahoma" panose="020B0604030504040204" pitchFamily="34" charset="0"/>
          <a:ea typeface="Tahoma" panose="020B0604030504040204" pitchFamily="34" charset="0"/>
          <a:cs typeface="Tahoma" panose="020B0604030504040204" pitchFamily="34" charset="0"/>
        </a:defRPr>
      </a:lvl5pPr>
      <a:lvl6pPr marL="1085850" indent="-171450" algn="l" defTabSz="914400" rtl="0" eaLnBrk="1" latinLnBrk="0" hangingPunct="1">
        <a:lnSpc>
          <a:spcPct val="100000"/>
        </a:lnSpc>
        <a:spcBef>
          <a:spcPts val="0"/>
        </a:spcBef>
        <a:spcAft>
          <a:spcPts val="300"/>
        </a:spcAft>
        <a:buSzPct val="100000"/>
        <a:buFont typeface="Arial" panose="020B0604020202020204" pitchFamily="34" charset="0"/>
        <a:buChar char="▫"/>
        <a:defRPr sz="16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6pPr>
      <a:lvl7pPr marL="1085850" indent="-171450" algn="l" defTabSz="914400" rtl="0" eaLnBrk="1" latinLnBrk="0" hangingPunct="1">
        <a:lnSpc>
          <a:spcPct val="100000"/>
        </a:lnSpc>
        <a:spcBef>
          <a:spcPts val="0"/>
        </a:spcBef>
        <a:spcAft>
          <a:spcPts val="300"/>
        </a:spcAft>
        <a:buSzPct val="100000"/>
        <a:buFont typeface="Arial" panose="020B0604020202020204" pitchFamily="34" charset="0"/>
        <a:buChar char="▫"/>
        <a:defRPr sz="16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7pPr>
      <a:lvl8pPr marL="1085850" indent="-171450" algn="l" defTabSz="914400" rtl="0" eaLnBrk="1" latinLnBrk="0" hangingPunct="1">
        <a:lnSpc>
          <a:spcPct val="100000"/>
        </a:lnSpc>
        <a:spcBef>
          <a:spcPts val="0"/>
        </a:spcBef>
        <a:spcAft>
          <a:spcPts val="300"/>
        </a:spcAft>
        <a:buSzPct val="100000"/>
        <a:buFont typeface="Arial" panose="020B0604020202020204" pitchFamily="34" charset="0"/>
        <a:buChar char="▫"/>
        <a:defRPr sz="16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8pPr>
      <a:lvl9pPr marL="1085850" indent="-171450" algn="l" defTabSz="914400" rtl="0" eaLnBrk="1" latinLnBrk="0" hangingPunct="1">
        <a:lnSpc>
          <a:spcPct val="100000"/>
        </a:lnSpc>
        <a:spcBef>
          <a:spcPts val="0"/>
        </a:spcBef>
        <a:spcAft>
          <a:spcPts val="300"/>
        </a:spcAft>
        <a:buSzPct val="100000"/>
        <a:buFont typeface="Arial" panose="020B0604020202020204" pitchFamily="34" charset="0"/>
        <a:buChar char="▫"/>
        <a:defRPr sz="16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1368">
          <p15:clr>
            <a:srgbClr val="5ACBF0"/>
          </p15:clr>
        </p15:guide>
        <p15:guide id="3" orient="horz" pos="3912">
          <p15:clr>
            <a:srgbClr val="5ACBF0"/>
          </p15:clr>
        </p15:guide>
        <p15:guide id="4" orient="horz" pos="1075">
          <p15:clr>
            <a:srgbClr val="F26B43"/>
          </p15:clr>
        </p15:guide>
        <p15:guide id="5" pos="7329">
          <p15:clr>
            <a:srgbClr val="F26B43"/>
          </p15:clr>
        </p15:guide>
        <p15:guide id="6" pos="345">
          <p15:clr>
            <a:srgbClr val="F26B43"/>
          </p15:clr>
        </p15:guide>
        <p15:guide id="8" orient="horz" pos="4063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tags" Target="../tags/tag116.xml"/><Relationship Id="rId7" Type="http://schemas.openxmlformats.org/officeDocument/2006/relationships/image" Target="../media/image8.emf"/><Relationship Id="rId2" Type="http://schemas.openxmlformats.org/officeDocument/2006/relationships/tags" Target="../tags/tag115.xml"/><Relationship Id="rId1" Type="http://schemas.openxmlformats.org/officeDocument/2006/relationships/tags" Target="../tags/tag114.xml"/><Relationship Id="rId6" Type="http://schemas.openxmlformats.org/officeDocument/2006/relationships/oleObject" Target="../embeddings/oleObject14.bin"/><Relationship Id="rId5" Type="http://schemas.openxmlformats.org/officeDocument/2006/relationships/slideLayout" Target="../slideLayouts/slideLayout1.xml"/><Relationship Id="rId4" Type="http://schemas.openxmlformats.org/officeDocument/2006/relationships/tags" Target="../tags/tag117.xml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tags" Target="../tags/tag130.xml"/><Relationship Id="rId18" Type="http://schemas.openxmlformats.org/officeDocument/2006/relationships/tags" Target="../tags/tag135.xml"/><Relationship Id="rId26" Type="http://schemas.openxmlformats.org/officeDocument/2006/relationships/tags" Target="../tags/tag143.xml"/><Relationship Id="rId39" Type="http://schemas.openxmlformats.org/officeDocument/2006/relationships/tags" Target="../tags/tag156.xml"/><Relationship Id="rId21" Type="http://schemas.openxmlformats.org/officeDocument/2006/relationships/tags" Target="../tags/tag138.xml"/><Relationship Id="rId34" Type="http://schemas.openxmlformats.org/officeDocument/2006/relationships/tags" Target="../tags/tag151.xml"/><Relationship Id="rId42" Type="http://schemas.openxmlformats.org/officeDocument/2006/relationships/tags" Target="../tags/tag159.xml"/><Relationship Id="rId47" Type="http://schemas.openxmlformats.org/officeDocument/2006/relationships/tags" Target="../tags/tag164.xml"/><Relationship Id="rId50" Type="http://schemas.openxmlformats.org/officeDocument/2006/relationships/slideLayout" Target="../slideLayouts/slideLayout2.xml"/><Relationship Id="rId55" Type="http://schemas.openxmlformats.org/officeDocument/2006/relationships/chart" Target="../charts/chart3.xml"/><Relationship Id="rId7" Type="http://schemas.openxmlformats.org/officeDocument/2006/relationships/tags" Target="../tags/tag124.xml"/><Relationship Id="rId2" Type="http://schemas.openxmlformats.org/officeDocument/2006/relationships/tags" Target="../tags/tag119.xml"/><Relationship Id="rId16" Type="http://schemas.openxmlformats.org/officeDocument/2006/relationships/tags" Target="../tags/tag133.xml"/><Relationship Id="rId29" Type="http://schemas.openxmlformats.org/officeDocument/2006/relationships/tags" Target="../tags/tag146.xml"/><Relationship Id="rId11" Type="http://schemas.openxmlformats.org/officeDocument/2006/relationships/tags" Target="../tags/tag128.xml"/><Relationship Id="rId24" Type="http://schemas.openxmlformats.org/officeDocument/2006/relationships/tags" Target="../tags/tag141.xml"/><Relationship Id="rId32" Type="http://schemas.openxmlformats.org/officeDocument/2006/relationships/tags" Target="../tags/tag149.xml"/><Relationship Id="rId37" Type="http://schemas.openxmlformats.org/officeDocument/2006/relationships/tags" Target="../tags/tag154.xml"/><Relationship Id="rId40" Type="http://schemas.openxmlformats.org/officeDocument/2006/relationships/tags" Target="../tags/tag157.xml"/><Relationship Id="rId45" Type="http://schemas.openxmlformats.org/officeDocument/2006/relationships/tags" Target="../tags/tag162.xml"/><Relationship Id="rId53" Type="http://schemas.openxmlformats.org/officeDocument/2006/relationships/chart" Target="../charts/chart1.xml"/><Relationship Id="rId5" Type="http://schemas.openxmlformats.org/officeDocument/2006/relationships/tags" Target="../tags/tag122.xml"/><Relationship Id="rId10" Type="http://schemas.openxmlformats.org/officeDocument/2006/relationships/tags" Target="../tags/tag127.xml"/><Relationship Id="rId19" Type="http://schemas.openxmlformats.org/officeDocument/2006/relationships/tags" Target="../tags/tag136.xml"/><Relationship Id="rId31" Type="http://schemas.openxmlformats.org/officeDocument/2006/relationships/tags" Target="../tags/tag148.xml"/><Relationship Id="rId44" Type="http://schemas.openxmlformats.org/officeDocument/2006/relationships/tags" Target="../tags/tag161.xml"/><Relationship Id="rId52" Type="http://schemas.openxmlformats.org/officeDocument/2006/relationships/image" Target="../media/image8.emf"/><Relationship Id="rId4" Type="http://schemas.openxmlformats.org/officeDocument/2006/relationships/tags" Target="../tags/tag121.xml"/><Relationship Id="rId9" Type="http://schemas.openxmlformats.org/officeDocument/2006/relationships/tags" Target="../tags/tag126.xml"/><Relationship Id="rId14" Type="http://schemas.openxmlformats.org/officeDocument/2006/relationships/tags" Target="../tags/tag131.xml"/><Relationship Id="rId22" Type="http://schemas.openxmlformats.org/officeDocument/2006/relationships/tags" Target="../tags/tag139.xml"/><Relationship Id="rId27" Type="http://schemas.openxmlformats.org/officeDocument/2006/relationships/tags" Target="../tags/tag144.xml"/><Relationship Id="rId30" Type="http://schemas.openxmlformats.org/officeDocument/2006/relationships/tags" Target="../tags/tag147.xml"/><Relationship Id="rId35" Type="http://schemas.openxmlformats.org/officeDocument/2006/relationships/tags" Target="../tags/tag152.xml"/><Relationship Id="rId43" Type="http://schemas.openxmlformats.org/officeDocument/2006/relationships/tags" Target="../tags/tag160.xml"/><Relationship Id="rId48" Type="http://schemas.openxmlformats.org/officeDocument/2006/relationships/tags" Target="../tags/tag165.xml"/><Relationship Id="rId8" Type="http://schemas.openxmlformats.org/officeDocument/2006/relationships/tags" Target="../tags/tag125.xml"/><Relationship Id="rId51" Type="http://schemas.openxmlformats.org/officeDocument/2006/relationships/oleObject" Target="../embeddings/oleObject15.bin"/><Relationship Id="rId3" Type="http://schemas.openxmlformats.org/officeDocument/2006/relationships/tags" Target="../tags/tag120.xml"/><Relationship Id="rId12" Type="http://schemas.openxmlformats.org/officeDocument/2006/relationships/tags" Target="../tags/tag129.xml"/><Relationship Id="rId17" Type="http://schemas.openxmlformats.org/officeDocument/2006/relationships/tags" Target="../tags/tag134.xml"/><Relationship Id="rId25" Type="http://schemas.openxmlformats.org/officeDocument/2006/relationships/tags" Target="../tags/tag142.xml"/><Relationship Id="rId33" Type="http://schemas.openxmlformats.org/officeDocument/2006/relationships/tags" Target="../tags/tag150.xml"/><Relationship Id="rId38" Type="http://schemas.openxmlformats.org/officeDocument/2006/relationships/tags" Target="../tags/tag155.xml"/><Relationship Id="rId46" Type="http://schemas.openxmlformats.org/officeDocument/2006/relationships/tags" Target="../tags/tag163.xml"/><Relationship Id="rId20" Type="http://schemas.openxmlformats.org/officeDocument/2006/relationships/tags" Target="../tags/tag137.xml"/><Relationship Id="rId41" Type="http://schemas.openxmlformats.org/officeDocument/2006/relationships/tags" Target="../tags/tag158.xml"/><Relationship Id="rId54" Type="http://schemas.openxmlformats.org/officeDocument/2006/relationships/chart" Target="../charts/chart2.xml"/><Relationship Id="rId1" Type="http://schemas.openxmlformats.org/officeDocument/2006/relationships/tags" Target="../tags/tag118.xml"/><Relationship Id="rId6" Type="http://schemas.openxmlformats.org/officeDocument/2006/relationships/tags" Target="../tags/tag123.xml"/><Relationship Id="rId15" Type="http://schemas.openxmlformats.org/officeDocument/2006/relationships/tags" Target="../tags/tag132.xml"/><Relationship Id="rId23" Type="http://schemas.openxmlformats.org/officeDocument/2006/relationships/tags" Target="../tags/tag140.xml"/><Relationship Id="rId28" Type="http://schemas.openxmlformats.org/officeDocument/2006/relationships/tags" Target="../tags/tag145.xml"/><Relationship Id="rId36" Type="http://schemas.openxmlformats.org/officeDocument/2006/relationships/tags" Target="../tags/tag153.xml"/><Relationship Id="rId49" Type="http://schemas.openxmlformats.org/officeDocument/2006/relationships/tags" Target="../tags/tag166.xml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tags" Target="../tags/tag179.xml"/><Relationship Id="rId18" Type="http://schemas.openxmlformats.org/officeDocument/2006/relationships/tags" Target="../tags/tag184.xml"/><Relationship Id="rId26" Type="http://schemas.openxmlformats.org/officeDocument/2006/relationships/tags" Target="../tags/tag192.xml"/><Relationship Id="rId39" Type="http://schemas.openxmlformats.org/officeDocument/2006/relationships/tags" Target="../tags/tag205.xml"/><Relationship Id="rId21" Type="http://schemas.openxmlformats.org/officeDocument/2006/relationships/tags" Target="../tags/tag187.xml"/><Relationship Id="rId34" Type="http://schemas.openxmlformats.org/officeDocument/2006/relationships/tags" Target="../tags/tag200.xml"/><Relationship Id="rId42" Type="http://schemas.openxmlformats.org/officeDocument/2006/relationships/image" Target="../media/image8.emf"/><Relationship Id="rId7" Type="http://schemas.openxmlformats.org/officeDocument/2006/relationships/tags" Target="../tags/tag173.xml"/><Relationship Id="rId2" Type="http://schemas.openxmlformats.org/officeDocument/2006/relationships/tags" Target="../tags/tag168.xml"/><Relationship Id="rId16" Type="http://schemas.openxmlformats.org/officeDocument/2006/relationships/tags" Target="../tags/tag182.xml"/><Relationship Id="rId29" Type="http://schemas.openxmlformats.org/officeDocument/2006/relationships/tags" Target="../tags/tag195.xml"/><Relationship Id="rId1" Type="http://schemas.openxmlformats.org/officeDocument/2006/relationships/tags" Target="../tags/tag167.xml"/><Relationship Id="rId6" Type="http://schemas.openxmlformats.org/officeDocument/2006/relationships/tags" Target="../tags/tag172.xml"/><Relationship Id="rId11" Type="http://schemas.openxmlformats.org/officeDocument/2006/relationships/tags" Target="../tags/tag177.xml"/><Relationship Id="rId24" Type="http://schemas.openxmlformats.org/officeDocument/2006/relationships/tags" Target="../tags/tag190.xml"/><Relationship Id="rId32" Type="http://schemas.openxmlformats.org/officeDocument/2006/relationships/tags" Target="../tags/tag198.xml"/><Relationship Id="rId37" Type="http://schemas.openxmlformats.org/officeDocument/2006/relationships/tags" Target="../tags/tag203.xml"/><Relationship Id="rId40" Type="http://schemas.openxmlformats.org/officeDocument/2006/relationships/slideLayout" Target="../slideLayouts/slideLayout8.xml"/><Relationship Id="rId45" Type="http://schemas.openxmlformats.org/officeDocument/2006/relationships/chart" Target="../charts/chart6.xml"/><Relationship Id="rId5" Type="http://schemas.openxmlformats.org/officeDocument/2006/relationships/tags" Target="../tags/tag171.xml"/><Relationship Id="rId15" Type="http://schemas.openxmlformats.org/officeDocument/2006/relationships/tags" Target="../tags/tag181.xml"/><Relationship Id="rId23" Type="http://schemas.openxmlformats.org/officeDocument/2006/relationships/tags" Target="../tags/tag189.xml"/><Relationship Id="rId28" Type="http://schemas.openxmlformats.org/officeDocument/2006/relationships/tags" Target="../tags/tag194.xml"/><Relationship Id="rId36" Type="http://schemas.openxmlformats.org/officeDocument/2006/relationships/tags" Target="../tags/tag202.xml"/><Relationship Id="rId10" Type="http://schemas.openxmlformats.org/officeDocument/2006/relationships/tags" Target="../tags/tag176.xml"/><Relationship Id="rId19" Type="http://schemas.openxmlformats.org/officeDocument/2006/relationships/tags" Target="../tags/tag185.xml"/><Relationship Id="rId31" Type="http://schemas.openxmlformats.org/officeDocument/2006/relationships/tags" Target="../tags/tag197.xml"/><Relationship Id="rId44" Type="http://schemas.openxmlformats.org/officeDocument/2006/relationships/chart" Target="../charts/chart5.xml"/><Relationship Id="rId4" Type="http://schemas.openxmlformats.org/officeDocument/2006/relationships/tags" Target="../tags/tag170.xml"/><Relationship Id="rId9" Type="http://schemas.openxmlformats.org/officeDocument/2006/relationships/tags" Target="../tags/tag175.xml"/><Relationship Id="rId14" Type="http://schemas.openxmlformats.org/officeDocument/2006/relationships/tags" Target="../tags/tag180.xml"/><Relationship Id="rId22" Type="http://schemas.openxmlformats.org/officeDocument/2006/relationships/tags" Target="../tags/tag188.xml"/><Relationship Id="rId27" Type="http://schemas.openxmlformats.org/officeDocument/2006/relationships/tags" Target="../tags/tag193.xml"/><Relationship Id="rId30" Type="http://schemas.openxmlformats.org/officeDocument/2006/relationships/tags" Target="../tags/tag196.xml"/><Relationship Id="rId35" Type="http://schemas.openxmlformats.org/officeDocument/2006/relationships/tags" Target="../tags/tag201.xml"/><Relationship Id="rId43" Type="http://schemas.openxmlformats.org/officeDocument/2006/relationships/chart" Target="../charts/chart4.xml"/><Relationship Id="rId8" Type="http://schemas.openxmlformats.org/officeDocument/2006/relationships/tags" Target="../tags/tag174.xml"/><Relationship Id="rId3" Type="http://schemas.openxmlformats.org/officeDocument/2006/relationships/tags" Target="../tags/tag169.xml"/><Relationship Id="rId12" Type="http://schemas.openxmlformats.org/officeDocument/2006/relationships/tags" Target="../tags/tag178.xml"/><Relationship Id="rId17" Type="http://schemas.openxmlformats.org/officeDocument/2006/relationships/tags" Target="../tags/tag183.xml"/><Relationship Id="rId25" Type="http://schemas.openxmlformats.org/officeDocument/2006/relationships/tags" Target="../tags/tag191.xml"/><Relationship Id="rId33" Type="http://schemas.openxmlformats.org/officeDocument/2006/relationships/tags" Target="../tags/tag199.xml"/><Relationship Id="rId38" Type="http://schemas.openxmlformats.org/officeDocument/2006/relationships/tags" Target="../tags/tag204.xml"/><Relationship Id="rId20" Type="http://schemas.openxmlformats.org/officeDocument/2006/relationships/tags" Target="../tags/tag186.xml"/><Relationship Id="rId41" Type="http://schemas.openxmlformats.org/officeDocument/2006/relationships/oleObject" Target="../embeddings/oleObject16.bin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.jpeg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6" Type="http://schemas.openxmlformats.org/officeDocument/2006/relationships/hyperlink" Target="https://www.taib.org.tr/pasha-yatirim-bankasi-a-s/" TargetMode="External"/><Relationship Id="rId5" Type="http://schemas.openxmlformats.org/officeDocument/2006/relationships/image" Target="../media/image8.emf"/><Relationship Id="rId4" Type="http://schemas.openxmlformats.org/officeDocument/2006/relationships/oleObject" Target="../embeddings/oleObject17.bin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tags" Target="../tags/tag215.xml"/><Relationship Id="rId13" Type="http://schemas.openxmlformats.org/officeDocument/2006/relationships/tags" Target="../tags/tag220.xml"/><Relationship Id="rId18" Type="http://schemas.openxmlformats.org/officeDocument/2006/relationships/oleObject" Target="../embeddings/oleObject18.bin"/><Relationship Id="rId3" Type="http://schemas.openxmlformats.org/officeDocument/2006/relationships/tags" Target="../tags/tag210.xml"/><Relationship Id="rId7" Type="http://schemas.openxmlformats.org/officeDocument/2006/relationships/tags" Target="../tags/tag214.xml"/><Relationship Id="rId12" Type="http://schemas.openxmlformats.org/officeDocument/2006/relationships/tags" Target="../tags/tag219.xml"/><Relationship Id="rId17" Type="http://schemas.openxmlformats.org/officeDocument/2006/relationships/notesSlide" Target="../notesSlides/notesSlide1.xml"/><Relationship Id="rId2" Type="http://schemas.openxmlformats.org/officeDocument/2006/relationships/tags" Target="../tags/tag20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08.xml"/><Relationship Id="rId6" Type="http://schemas.openxmlformats.org/officeDocument/2006/relationships/tags" Target="../tags/tag213.xml"/><Relationship Id="rId11" Type="http://schemas.openxmlformats.org/officeDocument/2006/relationships/tags" Target="../tags/tag218.xml"/><Relationship Id="rId5" Type="http://schemas.openxmlformats.org/officeDocument/2006/relationships/tags" Target="../tags/tag212.xml"/><Relationship Id="rId15" Type="http://schemas.openxmlformats.org/officeDocument/2006/relationships/tags" Target="../tags/tag222.xml"/><Relationship Id="rId10" Type="http://schemas.openxmlformats.org/officeDocument/2006/relationships/tags" Target="../tags/tag217.xml"/><Relationship Id="rId19" Type="http://schemas.openxmlformats.org/officeDocument/2006/relationships/image" Target="../media/image8.emf"/><Relationship Id="rId4" Type="http://schemas.openxmlformats.org/officeDocument/2006/relationships/tags" Target="../tags/tag211.xml"/><Relationship Id="rId9" Type="http://schemas.openxmlformats.org/officeDocument/2006/relationships/tags" Target="../tags/tag216.xml"/><Relationship Id="rId14" Type="http://schemas.openxmlformats.org/officeDocument/2006/relationships/tags" Target="../tags/tag221.xml"/></Relationships>
</file>

<file path=ppt/slides/_rels/slide6.xml.rels><?xml version="1.0" encoding="UTF-8" standalone="yes"?>
<Relationships xmlns="http://schemas.openxmlformats.org/package/2006/relationships"><Relationship Id="rId13" Type="http://schemas.openxmlformats.org/officeDocument/2006/relationships/tags" Target="../tags/tag235.xml"/><Relationship Id="rId18" Type="http://schemas.openxmlformats.org/officeDocument/2006/relationships/tags" Target="../tags/tag240.xml"/><Relationship Id="rId26" Type="http://schemas.openxmlformats.org/officeDocument/2006/relationships/tags" Target="../tags/tag248.xml"/><Relationship Id="rId39" Type="http://schemas.openxmlformats.org/officeDocument/2006/relationships/image" Target="../media/image10.emf"/><Relationship Id="rId21" Type="http://schemas.openxmlformats.org/officeDocument/2006/relationships/tags" Target="../tags/tag243.xml"/><Relationship Id="rId34" Type="http://schemas.openxmlformats.org/officeDocument/2006/relationships/tags" Target="../tags/tag256.xml"/><Relationship Id="rId7" Type="http://schemas.openxmlformats.org/officeDocument/2006/relationships/tags" Target="../tags/tag229.xml"/><Relationship Id="rId12" Type="http://schemas.openxmlformats.org/officeDocument/2006/relationships/tags" Target="../tags/tag234.xml"/><Relationship Id="rId17" Type="http://schemas.openxmlformats.org/officeDocument/2006/relationships/tags" Target="../tags/tag239.xml"/><Relationship Id="rId25" Type="http://schemas.openxmlformats.org/officeDocument/2006/relationships/tags" Target="../tags/tag247.xml"/><Relationship Id="rId33" Type="http://schemas.openxmlformats.org/officeDocument/2006/relationships/tags" Target="../tags/tag255.xml"/><Relationship Id="rId38" Type="http://schemas.openxmlformats.org/officeDocument/2006/relationships/oleObject" Target="../embeddings/oleObject19.bin"/><Relationship Id="rId2" Type="http://schemas.openxmlformats.org/officeDocument/2006/relationships/tags" Target="../tags/tag224.xml"/><Relationship Id="rId16" Type="http://schemas.openxmlformats.org/officeDocument/2006/relationships/tags" Target="../tags/tag238.xml"/><Relationship Id="rId20" Type="http://schemas.openxmlformats.org/officeDocument/2006/relationships/tags" Target="../tags/tag242.xml"/><Relationship Id="rId29" Type="http://schemas.openxmlformats.org/officeDocument/2006/relationships/tags" Target="../tags/tag251.xml"/><Relationship Id="rId1" Type="http://schemas.openxmlformats.org/officeDocument/2006/relationships/tags" Target="../tags/tag223.xml"/><Relationship Id="rId6" Type="http://schemas.openxmlformats.org/officeDocument/2006/relationships/tags" Target="../tags/tag228.xml"/><Relationship Id="rId11" Type="http://schemas.openxmlformats.org/officeDocument/2006/relationships/tags" Target="../tags/tag233.xml"/><Relationship Id="rId24" Type="http://schemas.openxmlformats.org/officeDocument/2006/relationships/tags" Target="../tags/tag246.xml"/><Relationship Id="rId32" Type="http://schemas.openxmlformats.org/officeDocument/2006/relationships/tags" Target="../tags/tag254.xml"/><Relationship Id="rId37" Type="http://schemas.openxmlformats.org/officeDocument/2006/relationships/slideLayout" Target="../slideLayouts/slideLayout2.xml"/><Relationship Id="rId40" Type="http://schemas.openxmlformats.org/officeDocument/2006/relationships/chart" Target="../charts/chart7.xml"/><Relationship Id="rId5" Type="http://schemas.openxmlformats.org/officeDocument/2006/relationships/tags" Target="../tags/tag227.xml"/><Relationship Id="rId15" Type="http://schemas.openxmlformats.org/officeDocument/2006/relationships/tags" Target="../tags/tag237.xml"/><Relationship Id="rId23" Type="http://schemas.openxmlformats.org/officeDocument/2006/relationships/tags" Target="../tags/tag245.xml"/><Relationship Id="rId28" Type="http://schemas.openxmlformats.org/officeDocument/2006/relationships/tags" Target="../tags/tag250.xml"/><Relationship Id="rId36" Type="http://schemas.openxmlformats.org/officeDocument/2006/relationships/tags" Target="../tags/tag258.xml"/><Relationship Id="rId10" Type="http://schemas.openxmlformats.org/officeDocument/2006/relationships/tags" Target="../tags/tag232.xml"/><Relationship Id="rId19" Type="http://schemas.openxmlformats.org/officeDocument/2006/relationships/tags" Target="../tags/tag241.xml"/><Relationship Id="rId31" Type="http://schemas.openxmlformats.org/officeDocument/2006/relationships/tags" Target="../tags/tag253.xml"/><Relationship Id="rId4" Type="http://schemas.openxmlformats.org/officeDocument/2006/relationships/tags" Target="../tags/tag226.xml"/><Relationship Id="rId9" Type="http://schemas.openxmlformats.org/officeDocument/2006/relationships/tags" Target="../tags/tag231.xml"/><Relationship Id="rId14" Type="http://schemas.openxmlformats.org/officeDocument/2006/relationships/tags" Target="../tags/tag236.xml"/><Relationship Id="rId22" Type="http://schemas.openxmlformats.org/officeDocument/2006/relationships/tags" Target="../tags/tag244.xml"/><Relationship Id="rId27" Type="http://schemas.openxmlformats.org/officeDocument/2006/relationships/tags" Target="../tags/tag249.xml"/><Relationship Id="rId30" Type="http://schemas.openxmlformats.org/officeDocument/2006/relationships/tags" Target="../tags/tag252.xml"/><Relationship Id="rId35" Type="http://schemas.openxmlformats.org/officeDocument/2006/relationships/tags" Target="../tags/tag257.xml"/><Relationship Id="rId8" Type="http://schemas.openxmlformats.org/officeDocument/2006/relationships/tags" Target="../tags/tag230.xml"/><Relationship Id="rId3" Type="http://schemas.openxmlformats.org/officeDocument/2006/relationships/tags" Target="../tags/tag225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tags" Target="../tags/tag266.xml"/><Relationship Id="rId13" Type="http://schemas.openxmlformats.org/officeDocument/2006/relationships/tags" Target="../tags/tag271.xml"/><Relationship Id="rId18" Type="http://schemas.openxmlformats.org/officeDocument/2006/relationships/oleObject" Target="../embeddings/oleObject20.bin"/><Relationship Id="rId3" Type="http://schemas.openxmlformats.org/officeDocument/2006/relationships/tags" Target="../tags/tag261.xml"/><Relationship Id="rId7" Type="http://schemas.openxmlformats.org/officeDocument/2006/relationships/tags" Target="../tags/tag265.xml"/><Relationship Id="rId12" Type="http://schemas.openxmlformats.org/officeDocument/2006/relationships/tags" Target="../tags/tag270.xml"/><Relationship Id="rId17" Type="http://schemas.openxmlformats.org/officeDocument/2006/relationships/notesSlide" Target="../notesSlides/notesSlide2.xml"/><Relationship Id="rId2" Type="http://schemas.openxmlformats.org/officeDocument/2006/relationships/tags" Target="../tags/tag260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59.xml"/><Relationship Id="rId6" Type="http://schemas.openxmlformats.org/officeDocument/2006/relationships/tags" Target="../tags/tag264.xml"/><Relationship Id="rId11" Type="http://schemas.openxmlformats.org/officeDocument/2006/relationships/tags" Target="../tags/tag269.xml"/><Relationship Id="rId5" Type="http://schemas.openxmlformats.org/officeDocument/2006/relationships/tags" Target="../tags/tag263.xml"/><Relationship Id="rId15" Type="http://schemas.openxmlformats.org/officeDocument/2006/relationships/tags" Target="../tags/tag273.xml"/><Relationship Id="rId10" Type="http://schemas.openxmlformats.org/officeDocument/2006/relationships/tags" Target="../tags/tag268.xml"/><Relationship Id="rId19" Type="http://schemas.openxmlformats.org/officeDocument/2006/relationships/image" Target="../media/image8.emf"/><Relationship Id="rId4" Type="http://schemas.openxmlformats.org/officeDocument/2006/relationships/tags" Target="../tags/tag262.xml"/><Relationship Id="rId9" Type="http://schemas.openxmlformats.org/officeDocument/2006/relationships/tags" Target="../tags/tag267.xml"/><Relationship Id="rId14" Type="http://schemas.openxmlformats.org/officeDocument/2006/relationships/tags" Target="../tags/tag27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tags" Target="../tags/tag281.xml"/><Relationship Id="rId13" Type="http://schemas.openxmlformats.org/officeDocument/2006/relationships/tags" Target="../tags/tag286.xml"/><Relationship Id="rId18" Type="http://schemas.openxmlformats.org/officeDocument/2006/relationships/tags" Target="../tags/tag291.xml"/><Relationship Id="rId26" Type="http://schemas.openxmlformats.org/officeDocument/2006/relationships/image" Target="../media/image12.svg"/><Relationship Id="rId3" Type="http://schemas.openxmlformats.org/officeDocument/2006/relationships/tags" Target="../tags/tag276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280.xml"/><Relationship Id="rId12" Type="http://schemas.openxmlformats.org/officeDocument/2006/relationships/tags" Target="../tags/tag285.xml"/><Relationship Id="rId17" Type="http://schemas.openxmlformats.org/officeDocument/2006/relationships/tags" Target="../tags/tag290.xml"/><Relationship Id="rId25" Type="http://schemas.openxmlformats.org/officeDocument/2006/relationships/image" Target="../media/image11.svg"/><Relationship Id="rId2" Type="http://schemas.openxmlformats.org/officeDocument/2006/relationships/tags" Target="../tags/tag275.xml"/><Relationship Id="rId16" Type="http://schemas.openxmlformats.org/officeDocument/2006/relationships/tags" Target="../tags/tag289.xml"/><Relationship Id="rId20" Type="http://schemas.openxmlformats.org/officeDocument/2006/relationships/tags" Target="../tags/tag293.xml"/><Relationship Id="rId1" Type="http://schemas.openxmlformats.org/officeDocument/2006/relationships/tags" Target="../tags/tag274.xml"/><Relationship Id="rId6" Type="http://schemas.openxmlformats.org/officeDocument/2006/relationships/tags" Target="../tags/tag279.xml"/><Relationship Id="rId11" Type="http://schemas.openxmlformats.org/officeDocument/2006/relationships/tags" Target="../tags/tag284.xml"/><Relationship Id="rId24" Type="http://schemas.openxmlformats.org/officeDocument/2006/relationships/image" Target="../media/image8.emf"/><Relationship Id="rId5" Type="http://schemas.openxmlformats.org/officeDocument/2006/relationships/tags" Target="../tags/tag278.xml"/><Relationship Id="rId15" Type="http://schemas.openxmlformats.org/officeDocument/2006/relationships/tags" Target="../tags/tag288.xml"/><Relationship Id="rId23" Type="http://schemas.openxmlformats.org/officeDocument/2006/relationships/oleObject" Target="../embeddings/oleObject21.bin"/><Relationship Id="rId10" Type="http://schemas.openxmlformats.org/officeDocument/2006/relationships/tags" Target="../tags/tag283.xml"/><Relationship Id="rId19" Type="http://schemas.openxmlformats.org/officeDocument/2006/relationships/tags" Target="../tags/tag292.xml"/><Relationship Id="rId4" Type="http://schemas.openxmlformats.org/officeDocument/2006/relationships/tags" Target="../tags/tag277.xml"/><Relationship Id="rId9" Type="http://schemas.openxmlformats.org/officeDocument/2006/relationships/tags" Target="../tags/tag282.xml"/><Relationship Id="rId14" Type="http://schemas.openxmlformats.org/officeDocument/2006/relationships/tags" Target="../tags/tag287.xml"/><Relationship Id="rId22" Type="http://schemas.openxmlformats.org/officeDocument/2006/relationships/notesSlide" Target="../notesSlides/notesSlide3.xml"/></Relationships>
</file>

<file path=ppt/slides/_rels/slide9.xml.rels><?xml version="1.0" encoding="UTF-8" standalone="yes"?>
<Relationships xmlns="http://schemas.openxmlformats.org/package/2006/relationships"><Relationship Id="rId26" Type="http://schemas.openxmlformats.org/officeDocument/2006/relationships/tags" Target="../tags/tag319.xml"/><Relationship Id="rId21" Type="http://schemas.openxmlformats.org/officeDocument/2006/relationships/tags" Target="../tags/tag314.xml"/><Relationship Id="rId34" Type="http://schemas.openxmlformats.org/officeDocument/2006/relationships/tags" Target="../tags/tag327.xml"/><Relationship Id="rId42" Type="http://schemas.openxmlformats.org/officeDocument/2006/relationships/tags" Target="../tags/tag335.xml"/><Relationship Id="rId47" Type="http://schemas.openxmlformats.org/officeDocument/2006/relationships/tags" Target="../tags/tag340.xml"/><Relationship Id="rId50" Type="http://schemas.openxmlformats.org/officeDocument/2006/relationships/tags" Target="../tags/tag343.xml"/><Relationship Id="rId55" Type="http://schemas.openxmlformats.org/officeDocument/2006/relationships/tags" Target="../tags/tag348.xml"/><Relationship Id="rId63" Type="http://schemas.openxmlformats.org/officeDocument/2006/relationships/chart" Target="../charts/chart9.xml"/><Relationship Id="rId7" Type="http://schemas.openxmlformats.org/officeDocument/2006/relationships/tags" Target="../tags/tag300.xml"/><Relationship Id="rId2" Type="http://schemas.openxmlformats.org/officeDocument/2006/relationships/tags" Target="../tags/tag295.xml"/><Relationship Id="rId16" Type="http://schemas.openxmlformats.org/officeDocument/2006/relationships/tags" Target="../tags/tag309.xml"/><Relationship Id="rId29" Type="http://schemas.openxmlformats.org/officeDocument/2006/relationships/tags" Target="../tags/tag322.xml"/><Relationship Id="rId11" Type="http://schemas.openxmlformats.org/officeDocument/2006/relationships/tags" Target="../tags/tag304.xml"/><Relationship Id="rId24" Type="http://schemas.openxmlformats.org/officeDocument/2006/relationships/tags" Target="../tags/tag317.xml"/><Relationship Id="rId32" Type="http://schemas.openxmlformats.org/officeDocument/2006/relationships/tags" Target="../tags/tag325.xml"/><Relationship Id="rId37" Type="http://schemas.openxmlformats.org/officeDocument/2006/relationships/tags" Target="../tags/tag330.xml"/><Relationship Id="rId40" Type="http://schemas.openxmlformats.org/officeDocument/2006/relationships/tags" Target="../tags/tag333.xml"/><Relationship Id="rId45" Type="http://schemas.openxmlformats.org/officeDocument/2006/relationships/tags" Target="../tags/tag338.xml"/><Relationship Id="rId53" Type="http://schemas.openxmlformats.org/officeDocument/2006/relationships/tags" Target="../tags/tag346.xml"/><Relationship Id="rId58" Type="http://schemas.openxmlformats.org/officeDocument/2006/relationships/slideLayout" Target="../slideLayouts/slideLayout2.xml"/><Relationship Id="rId5" Type="http://schemas.openxmlformats.org/officeDocument/2006/relationships/tags" Target="../tags/tag298.xml"/><Relationship Id="rId61" Type="http://schemas.openxmlformats.org/officeDocument/2006/relationships/image" Target="../media/image10.emf"/><Relationship Id="rId19" Type="http://schemas.openxmlformats.org/officeDocument/2006/relationships/tags" Target="../tags/tag312.xml"/><Relationship Id="rId14" Type="http://schemas.openxmlformats.org/officeDocument/2006/relationships/tags" Target="../tags/tag307.xml"/><Relationship Id="rId22" Type="http://schemas.openxmlformats.org/officeDocument/2006/relationships/tags" Target="../tags/tag315.xml"/><Relationship Id="rId27" Type="http://schemas.openxmlformats.org/officeDocument/2006/relationships/tags" Target="../tags/tag320.xml"/><Relationship Id="rId30" Type="http://schemas.openxmlformats.org/officeDocument/2006/relationships/tags" Target="../tags/tag323.xml"/><Relationship Id="rId35" Type="http://schemas.openxmlformats.org/officeDocument/2006/relationships/tags" Target="../tags/tag328.xml"/><Relationship Id="rId43" Type="http://schemas.openxmlformats.org/officeDocument/2006/relationships/tags" Target="../tags/tag336.xml"/><Relationship Id="rId48" Type="http://schemas.openxmlformats.org/officeDocument/2006/relationships/tags" Target="../tags/tag341.xml"/><Relationship Id="rId56" Type="http://schemas.openxmlformats.org/officeDocument/2006/relationships/tags" Target="../tags/tag349.xml"/><Relationship Id="rId64" Type="http://schemas.openxmlformats.org/officeDocument/2006/relationships/chart" Target="../charts/chart10.xml"/><Relationship Id="rId8" Type="http://schemas.openxmlformats.org/officeDocument/2006/relationships/tags" Target="../tags/tag301.xml"/><Relationship Id="rId51" Type="http://schemas.openxmlformats.org/officeDocument/2006/relationships/tags" Target="../tags/tag344.xml"/><Relationship Id="rId3" Type="http://schemas.openxmlformats.org/officeDocument/2006/relationships/tags" Target="../tags/tag296.xml"/><Relationship Id="rId12" Type="http://schemas.openxmlformats.org/officeDocument/2006/relationships/tags" Target="../tags/tag305.xml"/><Relationship Id="rId17" Type="http://schemas.openxmlformats.org/officeDocument/2006/relationships/tags" Target="../tags/tag310.xml"/><Relationship Id="rId25" Type="http://schemas.openxmlformats.org/officeDocument/2006/relationships/tags" Target="../tags/tag318.xml"/><Relationship Id="rId33" Type="http://schemas.openxmlformats.org/officeDocument/2006/relationships/tags" Target="../tags/tag326.xml"/><Relationship Id="rId38" Type="http://schemas.openxmlformats.org/officeDocument/2006/relationships/tags" Target="../tags/tag331.xml"/><Relationship Id="rId46" Type="http://schemas.openxmlformats.org/officeDocument/2006/relationships/tags" Target="../tags/tag339.xml"/><Relationship Id="rId59" Type="http://schemas.openxmlformats.org/officeDocument/2006/relationships/notesSlide" Target="../notesSlides/notesSlide4.xml"/><Relationship Id="rId20" Type="http://schemas.openxmlformats.org/officeDocument/2006/relationships/tags" Target="../tags/tag313.xml"/><Relationship Id="rId41" Type="http://schemas.openxmlformats.org/officeDocument/2006/relationships/tags" Target="../tags/tag334.xml"/><Relationship Id="rId54" Type="http://schemas.openxmlformats.org/officeDocument/2006/relationships/tags" Target="../tags/tag347.xml"/><Relationship Id="rId62" Type="http://schemas.openxmlformats.org/officeDocument/2006/relationships/chart" Target="../charts/chart8.xml"/><Relationship Id="rId1" Type="http://schemas.openxmlformats.org/officeDocument/2006/relationships/tags" Target="../tags/tag294.xml"/><Relationship Id="rId6" Type="http://schemas.openxmlformats.org/officeDocument/2006/relationships/tags" Target="../tags/tag299.xml"/><Relationship Id="rId15" Type="http://schemas.openxmlformats.org/officeDocument/2006/relationships/tags" Target="../tags/tag308.xml"/><Relationship Id="rId23" Type="http://schemas.openxmlformats.org/officeDocument/2006/relationships/tags" Target="../tags/tag316.xml"/><Relationship Id="rId28" Type="http://schemas.openxmlformats.org/officeDocument/2006/relationships/tags" Target="../tags/tag321.xml"/><Relationship Id="rId36" Type="http://schemas.openxmlformats.org/officeDocument/2006/relationships/tags" Target="../tags/tag329.xml"/><Relationship Id="rId49" Type="http://schemas.openxmlformats.org/officeDocument/2006/relationships/tags" Target="../tags/tag342.xml"/><Relationship Id="rId57" Type="http://schemas.openxmlformats.org/officeDocument/2006/relationships/tags" Target="../tags/tag350.xml"/><Relationship Id="rId10" Type="http://schemas.openxmlformats.org/officeDocument/2006/relationships/tags" Target="../tags/tag303.xml"/><Relationship Id="rId31" Type="http://schemas.openxmlformats.org/officeDocument/2006/relationships/tags" Target="../tags/tag324.xml"/><Relationship Id="rId44" Type="http://schemas.openxmlformats.org/officeDocument/2006/relationships/tags" Target="../tags/tag337.xml"/><Relationship Id="rId52" Type="http://schemas.openxmlformats.org/officeDocument/2006/relationships/tags" Target="../tags/tag345.xml"/><Relationship Id="rId60" Type="http://schemas.openxmlformats.org/officeDocument/2006/relationships/oleObject" Target="../embeddings/oleObject22.bin"/><Relationship Id="rId65" Type="http://schemas.openxmlformats.org/officeDocument/2006/relationships/image" Target="../media/image13.svg"/><Relationship Id="rId4" Type="http://schemas.openxmlformats.org/officeDocument/2006/relationships/tags" Target="../tags/tag297.xml"/><Relationship Id="rId9" Type="http://schemas.openxmlformats.org/officeDocument/2006/relationships/tags" Target="../tags/tag302.xml"/><Relationship Id="rId13" Type="http://schemas.openxmlformats.org/officeDocument/2006/relationships/tags" Target="../tags/tag306.xml"/><Relationship Id="rId18" Type="http://schemas.openxmlformats.org/officeDocument/2006/relationships/tags" Target="../tags/tag311.xml"/><Relationship Id="rId39" Type="http://schemas.openxmlformats.org/officeDocument/2006/relationships/tags" Target="../tags/tag33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358.xml"/><Relationship Id="rId13" Type="http://schemas.openxmlformats.org/officeDocument/2006/relationships/tags" Target="../tags/tag363.xml"/><Relationship Id="rId18" Type="http://schemas.openxmlformats.org/officeDocument/2006/relationships/oleObject" Target="../embeddings/oleObject23.bin"/><Relationship Id="rId3" Type="http://schemas.openxmlformats.org/officeDocument/2006/relationships/tags" Target="../tags/tag353.xml"/><Relationship Id="rId7" Type="http://schemas.openxmlformats.org/officeDocument/2006/relationships/tags" Target="../tags/tag357.xml"/><Relationship Id="rId12" Type="http://schemas.openxmlformats.org/officeDocument/2006/relationships/tags" Target="../tags/tag362.xml"/><Relationship Id="rId17" Type="http://schemas.openxmlformats.org/officeDocument/2006/relationships/notesSlide" Target="../notesSlides/notesSlide5.xml"/><Relationship Id="rId2" Type="http://schemas.openxmlformats.org/officeDocument/2006/relationships/tags" Target="../tags/tag352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351.xml"/><Relationship Id="rId6" Type="http://schemas.openxmlformats.org/officeDocument/2006/relationships/tags" Target="../tags/tag356.xml"/><Relationship Id="rId11" Type="http://schemas.openxmlformats.org/officeDocument/2006/relationships/tags" Target="../tags/tag361.xml"/><Relationship Id="rId5" Type="http://schemas.openxmlformats.org/officeDocument/2006/relationships/tags" Target="../tags/tag355.xml"/><Relationship Id="rId15" Type="http://schemas.openxmlformats.org/officeDocument/2006/relationships/tags" Target="../tags/tag365.xml"/><Relationship Id="rId10" Type="http://schemas.openxmlformats.org/officeDocument/2006/relationships/tags" Target="../tags/tag360.xml"/><Relationship Id="rId19" Type="http://schemas.openxmlformats.org/officeDocument/2006/relationships/image" Target="../media/image8.emf"/><Relationship Id="rId4" Type="http://schemas.openxmlformats.org/officeDocument/2006/relationships/tags" Target="../tags/tag354.xml"/><Relationship Id="rId9" Type="http://schemas.openxmlformats.org/officeDocument/2006/relationships/tags" Target="../tags/tag359.xml"/><Relationship Id="rId14" Type="http://schemas.openxmlformats.org/officeDocument/2006/relationships/tags" Target="../tags/tag364.xml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tags" Target="../tags/tag378.xml"/><Relationship Id="rId18" Type="http://schemas.openxmlformats.org/officeDocument/2006/relationships/tags" Target="../tags/tag383.xml"/><Relationship Id="rId26" Type="http://schemas.openxmlformats.org/officeDocument/2006/relationships/tags" Target="../tags/tag391.xml"/><Relationship Id="rId21" Type="http://schemas.openxmlformats.org/officeDocument/2006/relationships/tags" Target="../tags/tag386.xml"/><Relationship Id="rId34" Type="http://schemas.openxmlformats.org/officeDocument/2006/relationships/slideLayout" Target="../slideLayouts/slideLayout2.xml"/><Relationship Id="rId7" Type="http://schemas.openxmlformats.org/officeDocument/2006/relationships/tags" Target="../tags/tag372.xml"/><Relationship Id="rId12" Type="http://schemas.openxmlformats.org/officeDocument/2006/relationships/tags" Target="../tags/tag377.xml"/><Relationship Id="rId17" Type="http://schemas.openxmlformats.org/officeDocument/2006/relationships/tags" Target="../tags/tag382.xml"/><Relationship Id="rId25" Type="http://schemas.openxmlformats.org/officeDocument/2006/relationships/tags" Target="../tags/tag390.xml"/><Relationship Id="rId33" Type="http://schemas.openxmlformats.org/officeDocument/2006/relationships/tags" Target="../tags/tag398.xml"/><Relationship Id="rId38" Type="http://schemas.openxmlformats.org/officeDocument/2006/relationships/image" Target="../media/image13.svg"/><Relationship Id="rId2" Type="http://schemas.openxmlformats.org/officeDocument/2006/relationships/tags" Target="../tags/tag367.xml"/><Relationship Id="rId16" Type="http://schemas.openxmlformats.org/officeDocument/2006/relationships/tags" Target="../tags/tag381.xml"/><Relationship Id="rId20" Type="http://schemas.openxmlformats.org/officeDocument/2006/relationships/tags" Target="../tags/tag385.xml"/><Relationship Id="rId29" Type="http://schemas.openxmlformats.org/officeDocument/2006/relationships/tags" Target="../tags/tag394.xml"/><Relationship Id="rId1" Type="http://schemas.openxmlformats.org/officeDocument/2006/relationships/tags" Target="../tags/tag366.xml"/><Relationship Id="rId6" Type="http://schemas.openxmlformats.org/officeDocument/2006/relationships/tags" Target="../tags/tag371.xml"/><Relationship Id="rId11" Type="http://schemas.openxmlformats.org/officeDocument/2006/relationships/tags" Target="../tags/tag376.xml"/><Relationship Id="rId24" Type="http://schemas.openxmlformats.org/officeDocument/2006/relationships/tags" Target="../tags/tag389.xml"/><Relationship Id="rId32" Type="http://schemas.openxmlformats.org/officeDocument/2006/relationships/tags" Target="../tags/tag397.xml"/><Relationship Id="rId37" Type="http://schemas.openxmlformats.org/officeDocument/2006/relationships/image" Target="../media/image8.emf"/><Relationship Id="rId5" Type="http://schemas.openxmlformats.org/officeDocument/2006/relationships/tags" Target="../tags/tag370.xml"/><Relationship Id="rId15" Type="http://schemas.openxmlformats.org/officeDocument/2006/relationships/tags" Target="../tags/tag380.xml"/><Relationship Id="rId23" Type="http://schemas.openxmlformats.org/officeDocument/2006/relationships/tags" Target="../tags/tag388.xml"/><Relationship Id="rId28" Type="http://schemas.openxmlformats.org/officeDocument/2006/relationships/tags" Target="../tags/tag393.xml"/><Relationship Id="rId36" Type="http://schemas.openxmlformats.org/officeDocument/2006/relationships/oleObject" Target="../embeddings/oleObject24.bin"/><Relationship Id="rId10" Type="http://schemas.openxmlformats.org/officeDocument/2006/relationships/tags" Target="../tags/tag375.xml"/><Relationship Id="rId19" Type="http://schemas.openxmlformats.org/officeDocument/2006/relationships/tags" Target="../tags/tag384.xml"/><Relationship Id="rId31" Type="http://schemas.openxmlformats.org/officeDocument/2006/relationships/tags" Target="../tags/tag396.xml"/><Relationship Id="rId4" Type="http://schemas.openxmlformats.org/officeDocument/2006/relationships/tags" Target="../tags/tag369.xml"/><Relationship Id="rId9" Type="http://schemas.openxmlformats.org/officeDocument/2006/relationships/tags" Target="../tags/tag374.xml"/><Relationship Id="rId14" Type="http://schemas.openxmlformats.org/officeDocument/2006/relationships/tags" Target="../tags/tag379.xml"/><Relationship Id="rId22" Type="http://schemas.openxmlformats.org/officeDocument/2006/relationships/tags" Target="../tags/tag387.xml"/><Relationship Id="rId27" Type="http://schemas.openxmlformats.org/officeDocument/2006/relationships/tags" Target="../tags/tag392.xml"/><Relationship Id="rId30" Type="http://schemas.openxmlformats.org/officeDocument/2006/relationships/tags" Target="../tags/tag395.xml"/><Relationship Id="rId35" Type="http://schemas.openxmlformats.org/officeDocument/2006/relationships/notesSlide" Target="../notesSlides/notesSlide6.xml"/><Relationship Id="rId8" Type="http://schemas.openxmlformats.org/officeDocument/2006/relationships/tags" Target="../tags/tag373.xml"/><Relationship Id="rId3" Type="http://schemas.openxmlformats.org/officeDocument/2006/relationships/tags" Target="../tags/tag368.xml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tags" Target="../tags/tag411.xml"/><Relationship Id="rId18" Type="http://schemas.openxmlformats.org/officeDocument/2006/relationships/tags" Target="../tags/tag416.xml"/><Relationship Id="rId26" Type="http://schemas.openxmlformats.org/officeDocument/2006/relationships/tags" Target="../tags/tag424.xml"/><Relationship Id="rId39" Type="http://schemas.openxmlformats.org/officeDocument/2006/relationships/tags" Target="../tags/tag437.xml"/><Relationship Id="rId21" Type="http://schemas.openxmlformats.org/officeDocument/2006/relationships/tags" Target="../tags/tag419.xml"/><Relationship Id="rId34" Type="http://schemas.openxmlformats.org/officeDocument/2006/relationships/tags" Target="../tags/tag432.xml"/><Relationship Id="rId42" Type="http://schemas.openxmlformats.org/officeDocument/2006/relationships/notesSlide" Target="../notesSlides/notesSlide7.xml"/><Relationship Id="rId7" Type="http://schemas.openxmlformats.org/officeDocument/2006/relationships/tags" Target="../tags/tag405.xml"/><Relationship Id="rId2" Type="http://schemas.openxmlformats.org/officeDocument/2006/relationships/tags" Target="../tags/tag400.xml"/><Relationship Id="rId16" Type="http://schemas.openxmlformats.org/officeDocument/2006/relationships/tags" Target="../tags/tag414.xml"/><Relationship Id="rId29" Type="http://schemas.openxmlformats.org/officeDocument/2006/relationships/tags" Target="../tags/tag427.xml"/><Relationship Id="rId1" Type="http://schemas.openxmlformats.org/officeDocument/2006/relationships/tags" Target="../tags/tag399.xml"/><Relationship Id="rId6" Type="http://schemas.openxmlformats.org/officeDocument/2006/relationships/tags" Target="../tags/tag404.xml"/><Relationship Id="rId11" Type="http://schemas.openxmlformats.org/officeDocument/2006/relationships/tags" Target="../tags/tag409.xml"/><Relationship Id="rId24" Type="http://schemas.openxmlformats.org/officeDocument/2006/relationships/tags" Target="../tags/tag422.xml"/><Relationship Id="rId32" Type="http://schemas.openxmlformats.org/officeDocument/2006/relationships/tags" Target="../tags/tag430.xml"/><Relationship Id="rId37" Type="http://schemas.openxmlformats.org/officeDocument/2006/relationships/tags" Target="../tags/tag435.xml"/><Relationship Id="rId40" Type="http://schemas.openxmlformats.org/officeDocument/2006/relationships/tags" Target="../tags/tag438.xml"/><Relationship Id="rId45" Type="http://schemas.openxmlformats.org/officeDocument/2006/relationships/image" Target="../media/image14.svg"/><Relationship Id="rId5" Type="http://schemas.openxmlformats.org/officeDocument/2006/relationships/tags" Target="../tags/tag403.xml"/><Relationship Id="rId15" Type="http://schemas.openxmlformats.org/officeDocument/2006/relationships/tags" Target="../tags/tag413.xml"/><Relationship Id="rId23" Type="http://schemas.openxmlformats.org/officeDocument/2006/relationships/tags" Target="../tags/tag421.xml"/><Relationship Id="rId28" Type="http://schemas.openxmlformats.org/officeDocument/2006/relationships/tags" Target="../tags/tag426.xml"/><Relationship Id="rId36" Type="http://schemas.openxmlformats.org/officeDocument/2006/relationships/tags" Target="../tags/tag434.xml"/><Relationship Id="rId10" Type="http://schemas.openxmlformats.org/officeDocument/2006/relationships/tags" Target="../tags/tag408.xml"/><Relationship Id="rId19" Type="http://schemas.openxmlformats.org/officeDocument/2006/relationships/tags" Target="../tags/tag417.xml"/><Relationship Id="rId31" Type="http://schemas.openxmlformats.org/officeDocument/2006/relationships/tags" Target="../tags/tag429.xml"/><Relationship Id="rId44" Type="http://schemas.openxmlformats.org/officeDocument/2006/relationships/image" Target="../media/image8.emf"/><Relationship Id="rId4" Type="http://schemas.openxmlformats.org/officeDocument/2006/relationships/tags" Target="../tags/tag402.xml"/><Relationship Id="rId9" Type="http://schemas.openxmlformats.org/officeDocument/2006/relationships/tags" Target="../tags/tag407.xml"/><Relationship Id="rId14" Type="http://schemas.openxmlformats.org/officeDocument/2006/relationships/tags" Target="../tags/tag412.xml"/><Relationship Id="rId22" Type="http://schemas.openxmlformats.org/officeDocument/2006/relationships/tags" Target="../tags/tag420.xml"/><Relationship Id="rId27" Type="http://schemas.openxmlformats.org/officeDocument/2006/relationships/tags" Target="../tags/tag425.xml"/><Relationship Id="rId30" Type="http://schemas.openxmlformats.org/officeDocument/2006/relationships/tags" Target="../tags/tag428.xml"/><Relationship Id="rId35" Type="http://schemas.openxmlformats.org/officeDocument/2006/relationships/tags" Target="../tags/tag433.xml"/><Relationship Id="rId43" Type="http://schemas.openxmlformats.org/officeDocument/2006/relationships/oleObject" Target="../embeddings/oleObject25.bin"/><Relationship Id="rId8" Type="http://schemas.openxmlformats.org/officeDocument/2006/relationships/tags" Target="../tags/tag406.xml"/><Relationship Id="rId3" Type="http://schemas.openxmlformats.org/officeDocument/2006/relationships/tags" Target="../tags/tag401.xml"/><Relationship Id="rId12" Type="http://schemas.openxmlformats.org/officeDocument/2006/relationships/tags" Target="../tags/tag410.xml"/><Relationship Id="rId17" Type="http://schemas.openxmlformats.org/officeDocument/2006/relationships/tags" Target="../tags/tag415.xml"/><Relationship Id="rId25" Type="http://schemas.openxmlformats.org/officeDocument/2006/relationships/tags" Target="../tags/tag423.xml"/><Relationship Id="rId33" Type="http://schemas.openxmlformats.org/officeDocument/2006/relationships/tags" Target="../tags/tag431.xml"/><Relationship Id="rId38" Type="http://schemas.openxmlformats.org/officeDocument/2006/relationships/tags" Target="../tags/tag436.xml"/><Relationship Id="rId20" Type="http://schemas.openxmlformats.org/officeDocument/2006/relationships/tags" Target="../tags/tag418.xml"/><Relationship Id="rId4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tags" Target="../tags/tag446.xml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26" Type="http://schemas.openxmlformats.org/officeDocument/2006/relationships/image" Target="../media/image28.png"/><Relationship Id="rId3" Type="http://schemas.openxmlformats.org/officeDocument/2006/relationships/tags" Target="../tags/tag441.xml"/><Relationship Id="rId21" Type="http://schemas.openxmlformats.org/officeDocument/2006/relationships/image" Target="../media/image23.png"/><Relationship Id="rId7" Type="http://schemas.openxmlformats.org/officeDocument/2006/relationships/tags" Target="../tags/tag445.xml"/><Relationship Id="rId12" Type="http://schemas.openxmlformats.org/officeDocument/2006/relationships/image" Target="../media/image8.emf"/><Relationship Id="rId17" Type="http://schemas.openxmlformats.org/officeDocument/2006/relationships/image" Target="../media/image19.png"/><Relationship Id="rId25" Type="http://schemas.openxmlformats.org/officeDocument/2006/relationships/image" Target="../media/image27.png"/><Relationship Id="rId2" Type="http://schemas.openxmlformats.org/officeDocument/2006/relationships/tags" Target="../tags/tag440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29" Type="http://schemas.openxmlformats.org/officeDocument/2006/relationships/image" Target="../media/image31.png"/><Relationship Id="rId1" Type="http://schemas.openxmlformats.org/officeDocument/2006/relationships/tags" Target="../tags/tag439.xml"/><Relationship Id="rId6" Type="http://schemas.openxmlformats.org/officeDocument/2006/relationships/tags" Target="../tags/tag444.xml"/><Relationship Id="rId11" Type="http://schemas.openxmlformats.org/officeDocument/2006/relationships/oleObject" Target="../embeddings/oleObject26.bin"/><Relationship Id="rId24" Type="http://schemas.openxmlformats.org/officeDocument/2006/relationships/image" Target="../media/image26.png"/><Relationship Id="rId5" Type="http://schemas.openxmlformats.org/officeDocument/2006/relationships/tags" Target="../tags/tag443.xml"/><Relationship Id="rId15" Type="http://schemas.openxmlformats.org/officeDocument/2006/relationships/image" Target="../media/image17.png"/><Relationship Id="rId23" Type="http://schemas.openxmlformats.org/officeDocument/2006/relationships/image" Target="../media/image25.png"/><Relationship Id="rId28" Type="http://schemas.openxmlformats.org/officeDocument/2006/relationships/image" Target="../media/image30.png"/><Relationship Id="rId10" Type="http://schemas.openxmlformats.org/officeDocument/2006/relationships/notesSlide" Target="../notesSlides/notesSlide8.xml"/><Relationship Id="rId19" Type="http://schemas.openxmlformats.org/officeDocument/2006/relationships/image" Target="../media/image21.png"/><Relationship Id="rId31" Type="http://schemas.openxmlformats.org/officeDocument/2006/relationships/image" Target="../media/image33.png"/><Relationship Id="rId4" Type="http://schemas.openxmlformats.org/officeDocument/2006/relationships/tags" Target="../tags/tag442.xml"/><Relationship Id="rId9" Type="http://schemas.openxmlformats.org/officeDocument/2006/relationships/slideLayout" Target="../slideLayouts/slideLayout2.xml"/><Relationship Id="rId14" Type="http://schemas.openxmlformats.org/officeDocument/2006/relationships/image" Target="../media/image16.png"/><Relationship Id="rId22" Type="http://schemas.openxmlformats.org/officeDocument/2006/relationships/image" Target="../media/image24.png"/><Relationship Id="rId27" Type="http://schemas.openxmlformats.org/officeDocument/2006/relationships/image" Target="../media/image29.png"/><Relationship Id="rId30" Type="http://schemas.openxmlformats.org/officeDocument/2006/relationships/image" Target="../media/image32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454.xml"/><Relationship Id="rId13" Type="http://schemas.openxmlformats.org/officeDocument/2006/relationships/tags" Target="../tags/tag459.xml"/><Relationship Id="rId18" Type="http://schemas.openxmlformats.org/officeDocument/2006/relationships/oleObject" Target="../embeddings/oleObject27.bin"/><Relationship Id="rId3" Type="http://schemas.openxmlformats.org/officeDocument/2006/relationships/tags" Target="../tags/tag449.xml"/><Relationship Id="rId7" Type="http://schemas.openxmlformats.org/officeDocument/2006/relationships/tags" Target="../tags/tag453.xml"/><Relationship Id="rId12" Type="http://schemas.openxmlformats.org/officeDocument/2006/relationships/tags" Target="../tags/tag458.xml"/><Relationship Id="rId17" Type="http://schemas.openxmlformats.org/officeDocument/2006/relationships/notesSlide" Target="../notesSlides/notesSlide9.xml"/><Relationship Id="rId2" Type="http://schemas.openxmlformats.org/officeDocument/2006/relationships/tags" Target="../tags/tag448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447.xml"/><Relationship Id="rId6" Type="http://schemas.openxmlformats.org/officeDocument/2006/relationships/tags" Target="../tags/tag452.xml"/><Relationship Id="rId11" Type="http://schemas.openxmlformats.org/officeDocument/2006/relationships/tags" Target="../tags/tag457.xml"/><Relationship Id="rId5" Type="http://schemas.openxmlformats.org/officeDocument/2006/relationships/tags" Target="../tags/tag451.xml"/><Relationship Id="rId15" Type="http://schemas.openxmlformats.org/officeDocument/2006/relationships/tags" Target="../tags/tag461.xml"/><Relationship Id="rId10" Type="http://schemas.openxmlformats.org/officeDocument/2006/relationships/tags" Target="../tags/tag456.xml"/><Relationship Id="rId19" Type="http://schemas.openxmlformats.org/officeDocument/2006/relationships/image" Target="../media/image8.emf"/><Relationship Id="rId4" Type="http://schemas.openxmlformats.org/officeDocument/2006/relationships/tags" Target="../tags/tag450.xml"/><Relationship Id="rId9" Type="http://schemas.openxmlformats.org/officeDocument/2006/relationships/tags" Target="../tags/tag455.xml"/><Relationship Id="rId14" Type="http://schemas.openxmlformats.org/officeDocument/2006/relationships/tags" Target="../tags/tag460.xml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tags" Target="../tags/tag487.xml"/><Relationship Id="rId21" Type="http://schemas.openxmlformats.org/officeDocument/2006/relationships/tags" Target="../tags/tag482.xml"/><Relationship Id="rId42" Type="http://schemas.openxmlformats.org/officeDocument/2006/relationships/tags" Target="../tags/tag503.xml"/><Relationship Id="rId47" Type="http://schemas.openxmlformats.org/officeDocument/2006/relationships/tags" Target="../tags/tag508.xml"/><Relationship Id="rId63" Type="http://schemas.openxmlformats.org/officeDocument/2006/relationships/tags" Target="../tags/tag524.xml"/><Relationship Id="rId68" Type="http://schemas.openxmlformats.org/officeDocument/2006/relationships/tags" Target="../tags/tag529.xml"/><Relationship Id="rId2" Type="http://schemas.openxmlformats.org/officeDocument/2006/relationships/tags" Target="../tags/tag463.xml"/><Relationship Id="rId16" Type="http://schemas.openxmlformats.org/officeDocument/2006/relationships/tags" Target="../tags/tag477.xml"/><Relationship Id="rId29" Type="http://schemas.openxmlformats.org/officeDocument/2006/relationships/tags" Target="../tags/tag490.xml"/><Relationship Id="rId11" Type="http://schemas.openxmlformats.org/officeDocument/2006/relationships/tags" Target="../tags/tag472.xml"/><Relationship Id="rId24" Type="http://schemas.openxmlformats.org/officeDocument/2006/relationships/tags" Target="../tags/tag485.xml"/><Relationship Id="rId32" Type="http://schemas.openxmlformats.org/officeDocument/2006/relationships/tags" Target="../tags/tag493.xml"/><Relationship Id="rId37" Type="http://schemas.openxmlformats.org/officeDocument/2006/relationships/tags" Target="../tags/tag498.xml"/><Relationship Id="rId40" Type="http://schemas.openxmlformats.org/officeDocument/2006/relationships/tags" Target="../tags/tag501.xml"/><Relationship Id="rId45" Type="http://schemas.openxmlformats.org/officeDocument/2006/relationships/tags" Target="../tags/tag506.xml"/><Relationship Id="rId53" Type="http://schemas.openxmlformats.org/officeDocument/2006/relationships/tags" Target="../tags/tag514.xml"/><Relationship Id="rId58" Type="http://schemas.openxmlformats.org/officeDocument/2006/relationships/tags" Target="../tags/tag519.xml"/><Relationship Id="rId66" Type="http://schemas.openxmlformats.org/officeDocument/2006/relationships/tags" Target="../tags/tag527.xml"/><Relationship Id="rId74" Type="http://schemas.openxmlformats.org/officeDocument/2006/relationships/chart" Target="../charts/chart12.xml"/><Relationship Id="rId5" Type="http://schemas.openxmlformats.org/officeDocument/2006/relationships/tags" Target="../tags/tag466.xml"/><Relationship Id="rId61" Type="http://schemas.openxmlformats.org/officeDocument/2006/relationships/tags" Target="../tags/tag522.xml"/><Relationship Id="rId19" Type="http://schemas.openxmlformats.org/officeDocument/2006/relationships/tags" Target="../tags/tag480.xml"/><Relationship Id="rId14" Type="http://schemas.openxmlformats.org/officeDocument/2006/relationships/tags" Target="../tags/tag475.xml"/><Relationship Id="rId22" Type="http://schemas.openxmlformats.org/officeDocument/2006/relationships/tags" Target="../tags/tag483.xml"/><Relationship Id="rId27" Type="http://schemas.openxmlformats.org/officeDocument/2006/relationships/tags" Target="../tags/tag488.xml"/><Relationship Id="rId30" Type="http://schemas.openxmlformats.org/officeDocument/2006/relationships/tags" Target="../tags/tag491.xml"/><Relationship Id="rId35" Type="http://schemas.openxmlformats.org/officeDocument/2006/relationships/tags" Target="../tags/tag496.xml"/><Relationship Id="rId43" Type="http://schemas.openxmlformats.org/officeDocument/2006/relationships/tags" Target="../tags/tag504.xml"/><Relationship Id="rId48" Type="http://schemas.openxmlformats.org/officeDocument/2006/relationships/tags" Target="../tags/tag509.xml"/><Relationship Id="rId56" Type="http://schemas.openxmlformats.org/officeDocument/2006/relationships/tags" Target="../tags/tag517.xml"/><Relationship Id="rId64" Type="http://schemas.openxmlformats.org/officeDocument/2006/relationships/tags" Target="../tags/tag525.xml"/><Relationship Id="rId69" Type="http://schemas.openxmlformats.org/officeDocument/2006/relationships/slideLayout" Target="../slideLayouts/slideLayout2.xml"/><Relationship Id="rId8" Type="http://schemas.openxmlformats.org/officeDocument/2006/relationships/tags" Target="../tags/tag469.xml"/><Relationship Id="rId51" Type="http://schemas.openxmlformats.org/officeDocument/2006/relationships/tags" Target="../tags/tag512.xml"/><Relationship Id="rId72" Type="http://schemas.openxmlformats.org/officeDocument/2006/relationships/image" Target="../media/image8.emf"/><Relationship Id="rId3" Type="http://schemas.openxmlformats.org/officeDocument/2006/relationships/tags" Target="../tags/tag464.xml"/><Relationship Id="rId12" Type="http://schemas.openxmlformats.org/officeDocument/2006/relationships/tags" Target="../tags/tag473.xml"/><Relationship Id="rId17" Type="http://schemas.openxmlformats.org/officeDocument/2006/relationships/tags" Target="../tags/tag478.xml"/><Relationship Id="rId25" Type="http://schemas.openxmlformats.org/officeDocument/2006/relationships/tags" Target="../tags/tag486.xml"/><Relationship Id="rId33" Type="http://schemas.openxmlformats.org/officeDocument/2006/relationships/tags" Target="../tags/tag494.xml"/><Relationship Id="rId38" Type="http://schemas.openxmlformats.org/officeDocument/2006/relationships/tags" Target="../tags/tag499.xml"/><Relationship Id="rId46" Type="http://schemas.openxmlformats.org/officeDocument/2006/relationships/tags" Target="../tags/tag507.xml"/><Relationship Id="rId59" Type="http://schemas.openxmlformats.org/officeDocument/2006/relationships/tags" Target="../tags/tag520.xml"/><Relationship Id="rId67" Type="http://schemas.openxmlformats.org/officeDocument/2006/relationships/tags" Target="../tags/tag528.xml"/><Relationship Id="rId20" Type="http://schemas.openxmlformats.org/officeDocument/2006/relationships/tags" Target="../tags/tag481.xml"/><Relationship Id="rId41" Type="http://schemas.openxmlformats.org/officeDocument/2006/relationships/tags" Target="../tags/tag502.xml"/><Relationship Id="rId54" Type="http://schemas.openxmlformats.org/officeDocument/2006/relationships/tags" Target="../tags/tag515.xml"/><Relationship Id="rId62" Type="http://schemas.openxmlformats.org/officeDocument/2006/relationships/tags" Target="../tags/tag523.xml"/><Relationship Id="rId70" Type="http://schemas.openxmlformats.org/officeDocument/2006/relationships/notesSlide" Target="../notesSlides/notesSlide10.xml"/><Relationship Id="rId1" Type="http://schemas.openxmlformats.org/officeDocument/2006/relationships/tags" Target="../tags/tag462.xml"/><Relationship Id="rId6" Type="http://schemas.openxmlformats.org/officeDocument/2006/relationships/tags" Target="../tags/tag467.xml"/><Relationship Id="rId15" Type="http://schemas.openxmlformats.org/officeDocument/2006/relationships/tags" Target="../tags/tag476.xml"/><Relationship Id="rId23" Type="http://schemas.openxmlformats.org/officeDocument/2006/relationships/tags" Target="../tags/tag484.xml"/><Relationship Id="rId28" Type="http://schemas.openxmlformats.org/officeDocument/2006/relationships/tags" Target="../tags/tag489.xml"/><Relationship Id="rId36" Type="http://schemas.openxmlformats.org/officeDocument/2006/relationships/tags" Target="../tags/tag497.xml"/><Relationship Id="rId49" Type="http://schemas.openxmlformats.org/officeDocument/2006/relationships/tags" Target="../tags/tag510.xml"/><Relationship Id="rId57" Type="http://schemas.openxmlformats.org/officeDocument/2006/relationships/tags" Target="../tags/tag518.xml"/><Relationship Id="rId10" Type="http://schemas.openxmlformats.org/officeDocument/2006/relationships/tags" Target="../tags/tag471.xml"/><Relationship Id="rId31" Type="http://schemas.openxmlformats.org/officeDocument/2006/relationships/tags" Target="../tags/tag492.xml"/><Relationship Id="rId44" Type="http://schemas.openxmlformats.org/officeDocument/2006/relationships/tags" Target="../tags/tag505.xml"/><Relationship Id="rId52" Type="http://schemas.openxmlformats.org/officeDocument/2006/relationships/tags" Target="../tags/tag513.xml"/><Relationship Id="rId60" Type="http://schemas.openxmlformats.org/officeDocument/2006/relationships/tags" Target="../tags/tag521.xml"/><Relationship Id="rId65" Type="http://schemas.openxmlformats.org/officeDocument/2006/relationships/tags" Target="../tags/tag526.xml"/><Relationship Id="rId73" Type="http://schemas.openxmlformats.org/officeDocument/2006/relationships/chart" Target="../charts/chart11.xml"/><Relationship Id="rId4" Type="http://schemas.openxmlformats.org/officeDocument/2006/relationships/tags" Target="../tags/tag465.xml"/><Relationship Id="rId9" Type="http://schemas.openxmlformats.org/officeDocument/2006/relationships/tags" Target="../tags/tag470.xml"/><Relationship Id="rId13" Type="http://schemas.openxmlformats.org/officeDocument/2006/relationships/tags" Target="../tags/tag474.xml"/><Relationship Id="rId18" Type="http://schemas.openxmlformats.org/officeDocument/2006/relationships/tags" Target="../tags/tag479.xml"/><Relationship Id="rId39" Type="http://schemas.openxmlformats.org/officeDocument/2006/relationships/tags" Target="../tags/tag500.xml"/><Relationship Id="rId34" Type="http://schemas.openxmlformats.org/officeDocument/2006/relationships/tags" Target="../tags/tag495.xml"/><Relationship Id="rId50" Type="http://schemas.openxmlformats.org/officeDocument/2006/relationships/tags" Target="../tags/tag511.xml"/><Relationship Id="rId55" Type="http://schemas.openxmlformats.org/officeDocument/2006/relationships/tags" Target="../tags/tag516.xml"/><Relationship Id="rId7" Type="http://schemas.openxmlformats.org/officeDocument/2006/relationships/tags" Target="../tags/tag468.xml"/><Relationship Id="rId71" Type="http://schemas.openxmlformats.org/officeDocument/2006/relationships/oleObject" Target="../embeddings/oleObject28.bin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537.xml"/><Relationship Id="rId13" Type="http://schemas.openxmlformats.org/officeDocument/2006/relationships/tags" Target="../tags/tag542.xml"/><Relationship Id="rId18" Type="http://schemas.openxmlformats.org/officeDocument/2006/relationships/oleObject" Target="../embeddings/oleObject29.bin"/><Relationship Id="rId3" Type="http://schemas.openxmlformats.org/officeDocument/2006/relationships/tags" Target="../tags/tag532.xml"/><Relationship Id="rId7" Type="http://schemas.openxmlformats.org/officeDocument/2006/relationships/tags" Target="../tags/tag536.xml"/><Relationship Id="rId12" Type="http://schemas.openxmlformats.org/officeDocument/2006/relationships/tags" Target="../tags/tag541.xml"/><Relationship Id="rId17" Type="http://schemas.openxmlformats.org/officeDocument/2006/relationships/notesSlide" Target="../notesSlides/notesSlide11.xml"/><Relationship Id="rId2" Type="http://schemas.openxmlformats.org/officeDocument/2006/relationships/tags" Target="../tags/tag531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530.xml"/><Relationship Id="rId6" Type="http://schemas.openxmlformats.org/officeDocument/2006/relationships/tags" Target="../tags/tag535.xml"/><Relationship Id="rId11" Type="http://schemas.openxmlformats.org/officeDocument/2006/relationships/tags" Target="../tags/tag540.xml"/><Relationship Id="rId5" Type="http://schemas.openxmlformats.org/officeDocument/2006/relationships/tags" Target="../tags/tag534.xml"/><Relationship Id="rId15" Type="http://schemas.openxmlformats.org/officeDocument/2006/relationships/tags" Target="../tags/tag544.xml"/><Relationship Id="rId10" Type="http://schemas.openxmlformats.org/officeDocument/2006/relationships/tags" Target="../tags/tag539.xml"/><Relationship Id="rId19" Type="http://schemas.openxmlformats.org/officeDocument/2006/relationships/image" Target="../media/image8.emf"/><Relationship Id="rId4" Type="http://schemas.openxmlformats.org/officeDocument/2006/relationships/tags" Target="../tags/tag533.xml"/><Relationship Id="rId9" Type="http://schemas.openxmlformats.org/officeDocument/2006/relationships/tags" Target="../tags/tag538.xml"/><Relationship Id="rId14" Type="http://schemas.openxmlformats.org/officeDocument/2006/relationships/tags" Target="../tags/tag54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tags" Target="../tags/tag552.xml"/><Relationship Id="rId13" Type="http://schemas.openxmlformats.org/officeDocument/2006/relationships/tags" Target="../tags/tag557.xml"/><Relationship Id="rId18" Type="http://schemas.openxmlformats.org/officeDocument/2006/relationships/tags" Target="../tags/tag562.xml"/><Relationship Id="rId26" Type="http://schemas.openxmlformats.org/officeDocument/2006/relationships/oleObject" Target="../embeddings/oleObject30.bin"/><Relationship Id="rId3" Type="http://schemas.openxmlformats.org/officeDocument/2006/relationships/tags" Target="../tags/tag547.xml"/><Relationship Id="rId21" Type="http://schemas.openxmlformats.org/officeDocument/2006/relationships/tags" Target="../tags/tag565.xml"/><Relationship Id="rId7" Type="http://schemas.openxmlformats.org/officeDocument/2006/relationships/tags" Target="../tags/tag551.xml"/><Relationship Id="rId12" Type="http://schemas.openxmlformats.org/officeDocument/2006/relationships/tags" Target="../tags/tag556.xml"/><Relationship Id="rId17" Type="http://schemas.openxmlformats.org/officeDocument/2006/relationships/tags" Target="../tags/tag561.xml"/><Relationship Id="rId25" Type="http://schemas.openxmlformats.org/officeDocument/2006/relationships/notesSlide" Target="../notesSlides/notesSlide12.xml"/><Relationship Id="rId2" Type="http://schemas.openxmlformats.org/officeDocument/2006/relationships/tags" Target="../tags/tag546.xml"/><Relationship Id="rId16" Type="http://schemas.openxmlformats.org/officeDocument/2006/relationships/tags" Target="../tags/tag560.xml"/><Relationship Id="rId20" Type="http://schemas.openxmlformats.org/officeDocument/2006/relationships/tags" Target="../tags/tag564.xml"/><Relationship Id="rId1" Type="http://schemas.openxmlformats.org/officeDocument/2006/relationships/tags" Target="../tags/tag545.xml"/><Relationship Id="rId6" Type="http://schemas.openxmlformats.org/officeDocument/2006/relationships/tags" Target="../tags/tag550.xml"/><Relationship Id="rId11" Type="http://schemas.openxmlformats.org/officeDocument/2006/relationships/tags" Target="../tags/tag555.xml"/><Relationship Id="rId24" Type="http://schemas.openxmlformats.org/officeDocument/2006/relationships/slideLayout" Target="../slideLayouts/slideLayout2.xml"/><Relationship Id="rId5" Type="http://schemas.openxmlformats.org/officeDocument/2006/relationships/tags" Target="../tags/tag549.xml"/><Relationship Id="rId15" Type="http://schemas.openxmlformats.org/officeDocument/2006/relationships/tags" Target="../tags/tag559.xml"/><Relationship Id="rId23" Type="http://schemas.openxmlformats.org/officeDocument/2006/relationships/tags" Target="../tags/tag567.xml"/><Relationship Id="rId28" Type="http://schemas.openxmlformats.org/officeDocument/2006/relationships/chart" Target="../charts/chart13.xml"/><Relationship Id="rId10" Type="http://schemas.openxmlformats.org/officeDocument/2006/relationships/tags" Target="../tags/tag554.xml"/><Relationship Id="rId19" Type="http://schemas.openxmlformats.org/officeDocument/2006/relationships/tags" Target="../tags/tag563.xml"/><Relationship Id="rId4" Type="http://schemas.openxmlformats.org/officeDocument/2006/relationships/tags" Target="../tags/tag548.xml"/><Relationship Id="rId9" Type="http://schemas.openxmlformats.org/officeDocument/2006/relationships/tags" Target="../tags/tag553.xml"/><Relationship Id="rId14" Type="http://schemas.openxmlformats.org/officeDocument/2006/relationships/tags" Target="../tags/tag558.xml"/><Relationship Id="rId22" Type="http://schemas.openxmlformats.org/officeDocument/2006/relationships/tags" Target="../tags/tag566.xml"/><Relationship Id="rId27" Type="http://schemas.openxmlformats.org/officeDocument/2006/relationships/image" Target="../media/image34.emf"/></Relationships>
</file>

<file path=ppt/slides/_rels/slide18.xml.rels><?xml version="1.0" encoding="UTF-8" standalone="yes"?>
<Relationships xmlns="http://schemas.openxmlformats.org/package/2006/relationships"><Relationship Id="rId13" Type="http://schemas.openxmlformats.org/officeDocument/2006/relationships/tags" Target="../tags/tag580.xml"/><Relationship Id="rId18" Type="http://schemas.openxmlformats.org/officeDocument/2006/relationships/tags" Target="../tags/tag585.xml"/><Relationship Id="rId26" Type="http://schemas.openxmlformats.org/officeDocument/2006/relationships/tags" Target="../tags/tag593.xml"/><Relationship Id="rId3" Type="http://schemas.openxmlformats.org/officeDocument/2006/relationships/tags" Target="../tags/tag570.xml"/><Relationship Id="rId21" Type="http://schemas.openxmlformats.org/officeDocument/2006/relationships/tags" Target="../tags/tag588.xml"/><Relationship Id="rId7" Type="http://schemas.openxmlformats.org/officeDocument/2006/relationships/tags" Target="../tags/tag574.xml"/><Relationship Id="rId12" Type="http://schemas.openxmlformats.org/officeDocument/2006/relationships/tags" Target="../tags/tag579.xml"/><Relationship Id="rId17" Type="http://schemas.openxmlformats.org/officeDocument/2006/relationships/tags" Target="../tags/tag584.xml"/><Relationship Id="rId25" Type="http://schemas.openxmlformats.org/officeDocument/2006/relationships/tags" Target="../tags/tag592.xml"/><Relationship Id="rId33" Type="http://schemas.openxmlformats.org/officeDocument/2006/relationships/image" Target="../media/image36.svg"/><Relationship Id="rId2" Type="http://schemas.openxmlformats.org/officeDocument/2006/relationships/tags" Target="../tags/tag569.xml"/><Relationship Id="rId16" Type="http://schemas.openxmlformats.org/officeDocument/2006/relationships/tags" Target="../tags/tag583.xml"/><Relationship Id="rId20" Type="http://schemas.openxmlformats.org/officeDocument/2006/relationships/tags" Target="../tags/tag587.xml"/><Relationship Id="rId29" Type="http://schemas.openxmlformats.org/officeDocument/2006/relationships/oleObject" Target="../embeddings/oleObject31.bin"/><Relationship Id="rId1" Type="http://schemas.openxmlformats.org/officeDocument/2006/relationships/tags" Target="../tags/tag568.xml"/><Relationship Id="rId6" Type="http://schemas.openxmlformats.org/officeDocument/2006/relationships/tags" Target="../tags/tag573.xml"/><Relationship Id="rId11" Type="http://schemas.openxmlformats.org/officeDocument/2006/relationships/tags" Target="../tags/tag578.xml"/><Relationship Id="rId24" Type="http://schemas.openxmlformats.org/officeDocument/2006/relationships/tags" Target="../tags/tag591.xml"/><Relationship Id="rId32" Type="http://schemas.openxmlformats.org/officeDocument/2006/relationships/chart" Target="../charts/chart15.xml"/><Relationship Id="rId5" Type="http://schemas.openxmlformats.org/officeDocument/2006/relationships/tags" Target="../tags/tag572.xml"/><Relationship Id="rId15" Type="http://schemas.openxmlformats.org/officeDocument/2006/relationships/tags" Target="../tags/tag582.xml"/><Relationship Id="rId23" Type="http://schemas.openxmlformats.org/officeDocument/2006/relationships/tags" Target="../tags/tag590.xml"/><Relationship Id="rId28" Type="http://schemas.openxmlformats.org/officeDocument/2006/relationships/notesSlide" Target="../notesSlides/notesSlide13.xml"/><Relationship Id="rId10" Type="http://schemas.openxmlformats.org/officeDocument/2006/relationships/tags" Target="../tags/tag577.xml"/><Relationship Id="rId19" Type="http://schemas.openxmlformats.org/officeDocument/2006/relationships/tags" Target="../tags/tag586.xml"/><Relationship Id="rId31" Type="http://schemas.openxmlformats.org/officeDocument/2006/relationships/chart" Target="../charts/chart14.xml"/><Relationship Id="rId4" Type="http://schemas.openxmlformats.org/officeDocument/2006/relationships/tags" Target="../tags/tag571.xml"/><Relationship Id="rId9" Type="http://schemas.openxmlformats.org/officeDocument/2006/relationships/tags" Target="../tags/tag576.xml"/><Relationship Id="rId14" Type="http://schemas.openxmlformats.org/officeDocument/2006/relationships/tags" Target="../tags/tag581.xml"/><Relationship Id="rId22" Type="http://schemas.openxmlformats.org/officeDocument/2006/relationships/tags" Target="../tags/tag589.xml"/><Relationship Id="rId27" Type="http://schemas.openxmlformats.org/officeDocument/2006/relationships/slideLayout" Target="../slideLayouts/slideLayout2.xml"/><Relationship Id="rId30" Type="http://schemas.openxmlformats.org/officeDocument/2006/relationships/image" Target="../media/image35.emf"/><Relationship Id="rId8" Type="http://schemas.openxmlformats.org/officeDocument/2006/relationships/tags" Target="../tags/tag575.xml"/></Relationships>
</file>

<file path=ppt/slides/_rels/slide19.xml.rels><?xml version="1.0" encoding="UTF-8" standalone="yes"?>
<Relationships xmlns="http://schemas.openxmlformats.org/package/2006/relationships"><Relationship Id="rId13" Type="http://schemas.openxmlformats.org/officeDocument/2006/relationships/tags" Target="../tags/tag606.xml"/><Relationship Id="rId18" Type="http://schemas.openxmlformats.org/officeDocument/2006/relationships/tags" Target="../tags/tag611.xml"/><Relationship Id="rId26" Type="http://schemas.openxmlformats.org/officeDocument/2006/relationships/tags" Target="../tags/tag619.xml"/><Relationship Id="rId39" Type="http://schemas.openxmlformats.org/officeDocument/2006/relationships/chart" Target="../charts/chart17.xml"/><Relationship Id="rId21" Type="http://schemas.openxmlformats.org/officeDocument/2006/relationships/tags" Target="../tags/tag614.xml"/><Relationship Id="rId34" Type="http://schemas.openxmlformats.org/officeDocument/2006/relationships/slideLayout" Target="../slideLayouts/slideLayout2.xml"/><Relationship Id="rId7" Type="http://schemas.openxmlformats.org/officeDocument/2006/relationships/tags" Target="../tags/tag600.xml"/><Relationship Id="rId12" Type="http://schemas.openxmlformats.org/officeDocument/2006/relationships/tags" Target="../tags/tag605.xml"/><Relationship Id="rId17" Type="http://schemas.openxmlformats.org/officeDocument/2006/relationships/tags" Target="../tags/tag610.xml"/><Relationship Id="rId25" Type="http://schemas.openxmlformats.org/officeDocument/2006/relationships/tags" Target="../tags/tag618.xml"/><Relationship Id="rId33" Type="http://schemas.openxmlformats.org/officeDocument/2006/relationships/tags" Target="../tags/tag626.xml"/><Relationship Id="rId38" Type="http://schemas.openxmlformats.org/officeDocument/2006/relationships/chart" Target="../charts/chart16.xml"/><Relationship Id="rId2" Type="http://schemas.openxmlformats.org/officeDocument/2006/relationships/tags" Target="../tags/tag595.xml"/><Relationship Id="rId16" Type="http://schemas.openxmlformats.org/officeDocument/2006/relationships/tags" Target="../tags/tag609.xml"/><Relationship Id="rId20" Type="http://schemas.openxmlformats.org/officeDocument/2006/relationships/tags" Target="../tags/tag613.xml"/><Relationship Id="rId29" Type="http://schemas.openxmlformats.org/officeDocument/2006/relationships/tags" Target="../tags/tag622.xml"/><Relationship Id="rId1" Type="http://schemas.openxmlformats.org/officeDocument/2006/relationships/tags" Target="../tags/tag594.xml"/><Relationship Id="rId6" Type="http://schemas.openxmlformats.org/officeDocument/2006/relationships/tags" Target="../tags/tag599.xml"/><Relationship Id="rId11" Type="http://schemas.openxmlformats.org/officeDocument/2006/relationships/tags" Target="../tags/tag604.xml"/><Relationship Id="rId24" Type="http://schemas.openxmlformats.org/officeDocument/2006/relationships/tags" Target="../tags/tag617.xml"/><Relationship Id="rId32" Type="http://schemas.openxmlformats.org/officeDocument/2006/relationships/tags" Target="../tags/tag625.xml"/><Relationship Id="rId37" Type="http://schemas.openxmlformats.org/officeDocument/2006/relationships/image" Target="../media/image35.emf"/><Relationship Id="rId40" Type="http://schemas.openxmlformats.org/officeDocument/2006/relationships/image" Target="../media/image37.svg"/><Relationship Id="rId5" Type="http://schemas.openxmlformats.org/officeDocument/2006/relationships/tags" Target="../tags/tag598.xml"/><Relationship Id="rId15" Type="http://schemas.openxmlformats.org/officeDocument/2006/relationships/tags" Target="../tags/tag608.xml"/><Relationship Id="rId23" Type="http://schemas.openxmlformats.org/officeDocument/2006/relationships/tags" Target="../tags/tag616.xml"/><Relationship Id="rId28" Type="http://schemas.openxmlformats.org/officeDocument/2006/relationships/tags" Target="../tags/tag621.xml"/><Relationship Id="rId36" Type="http://schemas.openxmlformats.org/officeDocument/2006/relationships/oleObject" Target="../embeddings/oleObject32.bin"/><Relationship Id="rId10" Type="http://schemas.openxmlformats.org/officeDocument/2006/relationships/tags" Target="../tags/tag603.xml"/><Relationship Id="rId19" Type="http://schemas.openxmlformats.org/officeDocument/2006/relationships/tags" Target="../tags/tag612.xml"/><Relationship Id="rId31" Type="http://schemas.openxmlformats.org/officeDocument/2006/relationships/tags" Target="../tags/tag624.xml"/><Relationship Id="rId4" Type="http://schemas.openxmlformats.org/officeDocument/2006/relationships/tags" Target="../tags/tag597.xml"/><Relationship Id="rId9" Type="http://schemas.openxmlformats.org/officeDocument/2006/relationships/tags" Target="../tags/tag602.xml"/><Relationship Id="rId14" Type="http://schemas.openxmlformats.org/officeDocument/2006/relationships/tags" Target="../tags/tag607.xml"/><Relationship Id="rId22" Type="http://schemas.openxmlformats.org/officeDocument/2006/relationships/tags" Target="../tags/tag615.xml"/><Relationship Id="rId27" Type="http://schemas.openxmlformats.org/officeDocument/2006/relationships/tags" Target="../tags/tag620.xml"/><Relationship Id="rId30" Type="http://schemas.openxmlformats.org/officeDocument/2006/relationships/tags" Target="../tags/tag623.xml"/><Relationship Id="rId35" Type="http://schemas.openxmlformats.org/officeDocument/2006/relationships/notesSlide" Target="../notesSlides/notesSlide14.xml"/><Relationship Id="rId8" Type="http://schemas.openxmlformats.org/officeDocument/2006/relationships/tags" Target="../tags/tag601.xml"/><Relationship Id="rId3" Type="http://schemas.openxmlformats.org/officeDocument/2006/relationships/tags" Target="../tags/tag596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tags" Target="../tags/tag634.xml"/><Relationship Id="rId13" Type="http://schemas.openxmlformats.org/officeDocument/2006/relationships/tags" Target="../tags/tag639.xml"/><Relationship Id="rId18" Type="http://schemas.openxmlformats.org/officeDocument/2006/relationships/tags" Target="../tags/tag644.xml"/><Relationship Id="rId26" Type="http://schemas.openxmlformats.org/officeDocument/2006/relationships/image" Target="../media/image41.svg"/><Relationship Id="rId3" Type="http://schemas.openxmlformats.org/officeDocument/2006/relationships/tags" Target="../tags/tag629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633.xml"/><Relationship Id="rId12" Type="http://schemas.openxmlformats.org/officeDocument/2006/relationships/tags" Target="../tags/tag638.xml"/><Relationship Id="rId17" Type="http://schemas.openxmlformats.org/officeDocument/2006/relationships/tags" Target="../tags/tag643.xml"/><Relationship Id="rId25" Type="http://schemas.openxmlformats.org/officeDocument/2006/relationships/image" Target="../media/image40.svg"/><Relationship Id="rId2" Type="http://schemas.openxmlformats.org/officeDocument/2006/relationships/tags" Target="../tags/tag628.xml"/><Relationship Id="rId16" Type="http://schemas.openxmlformats.org/officeDocument/2006/relationships/tags" Target="../tags/tag642.xml"/><Relationship Id="rId20" Type="http://schemas.openxmlformats.org/officeDocument/2006/relationships/tags" Target="../tags/tag646.xml"/><Relationship Id="rId1" Type="http://schemas.openxmlformats.org/officeDocument/2006/relationships/tags" Target="../tags/tag627.xml"/><Relationship Id="rId6" Type="http://schemas.openxmlformats.org/officeDocument/2006/relationships/tags" Target="../tags/tag632.xml"/><Relationship Id="rId11" Type="http://schemas.openxmlformats.org/officeDocument/2006/relationships/tags" Target="../tags/tag637.xml"/><Relationship Id="rId24" Type="http://schemas.openxmlformats.org/officeDocument/2006/relationships/image" Target="../media/image39.svg"/><Relationship Id="rId5" Type="http://schemas.openxmlformats.org/officeDocument/2006/relationships/tags" Target="../tags/tag631.xml"/><Relationship Id="rId15" Type="http://schemas.openxmlformats.org/officeDocument/2006/relationships/tags" Target="../tags/tag641.xml"/><Relationship Id="rId23" Type="http://schemas.openxmlformats.org/officeDocument/2006/relationships/image" Target="../media/image38.emf"/><Relationship Id="rId10" Type="http://schemas.openxmlformats.org/officeDocument/2006/relationships/tags" Target="../tags/tag636.xml"/><Relationship Id="rId19" Type="http://schemas.openxmlformats.org/officeDocument/2006/relationships/tags" Target="../tags/tag645.xml"/><Relationship Id="rId4" Type="http://schemas.openxmlformats.org/officeDocument/2006/relationships/tags" Target="../tags/tag630.xml"/><Relationship Id="rId9" Type="http://schemas.openxmlformats.org/officeDocument/2006/relationships/tags" Target="../tags/tag635.xml"/><Relationship Id="rId14" Type="http://schemas.openxmlformats.org/officeDocument/2006/relationships/tags" Target="../tags/tag640.xml"/><Relationship Id="rId22" Type="http://schemas.openxmlformats.org/officeDocument/2006/relationships/oleObject" Target="../embeddings/oleObject33.bin"/><Relationship Id="rId27" Type="http://schemas.openxmlformats.org/officeDocument/2006/relationships/image" Target="../media/image42.sv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tags" Target="../tags/tag654.xml"/><Relationship Id="rId13" Type="http://schemas.openxmlformats.org/officeDocument/2006/relationships/tags" Target="../tags/tag659.xml"/><Relationship Id="rId18" Type="http://schemas.openxmlformats.org/officeDocument/2006/relationships/oleObject" Target="../embeddings/oleObject34.bin"/><Relationship Id="rId3" Type="http://schemas.openxmlformats.org/officeDocument/2006/relationships/tags" Target="../tags/tag649.xml"/><Relationship Id="rId7" Type="http://schemas.openxmlformats.org/officeDocument/2006/relationships/tags" Target="../tags/tag653.xml"/><Relationship Id="rId12" Type="http://schemas.openxmlformats.org/officeDocument/2006/relationships/tags" Target="../tags/tag658.xml"/><Relationship Id="rId17" Type="http://schemas.openxmlformats.org/officeDocument/2006/relationships/notesSlide" Target="../notesSlides/notesSlide15.xml"/><Relationship Id="rId2" Type="http://schemas.openxmlformats.org/officeDocument/2006/relationships/tags" Target="../tags/tag648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647.xml"/><Relationship Id="rId6" Type="http://schemas.openxmlformats.org/officeDocument/2006/relationships/tags" Target="../tags/tag652.xml"/><Relationship Id="rId11" Type="http://schemas.openxmlformats.org/officeDocument/2006/relationships/tags" Target="../tags/tag657.xml"/><Relationship Id="rId5" Type="http://schemas.openxmlformats.org/officeDocument/2006/relationships/tags" Target="../tags/tag651.xml"/><Relationship Id="rId15" Type="http://schemas.openxmlformats.org/officeDocument/2006/relationships/tags" Target="../tags/tag661.xml"/><Relationship Id="rId10" Type="http://schemas.openxmlformats.org/officeDocument/2006/relationships/tags" Target="../tags/tag656.xml"/><Relationship Id="rId19" Type="http://schemas.openxmlformats.org/officeDocument/2006/relationships/image" Target="../media/image8.emf"/><Relationship Id="rId4" Type="http://schemas.openxmlformats.org/officeDocument/2006/relationships/tags" Target="../tags/tag650.xml"/><Relationship Id="rId9" Type="http://schemas.openxmlformats.org/officeDocument/2006/relationships/tags" Target="../tags/tag655.xml"/><Relationship Id="rId14" Type="http://schemas.openxmlformats.org/officeDocument/2006/relationships/tags" Target="../tags/tag660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tags" Target="../tags/tag669.xml"/><Relationship Id="rId13" Type="http://schemas.openxmlformats.org/officeDocument/2006/relationships/tags" Target="../tags/tag674.xml"/><Relationship Id="rId18" Type="http://schemas.openxmlformats.org/officeDocument/2006/relationships/tags" Target="../tags/tag679.xml"/><Relationship Id="rId26" Type="http://schemas.openxmlformats.org/officeDocument/2006/relationships/image" Target="../media/image8.emf"/><Relationship Id="rId3" Type="http://schemas.openxmlformats.org/officeDocument/2006/relationships/tags" Target="../tags/tag664.xml"/><Relationship Id="rId21" Type="http://schemas.openxmlformats.org/officeDocument/2006/relationships/tags" Target="../tags/tag682.xml"/><Relationship Id="rId7" Type="http://schemas.openxmlformats.org/officeDocument/2006/relationships/tags" Target="../tags/tag668.xml"/><Relationship Id="rId12" Type="http://schemas.openxmlformats.org/officeDocument/2006/relationships/tags" Target="../tags/tag673.xml"/><Relationship Id="rId17" Type="http://schemas.openxmlformats.org/officeDocument/2006/relationships/tags" Target="../tags/tag678.xml"/><Relationship Id="rId25" Type="http://schemas.openxmlformats.org/officeDocument/2006/relationships/oleObject" Target="../embeddings/oleObject35.bin"/><Relationship Id="rId2" Type="http://schemas.openxmlformats.org/officeDocument/2006/relationships/tags" Target="../tags/tag663.xml"/><Relationship Id="rId16" Type="http://schemas.openxmlformats.org/officeDocument/2006/relationships/tags" Target="../tags/tag677.xml"/><Relationship Id="rId20" Type="http://schemas.openxmlformats.org/officeDocument/2006/relationships/tags" Target="../tags/tag681.xml"/><Relationship Id="rId1" Type="http://schemas.openxmlformats.org/officeDocument/2006/relationships/tags" Target="../tags/tag662.xml"/><Relationship Id="rId6" Type="http://schemas.openxmlformats.org/officeDocument/2006/relationships/tags" Target="../tags/tag667.xml"/><Relationship Id="rId11" Type="http://schemas.openxmlformats.org/officeDocument/2006/relationships/tags" Target="../tags/tag672.xml"/><Relationship Id="rId24" Type="http://schemas.openxmlformats.org/officeDocument/2006/relationships/notesSlide" Target="../notesSlides/notesSlide16.xml"/><Relationship Id="rId5" Type="http://schemas.openxmlformats.org/officeDocument/2006/relationships/tags" Target="../tags/tag666.xml"/><Relationship Id="rId15" Type="http://schemas.openxmlformats.org/officeDocument/2006/relationships/tags" Target="../tags/tag676.xml"/><Relationship Id="rId23" Type="http://schemas.openxmlformats.org/officeDocument/2006/relationships/slideLayout" Target="../slideLayouts/slideLayout2.xml"/><Relationship Id="rId28" Type="http://schemas.openxmlformats.org/officeDocument/2006/relationships/image" Target="../media/image44.svg"/><Relationship Id="rId10" Type="http://schemas.openxmlformats.org/officeDocument/2006/relationships/tags" Target="../tags/tag671.xml"/><Relationship Id="rId19" Type="http://schemas.openxmlformats.org/officeDocument/2006/relationships/tags" Target="../tags/tag680.xml"/><Relationship Id="rId4" Type="http://schemas.openxmlformats.org/officeDocument/2006/relationships/tags" Target="../tags/tag665.xml"/><Relationship Id="rId9" Type="http://schemas.openxmlformats.org/officeDocument/2006/relationships/tags" Target="../tags/tag670.xml"/><Relationship Id="rId14" Type="http://schemas.openxmlformats.org/officeDocument/2006/relationships/tags" Target="../tags/tag675.xml"/><Relationship Id="rId22" Type="http://schemas.openxmlformats.org/officeDocument/2006/relationships/tags" Target="../tags/tag683.xml"/><Relationship Id="rId27" Type="http://schemas.openxmlformats.org/officeDocument/2006/relationships/image" Target="../media/image43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tags" Target="../tags/tag686.xml"/><Relationship Id="rId7" Type="http://schemas.openxmlformats.org/officeDocument/2006/relationships/image" Target="../media/image45.png"/><Relationship Id="rId2" Type="http://schemas.openxmlformats.org/officeDocument/2006/relationships/tags" Target="../tags/tag685.xml"/><Relationship Id="rId1" Type="http://schemas.openxmlformats.org/officeDocument/2006/relationships/tags" Target="../tags/tag684.xml"/><Relationship Id="rId6" Type="http://schemas.openxmlformats.org/officeDocument/2006/relationships/image" Target="../media/image8.emf"/><Relationship Id="rId5" Type="http://schemas.openxmlformats.org/officeDocument/2006/relationships/oleObject" Target="../embeddings/oleObject36.bin"/><Relationship Id="rId10" Type="http://schemas.openxmlformats.org/officeDocument/2006/relationships/image" Target="../media/image48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7.png"/></Relationships>
</file>

<file path=ppt/slides/_rels/slide24.xml.rels><?xml version="1.0" encoding="UTF-8" standalone="yes"?>
<Relationships xmlns="http://schemas.openxmlformats.org/package/2006/relationships"><Relationship Id="rId13" Type="http://schemas.openxmlformats.org/officeDocument/2006/relationships/tags" Target="../tags/tag699.xml"/><Relationship Id="rId18" Type="http://schemas.openxmlformats.org/officeDocument/2006/relationships/tags" Target="../tags/tag704.xml"/><Relationship Id="rId26" Type="http://schemas.openxmlformats.org/officeDocument/2006/relationships/tags" Target="../tags/tag712.xml"/><Relationship Id="rId39" Type="http://schemas.openxmlformats.org/officeDocument/2006/relationships/image" Target="../media/image51.svg"/><Relationship Id="rId21" Type="http://schemas.openxmlformats.org/officeDocument/2006/relationships/tags" Target="../tags/tag707.xml"/><Relationship Id="rId34" Type="http://schemas.openxmlformats.org/officeDocument/2006/relationships/notesSlide" Target="../notesSlides/notesSlide17.xml"/><Relationship Id="rId7" Type="http://schemas.openxmlformats.org/officeDocument/2006/relationships/tags" Target="../tags/tag693.xml"/><Relationship Id="rId12" Type="http://schemas.openxmlformats.org/officeDocument/2006/relationships/tags" Target="../tags/tag698.xml"/><Relationship Id="rId17" Type="http://schemas.openxmlformats.org/officeDocument/2006/relationships/tags" Target="../tags/tag703.xml"/><Relationship Id="rId25" Type="http://schemas.openxmlformats.org/officeDocument/2006/relationships/tags" Target="../tags/tag711.xml"/><Relationship Id="rId33" Type="http://schemas.openxmlformats.org/officeDocument/2006/relationships/slideLayout" Target="../slideLayouts/slideLayout2.xml"/><Relationship Id="rId38" Type="http://schemas.openxmlformats.org/officeDocument/2006/relationships/image" Target="../media/image50.svg"/><Relationship Id="rId2" Type="http://schemas.openxmlformats.org/officeDocument/2006/relationships/tags" Target="../tags/tag688.xml"/><Relationship Id="rId16" Type="http://schemas.openxmlformats.org/officeDocument/2006/relationships/tags" Target="../tags/tag702.xml"/><Relationship Id="rId20" Type="http://schemas.openxmlformats.org/officeDocument/2006/relationships/tags" Target="../tags/tag706.xml"/><Relationship Id="rId29" Type="http://schemas.openxmlformats.org/officeDocument/2006/relationships/tags" Target="../tags/tag715.xml"/><Relationship Id="rId1" Type="http://schemas.openxmlformats.org/officeDocument/2006/relationships/tags" Target="../tags/tag687.xml"/><Relationship Id="rId6" Type="http://schemas.openxmlformats.org/officeDocument/2006/relationships/tags" Target="../tags/tag692.xml"/><Relationship Id="rId11" Type="http://schemas.openxmlformats.org/officeDocument/2006/relationships/tags" Target="../tags/tag697.xml"/><Relationship Id="rId24" Type="http://schemas.openxmlformats.org/officeDocument/2006/relationships/tags" Target="../tags/tag710.xml"/><Relationship Id="rId32" Type="http://schemas.openxmlformats.org/officeDocument/2006/relationships/tags" Target="../tags/tag718.xml"/><Relationship Id="rId37" Type="http://schemas.openxmlformats.org/officeDocument/2006/relationships/image" Target="../media/image49.svg"/><Relationship Id="rId40" Type="http://schemas.openxmlformats.org/officeDocument/2006/relationships/image" Target="../media/image52.svg"/><Relationship Id="rId5" Type="http://schemas.openxmlformats.org/officeDocument/2006/relationships/tags" Target="../tags/tag691.xml"/><Relationship Id="rId15" Type="http://schemas.openxmlformats.org/officeDocument/2006/relationships/tags" Target="../tags/tag701.xml"/><Relationship Id="rId23" Type="http://schemas.openxmlformats.org/officeDocument/2006/relationships/tags" Target="../tags/tag709.xml"/><Relationship Id="rId28" Type="http://schemas.openxmlformats.org/officeDocument/2006/relationships/tags" Target="../tags/tag714.xml"/><Relationship Id="rId36" Type="http://schemas.openxmlformats.org/officeDocument/2006/relationships/image" Target="../media/image8.emf"/><Relationship Id="rId10" Type="http://schemas.openxmlformats.org/officeDocument/2006/relationships/tags" Target="../tags/tag696.xml"/><Relationship Id="rId19" Type="http://schemas.openxmlformats.org/officeDocument/2006/relationships/tags" Target="../tags/tag705.xml"/><Relationship Id="rId31" Type="http://schemas.openxmlformats.org/officeDocument/2006/relationships/tags" Target="../tags/tag717.xml"/><Relationship Id="rId4" Type="http://schemas.openxmlformats.org/officeDocument/2006/relationships/tags" Target="../tags/tag690.xml"/><Relationship Id="rId9" Type="http://schemas.openxmlformats.org/officeDocument/2006/relationships/tags" Target="../tags/tag695.xml"/><Relationship Id="rId14" Type="http://schemas.openxmlformats.org/officeDocument/2006/relationships/tags" Target="../tags/tag700.xml"/><Relationship Id="rId22" Type="http://schemas.openxmlformats.org/officeDocument/2006/relationships/tags" Target="../tags/tag708.xml"/><Relationship Id="rId27" Type="http://schemas.openxmlformats.org/officeDocument/2006/relationships/tags" Target="../tags/tag713.xml"/><Relationship Id="rId30" Type="http://schemas.openxmlformats.org/officeDocument/2006/relationships/tags" Target="../tags/tag716.xml"/><Relationship Id="rId35" Type="http://schemas.openxmlformats.org/officeDocument/2006/relationships/oleObject" Target="../embeddings/oleObject37.bin"/><Relationship Id="rId8" Type="http://schemas.openxmlformats.org/officeDocument/2006/relationships/tags" Target="../tags/tag694.xml"/><Relationship Id="rId3" Type="http://schemas.openxmlformats.org/officeDocument/2006/relationships/tags" Target="../tags/tag689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tags" Target="../tags/tag726.xml"/><Relationship Id="rId13" Type="http://schemas.openxmlformats.org/officeDocument/2006/relationships/tags" Target="../tags/tag731.xml"/><Relationship Id="rId18" Type="http://schemas.openxmlformats.org/officeDocument/2006/relationships/tags" Target="../tags/tag736.xml"/><Relationship Id="rId3" Type="http://schemas.openxmlformats.org/officeDocument/2006/relationships/tags" Target="../tags/tag721.xml"/><Relationship Id="rId21" Type="http://schemas.openxmlformats.org/officeDocument/2006/relationships/notesSlide" Target="../notesSlides/notesSlide18.xml"/><Relationship Id="rId7" Type="http://schemas.openxmlformats.org/officeDocument/2006/relationships/tags" Target="../tags/tag725.xml"/><Relationship Id="rId12" Type="http://schemas.openxmlformats.org/officeDocument/2006/relationships/tags" Target="../tags/tag730.xml"/><Relationship Id="rId17" Type="http://schemas.openxmlformats.org/officeDocument/2006/relationships/tags" Target="../tags/tag735.xml"/><Relationship Id="rId25" Type="http://schemas.openxmlformats.org/officeDocument/2006/relationships/image" Target="../media/image54.svg"/><Relationship Id="rId2" Type="http://schemas.openxmlformats.org/officeDocument/2006/relationships/tags" Target="../tags/tag720.xml"/><Relationship Id="rId16" Type="http://schemas.openxmlformats.org/officeDocument/2006/relationships/tags" Target="../tags/tag734.xml"/><Relationship Id="rId20" Type="http://schemas.openxmlformats.org/officeDocument/2006/relationships/slideLayout" Target="../slideLayouts/slideLayout2.xml"/><Relationship Id="rId1" Type="http://schemas.openxmlformats.org/officeDocument/2006/relationships/tags" Target="../tags/tag719.xml"/><Relationship Id="rId6" Type="http://schemas.openxmlformats.org/officeDocument/2006/relationships/tags" Target="../tags/tag724.xml"/><Relationship Id="rId11" Type="http://schemas.openxmlformats.org/officeDocument/2006/relationships/tags" Target="../tags/tag729.xml"/><Relationship Id="rId24" Type="http://schemas.openxmlformats.org/officeDocument/2006/relationships/image" Target="../media/image53.svg"/><Relationship Id="rId5" Type="http://schemas.openxmlformats.org/officeDocument/2006/relationships/tags" Target="../tags/tag723.xml"/><Relationship Id="rId15" Type="http://schemas.openxmlformats.org/officeDocument/2006/relationships/tags" Target="../tags/tag733.xml"/><Relationship Id="rId23" Type="http://schemas.openxmlformats.org/officeDocument/2006/relationships/image" Target="../media/image8.emf"/><Relationship Id="rId10" Type="http://schemas.openxmlformats.org/officeDocument/2006/relationships/tags" Target="../tags/tag728.xml"/><Relationship Id="rId19" Type="http://schemas.openxmlformats.org/officeDocument/2006/relationships/tags" Target="../tags/tag737.xml"/><Relationship Id="rId4" Type="http://schemas.openxmlformats.org/officeDocument/2006/relationships/tags" Target="../tags/tag722.xml"/><Relationship Id="rId9" Type="http://schemas.openxmlformats.org/officeDocument/2006/relationships/tags" Target="../tags/tag727.xml"/><Relationship Id="rId14" Type="http://schemas.openxmlformats.org/officeDocument/2006/relationships/tags" Target="../tags/tag732.xml"/><Relationship Id="rId22" Type="http://schemas.openxmlformats.org/officeDocument/2006/relationships/oleObject" Target="../embeddings/oleObject38.bin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tags" Target="../tags/tag745.xml"/><Relationship Id="rId13" Type="http://schemas.openxmlformats.org/officeDocument/2006/relationships/tags" Target="../tags/tag750.xml"/><Relationship Id="rId18" Type="http://schemas.openxmlformats.org/officeDocument/2006/relationships/tags" Target="../tags/tag755.xml"/><Relationship Id="rId26" Type="http://schemas.openxmlformats.org/officeDocument/2006/relationships/image" Target="../media/image55.svg"/><Relationship Id="rId3" Type="http://schemas.openxmlformats.org/officeDocument/2006/relationships/tags" Target="../tags/tag740.xml"/><Relationship Id="rId21" Type="http://schemas.openxmlformats.org/officeDocument/2006/relationships/notesSlide" Target="../notesSlides/notesSlide19.xml"/><Relationship Id="rId7" Type="http://schemas.openxmlformats.org/officeDocument/2006/relationships/tags" Target="../tags/tag744.xml"/><Relationship Id="rId12" Type="http://schemas.openxmlformats.org/officeDocument/2006/relationships/tags" Target="../tags/tag749.xml"/><Relationship Id="rId17" Type="http://schemas.openxmlformats.org/officeDocument/2006/relationships/tags" Target="../tags/tag754.xml"/><Relationship Id="rId25" Type="http://schemas.openxmlformats.org/officeDocument/2006/relationships/image" Target="../media/image54.svg"/><Relationship Id="rId2" Type="http://schemas.openxmlformats.org/officeDocument/2006/relationships/tags" Target="../tags/tag739.xml"/><Relationship Id="rId16" Type="http://schemas.openxmlformats.org/officeDocument/2006/relationships/tags" Target="../tags/tag753.xml"/><Relationship Id="rId20" Type="http://schemas.openxmlformats.org/officeDocument/2006/relationships/slideLayout" Target="../slideLayouts/slideLayout2.xml"/><Relationship Id="rId1" Type="http://schemas.openxmlformats.org/officeDocument/2006/relationships/tags" Target="../tags/tag738.xml"/><Relationship Id="rId6" Type="http://schemas.openxmlformats.org/officeDocument/2006/relationships/tags" Target="../tags/tag743.xml"/><Relationship Id="rId11" Type="http://schemas.openxmlformats.org/officeDocument/2006/relationships/tags" Target="../tags/tag748.xml"/><Relationship Id="rId24" Type="http://schemas.openxmlformats.org/officeDocument/2006/relationships/image" Target="../media/image53.svg"/><Relationship Id="rId5" Type="http://schemas.openxmlformats.org/officeDocument/2006/relationships/tags" Target="../tags/tag742.xml"/><Relationship Id="rId15" Type="http://schemas.openxmlformats.org/officeDocument/2006/relationships/tags" Target="../tags/tag752.xml"/><Relationship Id="rId23" Type="http://schemas.openxmlformats.org/officeDocument/2006/relationships/image" Target="../media/image38.emf"/><Relationship Id="rId10" Type="http://schemas.openxmlformats.org/officeDocument/2006/relationships/tags" Target="../tags/tag747.xml"/><Relationship Id="rId19" Type="http://schemas.openxmlformats.org/officeDocument/2006/relationships/tags" Target="../tags/tag756.xml"/><Relationship Id="rId4" Type="http://schemas.openxmlformats.org/officeDocument/2006/relationships/tags" Target="../tags/tag741.xml"/><Relationship Id="rId9" Type="http://schemas.openxmlformats.org/officeDocument/2006/relationships/tags" Target="../tags/tag746.xml"/><Relationship Id="rId14" Type="http://schemas.openxmlformats.org/officeDocument/2006/relationships/tags" Target="../tags/tag751.xml"/><Relationship Id="rId22" Type="http://schemas.openxmlformats.org/officeDocument/2006/relationships/oleObject" Target="../embeddings/oleObject39.bin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tags" Target="../tags/tag764.xml"/><Relationship Id="rId13" Type="http://schemas.openxmlformats.org/officeDocument/2006/relationships/tags" Target="../tags/tag769.xml"/><Relationship Id="rId18" Type="http://schemas.openxmlformats.org/officeDocument/2006/relationships/oleObject" Target="../embeddings/oleObject40.bin"/><Relationship Id="rId3" Type="http://schemas.openxmlformats.org/officeDocument/2006/relationships/tags" Target="../tags/tag759.xml"/><Relationship Id="rId7" Type="http://schemas.openxmlformats.org/officeDocument/2006/relationships/tags" Target="../tags/tag763.xml"/><Relationship Id="rId12" Type="http://schemas.openxmlformats.org/officeDocument/2006/relationships/tags" Target="../tags/tag768.xml"/><Relationship Id="rId17" Type="http://schemas.openxmlformats.org/officeDocument/2006/relationships/notesSlide" Target="../notesSlides/notesSlide20.xml"/><Relationship Id="rId2" Type="http://schemas.openxmlformats.org/officeDocument/2006/relationships/tags" Target="../tags/tag758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757.xml"/><Relationship Id="rId6" Type="http://schemas.openxmlformats.org/officeDocument/2006/relationships/tags" Target="../tags/tag762.xml"/><Relationship Id="rId11" Type="http://schemas.openxmlformats.org/officeDocument/2006/relationships/tags" Target="../tags/tag767.xml"/><Relationship Id="rId5" Type="http://schemas.openxmlformats.org/officeDocument/2006/relationships/tags" Target="../tags/tag761.xml"/><Relationship Id="rId15" Type="http://schemas.openxmlformats.org/officeDocument/2006/relationships/tags" Target="../tags/tag771.xml"/><Relationship Id="rId10" Type="http://schemas.openxmlformats.org/officeDocument/2006/relationships/tags" Target="../tags/tag766.xml"/><Relationship Id="rId19" Type="http://schemas.openxmlformats.org/officeDocument/2006/relationships/image" Target="../media/image8.emf"/><Relationship Id="rId4" Type="http://schemas.openxmlformats.org/officeDocument/2006/relationships/tags" Target="../tags/tag760.xml"/><Relationship Id="rId9" Type="http://schemas.openxmlformats.org/officeDocument/2006/relationships/tags" Target="../tags/tag765.xml"/><Relationship Id="rId14" Type="http://schemas.openxmlformats.org/officeDocument/2006/relationships/tags" Target="../tags/tag770.xml"/></Relationships>
</file>

<file path=ppt/slides/_rels/slide28.xml.rels><?xml version="1.0" encoding="UTF-8" standalone="yes"?>
<Relationships xmlns="http://schemas.openxmlformats.org/package/2006/relationships"><Relationship Id="rId13" Type="http://schemas.openxmlformats.org/officeDocument/2006/relationships/tags" Target="../tags/tag784.xml"/><Relationship Id="rId18" Type="http://schemas.openxmlformats.org/officeDocument/2006/relationships/tags" Target="../tags/tag789.xml"/><Relationship Id="rId26" Type="http://schemas.openxmlformats.org/officeDocument/2006/relationships/tags" Target="../tags/tag797.xml"/><Relationship Id="rId39" Type="http://schemas.openxmlformats.org/officeDocument/2006/relationships/tags" Target="../tags/tag810.xml"/><Relationship Id="rId21" Type="http://schemas.openxmlformats.org/officeDocument/2006/relationships/tags" Target="../tags/tag792.xml"/><Relationship Id="rId34" Type="http://schemas.openxmlformats.org/officeDocument/2006/relationships/tags" Target="../tags/tag805.xml"/><Relationship Id="rId42" Type="http://schemas.openxmlformats.org/officeDocument/2006/relationships/oleObject" Target="../embeddings/oleObject41.bin"/><Relationship Id="rId47" Type="http://schemas.openxmlformats.org/officeDocument/2006/relationships/image" Target="../media/image59.svg"/><Relationship Id="rId7" Type="http://schemas.openxmlformats.org/officeDocument/2006/relationships/tags" Target="../tags/tag778.xml"/><Relationship Id="rId2" Type="http://schemas.openxmlformats.org/officeDocument/2006/relationships/tags" Target="../tags/tag773.xml"/><Relationship Id="rId16" Type="http://schemas.openxmlformats.org/officeDocument/2006/relationships/tags" Target="../tags/tag787.xml"/><Relationship Id="rId29" Type="http://schemas.openxmlformats.org/officeDocument/2006/relationships/tags" Target="../tags/tag800.xml"/><Relationship Id="rId11" Type="http://schemas.openxmlformats.org/officeDocument/2006/relationships/tags" Target="../tags/tag782.xml"/><Relationship Id="rId24" Type="http://schemas.openxmlformats.org/officeDocument/2006/relationships/tags" Target="../tags/tag795.xml"/><Relationship Id="rId32" Type="http://schemas.openxmlformats.org/officeDocument/2006/relationships/tags" Target="../tags/tag803.xml"/><Relationship Id="rId37" Type="http://schemas.openxmlformats.org/officeDocument/2006/relationships/tags" Target="../tags/tag808.xml"/><Relationship Id="rId40" Type="http://schemas.openxmlformats.org/officeDocument/2006/relationships/slideLayout" Target="../slideLayouts/slideLayout2.xml"/><Relationship Id="rId45" Type="http://schemas.openxmlformats.org/officeDocument/2006/relationships/image" Target="../media/image57.jpeg"/><Relationship Id="rId5" Type="http://schemas.openxmlformats.org/officeDocument/2006/relationships/tags" Target="../tags/tag776.xml"/><Relationship Id="rId15" Type="http://schemas.openxmlformats.org/officeDocument/2006/relationships/tags" Target="../tags/tag786.xml"/><Relationship Id="rId23" Type="http://schemas.openxmlformats.org/officeDocument/2006/relationships/tags" Target="../tags/tag794.xml"/><Relationship Id="rId28" Type="http://schemas.openxmlformats.org/officeDocument/2006/relationships/tags" Target="../tags/tag799.xml"/><Relationship Id="rId36" Type="http://schemas.openxmlformats.org/officeDocument/2006/relationships/tags" Target="../tags/tag807.xml"/><Relationship Id="rId49" Type="http://schemas.openxmlformats.org/officeDocument/2006/relationships/image" Target="../media/image61.svg"/><Relationship Id="rId10" Type="http://schemas.openxmlformats.org/officeDocument/2006/relationships/tags" Target="../tags/tag781.xml"/><Relationship Id="rId19" Type="http://schemas.openxmlformats.org/officeDocument/2006/relationships/tags" Target="../tags/tag790.xml"/><Relationship Id="rId31" Type="http://schemas.openxmlformats.org/officeDocument/2006/relationships/tags" Target="../tags/tag802.xml"/><Relationship Id="rId44" Type="http://schemas.openxmlformats.org/officeDocument/2006/relationships/image" Target="../media/image56.png"/><Relationship Id="rId4" Type="http://schemas.openxmlformats.org/officeDocument/2006/relationships/tags" Target="../tags/tag775.xml"/><Relationship Id="rId9" Type="http://schemas.openxmlformats.org/officeDocument/2006/relationships/tags" Target="../tags/tag780.xml"/><Relationship Id="rId14" Type="http://schemas.openxmlformats.org/officeDocument/2006/relationships/tags" Target="../tags/tag785.xml"/><Relationship Id="rId22" Type="http://schemas.openxmlformats.org/officeDocument/2006/relationships/tags" Target="../tags/tag793.xml"/><Relationship Id="rId27" Type="http://schemas.openxmlformats.org/officeDocument/2006/relationships/tags" Target="../tags/tag798.xml"/><Relationship Id="rId30" Type="http://schemas.openxmlformats.org/officeDocument/2006/relationships/tags" Target="../tags/tag801.xml"/><Relationship Id="rId35" Type="http://schemas.openxmlformats.org/officeDocument/2006/relationships/tags" Target="../tags/tag806.xml"/><Relationship Id="rId43" Type="http://schemas.openxmlformats.org/officeDocument/2006/relationships/image" Target="../media/image8.emf"/><Relationship Id="rId48" Type="http://schemas.openxmlformats.org/officeDocument/2006/relationships/image" Target="../media/image60.svg"/><Relationship Id="rId8" Type="http://schemas.openxmlformats.org/officeDocument/2006/relationships/tags" Target="../tags/tag779.xml"/><Relationship Id="rId3" Type="http://schemas.openxmlformats.org/officeDocument/2006/relationships/tags" Target="../tags/tag774.xml"/><Relationship Id="rId12" Type="http://schemas.openxmlformats.org/officeDocument/2006/relationships/tags" Target="../tags/tag783.xml"/><Relationship Id="rId17" Type="http://schemas.openxmlformats.org/officeDocument/2006/relationships/tags" Target="../tags/tag788.xml"/><Relationship Id="rId25" Type="http://schemas.openxmlformats.org/officeDocument/2006/relationships/tags" Target="../tags/tag796.xml"/><Relationship Id="rId33" Type="http://schemas.openxmlformats.org/officeDocument/2006/relationships/tags" Target="../tags/tag804.xml"/><Relationship Id="rId38" Type="http://schemas.openxmlformats.org/officeDocument/2006/relationships/tags" Target="../tags/tag809.xml"/><Relationship Id="rId46" Type="http://schemas.openxmlformats.org/officeDocument/2006/relationships/image" Target="../media/image58.png"/><Relationship Id="rId20" Type="http://schemas.openxmlformats.org/officeDocument/2006/relationships/tags" Target="../tags/tag791.xml"/><Relationship Id="rId41" Type="http://schemas.openxmlformats.org/officeDocument/2006/relationships/notesSlide" Target="../notesSlides/notesSlide21.xml"/><Relationship Id="rId1" Type="http://schemas.openxmlformats.org/officeDocument/2006/relationships/tags" Target="../tags/tag772.xml"/><Relationship Id="rId6" Type="http://schemas.openxmlformats.org/officeDocument/2006/relationships/tags" Target="../tags/tag777.xml"/></Relationships>
</file>

<file path=ppt/slides/_rels/slide29.xml.rels><?xml version="1.0" encoding="UTF-8" standalone="yes"?>
<Relationships xmlns="http://schemas.openxmlformats.org/package/2006/relationships"><Relationship Id="rId13" Type="http://schemas.openxmlformats.org/officeDocument/2006/relationships/tags" Target="../tags/tag823.xml"/><Relationship Id="rId18" Type="http://schemas.openxmlformats.org/officeDocument/2006/relationships/tags" Target="../tags/tag828.xml"/><Relationship Id="rId26" Type="http://schemas.openxmlformats.org/officeDocument/2006/relationships/tags" Target="../tags/tag836.xml"/><Relationship Id="rId3" Type="http://schemas.openxmlformats.org/officeDocument/2006/relationships/tags" Target="../tags/tag813.xml"/><Relationship Id="rId21" Type="http://schemas.openxmlformats.org/officeDocument/2006/relationships/tags" Target="../tags/tag831.xml"/><Relationship Id="rId34" Type="http://schemas.openxmlformats.org/officeDocument/2006/relationships/image" Target="../media/image2.emf"/><Relationship Id="rId7" Type="http://schemas.openxmlformats.org/officeDocument/2006/relationships/tags" Target="../tags/tag817.xml"/><Relationship Id="rId12" Type="http://schemas.openxmlformats.org/officeDocument/2006/relationships/tags" Target="../tags/tag822.xml"/><Relationship Id="rId17" Type="http://schemas.openxmlformats.org/officeDocument/2006/relationships/tags" Target="../tags/tag827.xml"/><Relationship Id="rId25" Type="http://schemas.openxmlformats.org/officeDocument/2006/relationships/tags" Target="../tags/tag835.xml"/><Relationship Id="rId33" Type="http://schemas.openxmlformats.org/officeDocument/2006/relationships/oleObject" Target="../embeddings/oleObject42.bin"/><Relationship Id="rId2" Type="http://schemas.openxmlformats.org/officeDocument/2006/relationships/tags" Target="../tags/tag812.xml"/><Relationship Id="rId16" Type="http://schemas.openxmlformats.org/officeDocument/2006/relationships/tags" Target="../tags/tag826.xml"/><Relationship Id="rId20" Type="http://schemas.openxmlformats.org/officeDocument/2006/relationships/tags" Target="../tags/tag830.xml"/><Relationship Id="rId29" Type="http://schemas.openxmlformats.org/officeDocument/2006/relationships/tags" Target="../tags/tag839.xml"/><Relationship Id="rId1" Type="http://schemas.openxmlformats.org/officeDocument/2006/relationships/tags" Target="../tags/tag811.xml"/><Relationship Id="rId6" Type="http://schemas.openxmlformats.org/officeDocument/2006/relationships/tags" Target="../tags/tag816.xml"/><Relationship Id="rId11" Type="http://schemas.openxmlformats.org/officeDocument/2006/relationships/tags" Target="../tags/tag821.xml"/><Relationship Id="rId24" Type="http://schemas.openxmlformats.org/officeDocument/2006/relationships/tags" Target="../tags/tag834.xml"/><Relationship Id="rId32" Type="http://schemas.openxmlformats.org/officeDocument/2006/relationships/notesSlide" Target="../notesSlides/notesSlide22.xml"/><Relationship Id="rId5" Type="http://schemas.openxmlformats.org/officeDocument/2006/relationships/tags" Target="../tags/tag815.xml"/><Relationship Id="rId15" Type="http://schemas.openxmlformats.org/officeDocument/2006/relationships/tags" Target="../tags/tag825.xml"/><Relationship Id="rId23" Type="http://schemas.openxmlformats.org/officeDocument/2006/relationships/tags" Target="../tags/tag833.xml"/><Relationship Id="rId28" Type="http://schemas.openxmlformats.org/officeDocument/2006/relationships/tags" Target="../tags/tag838.xml"/><Relationship Id="rId10" Type="http://schemas.openxmlformats.org/officeDocument/2006/relationships/tags" Target="../tags/tag820.xml"/><Relationship Id="rId19" Type="http://schemas.openxmlformats.org/officeDocument/2006/relationships/tags" Target="../tags/tag829.xml"/><Relationship Id="rId31" Type="http://schemas.openxmlformats.org/officeDocument/2006/relationships/slideLayout" Target="../slideLayouts/slideLayout2.xml"/><Relationship Id="rId4" Type="http://schemas.openxmlformats.org/officeDocument/2006/relationships/tags" Target="../tags/tag814.xml"/><Relationship Id="rId9" Type="http://schemas.openxmlformats.org/officeDocument/2006/relationships/tags" Target="../tags/tag819.xml"/><Relationship Id="rId14" Type="http://schemas.openxmlformats.org/officeDocument/2006/relationships/tags" Target="../tags/tag824.xml"/><Relationship Id="rId22" Type="http://schemas.openxmlformats.org/officeDocument/2006/relationships/tags" Target="../tags/tag832.xml"/><Relationship Id="rId27" Type="http://schemas.openxmlformats.org/officeDocument/2006/relationships/tags" Target="../tags/tag837.xml"/><Relationship Id="rId30" Type="http://schemas.openxmlformats.org/officeDocument/2006/relationships/tags" Target="../tags/tag840.xml"/><Relationship Id="rId35" Type="http://schemas.openxmlformats.org/officeDocument/2006/relationships/chart" Target="../charts/chart18.xml"/><Relationship Id="rId8" Type="http://schemas.openxmlformats.org/officeDocument/2006/relationships/tags" Target="../tags/tag818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tags" Target="../tags/tag848.xml"/><Relationship Id="rId13" Type="http://schemas.openxmlformats.org/officeDocument/2006/relationships/tags" Target="../tags/tag853.xml"/><Relationship Id="rId18" Type="http://schemas.openxmlformats.org/officeDocument/2006/relationships/tags" Target="../tags/tag858.xml"/><Relationship Id="rId3" Type="http://schemas.openxmlformats.org/officeDocument/2006/relationships/tags" Target="../tags/tag843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847.xml"/><Relationship Id="rId12" Type="http://schemas.openxmlformats.org/officeDocument/2006/relationships/tags" Target="../tags/tag852.xml"/><Relationship Id="rId17" Type="http://schemas.openxmlformats.org/officeDocument/2006/relationships/tags" Target="../tags/tag857.xml"/><Relationship Id="rId2" Type="http://schemas.openxmlformats.org/officeDocument/2006/relationships/tags" Target="../tags/tag842.xml"/><Relationship Id="rId16" Type="http://schemas.openxmlformats.org/officeDocument/2006/relationships/tags" Target="../tags/tag856.xml"/><Relationship Id="rId20" Type="http://schemas.openxmlformats.org/officeDocument/2006/relationships/tags" Target="../tags/tag860.xml"/><Relationship Id="rId1" Type="http://schemas.openxmlformats.org/officeDocument/2006/relationships/tags" Target="../tags/tag841.xml"/><Relationship Id="rId6" Type="http://schemas.openxmlformats.org/officeDocument/2006/relationships/tags" Target="../tags/tag846.xml"/><Relationship Id="rId11" Type="http://schemas.openxmlformats.org/officeDocument/2006/relationships/tags" Target="../tags/tag851.xml"/><Relationship Id="rId5" Type="http://schemas.openxmlformats.org/officeDocument/2006/relationships/tags" Target="../tags/tag845.xml"/><Relationship Id="rId15" Type="http://schemas.openxmlformats.org/officeDocument/2006/relationships/tags" Target="../tags/tag855.xml"/><Relationship Id="rId23" Type="http://schemas.openxmlformats.org/officeDocument/2006/relationships/image" Target="../media/image38.emf"/><Relationship Id="rId10" Type="http://schemas.openxmlformats.org/officeDocument/2006/relationships/tags" Target="../tags/tag850.xml"/><Relationship Id="rId19" Type="http://schemas.openxmlformats.org/officeDocument/2006/relationships/tags" Target="../tags/tag859.xml"/><Relationship Id="rId4" Type="http://schemas.openxmlformats.org/officeDocument/2006/relationships/tags" Target="../tags/tag844.xml"/><Relationship Id="rId9" Type="http://schemas.openxmlformats.org/officeDocument/2006/relationships/tags" Target="../tags/tag849.xml"/><Relationship Id="rId14" Type="http://schemas.openxmlformats.org/officeDocument/2006/relationships/tags" Target="../tags/tag854.xml"/><Relationship Id="rId22" Type="http://schemas.openxmlformats.org/officeDocument/2006/relationships/oleObject" Target="../embeddings/oleObject43.bin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tags" Target="../tags/tag863.xml"/><Relationship Id="rId2" Type="http://schemas.openxmlformats.org/officeDocument/2006/relationships/tags" Target="../tags/tag862.xml"/><Relationship Id="rId1" Type="http://schemas.openxmlformats.org/officeDocument/2006/relationships/tags" Target="../tags/tag861.xml"/><Relationship Id="rId6" Type="http://schemas.openxmlformats.org/officeDocument/2006/relationships/image" Target="../media/image8.emf"/><Relationship Id="rId5" Type="http://schemas.openxmlformats.org/officeDocument/2006/relationships/oleObject" Target="../embeddings/oleObject44.bin"/><Relationship Id="rId4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tags" Target="../tags/tag866.xml"/><Relationship Id="rId7" Type="http://schemas.openxmlformats.org/officeDocument/2006/relationships/slide" Target="slide50.xml"/><Relationship Id="rId2" Type="http://schemas.openxmlformats.org/officeDocument/2006/relationships/tags" Target="../tags/tag865.xml"/><Relationship Id="rId1" Type="http://schemas.openxmlformats.org/officeDocument/2006/relationships/tags" Target="../tags/tag864.xml"/><Relationship Id="rId6" Type="http://schemas.openxmlformats.org/officeDocument/2006/relationships/image" Target="../media/image8.emf"/><Relationship Id="rId5" Type="http://schemas.openxmlformats.org/officeDocument/2006/relationships/oleObject" Target="../embeddings/oleObject45.bin"/><Relationship Id="rId4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6" Type="http://schemas.openxmlformats.org/officeDocument/2006/relationships/tags" Target="../tags/tag892.xml"/><Relationship Id="rId21" Type="http://schemas.openxmlformats.org/officeDocument/2006/relationships/tags" Target="../tags/tag887.xml"/><Relationship Id="rId42" Type="http://schemas.openxmlformats.org/officeDocument/2006/relationships/tags" Target="../tags/tag908.xml"/><Relationship Id="rId47" Type="http://schemas.openxmlformats.org/officeDocument/2006/relationships/tags" Target="../tags/tag913.xml"/><Relationship Id="rId63" Type="http://schemas.openxmlformats.org/officeDocument/2006/relationships/tags" Target="../tags/tag929.xml"/><Relationship Id="rId68" Type="http://schemas.openxmlformats.org/officeDocument/2006/relationships/tags" Target="../tags/tag934.xml"/><Relationship Id="rId84" Type="http://schemas.openxmlformats.org/officeDocument/2006/relationships/chart" Target="../charts/chart20.xml"/><Relationship Id="rId16" Type="http://schemas.openxmlformats.org/officeDocument/2006/relationships/tags" Target="../tags/tag882.xml"/><Relationship Id="rId11" Type="http://schemas.openxmlformats.org/officeDocument/2006/relationships/tags" Target="../tags/tag877.xml"/><Relationship Id="rId32" Type="http://schemas.openxmlformats.org/officeDocument/2006/relationships/tags" Target="../tags/tag898.xml"/><Relationship Id="rId37" Type="http://schemas.openxmlformats.org/officeDocument/2006/relationships/tags" Target="../tags/tag903.xml"/><Relationship Id="rId53" Type="http://schemas.openxmlformats.org/officeDocument/2006/relationships/tags" Target="../tags/tag919.xml"/><Relationship Id="rId58" Type="http://schemas.openxmlformats.org/officeDocument/2006/relationships/tags" Target="../tags/tag924.xml"/><Relationship Id="rId74" Type="http://schemas.openxmlformats.org/officeDocument/2006/relationships/tags" Target="../tags/tag940.xml"/><Relationship Id="rId79" Type="http://schemas.openxmlformats.org/officeDocument/2006/relationships/slideLayout" Target="../slideLayouts/slideLayout15.xml"/><Relationship Id="rId5" Type="http://schemas.openxmlformats.org/officeDocument/2006/relationships/tags" Target="../tags/tag871.xml"/><Relationship Id="rId61" Type="http://schemas.openxmlformats.org/officeDocument/2006/relationships/tags" Target="../tags/tag927.xml"/><Relationship Id="rId82" Type="http://schemas.openxmlformats.org/officeDocument/2006/relationships/image" Target="../media/image7.emf"/><Relationship Id="rId19" Type="http://schemas.openxmlformats.org/officeDocument/2006/relationships/tags" Target="../tags/tag885.xml"/><Relationship Id="rId14" Type="http://schemas.openxmlformats.org/officeDocument/2006/relationships/tags" Target="../tags/tag880.xml"/><Relationship Id="rId22" Type="http://schemas.openxmlformats.org/officeDocument/2006/relationships/tags" Target="../tags/tag888.xml"/><Relationship Id="rId27" Type="http://schemas.openxmlformats.org/officeDocument/2006/relationships/tags" Target="../tags/tag893.xml"/><Relationship Id="rId30" Type="http://schemas.openxmlformats.org/officeDocument/2006/relationships/tags" Target="../tags/tag896.xml"/><Relationship Id="rId35" Type="http://schemas.openxmlformats.org/officeDocument/2006/relationships/tags" Target="../tags/tag901.xml"/><Relationship Id="rId43" Type="http://schemas.openxmlformats.org/officeDocument/2006/relationships/tags" Target="../tags/tag909.xml"/><Relationship Id="rId48" Type="http://schemas.openxmlformats.org/officeDocument/2006/relationships/tags" Target="../tags/tag914.xml"/><Relationship Id="rId56" Type="http://schemas.openxmlformats.org/officeDocument/2006/relationships/tags" Target="../tags/tag922.xml"/><Relationship Id="rId64" Type="http://schemas.openxmlformats.org/officeDocument/2006/relationships/tags" Target="../tags/tag930.xml"/><Relationship Id="rId69" Type="http://schemas.openxmlformats.org/officeDocument/2006/relationships/tags" Target="../tags/tag935.xml"/><Relationship Id="rId77" Type="http://schemas.openxmlformats.org/officeDocument/2006/relationships/tags" Target="../tags/tag943.xml"/><Relationship Id="rId8" Type="http://schemas.openxmlformats.org/officeDocument/2006/relationships/tags" Target="../tags/tag874.xml"/><Relationship Id="rId51" Type="http://schemas.openxmlformats.org/officeDocument/2006/relationships/tags" Target="../tags/tag917.xml"/><Relationship Id="rId72" Type="http://schemas.openxmlformats.org/officeDocument/2006/relationships/tags" Target="../tags/tag938.xml"/><Relationship Id="rId80" Type="http://schemas.openxmlformats.org/officeDocument/2006/relationships/notesSlide" Target="../notesSlides/notesSlide23.xml"/><Relationship Id="rId3" Type="http://schemas.openxmlformats.org/officeDocument/2006/relationships/tags" Target="../tags/tag869.xml"/><Relationship Id="rId12" Type="http://schemas.openxmlformats.org/officeDocument/2006/relationships/tags" Target="../tags/tag878.xml"/><Relationship Id="rId17" Type="http://schemas.openxmlformats.org/officeDocument/2006/relationships/tags" Target="../tags/tag883.xml"/><Relationship Id="rId25" Type="http://schemas.openxmlformats.org/officeDocument/2006/relationships/tags" Target="../tags/tag891.xml"/><Relationship Id="rId33" Type="http://schemas.openxmlformats.org/officeDocument/2006/relationships/tags" Target="../tags/tag899.xml"/><Relationship Id="rId38" Type="http://schemas.openxmlformats.org/officeDocument/2006/relationships/tags" Target="../tags/tag904.xml"/><Relationship Id="rId46" Type="http://schemas.openxmlformats.org/officeDocument/2006/relationships/tags" Target="../tags/tag912.xml"/><Relationship Id="rId59" Type="http://schemas.openxmlformats.org/officeDocument/2006/relationships/tags" Target="../tags/tag925.xml"/><Relationship Id="rId67" Type="http://schemas.openxmlformats.org/officeDocument/2006/relationships/tags" Target="../tags/tag933.xml"/><Relationship Id="rId20" Type="http://schemas.openxmlformats.org/officeDocument/2006/relationships/tags" Target="../tags/tag886.xml"/><Relationship Id="rId41" Type="http://schemas.openxmlformats.org/officeDocument/2006/relationships/tags" Target="../tags/tag907.xml"/><Relationship Id="rId54" Type="http://schemas.openxmlformats.org/officeDocument/2006/relationships/tags" Target="../tags/tag920.xml"/><Relationship Id="rId62" Type="http://schemas.openxmlformats.org/officeDocument/2006/relationships/tags" Target="../tags/tag928.xml"/><Relationship Id="rId70" Type="http://schemas.openxmlformats.org/officeDocument/2006/relationships/tags" Target="../tags/tag936.xml"/><Relationship Id="rId75" Type="http://schemas.openxmlformats.org/officeDocument/2006/relationships/tags" Target="../tags/tag941.xml"/><Relationship Id="rId83" Type="http://schemas.openxmlformats.org/officeDocument/2006/relationships/chart" Target="../charts/chart19.xml"/><Relationship Id="rId1" Type="http://schemas.openxmlformats.org/officeDocument/2006/relationships/tags" Target="../tags/tag867.xml"/><Relationship Id="rId6" Type="http://schemas.openxmlformats.org/officeDocument/2006/relationships/tags" Target="../tags/tag872.xml"/><Relationship Id="rId15" Type="http://schemas.openxmlformats.org/officeDocument/2006/relationships/tags" Target="../tags/tag881.xml"/><Relationship Id="rId23" Type="http://schemas.openxmlformats.org/officeDocument/2006/relationships/tags" Target="../tags/tag889.xml"/><Relationship Id="rId28" Type="http://schemas.openxmlformats.org/officeDocument/2006/relationships/tags" Target="../tags/tag894.xml"/><Relationship Id="rId36" Type="http://schemas.openxmlformats.org/officeDocument/2006/relationships/tags" Target="../tags/tag902.xml"/><Relationship Id="rId49" Type="http://schemas.openxmlformats.org/officeDocument/2006/relationships/tags" Target="../tags/tag915.xml"/><Relationship Id="rId57" Type="http://schemas.openxmlformats.org/officeDocument/2006/relationships/tags" Target="../tags/tag923.xml"/><Relationship Id="rId10" Type="http://schemas.openxmlformats.org/officeDocument/2006/relationships/tags" Target="../tags/tag876.xml"/><Relationship Id="rId31" Type="http://schemas.openxmlformats.org/officeDocument/2006/relationships/tags" Target="../tags/tag897.xml"/><Relationship Id="rId44" Type="http://schemas.openxmlformats.org/officeDocument/2006/relationships/tags" Target="../tags/tag910.xml"/><Relationship Id="rId52" Type="http://schemas.openxmlformats.org/officeDocument/2006/relationships/tags" Target="../tags/tag918.xml"/><Relationship Id="rId60" Type="http://schemas.openxmlformats.org/officeDocument/2006/relationships/tags" Target="../tags/tag926.xml"/><Relationship Id="rId65" Type="http://schemas.openxmlformats.org/officeDocument/2006/relationships/tags" Target="../tags/tag931.xml"/><Relationship Id="rId73" Type="http://schemas.openxmlformats.org/officeDocument/2006/relationships/tags" Target="../tags/tag939.xml"/><Relationship Id="rId78" Type="http://schemas.openxmlformats.org/officeDocument/2006/relationships/tags" Target="../tags/tag944.xml"/><Relationship Id="rId81" Type="http://schemas.openxmlformats.org/officeDocument/2006/relationships/oleObject" Target="../embeddings/oleObject46.bin"/><Relationship Id="rId4" Type="http://schemas.openxmlformats.org/officeDocument/2006/relationships/tags" Target="../tags/tag870.xml"/><Relationship Id="rId9" Type="http://schemas.openxmlformats.org/officeDocument/2006/relationships/tags" Target="../tags/tag875.xml"/><Relationship Id="rId13" Type="http://schemas.openxmlformats.org/officeDocument/2006/relationships/tags" Target="../tags/tag879.xml"/><Relationship Id="rId18" Type="http://schemas.openxmlformats.org/officeDocument/2006/relationships/tags" Target="../tags/tag884.xml"/><Relationship Id="rId39" Type="http://schemas.openxmlformats.org/officeDocument/2006/relationships/tags" Target="../tags/tag905.xml"/><Relationship Id="rId34" Type="http://schemas.openxmlformats.org/officeDocument/2006/relationships/tags" Target="../tags/tag900.xml"/><Relationship Id="rId50" Type="http://schemas.openxmlformats.org/officeDocument/2006/relationships/tags" Target="../tags/tag916.xml"/><Relationship Id="rId55" Type="http://schemas.openxmlformats.org/officeDocument/2006/relationships/tags" Target="../tags/tag921.xml"/><Relationship Id="rId76" Type="http://schemas.openxmlformats.org/officeDocument/2006/relationships/tags" Target="../tags/tag942.xml"/><Relationship Id="rId7" Type="http://schemas.openxmlformats.org/officeDocument/2006/relationships/tags" Target="../tags/tag873.xml"/><Relationship Id="rId71" Type="http://schemas.openxmlformats.org/officeDocument/2006/relationships/tags" Target="../tags/tag937.xml"/><Relationship Id="rId2" Type="http://schemas.openxmlformats.org/officeDocument/2006/relationships/tags" Target="../tags/tag868.xml"/><Relationship Id="rId29" Type="http://schemas.openxmlformats.org/officeDocument/2006/relationships/tags" Target="../tags/tag895.xml"/><Relationship Id="rId24" Type="http://schemas.openxmlformats.org/officeDocument/2006/relationships/tags" Target="../tags/tag890.xml"/><Relationship Id="rId40" Type="http://schemas.openxmlformats.org/officeDocument/2006/relationships/tags" Target="../tags/tag906.xml"/><Relationship Id="rId45" Type="http://schemas.openxmlformats.org/officeDocument/2006/relationships/tags" Target="../tags/tag911.xml"/><Relationship Id="rId66" Type="http://schemas.openxmlformats.org/officeDocument/2006/relationships/tags" Target="../tags/tag932.xml"/></Relationships>
</file>

<file path=ppt/slides/_rels/slide34.xml.rels><?xml version="1.0" encoding="UTF-8" standalone="yes"?>
<Relationships xmlns="http://schemas.openxmlformats.org/package/2006/relationships"><Relationship Id="rId26" Type="http://schemas.openxmlformats.org/officeDocument/2006/relationships/tags" Target="../tags/tag970.xml"/><Relationship Id="rId117" Type="http://schemas.openxmlformats.org/officeDocument/2006/relationships/chart" Target="../charts/chart25.xml"/><Relationship Id="rId21" Type="http://schemas.openxmlformats.org/officeDocument/2006/relationships/tags" Target="../tags/tag965.xml"/><Relationship Id="rId42" Type="http://schemas.openxmlformats.org/officeDocument/2006/relationships/tags" Target="../tags/tag986.xml"/><Relationship Id="rId47" Type="http://schemas.openxmlformats.org/officeDocument/2006/relationships/tags" Target="../tags/tag991.xml"/><Relationship Id="rId63" Type="http://schemas.openxmlformats.org/officeDocument/2006/relationships/tags" Target="../tags/tag1007.xml"/><Relationship Id="rId68" Type="http://schemas.openxmlformats.org/officeDocument/2006/relationships/tags" Target="../tags/tag1012.xml"/><Relationship Id="rId84" Type="http://schemas.openxmlformats.org/officeDocument/2006/relationships/tags" Target="../tags/tag1028.xml"/><Relationship Id="rId89" Type="http://schemas.openxmlformats.org/officeDocument/2006/relationships/tags" Target="../tags/tag1033.xml"/><Relationship Id="rId112" Type="http://schemas.openxmlformats.org/officeDocument/2006/relationships/image" Target="../media/image62.emf"/><Relationship Id="rId16" Type="http://schemas.openxmlformats.org/officeDocument/2006/relationships/tags" Target="../tags/tag960.xml"/><Relationship Id="rId107" Type="http://schemas.openxmlformats.org/officeDocument/2006/relationships/tags" Target="../tags/tag1051.xml"/><Relationship Id="rId11" Type="http://schemas.openxmlformats.org/officeDocument/2006/relationships/tags" Target="../tags/tag955.xml"/><Relationship Id="rId32" Type="http://schemas.openxmlformats.org/officeDocument/2006/relationships/tags" Target="../tags/tag976.xml"/><Relationship Id="rId37" Type="http://schemas.openxmlformats.org/officeDocument/2006/relationships/tags" Target="../tags/tag981.xml"/><Relationship Id="rId53" Type="http://schemas.openxmlformats.org/officeDocument/2006/relationships/tags" Target="../tags/tag997.xml"/><Relationship Id="rId58" Type="http://schemas.openxmlformats.org/officeDocument/2006/relationships/tags" Target="../tags/tag1002.xml"/><Relationship Id="rId74" Type="http://schemas.openxmlformats.org/officeDocument/2006/relationships/tags" Target="../tags/tag1018.xml"/><Relationship Id="rId79" Type="http://schemas.openxmlformats.org/officeDocument/2006/relationships/tags" Target="../tags/tag1023.xml"/><Relationship Id="rId102" Type="http://schemas.openxmlformats.org/officeDocument/2006/relationships/tags" Target="../tags/tag1046.xml"/><Relationship Id="rId123" Type="http://schemas.openxmlformats.org/officeDocument/2006/relationships/chart" Target="../charts/chart31.xml"/><Relationship Id="rId5" Type="http://schemas.openxmlformats.org/officeDocument/2006/relationships/tags" Target="../tags/tag949.xml"/><Relationship Id="rId90" Type="http://schemas.openxmlformats.org/officeDocument/2006/relationships/tags" Target="../tags/tag1034.xml"/><Relationship Id="rId95" Type="http://schemas.openxmlformats.org/officeDocument/2006/relationships/tags" Target="../tags/tag1039.xml"/><Relationship Id="rId22" Type="http://schemas.openxmlformats.org/officeDocument/2006/relationships/tags" Target="../tags/tag966.xml"/><Relationship Id="rId27" Type="http://schemas.openxmlformats.org/officeDocument/2006/relationships/tags" Target="../tags/tag971.xml"/><Relationship Id="rId43" Type="http://schemas.openxmlformats.org/officeDocument/2006/relationships/tags" Target="../tags/tag987.xml"/><Relationship Id="rId48" Type="http://schemas.openxmlformats.org/officeDocument/2006/relationships/tags" Target="../tags/tag992.xml"/><Relationship Id="rId64" Type="http://schemas.openxmlformats.org/officeDocument/2006/relationships/tags" Target="../tags/tag1008.xml"/><Relationship Id="rId69" Type="http://schemas.openxmlformats.org/officeDocument/2006/relationships/tags" Target="../tags/tag1013.xml"/><Relationship Id="rId113" Type="http://schemas.openxmlformats.org/officeDocument/2006/relationships/chart" Target="../charts/chart21.xml"/><Relationship Id="rId118" Type="http://schemas.openxmlformats.org/officeDocument/2006/relationships/chart" Target="../charts/chart26.xml"/><Relationship Id="rId80" Type="http://schemas.openxmlformats.org/officeDocument/2006/relationships/tags" Target="../tags/tag1024.xml"/><Relationship Id="rId85" Type="http://schemas.openxmlformats.org/officeDocument/2006/relationships/tags" Target="../tags/tag1029.xml"/><Relationship Id="rId12" Type="http://schemas.openxmlformats.org/officeDocument/2006/relationships/tags" Target="../tags/tag956.xml"/><Relationship Id="rId17" Type="http://schemas.openxmlformats.org/officeDocument/2006/relationships/tags" Target="../tags/tag961.xml"/><Relationship Id="rId33" Type="http://schemas.openxmlformats.org/officeDocument/2006/relationships/tags" Target="../tags/tag977.xml"/><Relationship Id="rId38" Type="http://schemas.openxmlformats.org/officeDocument/2006/relationships/tags" Target="../tags/tag982.xml"/><Relationship Id="rId59" Type="http://schemas.openxmlformats.org/officeDocument/2006/relationships/tags" Target="../tags/tag1003.xml"/><Relationship Id="rId103" Type="http://schemas.openxmlformats.org/officeDocument/2006/relationships/tags" Target="../tags/tag1047.xml"/><Relationship Id="rId108" Type="http://schemas.openxmlformats.org/officeDocument/2006/relationships/tags" Target="../tags/tag1052.xml"/><Relationship Id="rId124" Type="http://schemas.openxmlformats.org/officeDocument/2006/relationships/image" Target="../media/image63.svg"/><Relationship Id="rId54" Type="http://schemas.openxmlformats.org/officeDocument/2006/relationships/tags" Target="../tags/tag998.xml"/><Relationship Id="rId70" Type="http://schemas.openxmlformats.org/officeDocument/2006/relationships/tags" Target="../tags/tag1014.xml"/><Relationship Id="rId75" Type="http://schemas.openxmlformats.org/officeDocument/2006/relationships/tags" Target="../tags/tag1019.xml"/><Relationship Id="rId91" Type="http://schemas.openxmlformats.org/officeDocument/2006/relationships/tags" Target="../tags/tag1035.xml"/><Relationship Id="rId96" Type="http://schemas.openxmlformats.org/officeDocument/2006/relationships/tags" Target="../tags/tag1040.xml"/><Relationship Id="rId1" Type="http://schemas.openxmlformats.org/officeDocument/2006/relationships/tags" Target="../tags/tag945.xml"/><Relationship Id="rId6" Type="http://schemas.openxmlformats.org/officeDocument/2006/relationships/tags" Target="../tags/tag950.xml"/><Relationship Id="rId23" Type="http://schemas.openxmlformats.org/officeDocument/2006/relationships/tags" Target="../tags/tag967.xml"/><Relationship Id="rId28" Type="http://schemas.openxmlformats.org/officeDocument/2006/relationships/tags" Target="../tags/tag972.xml"/><Relationship Id="rId49" Type="http://schemas.openxmlformats.org/officeDocument/2006/relationships/tags" Target="../tags/tag993.xml"/><Relationship Id="rId114" Type="http://schemas.openxmlformats.org/officeDocument/2006/relationships/chart" Target="../charts/chart22.xml"/><Relationship Id="rId119" Type="http://schemas.openxmlformats.org/officeDocument/2006/relationships/chart" Target="../charts/chart27.xml"/><Relationship Id="rId44" Type="http://schemas.openxmlformats.org/officeDocument/2006/relationships/tags" Target="../tags/tag988.xml"/><Relationship Id="rId60" Type="http://schemas.openxmlformats.org/officeDocument/2006/relationships/tags" Target="../tags/tag1004.xml"/><Relationship Id="rId65" Type="http://schemas.openxmlformats.org/officeDocument/2006/relationships/tags" Target="../tags/tag1009.xml"/><Relationship Id="rId81" Type="http://schemas.openxmlformats.org/officeDocument/2006/relationships/tags" Target="../tags/tag1025.xml"/><Relationship Id="rId86" Type="http://schemas.openxmlformats.org/officeDocument/2006/relationships/tags" Target="../tags/tag1030.xml"/><Relationship Id="rId13" Type="http://schemas.openxmlformats.org/officeDocument/2006/relationships/tags" Target="../tags/tag957.xml"/><Relationship Id="rId18" Type="http://schemas.openxmlformats.org/officeDocument/2006/relationships/tags" Target="../tags/tag962.xml"/><Relationship Id="rId39" Type="http://schemas.openxmlformats.org/officeDocument/2006/relationships/tags" Target="../tags/tag983.xml"/><Relationship Id="rId109" Type="http://schemas.openxmlformats.org/officeDocument/2006/relationships/slideLayout" Target="../slideLayouts/slideLayout10.xml"/><Relationship Id="rId34" Type="http://schemas.openxmlformats.org/officeDocument/2006/relationships/tags" Target="../tags/tag978.xml"/><Relationship Id="rId50" Type="http://schemas.openxmlformats.org/officeDocument/2006/relationships/tags" Target="../tags/tag994.xml"/><Relationship Id="rId55" Type="http://schemas.openxmlformats.org/officeDocument/2006/relationships/tags" Target="../tags/tag999.xml"/><Relationship Id="rId76" Type="http://schemas.openxmlformats.org/officeDocument/2006/relationships/tags" Target="../tags/tag1020.xml"/><Relationship Id="rId97" Type="http://schemas.openxmlformats.org/officeDocument/2006/relationships/tags" Target="../tags/tag1041.xml"/><Relationship Id="rId104" Type="http://schemas.openxmlformats.org/officeDocument/2006/relationships/tags" Target="../tags/tag1048.xml"/><Relationship Id="rId120" Type="http://schemas.openxmlformats.org/officeDocument/2006/relationships/chart" Target="../charts/chart28.xml"/><Relationship Id="rId125" Type="http://schemas.openxmlformats.org/officeDocument/2006/relationships/image" Target="../media/image64.svg"/><Relationship Id="rId7" Type="http://schemas.openxmlformats.org/officeDocument/2006/relationships/tags" Target="../tags/tag951.xml"/><Relationship Id="rId71" Type="http://schemas.openxmlformats.org/officeDocument/2006/relationships/tags" Target="../tags/tag1015.xml"/><Relationship Id="rId92" Type="http://schemas.openxmlformats.org/officeDocument/2006/relationships/tags" Target="../tags/tag1036.xml"/><Relationship Id="rId2" Type="http://schemas.openxmlformats.org/officeDocument/2006/relationships/tags" Target="../tags/tag946.xml"/><Relationship Id="rId29" Type="http://schemas.openxmlformats.org/officeDocument/2006/relationships/tags" Target="../tags/tag973.xml"/><Relationship Id="rId24" Type="http://schemas.openxmlformats.org/officeDocument/2006/relationships/tags" Target="../tags/tag968.xml"/><Relationship Id="rId40" Type="http://schemas.openxmlformats.org/officeDocument/2006/relationships/tags" Target="../tags/tag984.xml"/><Relationship Id="rId45" Type="http://schemas.openxmlformats.org/officeDocument/2006/relationships/tags" Target="../tags/tag989.xml"/><Relationship Id="rId66" Type="http://schemas.openxmlformats.org/officeDocument/2006/relationships/tags" Target="../tags/tag1010.xml"/><Relationship Id="rId87" Type="http://schemas.openxmlformats.org/officeDocument/2006/relationships/tags" Target="../tags/tag1031.xml"/><Relationship Id="rId110" Type="http://schemas.openxmlformats.org/officeDocument/2006/relationships/notesSlide" Target="../notesSlides/notesSlide24.xml"/><Relationship Id="rId115" Type="http://schemas.openxmlformats.org/officeDocument/2006/relationships/chart" Target="../charts/chart23.xml"/><Relationship Id="rId61" Type="http://schemas.openxmlformats.org/officeDocument/2006/relationships/tags" Target="../tags/tag1005.xml"/><Relationship Id="rId82" Type="http://schemas.openxmlformats.org/officeDocument/2006/relationships/tags" Target="../tags/tag1026.xml"/><Relationship Id="rId19" Type="http://schemas.openxmlformats.org/officeDocument/2006/relationships/tags" Target="../tags/tag963.xml"/><Relationship Id="rId14" Type="http://schemas.openxmlformats.org/officeDocument/2006/relationships/tags" Target="../tags/tag958.xml"/><Relationship Id="rId30" Type="http://schemas.openxmlformats.org/officeDocument/2006/relationships/tags" Target="../tags/tag974.xml"/><Relationship Id="rId35" Type="http://schemas.openxmlformats.org/officeDocument/2006/relationships/tags" Target="../tags/tag979.xml"/><Relationship Id="rId56" Type="http://schemas.openxmlformats.org/officeDocument/2006/relationships/tags" Target="../tags/tag1000.xml"/><Relationship Id="rId77" Type="http://schemas.openxmlformats.org/officeDocument/2006/relationships/tags" Target="../tags/tag1021.xml"/><Relationship Id="rId100" Type="http://schemas.openxmlformats.org/officeDocument/2006/relationships/tags" Target="../tags/tag1044.xml"/><Relationship Id="rId105" Type="http://schemas.openxmlformats.org/officeDocument/2006/relationships/tags" Target="../tags/tag1049.xml"/><Relationship Id="rId126" Type="http://schemas.openxmlformats.org/officeDocument/2006/relationships/image" Target="../media/image65.svg"/><Relationship Id="rId8" Type="http://schemas.openxmlformats.org/officeDocument/2006/relationships/tags" Target="../tags/tag952.xml"/><Relationship Id="rId51" Type="http://schemas.openxmlformats.org/officeDocument/2006/relationships/tags" Target="../tags/tag995.xml"/><Relationship Id="rId72" Type="http://schemas.openxmlformats.org/officeDocument/2006/relationships/tags" Target="../tags/tag1016.xml"/><Relationship Id="rId93" Type="http://schemas.openxmlformats.org/officeDocument/2006/relationships/tags" Target="../tags/tag1037.xml"/><Relationship Id="rId98" Type="http://schemas.openxmlformats.org/officeDocument/2006/relationships/tags" Target="../tags/tag1042.xml"/><Relationship Id="rId121" Type="http://schemas.openxmlformats.org/officeDocument/2006/relationships/chart" Target="../charts/chart29.xml"/><Relationship Id="rId3" Type="http://schemas.openxmlformats.org/officeDocument/2006/relationships/tags" Target="../tags/tag947.xml"/><Relationship Id="rId25" Type="http://schemas.openxmlformats.org/officeDocument/2006/relationships/tags" Target="../tags/tag969.xml"/><Relationship Id="rId46" Type="http://schemas.openxmlformats.org/officeDocument/2006/relationships/tags" Target="../tags/tag990.xml"/><Relationship Id="rId67" Type="http://schemas.openxmlformats.org/officeDocument/2006/relationships/tags" Target="../tags/tag1011.xml"/><Relationship Id="rId116" Type="http://schemas.openxmlformats.org/officeDocument/2006/relationships/chart" Target="../charts/chart24.xml"/><Relationship Id="rId20" Type="http://schemas.openxmlformats.org/officeDocument/2006/relationships/tags" Target="../tags/tag964.xml"/><Relationship Id="rId41" Type="http://schemas.openxmlformats.org/officeDocument/2006/relationships/tags" Target="../tags/tag985.xml"/><Relationship Id="rId62" Type="http://schemas.openxmlformats.org/officeDocument/2006/relationships/tags" Target="../tags/tag1006.xml"/><Relationship Id="rId83" Type="http://schemas.openxmlformats.org/officeDocument/2006/relationships/tags" Target="../tags/tag1027.xml"/><Relationship Id="rId88" Type="http://schemas.openxmlformats.org/officeDocument/2006/relationships/tags" Target="../tags/tag1032.xml"/><Relationship Id="rId111" Type="http://schemas.openxmlformats.org/officeDocument/2006/relationships/oleObject" Target="../embeddings/oleObject47.bin"/><Relationship Id="rId15" Type="http://schemas.openxmlformats.org/officeDocument/2006/relationships/tags" Target="../tags/tag959.xml"/><Relationship Id="rId36" Type="http://schemas.openxmlformats.org/officeDocument/2006/relationships/tags" Target="../tags/tag980.xml"/><Relationship Id="rId57" Type="http://schemas.openxmlformats.org/officeDocument/2006/relationships/tags" Target="../tags/tag1001.xml"/><Relationship Id="rId106" Type="http://schemas.openxmlformats.org/officeDocument/2006/relationships/tags" Target="../tags/tag1050.xml"/><Relationship Id="rId10" Type="http://schemas.openxmlformats.org/officeDocument/2006/relationships/tags" Target="../tags/tag954.xml"/><Relationship Id="rId31" Type="http://schemas.openxmlformats.org/officeDocument/2006/relationships/tags" Target="../tags/tag975.xml"/><Relationship Id="rId52" Type="http://schemas.openxmlformats.org/officeDocument/2006/relationships/tags" Target="../tags/tag996.xml"/><Relationship Id="rId73" Type="http://schemas.openxmlformats.org/officeDocument/2006/relationships/tags" Target="../tags/tag1017.xml"/><Relationship Id="rId78" Type="http://schemas.openxmlformats.org/officeDocument/2006/relationships/tags" Target="../tags/tag1022.xml"/><Relationship Id="rId94" Type="http://schemas.openxmlformats.org/officeDocument/2006/relationships/tags" Target="../tags/tag1038.xml"/><Relationship Id="rId99" Type="http://schemas.openxmlformats.org/officeDocument/2006/relationships/tags" Target="../tags/tag1043.xml"/><Relationship Id="rId101" Type="http://schemas.openxmlformats.org/officeDocument/2006/relationships/tags" Target="../tags/tag1045.xml"/><Relationship Id="rId122" Type="http://schemas.openxmlformats.org/officeDocument/2006/relationships/chart" Target="../charts/chart30.xml"/><Relationship Id="rId4" Type="http://schemas.openxmlformats.org/officeDocument/2006/relationships/tags" Target="../tags/tag948.xml"/><Relationship Id="rId9" Type="http://schemas.openxmlformats.org/officeDocument/2006/relationships/tags" Target="../tags/tag953.xml"/></Relationships>
</file>

<file path=ppt/slides/_rels/slide35.xml.rels><?xml version="1.0" encoding="UTF-8" standalone="yes"?>
<Relationships xmlns="http://schemas.openxmlformats.org/package/2006/relationships"><Relationship Id="rId26" Type="http://schemas.openxmlformats.org/officeDocument/2006/relationships/tags" Target="../tags/tag1078.xml"/><Relationship Id="rId21" Type="http://schemas.openxmlformats.org/officeDocument/2006/relationships/tags" Target="../tags/tag1073.xml"/><Relationship Id="rId42" Type="http://schemas.openxmlformats.org/officeDocument/2006/relationships/tags" Target="../tags/tag1094.xml"/><Relationship Id="rId47" Type="http://schemas.openxmlformats.org/officeDocument/2006/relationships/tags" Target="../tags/tag1099.xml"/><Relationship Id="rId63" Type="http://schemas.openxmlformats.org/officeDocument/2006/relationships/tags" Target="../tags/tag1115.xml"/><Relationship Id="rId68" Type="http://schemas.openxmlformats.org/officeDocument/2006/relationships/tags" Target="../tags/tag1120.xml"/><Relationship Id="rId84" Type="http://schemas.openxmlformats.org/officeDocument/2006/relationships/tags" Target="../tags/tag1136.xml"/><Relationship Id="rId89" Type="http://schemas.openxmlformats.org/officeDocument/2006/relationships/image" Target="../media/image62.emf"/><Relationship Id="rId16" Type="http://schemas.openxmlformats.org/officeDocument/2006/relationships/tags" Target="../tags/tag1068.xml"/><Relationship Id="rId11" Type="http://schemas.openxmlformats.org/officeDocument/2006/relationships/tags" Target="../tags/tag1063.xml"/><Relationship Id="rId32" Type="http://schemas.openxmlformats.org/officeDocument/2006/relationships/tags" Target="../tags/tag1084.xml"/><Relationship Id="rId37" Type="http://schemas.openxmlformats.org/officeDocument/2006/relationships/tags" Target="../tags/tag1089.xml"/><Relationship Id="rId53" Type="http://schemas.openxmlformats.org/officeDocument/2006/relationships/tags" Target="../tags/tag1105.xml"/><Relationship Id="rId58" Type="http://schemas.openxmlformats.org/officeDocument/2006/relationships/tags" Target="../tags/tag1110.xml"/><Relationship Id="rId74" Type="http://schemas.openxmlformats.org/officeDocument/2006/relationships/tags" Target="../tags/tag1126.xml"/><Relationship Id="rId79" Type="http://schemas.openxmlformats.org/officeDocument/2006/relationships/tags" Target="../tags/tag1131.xml"/><Relationship Id="rId102" Type="http://schemas.openxmlformats.org/officeDocument/2006/relationships/image" Target="../media/image64.svg"/><Relationship Id="rId5" Type="http://schemas.openxmlformats.org/officeDocument/2006/relationships/tags" Target="../tags/tag1057.xml"/><Relationship Id="rId90" Type="http://schemas.openxmlformats.org/officeDocument/2006/relationships/chart" Target="../charts/chart32.xml"/><Relationship Id="rId95" Type="http://schemas.openxmlformats.org/officeDocument/2006/relationships/chart" Target="../charts/chart37.xml"/><Relationship Id="rId22" Type="http://schemas.openxmlformats.org/officeDocument/2006/relationships/tags" Target="../tags/tag1074.xml"/><Relationship Id="rId27" Type="http://schemas.openxmlformats.org/officeDocument/2006/relationships/tags" Target="../tags/tag1079.xml"/><Relationship Id="rId43" Type="http://schemas.openxmlformats.org/officeDocument/2006/relationships/tags" Target="../tags/tag1095.xml"/><Relationship Id="rId48" Type="http://schemas.openxmlformats.org/officeDocument/2006/relationships/tags" Target="../tags/tag1100.xml"/><Relationship Id="rId64" Type="http://schemas.openxmlformats.org/officeDocument/2006/relationships/tags" Target="../tags/tag1116.xml"/><Relationship Id="rId69" Type="http://schemas.openxmlformats.org/officeDocument/2006/relationships/tags" Target="../tags/tag1121.xml"/><Relationship Id="rId80" Type="http://schemas.openxmlformats.org/officeDocument/2006/relationships/tags" Target="../tags/tag1132.xml"/><Relationship Id="rId85" Type="http://schemas.openxmlformats.org/officeDocument/2006/relationships/tags" Target="../tags/tag1137.xml"/><Relationship Id="rId12" Type="http://schemas.openxmlformats.org/officeDocument/2006/relationships/tags" Target="../tags/tag1064.xml"/><Relationship Id="rId17" Type="http://schemas.openxmlformats.org/officeDocument/2006/relationships/tags" Target="../tags/tag1069.xml"/><Relationship Id="rId25" Type="http://schemas.openxmlformats.org/officeDocument/2006/relationships/tags" Target="../tags/tag1077.xml"/><Relationship Id="rId33" Type="http://schemas.openxmlformats.org/officeDocument/2006/relationships/tags" Target="../tags/tag1085.xml"/><Relationship Id="rId38" Type="http://schemas.openxmlformats.org/officeDocument/2006/relationships/tags" Target="../tags/tag1090.xml"/><Relationship Id="rId46" Type="http://schemas.openxmlformats.org/officeDocument/2006/relationships/tags" Target="../tags/tag1098.xml"/><Relationship Id="rId59" Type="http://schemas.openxmlformats.org/officeDocument/2006/relationships/tags" Target="../tags/tag1111.xml"/><Relationship Id="rId67" Type="http://schemas.openxmlformats.org/officeDocument/2006/relationships/tags" Target="../tags/tag1119.xml"/><Relationship Id="rId103" Type="http://schemas.openxmlformats.org/officeDocument/2006/relationships/image" Target="../media/image65.svg"/><Relationship Id="rId20" Type="http://schemas.openxmlformats.org/officeDocument/2006/relationships/tags" Target="../tags/tag1072.xml"/><Relationship Id="rId41" Type="http://schemas.openxmlformats.org/officeDocument/2006/relationships/tags" Target="../tags/tag1093.xml"/><Relationship Id="rId54" Type="http://schemas.openxmlformats.org/officeDocument/2006/relationships/tags" Target="../tags/tag1106.xml"/><Relationship Id="rId62" Type="http://schemas.openxmlformats.org/officeDocument/2006/relationships/tags" Target="../tags/tag1114.xml"/><Relationship Id="rId70" Type="http://schemas.openxmlformats.org/officeDocument/2006/relationships/tags" Target="../tags/tag1122.xml"/><Relationship Id="rId75" Type="http://schemas.openxmlformats.org/officeDocument/2006/relationships/tags" Target="../tags/tag1127.xml"/><Relationship Id="rId83" Type="http://schemas.openxmlformats.org/officeDocument/2006/relationships/tags" Target="../tags/tag1135.xml"/><Relationship Id="rId88" Type="http://schemas.openxmlformats.org/officeDocument/2006/relationships/oleObject" Target="../embeddings/oleObject48.bin"/><Relationship Id="rId91" Type="http://schemas.openxmlformats.org/officeDocument/2006/relationships/chart" Target="../charts/chart33.xml"/><Relationship Id="rId96" Type="http://schemas.openxmlformats.org/officeDocument/2006/relationships/chart" Target="../charts/chart38.xml"/><Relationship Id="rId1" Type="http://schemas.openxmlformats.org/officeDocument/2006/relationships/tags" Target="../tags/tag1053.xml"/><Relationship Id="rId6" Type="http://schemas.openxmlformats.org/officeDocument/2006/relationships/tags" Target="../tags/tag1058.xml"/><Relationship Id="rId15" Type="http://schemas.openxmlformats.org/officeDocument/2006/relationships/tags" Target="../tags/tag1067.xml"/><Relationship Id="rId23" Type="http://schemas.openxmlformats.org/officeDocument/2006/relationships/tags" Target="../tags/tag1075.xml"/><Relationship Id="rId28" Type="http://schemas.openxmlformats.org/officeDocument/2006/relationships/tags" Target="../tags/tag1080.xml"/><Relationship Id="rId36" Type="http://schemas.openxmlformats.org/officeDocument/2006/relationships/tags" Target="../tags/tag1088.xml"/><Relationship Id="rId49" Type="http://schemas.openxmlformats.org/officeDocument/2006/relationships/tags" Target="../tags/tag1101.xml"/><Relationship Id="rId57" Type="http://schemas.openxmlformats.org/officeDocument/2006/relationships/tags" Target="../tags/tag1109.xml"/><Relationship Id="rId10" Type="http://schemas.openxmlformats.org/officeDocument/2006/relationships/tags" Target="../tags/tag1062.xml"/><Relationship Id="rId31" Type="http://schemas.openxmlformats.org/officeDocument/2006/relationships/tags" Target="../tags/tag1083.xml"/><Relationship Id="rId44" Type="http://schemas.openxmlformats.org/officeDocument/2006/relationships/tags" Target="../tags/tag1096.xml"/><Relationship Id="rId52" Type="http://schemas.openxmlformats.org/officeDocument/2006/relationships/tags" Target="../tags/tag1104.xml"/><Relationship Id="rId60" Type="http://schemas.openxmlformats.org/officeDocument/2006/relationships/tags" Target="../tags/tag1112.xml"/><Relationship Id="rId65" Type="http://schemas.openxmlformats.org/officeDocument/2006/relationships/tags" Target="../tags/tag1117.xml"/><Relationship Id="rId73" Type="http://schemas.openxmlformats.org/officeDocument/2006/relationships/tags" Target="../tags/tag1125.xml"/><Relationship Id="rId78" Type="http://schemas.openxmlformats.org/officeDocument/2006/relationships/tags" Target="../tags/tag1130.xml"/><Relationship Id="rId81" Type="http://schemas.openxmlformats.org/officeDocument/2006/relationships/tags" Target="../tags/tag1133.xml"/><Relationship Id="rId86" Type="http://schemas.openxmlformats.org/officeDocument/2006/relationships/slideLayout" Target="../slideLayouts/slideLayout10.xml"/><Relationship Id="rId94" Type="http://schemas.openxmlformats.org/officeDocument/2006/relationships/chart" Target="../charts/chart36.xml"/><Relationship Id="rId99" Type="http://schemas.openxmlformats.org/officeDocument/2006/relationships/chart" Target="../charts/chart41.xml"/><Relationship Id="rId101" Type="http://schemas.openxmlformats.org/officeDocument/2006/relationships/image" Target="../media/image63.svg"/><Relationship Id="rId4" Type="http://schemas.openxmlformats.org/officeDocument/2006/relationships/tags" Target="../tags/tag1056.xml"/><Relationship Id="rId9" Type="http://schemas.openxmlformats.org/officeDocument/2006/relationships/tags" Target="../tags/tag1061.xml"/><Relationship Id="rId13" Type="http://schemas.openxmlformats.org/officeDocument/2006/relationships/tags" Target="../tags/tag1065.xml"/><Relationship Id="rId18" Type="http://schemas.openxmlformats.org/officeDocument/2006/relationships/tags" Target="../tags/tag1070.xml"/><Relationship Id="rId39" Type="http://schemas.openxmlformats.org/officeDocument/2006/relationships/tags" Target="../tags/tag1091.xml"/><Relationship Id="rId34" Type="http://schemas.openxmlformats.org/officeDocument/2006/relationships/tags" Target="../tags/tag1086.xml"/><Relationship Id="rId50" Type="http://schemas.openxmlformats.org/officeDocument/2006/relationships/tags" Target="../tags/tag1102.xml"/><Relationship Id="rId55" Type="http://schemas.openxmlformats.org/officeDocument/2006/relationships/tags" Target="../tags/tag1107.xml"/><Relationship Id="rId76" Type="http://schemas.openxmlformats.org/officeDocument/2006/relationships/tags" Target="../tags/tag1128.xml"/><Relationship Id="rId97" Type="http://schemas.openxmlformats.org/officeDocument/2006/relationships/chart" Target="../charts/chart39.xml"/><Relationship Id="rId7" Type="http://schemas.openxmlformats.org/officeDocument/2006/relationships/tags" Target="../tags/tag1059.xml"/><Relationship Id="rId71" Type="http://schemas.openxmlformats.org/officeDocument/2006/relationships/tags" Target="../tags/tag1123.xml"/><Relationship Id="rId92" Type="http://schemas.openxmlformats.org/officeDocument/2006/relationships/chart" Target="../charts/chart34.xml"/><Relationship Id="rId2" Type="http://schemas.openxmlformats.org/officeDocument/2006/relationships/tags" Target="../tags/tag1054.xml"/><Relationship Id="rId29" Type="http://schemas.openxmlformats.org/officeDocument/2006/relationships/tags" Target="../tags/tag1081.xml"/><Relationship Id="rId24" Type="http://schemas.openxmlformats.org/officeDocument/2006/relationships/tags" Target="../tags/tag1076.xml"/><Relationship Id="rId40" Type="http://schemas.openxmlformats.org/officeDocument/2006/relationships/tags" Target="../tags/tag1092.xml"/><Relationship Id="rId45" Type="http://schemas.openxmlformats.org/officeDocument/2006/relationships/tags" Target="../tags/tag1097.xml"/><Relationship Id="rId66" Type="http://schemas.openxmlformats.org/officeDocument/2006/relationships/tags" Target="../tags/tag1118.xml"/><Relationship Id="rId87" Type="http://schemas.openxmlformats.org/officeDocument/2006/relationships/notesSlide" Target="../notesSlides/notesSlide25.xml"/><Relationship Id="rId61" Type="http://schemas.openxmlformats.org/officeDocument/2006/relationships/tags" Target="../tags/tag1113.xml"/><Relationship Id="rId82" Type="http://schemas.openxmlformats.org/officeDocument/2006/relationships/tags" Target="../tags/tag1134.xml"/><Relationship Id="rId19" Type="http://schemas.openxmlformats.org/officeDocument/2006/relationships/tags" Target="../tags/tag1071.xml"/><Relationship Id="rId14" Type="http://schemas.openxmlformats.org/officeDocument/2006/relationships/tags" Target="../tags/tag1066.xml"/><Relationship Id="rId30" Type="http://schemas.openxmlformats.org/officeDocument/2006/relationships/tags" Target="../tags/tag1082.xml"/><Relationship Id="rId35" Type="http://schemas.openxmlformats.org/officeDocument/2006/relationships/tags" Target="../tags/tag1087.xml"/><Relationship Id="rId56" Type="http://schemas.openxmlformats.org/officeDocument/2006/relationships/tags" Target="../tags/tag1108.xml"/><Relationship Id="rId77" Type="http://schemas.openxmlformats.org/officeDocument/2006/relationships/tags" Target="../tags/tag1129.xml"/><Relationship Id="rId100" Type="http://schemas.openxmlformats.org/officeDocument/2006/relationships/chart" Target="../charts/chart42.xml"/><Relationship Id="rId8" Type="http://schemas.openxmlformats.org/officeDocument/2006/relationships/tags" Target="../tags/tag1060.xml"/><Relationship Id="rId51" Type="http://schemas.openxmlformats.org/officeDocument/2006/relationships/tags" Target="../tags/tag1103.xml"/><Relationship Id="rId72" Type="http://schemas.openxmlformats.org/officeDocument/2006/relationships/tags" Target="../tags/tag1124.xml"/><Relationship Id="rId93" Type="http://schemas.openxmlformats.org/officeDocument/2006/relationships/chart" Target="../charts/chart35.xml"/><Relationship Id="rId98" Type="http://schemas.openxmlformats.org/officeDocument/2006/relationships/chart" Target="../charts/chart40.xml"/><Relationship Id="rId3" Type="http://schemas.openxmlformats.org/officeDocument/2006/relationships/tags" Target="../tags/tag1055.xml"/></Relationships>
</file>

<file path=ppt/slides/_rels/slide36.xml.rels><?xml version="1.0" encoding="UTF-8" standalone="yes"?>
<Relationships xmlns="http://schemas.openxmlformats.org/package/2006/relationships"><Relationship Id="rId26" Type="http://schemas.openxmlformats.org/officeDocument/2006/relationships/tags" Target="../tags/tag1163.xml"/><Relationship Id="rId117" Type="http://schemas.openxmlformats.org/officeDocument/2006/relationships/chart" Target="../charts/chart54.xml"/><Relationship Id="rId21" Type="http://schemas.openxmlformats.org/officeDocument/2006/relationships/tags" Target="../tags/tag1158.xml"/><Relationship Id="rId42" Type="http://schemas.openxmlformats.org/officeDocument/2006/relationships/tags" Target="../tags/tag1179.xml"/><Relationship Id="rId47" Type="http://schemas.openxmlformats.org/officeDocument/2006/relationships/tags" Target="../tags/tag1184.xml"/><Relationship Id="rId63" Type="http://schemas.openxmlformats.org/officeDocument/2006/relationships/tags" Target="../tags/tag1200.xml"/><Relationship Id="rId68" Type="http://schemas.openxmlformats.org/officeDocument/2006/relationships/tags" Target="../tags/tag1205.xml"/><Relationship Id="rId84" Type="http://schemas.openxmlformats.org/officeDocument/2006/relationships/tags" Target="../tags/tag1221.xml"/><Relationship Id="rId89" Type="http://schemas.openxmlformats.org/officeDocument/2006/relationships/tags" Target="../tags/tag1226.xml"/><Relationship Id="rId112" Type="http://schemas.openxmlformats.org/officeDocument/2006/relationships/image" Target="../media/image65.svg"/><Relationship Id="rId16" Type="http://schemas.openxmlformats.org/officeDocument/2006/relationships/tags" Target="../tags/tag1153.xml"/><Relationship Id="rId107" Type="http://schemas.openxmlformats.org/officeDocument/2006/relationships/chart" Target="../charts/chart47.xml"/><Relationship Id="rId11" Type="http://schemas.openxmlformats.org/officeDocument/2006/relationships/tags" Target="../tags/tag1148.xml"/><Relationship Id="rId32" Type="http://schemas.openxmlformats.org/officeDocument/2006/relationships/tags" Target="../tags/tag1169.xml"/><Relationship Id="rId37" Type="http://schemas.openxmlformats.org/officeDocument/2006/relationships/tags" Target="../tags/tag1174.xml"/><Relationship Id="rId53" Type="http://schemas.openxmlformats.org/officeDocument/2006/relationships/tags" Target="../tags/tag1190.xml"/><Relationship Id="rId58" Type="http://schemas.openxmlformats.org/officeDocument/2006/relationships/tags" Target="../tags/tag1195.xml"/><Relationship Id="rId74" Type="http://schemas.openxmlformats.org/officeDocument/2006/relationships/tags" Target="../tags/tag1211.xml"/><Relationship Id="rId79" Type="http://schemas.openxmlformats.org/officeDocument/2006/relationships/tags" Target="../tags/tag1216.xml"/><Relationship Id="rId102" Type="http://schemas.openxmlformats.org/officeDocument/2006/relationships/image" Target="../media/image62.emf"/><Relationship Id="rId5" Type="http://schemas.openxmlformats.org/officeDocument/2006/relationships/tags" Target="../tags/tag1142.xml"/><Relationship Id="rId90" Type="http://schemas.openxmlformats.org/officeDocument/2006/relationships/tags" Target="../tags/tag1227.xml"/><Relationship Id="rId95" Type="http://schemas.openxmlformats.org/officeDocument/2006/relationships/tags" Target="../tags/tag1232.xml"/><Relationship Id="rId22" Type="http://schemas.openxmlformats.org/officeDocument/2006/relationships/tags" Target="../tags/tag1159.xml"/><Relationship Id="rId27" Type="http://schemas.openxmlformats.org/officeDocument/2006/relationships/tags" Target="../tags/tag1164.xml"/><Relationship Id="rId43" Type="http://schemas.openxmlformats.org/officeDocument/2006/relationships/tags" Target="../tags/tag1180.xml"/><Relationship Id="rId48" Type="http://schemas.openxmlformats.org/officeDocument/2006/relationships/tags" Target="../tags/tag1185.xml"/><Relationship Id="rId64" Type="http://schemas.openxmlformats.org/officeDocument/2006/relationships/tags" Target="../tags/tag1201.xml"/><Relationship Id="rId69" Type="http://schemas.openxmlformats.org/officeDocument/2006/relationships/tags" Target="../tags/tag1206.xml"/><Relationship Id="rId113" Type="http://schemas.openxmlformats.org/officeDocument/2006/relationships/chart" Target="../charts/chart50.xml"/><Relationship Id="rId118" Type="http://schemas.openxmlformats.org/officeDocument/2006/relationships/chart" Target="../charts/chart55.xml"/><Relationship Id="rId80" Type="http://schemas.openxmlformats.org/officeDocument/2006/relationships/tags" Target="../tags/tag1217.xml"/><Relationship Id="rId85" Type="http://schemas.openxmlformats.org/officeDocument/2006/relationships/tags" Target="../tags/tag1222.xml"/><Relationship Id="rId12" Type="http://schemas.openxmlformats.org/officeDocument/2006/relationships/tags" Target="../tags/tag1149.xml"/><Relationship Id="rId17" Type="http://schemas.openxmlformats.org/officeDocument/2006/relationships/tags" Target="../tags/tag1154.xml"/><Relationship Id="rId33" Type="http://schemas.openxmlformats.org/officeDocument/2006/relationships/tags" Target="../tags/tag1170.xml"/><Relationship Id="rId38" Type="http://schemas.openxmlformats.org/officeDocument/2006/relationships/tags" Target="../tags/tag1175.xml"/><Relationship Id="rId59" Type="http://schemas.openxmlformats.org/officeDocument/2006/relationships/tags" Target="../tags/tag1196.xml"/><Relationship Id="rId103" Type="http://schemas.openxmlformats.org/officeDocument/2006/relationships/chart" Target="../charts/chart43.xml"/><Relationship Id="rId108" Type="http://schemas.openxmlformats.org/officeDocument/2006/relationships/chart" Target="../charts/chart48.xml"/><Relationship Id="rId54" Type="http://schemas.openxmlformats.org/officeDocument/2006/relationships/tags" Target="../tags/tag1191.xml"/><Relationship Id="rId70" Type="http://schemas.openxmlformats.org/officeDocument/2006/relationships/tags" Target="../tags/tag1207.xml"/><Relationship Id="rId75" Type="http://schemas.openxmlformats.org/officeDocument/2006/relationships/tags" Target="../tags/tag1212.xml"/><Relationship Id="rId91" Type="http://schemas.openxmlformats.org/officeDocument/2006/relationships/tags" Target="../tags/tag1228.xml"/><Relationship Id="rId96" Type="http://schemas.openxmlformats.org/officeDocument/2006/relationships/tags" Target="../tags/tag1233.xml"/><Relationship Id="rId1" Type="http://schemas.openxmlformats.org/officeDocument/2006/relationships/tags" Target="../tags/tag1138.xml"/><Relationship Id="rId6" Type="http://schemas.openxmlformats.org/officeDocument/2006/relationships/tags" Target="../tags/tag1143.xml"/><Relationship Id="rId23" Type="http://schemas.openxmlformats.org/officeDocument/2006/relationships/tags" Target="../tags/tag1160.xml"/><Relationship Id="rId28" Type="http://schemas.openxmlformats.org/officeDocument/2006/relationships/tags" Target="../tags/tag1165.xml"/><Relationship Id="rId49" Type="http://schemas.openxmlformats.org/officeDocument/2006/relationships/tags" Target="../tags/tag1186.xml"/><Relationship Id="rId114" Type="http://schemas.openxmlformats.org/officeDocument/2006/relationships/chart" Target="../charts/chart51.xml"/><Relationship Id="rId10" Type="http://schemas.openxmlformats.org/officeDocument/2006/relationships/tags" Target="../tags/tag1147.xml"/><Relationship Id="rId31" Type="http://schemas.openxmlformats.org/officeDocument/2006/relationships/tags" Target="../tags/tag1168.xml"/><Relationship Id="rId44" Type="http://schemas.openxmlformats.org/officeDocument/2006/relationships/tags" Target="../tags/tag1181.xml"/><Relationship Id="rId52" Type="http://schemas.openxmlformats.org/officeDocument/2006/relationships/tags" Target="../tags/tag1189.xml"/><Relationship Id="rId60" Type="http://schemas.openxmlformats.org/officeDocument/2006/relationships/tags" Target="../tags/tag1197.xml"/><Relationship Id="rId65" Type="http://schemas.openxmlformats.org/officeDocument/2006/relationships/tags" Target="../tags/tag1202.xml"/><Relationship Id="rId73" Type="http://schemas.openxmlformats.org/officeDocument/2006/relationships/tags" Target="../tags/tag1210.xml"/><Relationship Id="rId78" Type="http://schemas.openxmlformats.org/officeDocument/2006/relationships/tags" Target="../tags/tag1215.xml"/><Relationship Id="rId81" Type="http://schemas.openxmlformats.org/officeDocument/2006/relationships/tags" Target="../tags/tag1218.xml"/><Relationship Id="rId86" Type="http://schemas.openxmlformats.org/officeDocument/2006/relationships/tags" Target="../tags/tag1223.xml"/><Relationship Id="rId94" Type="http://schemas.openxmlformats.org/officeDocument/2006/relationships/tags" Target="../tags/tag1231.xml"/><Relationship Id="rId99" Type="http://schemas.openxmlformats.org/officeDocument/2006/relationships/slideLayout" Target="../slideLayouts/slideLayout10.xml"/><Relationship Id="rId101" Type="http://schemas.openxmlformats.org/officeDocument/2006/relationships/oleObject" Target="../embeddings/oleObject49.bin"/><Relationship Id="rId4" Type="http://schemas.openxmlformats.org/officeDocument/2006/relationships/tags" Target="../tags/tag1141.xml"/><Relationship Id="rId9" Type="http://schemas.openxmlformats.org/officeDocument/2006/relationships/tags" Target="../tags/tag1146.xml"/><Relationship Id="rId13" Type="http://schemas.openxmlformats.org/officeDocument/2006/relationships/tags" Target="../tags/tag1150.xml"/><Relationship Id="rId18" Type="http://schemas.openxmlformats.org/officeDocument/2006/relationships/tags" Target="../tags/tag1155.xml"/><Relationship Id="rId39" Type="http://schemas.openxmlformats.org/officeDocument/2006/relationships/tags" Target="../tags/tag1176.xml"/><Relationship Id="rId109" Type="http://schemas.openxmlformats.org/officeDocument/2006/relationships/chart" Target="../charts/chart49.xml"/><Relationship Id="rId34" Type="http://schemas.openxmlformats.org/officeDocument/2006/relationships/tags" Target="../tags/tag1171.xml"/><Relationship Id="rId50" Type="http://schemas.openxmlformats.org/officeDocument/2006/relationships/tags" Target="../tags/tag1187.xml"/><Relationship Id="rId55" Type="http://schemas.openxmlformats.org/officeDocument/2006/relationships/tags" Target="../tags/tag1192.xml"/><Relationship Id="rId76" Type="http://schemas.openxmlformats.org/officeDocument/2006/relationships/tags" Target="../tags/tag1213.xml"/><Relationship Id="rId97" Type="http://schemas.openxmlformats.org/officeDocument/2006/relationships/tags" Target="../tags/tag1234.xml"/><Relationship Id="rId104" Type="http://schemas.openxmlformats.org/officeDocument/2006/relationships/chart" Target="../charts/chart44.xml"/><Relationship Id="rId7" Type="http://schemas.openxmlformats.org/officeDocument/2006/relationships/tags" Target="../tags/tag1144.xml"/><Relationship Id="rId71" Type="http://schemas.openxmlformats.org/officeDocument/2006/relationships/tags" Target="../tags/tag1208.xml"/><Relationship Id="rId92" Type="http://schemas.openxmlformats.org/officeDocument/2006/relationships/tags" Target="../tags/tag1229.xml"/><Relationship Id="rId2" Type="http://schemas.openxmlformats.org/officeDocument/2006/relationships/tags" Target="../tags/tag1139.xml"/><Relationship Id="rId29" Type="http://schemas.openxmlformats.org/officeDocument/2006/relationships/tags" Target="../tags/tag1166.xml"/><Relationship Id="rId24" Type="http://schemas.openxmlformats.org/officeDocument/2006/relationships/tags" Target="../tags/tag1161.xml"/><Relationship Id="rId40" Type="http://schemas.openxmlformats.org/officeDocument/2006/relationships/tags" Target="../tags/tag1177.xml"/><Relationship Id="rId45" Type="http://schemas.openxmlformats.org/officeDocument/2006/relationships/tags" Target="../tags/tag1182.xml"/><Relationship Id="rId66" Type="http://schemas.openxmlformats.org/officeDocument/2006/relationships/tags" Target="../tags/tag1203.xml"/><Relationship Id="rId87" Type="http://schemas.openxmlformats.org/officeDocument/2006/relationships/tags" Target="../tags/tag1224.xml"/><Relationship Id="rId110" Type="http://schemas.openxmlformats.org/officeDocument/2006/relationships/image" Target="../media/image63.svg"/><Relationship Id="rId115" Type="http://schemas.openxmlformats.org/officeDocument/2006/relationships/chart" Target="../charts/chart52.xml"/><Relationship Id="rId61" Type="http://schemas.openxmlformats.org/officeDocument/2006/relationships/tags" Target="../tags/tag1198.xml"/><Relationship Id="rId82" Type="http://schemas.openxmlformats.org/officeDocument/2006/relationships/tags" Target="../tags/tag1219.xml"/><Relationship Id="rId19" Type="http://schemas.openxmlformats.org/officeDocument/2006/relationships/tags" Target="../tags/tag1156.xml"/><Relationship Id="rId14" Type="http://schemas.openxmlformats.org/officeDocument/2006/relationships/tags" Target="../tags/tag1151.xml"/><Relationship Id="rId30" Type="http://schemas.openxmlformats.org/officeDocument/2006/relationships/tags" Target="../tags/tag1167.xml"/><Relationship Id="rId35" Type="http://schemas.openxmlformats.org/officeDocument/2006/relationships/tags" Target="../tags/tag1172.xml"/><Relationship Id="rId56" Type="http://schemas.openxmlformats.org/officeDocument/2006/relationships/tags" Target="../tags/tag1193.xml"/><Relationship Id="rId77" Type="http://schemas.openxmlformats.org/officeDocument/2006/relationships/tags" Target="../tags/tag1214.xml"/><Relationship Id="rId100" Type="http://schemas.openxmlformats.org/officeDocument/2006/relationships/notesSlide" Target="../notesSlides/notesSlide26.xml"/><Relationship Id="rId105" Type="http://schemas.openxmlformats.org/officeDocument/2006/relationships/chart" Target="../charts/chart45.xml"/><Relationship Id="rId8" Type="http://schemas.openxmlformats.org/officeDocument/2006/relationships/tags" Target="../tags/tag1145.xml"/><Relationship Id="rId51" Type="http://schemas.openxmlformats.org/officeDocument/2006/relationships/tags" Target="../tags/tag1188.xml"/><Relationship Id="rId72" Type="http://schemas.openxmlformats.org/officeDocument/2006/relationships/tags" Target="../tags/tag1209.xml"/><Relationship Id="rId93" Type="http://schemas.openxmlformats.org/officeDocument/2006/relationships/tags" Target="../tags/tag1230.xml"/><Relationship Id="rId98" Type="http://schemas.openxmlformats.org/officeDocument/2006/relationships/tags" Target="../tags/tag1235.xml"/><Relationship Id="rId3" Type="http://schemas.openxmlformats.org/officeDocument/2006/relationships/tags" Target="../tags/tag1140.xml"/><Relationship Id="rId25" Type="http://schemas.openxmlformats.org/officeDocument/2006/relationships/tags" Target="../tags/tag1162.xml"/><Relationship Id="rId46" Type="http://schemas.openxmlformats.org/officeDocument/2006/relationships/tags" Target="../tags/tag1183.xml"/><Relationship Id="rId67" Type="http://schemas.openxmlformats.org/officeDocument/2006/relationships/tags" Target="../tags/tag1204.xml"/><Relationship Id="rId116" Type="http://schemas.openxmlformats.org/officeDocument/2006/relationships/chart" Target="../charts/chart53.xml"/><Relationship Id="rId20" Type="http://schemas.openxmlformats.org/officeDocument/2006/relationships/tags" Target="../tags/tag1157.xml"/><Relationship Id="rId41" Type="http://schemas.openxmlformats.org/officeDocument/2006/relationships/tags" Target="../tags/tag1178.xml"/><Relationship Id="rId62" Type="http://schemas.openxmlformats.org/officeDocument/2006/relationships/tags" Target="../tags/tag1199.xml"/><Relationship Id="rId83" Type="http://schemas.openxmlformats.org/officeDocument/2006/relationships/tags" Target="../tags/tag1220.xml"/><Relationship Id="rId88" Type="http://schemas.openxmlformats.org/officeDocument/2006/relationships/tags" Target="../tags/tag1225.xml"/><Relationship Id="rId111" Type="http://schemas.openxmlformats.org/officeDocument/2006/relationships/image" Target="../media/image64.svg"/><Relationship Id="rId15" Type="http://schemas.openxmlformats.org/officeDocument/2006/relationships/tags" Target="../tags/tag1152.xml"/><Relationship Id="rId36" Type="http://schemas.openxmlformats.org/officeDocument/2006/relationships/tags" Target="../tags/tag1173.xml"/><Relationship Id="rId57" Type="http://schemas.openxmlformats.org/officeDocument/2006/relationships/tags" Target="../tags/tag1194.xml"/><Relationship Id="rId106" Type="http://schemas.openxmlformats.org/officeDocument/2006/relationships/chart" Target="../charts/chart46.xml"/></Relationships>
</file>

<file path=ppt/slides/_rels/slide37.xml.rels><?xml version="1.0" encoding="UTF-8" standalone="yes"?>
<Relationships xmlns="http://schemas.openxmlformats.org/package/2006/relationships"><Relationship Id="rId13" Type="http://schemas.openxmlformats.org/officeDocument/2006/relationships/tags" Target="../tags/tag1248.xml"/><Relationship Id="rId18" Type="http://schemas.openxmlformats.org/officeDocument/2006/relationships/tags" Target="../tags/tag1253.xml"/><Relationship Id="rId26" Type="http://schemas.openxmlformats.org/officeDocument/2006/relationships/tags" Target="../tags/tag1261.xml"/><Relationship Id="rId39" Type="http://schemas.openxmlformats.org/officeDocument/2006/relationships/tags" Target="../tags/tag1274.xml"/><Relationship Id="rId21" Type="http://schemas.openxmlformats.org/officeDocument/2006/relationships/tags" Target="../tags/tag1256.xml"/><Relationship Id="rId34" Type="http://schemas.openxmlformats.org/officeDocument/2006/relationships/tags" Target="../tags/tag1269.xml"/><Relationship Id="rId42" Type="http://schemas.openxmlformats.org/officeDocument/2006/relationships/oleObject" Target="../embeddings/oleObject50.bin"/><Relationship Id="rId7" Type="http://schemas.openxmlformats.org/officeDocument/2006/relationships/tags" Target="../tags/tag1242.xml"/><Relationship Id="rId2" Type="http://schemas.openxmlformats.org/officeDocument/2006/relationships/tags" Target="../tags/tag1237.xml"/><Relationship Id="rId16" Type="http://schemas.openxmlformats.org/officeDocument/2006/relationships/tags" Target="../tags/tag1251.xml"/><Relationship Id="rId20" Type="http://schemas.openxmlformats.org/officeDocument/2006/relationships/tags" Target="../tags/tag1255.xml"/><Relationship Id="rId29" Type="http://schemas.openxmlformats.org/officeDocument/2006/relationships/tags" Target="../tags/tag1264.xml"/><Relationship Id="rId41" Type="http://schemas.openxmlformats.org/officeDocument/2006/relationships/notesSlide" Target="../notesSlides/notesSlide27.xml"/><Relationship Id="rId1" Type="http://schemas.openxmlformats.org/officeDocument/2006/relationships/tags" Target="../tags/tag1236.xml"/><Relationship Id="rId6" Type="http://schemas.openxmlformats.org/officeDocument/2006/relationships/tags" Target="../tags/tag1241.xml"/><Relationship Id="rId11" Type="http://schemas.openxmlformats.org/officeDocument/2006/relationships/tags" Target="../tags/tag1246.xml"/><Relationship Id="rId24" Type="http://schemas.openxmlformats.org/officeDocument/2006/relationships/tags" Target="../tags/tag1259.xml"/><Relationship Id="rId32" Type="http://schemas.openxmlformats.org/officeDocument/2006/relationships/tags" Target="../tags/tag1267.xml"/><Relationship Id="rId37" Type="http://schemas.openxmlformats.org/officeDocument/2006/relationships/tags" Target="../tags/tag1272.xml"/><Relationship Id="rId40" Type="http://schemas.openxmlformats.org/officeDocument/2006/relationships/slideLayout" Target="../slideLayouts/slideLayout15.xml"/><Relationship Id="rId5" Type="http://schemas.openxmlformats.org/officeDocument/2006/relationships/tags" Target="../tags/tag1240.xml"/><Relationship Id="rId15" Type="http://schemas.openxmlformats.org/officeDocument/2006/relationships/tags" Target="../tags/tag1250.xml"/><Relationship Id="rId23" Type="http://schemas.openxmlformats.org/officeDocument/2006/relationships/tags" Target="../tags/tag1258.xml"/><Relationship Id="rId28" Type="http://schemas.openxmlformats.org/officeDocument/2006/relationships/tags" Target="../tags/tag1263.xml"/><Relationship Id="rId36" Type="http://schemas.openxmlformats.org/officeDocument/2006/relationships/tags" Target="../tags/tag1271.xml"/><Relationship Id="rId10" Type="http://schemas.openxmlformats.org/officeDocument/2006/relationships/tags" Target="../tags/tag1245.xml"/><Relationship Id="rId19" Type="http://schemas.openxmlformats.org/officeDocument/2006/relationships/tags" Target="../tags/tag1254.xml"/><Relationship Id="rId31" Type="http://schemas.openxmlformats.org/officeDocument/2006/relationships/tags" Target="../tags/tag1266.xml"/><Relationship Id="rId44" Type="http://schemas.openxmlformats.org/officeDocument/2006/relationships/chart" Target="../charts/chart56.xml"/><Relationship Id="rId4" Type="http://schemas.openxmlformats.org/officeDocument/2006/relationships/tags" Target="../tags/tag1239.xml"/><Relationship Id="rId9" Type="http://schemas.openxmlformats.org/officeDocument/2006/relationships/tags" Target="../tags/tag1244.xml"/><Relationship Id="rId14" Type="http://schemas.openxmlformats.org/officeDocument/2006/relationships/tags" Target="../tags/tag1249.xml"/><Relationship Id="rId22" Type="http://schemas.openxmlformats.org/officeDocument/2006/relationships/tags" Target="../tags/tag1257.xml"/><Relationship Id="rId27" Type="http://schemas.openxmlformats.org/officeDocument/2006/relationships/tags" Target="../tags/tag1262.xml"/><Relationship Id="rId30" Type="http://schemas.openxmlformats.org/officeDocument/2006/relationships/tags" Target="../tags/tag1265.xml"/><Relationship Id="rId35" Type="http://schemas.openxmlformats.org/officeDocument/2006/relationships/tags" Target="../tags/tag1270.xml"/><Relationship Id="rId43" Type="http://schemas.openxmlformats.org/officeDocument/2006/relationships/image" Target="../media/image7.emf"/><Relationship Id="rId8" Type="http://schemas.openxmlformats.org/officeDocument/2006/relationships/tags" Target="../tags/tag1243.xml"/><Relationship Id="rId3" Type="http://schemas.openxmlformats.org/officeDocument/2006/relationships/tags" Target="../tags/tag1238.xml"/><Relationship Id="rId12" Type="http://schemas.openxmlformats.org/officeDocument/2006/relationships/tags" Target="../tags/tag1247.xml"/><Relationship Id="rId17" Type="http://schemas.openxmlformats.org/officeDocument/2006/relationships/tags" Target="../tags/tag1252.xml"/><Relationship Id="rId25" Type="http://schemas.openxmlformats.org/officeDocument/2006/relationships/tags" Target="../tags/tag1260.xml"/><Relationship Id="rId33" Type="http://schemas.openxmlformats.org/officeDocument/2006/relationships/tags" Target="../tags/tag1268.xml"/><Relationship Id="rId38" Type="http://schemas.openxmlformats.org/officeDocument/2006/relationships/tags" Target="../tags/tag1273.xml"/></Relationships>
</file>

<file path=ppt/slides/_rels/slide38.xml.rels><?xml version="1.0" encoding="UTF-8" standalone="yes"?>
<Relationships xmlns="http://schemas.openxmlformats.org/package/2006/relationships"><Relationship Id="rId13" Type="http://schemas.openxmlformats.org/officeDocument/2006/relationships/tags" Target="../tags/tag1287.xml"/><Relationship Id="rId18" Type="http://schemas.openxmlformats.org/officeDocument/2006/relationships/tags" Target="../tags/tag1292.xml"/><Relationship Id="rId26" Type="http://schemas.openxmlformats.org/officeDocument/2006/relationships/tags" Target="../tags/tag1300.xml"/><Relationship Id="rId39" Type="http://schemas.openxmlformats.org/officeDocument/2006/relationships/tags" Target="../tags/tag1313.xml"/><Relationship Id="rId21" Type="http://schemas.openxmlformats.org/officeDocument/2006/relationships/tags" Target="../tags/tag1295.xml"/><Relationship Id="rId34" Type="http://schemas.openxmlformats.org/officeDocument/2006/relationships/tags" Target="../tags/tag1308.xml"/><Relationship Id="rId42" Type="http://schemas.openxmlformats.org/officeDocument/2006/relationships/slideLayout" Target="../slideLayouts/slideLayout15.xml"/><Relationship Id="rId47" Type="http://schemas.openxmlformats.org/officeDocument/2006/relationships/chart" Target="../charts/chart58.xml"/><Relationship Id="rId7" Type="http://schemas.openxmlformats.org/officeDocument/2006/relationships/tags" Target="../tags/tag1281.xml"/><Relationship Id="rId2" Type="http://schemas.openxmlformats.org/officeDocument/2006/relationships/tags" Target="../tags/tag1276.xml"/><Relationship Id="rId16" Type="http://schemas.openxmlformats.org/officeDocument/2006/relationships/tags" Target="../tags/tag1290.xml"/><Relationship Id="rId29" Type="http://schemas.openxmlformats.org/officeDocument/2006/relationships/tags" Target="../tags/tag1303.xml"/><Relationship Id="rId1" Type="http://schemas.openxmlformats.org/officeDocument/2006/relationships/tags" Target="../tags/tag1275.xml"/><Relationship Id="rId6" Type="http://schemas.openxmlformats.org/officeDocument/2006/relationships/tags" Target="../tags/tag1280.xml"/><Relationship Id="rId11" Type="http://schemas.openxmlformats.org/officeDocument/2006/relationships/tags" Target="../tags/tag1285.xml"/><Relationship Id="rId24" Type="http://schemas.openxmlformats.org/officeDocument/2006/relationships/tags" Target="../tags/tag1298.xml"/><Relationship Id="rId32" Type="http://schemas.openxmlformats.org/officeDocument/2006/relationships/tags" Target="../tags/tag1306.xml"/><Relationship Id="rId37" Type="http://schemas.openxmlformats.org/officeDocument/2006/relationships/tags" Target="../tags/tag1311.xml"/><Relationship Id="rId40" Type="http://schemas.openxmlformats.org/officeDocument/2006/relationships/tags" Target="../tags/tag1314.xml"/><Relationship Id="rId45" Type="http://schemas.openxmlformats.org/officeDocument/2006/relationships/image" Target="../media/image8.emf"/><Relationship Id="rId5" Type="http://schemas.openxmlformats.org/officeDocument/2006/relationships/tags" Target="../tags/tag1279.xml"/><Relationship Id="rId15" Type="http://schemas.openxmlformats.org/officeDocument/2006/relationships/tags" Target="../tags/tag1289.xml"/><Relationship Id="rId23" Type="http://schemas.openxmlformats.org/officeDocument/2006/relationships/tags" Target="../tags/tag1297.xml"/><Relationship Id="rId28" Type="http://schemas.openxmlformats.org/officeDocument/2006/relationships/tags" Target="../tags/tag1302.xml"/><Relationship Id="rId36" Type="http://schemas.openxmlformats.org/officeDocument/2006/relationships/tags" Target="../tags/tag1310.xml"/><Relationship Id="rId10" Type="http://schemas.openxmlformats.org/officeDocument/2006/relationships/tags" Target="../tags/tag1284.xml"/><Relationship Id="rId19" Type="http://schemas.openxmlformats.org/officeDocument/2006/relationships/tags" Target="../tags/tag1293.xml"/><Relationship Id="rId31" Type="http://schemas.openxmlformats.org/officeDocument/2006/relationships/tags" Target="../tags/tag1305.xml"/><Relationship Id="rId44" Type="http://schemas.openxmlformats.org/officeDocument/2006/relationships/oleObject" Target="../embeddings/oleObject51.bin"/><Relationship Id="rId4" Type="http://schemas.openxmlformats.org/officeDocument/2006/relationships/tags" Target="../tags/tag1278.xml"/><Relationship Id="rId9" Type="http://schemas.openxmlformats.org/officeDocument/2006/relationships/tags" Target="../tags/tag1283.xml"/><Relationship Id="rId14" Type="http://schemas.openxmlformats.org/officeDocument/2006/relationships/tags" Target="../tags/tag1288.xml"/><Relationship Id="rId22" Type="http://schemas.openxmlformats.org/officeDocument/2006/relationships/tags" Target="../tags/tag1296.xml"/><Relationship Id="rId27" Type="http://schemas.openxmlformats.org/officeDocument/2006/relationships/tags" Target="../tags/tag1301.xml"/><Relationship Id="rId30" Type="http://schemas.openxmlformats.org/officeDocument/2006/relationships/tags" Target="../tags/tag1304.xml"/><Relationship Id="rId35" Type="http://schemas.openxmlformats.org/officeDocument/2006/relationships/tags" Target="../tags/tag1309.xml"/><Relationship Id="rId43" Type="http://schemas.openxmlformats.org/officeDocument/2006/relationships/notesSlide" Target="../notesSlides/notesSlide28.xml"/><Relationship Id="rId48" Type="http://schemas.openxmlformats.org/officeDocument/2006/relationships/chart" Target="../charts/chart59.xml"/><Relationship Id="rId8" Type="http://schemas.openxmlformats.org/officeDocument/2006/relationships/tags" Target="../tags/tag1282.xml"/><Relationship Id="rId3" Type="http://schemas.openxmlformats.org/officeDocument/2006/relationships/tags" Target="../tags/tag1277.xml"/><Relationship Id="rId12" Type="http://schemas.openxmlformats.org/officeDocument/2006/relationships/tags" Target="../tags/tag1286.xml"/><Relationship Id="rId17" Type="http://schemas.openxmlformats.org/officeDocument/2006/relationships/tags" Target="../tags/tag1291.xml"/><Relationship Id="rId25" Type="http://schemas.openxmlformats.org/officeDocument/2006/relationships/tags" Target="../tags/tag1299.xml"/><Relationship Id="rId33" Type="http://schemas.openxmlformats.org/officeDocument/2006/relationships/tags" Target="../tags/tag1307.xml"/><Relationship Id="rId38" Type="http://schemas.openxmlformats.org/officeDocument/2006/relationships/tags" Target="../tags/tag1312.xml"/><Relationship Id="rId46" Type="http://schemas.openxmlformats.org/officeDocument/2006/relationships/chart" Target="../charts/chart57.xml"/><Relationship Id="rId20" Type="http://schemas.openxmlformats.org/officeDocument/2006/relationships/tags" Target="../tags/tag1294.xml"/><Relationship Id="rId41" Type="http://schemas.openxmlformats.org/officeDocument/2006/relationships/tags" Target="../tags/tag1315.xml"/></Relationships>
</file>

<file path=ppt/slides/_rels/slide39.xml.rels><?xml version="1.0" encoding="UTF-8" standalone="yes"?>
<Relationships xmlns="http://schemas.openxmlformats.org/package/2006/relationships"><Relationship Id="rId13" Type="http://schemas.openxmlformats.org/officeDocument/2006/relationships/tags" Target="../tags/tag1328.xml"/><Relationship Id="rId18" Type="http://schemas.openxmlformats.org/officeDocument/2006/relationships/tags" Target="../tags/tag1333.xml"/><Relationship Id="rId26" Type="http://schemas.openxmlformats.org/officeDocument/2006/relationships/tags" Target="../tags/tag1341.xml"/><Relationship Id="rId21" Type="http://schemas.openxmlformats.org/officeDocument/2006/relationships/tags" Target="../tags/tag1336.xml"/><Relationship Id="rId34" Type="http://schemas.openxmlformats.org/officeDocument/2006/relationships/oleObject" Target="../embeddings/oleObject52.bin"/><Relationship Id="rId7" Type="http://schemas.openxmlformats.org/officeDocument/2006/relationships/tags" Target="../tags/tag1322.xml"/><Relationship Id="rId12" Type="http://schemas.openxmlformats.org/officeDocument/2006/relationships/tags" Target="../tags/tag1327.xml"/><Relationship Id="rId17" Type="http://schemas.openxmlformats.org/officeDocument/2006/relationships/tags" Target="../tags/tag1332.xml"/><Relationship Id="rId25" Type="http://schemas.openxmlformats.org/officeDocument/2006/relationships/tags" Target="../tags/tag1340.xml"/><Relationship Id="rId33" Type="http://schemas.openxmlformats.org/officeDocument/2006/relationships/notesSlide" Target="../notesSlides/notesSlide29.xml"/><Relationship Id="rId2" Type="http://schemas.openxmlformats.org/officeDocument/2006/relationships/tags" Target="../tags/tag1317.xml"/><Relationship Id="rId16" Type="http://schemas.openxmlformats.org/officeDocument/2006/relationships/tags" Target="../tags/tag1331.xml"/><Relationship Id="rId20" Type="http://schemas.openxmlformats.org/officeDocument/2006/relationships/tags" Target="../tags/tag1335.xml"/><Relationship Id="rId29" Type="http://schemas.openxmlformats.org/officeDocument/2006/relationships/tags" Target="../tags/tag1344.xml"/><Relationship Id="rId1" Type="http://schemas.openxmlformats.org/officeDocument/2006/relationships/tags" Target="../tags/tag1316.xml"/><Relationship Id="rId6" Type="http://schemas.openxmlformats.org/officeDocument/2006/relationships/tags" Target="../tags/tag1321.xml"/><Relationship Id="rId11" Type="http://schemas.openxmlformats.org/officeDocument/2006/relationships/tags" Target="../tags/tag1326.xml"/><Relationship Id="rId24" Type="http://schemas.openxmlformats.org/officeDocument/2006/relationships/tags" Target="../tags/tag1339.xml"/><Relationship Id="rId32" Type="http://schemas.openxmlformats.org/officeDocument/2006/relationships/slideLayout" Target="../slideLayouts/slideLayout2.xml"/><Relationship Id="rId37" Type="http://schemas.openxmlformats.org/officeDocument/2006/relationships/image" Target="../media/image66.svg"/><Relationship Id="rId5" Type="http://schemas.openxmlformats.org/officeDocument/2006/relationships/tags" Target="../tags/tag1320.xml"/><Relationship Id="rId15" Type="http://schemas.openxmlformats.org/officeDocument/2006/relationships/tags" Target="../tags/tag1330.xml"/><Relationship Id="rId23" Type="http://schemas.openxmlformats.org/officeDocument/2006/relationships/tags" Target="../tags/tag1338.xml"/><Relationship Id="rId28" Type="http://schemas.openxmlformats.org/officeDocument/2006/relationships/tags" Target="../tags/tag1343.xml"/><Relationship Id="rId36" Type="http://schemas.openxmlformats.org/officeDocument/2006/relationships/chart" Target="../charts/chart60.xml"/><Relationship Id="rId10" Type="http://schemas.openxmlformats.org/officeDocument/2006/relationships/tags" Target="../tags/tag1325.xml"/><Relationship Id="rId19" Type="http://schemas.openxmlformats.org/officeDocument/2006/relationships/tags" Target="../tags/tag1334.xml"/><Relationship Id="rId31" Type="http://schemas.openxmlformats.org/officeDocument/2006/relationships/tags" Target="../tags/tag1346.xml"/><Relationship Id="rId4" Type="http://schemas.openxmlformats.org/officeDocument/2006/relationships/tags" Target="../tags/tag1319.xml"/><Relationship Id="rId9" Type="http://schemas.openxmlformats.org/officeDocument/2006/relationships/tags" Target="../tags/tag1324.xml"/><Relationship Id="rId14" Type="http://schemas.openxmlformats.org/officeDocument/2006/relationships/tags" Target="../tags/tag1329.xml"/><Relationship Id="rId22" Type="http://schemas.openxmlformats.org/officeDocument/2006/relationships/tags" Target="../tags/tag1337.xml"/><Relationship Id="rId27" Type="http://schemas.openxmlformats.org/officeDocument/2006/relationships/tags" Target="../tags/tag1342.xml"/><Relationship Id="rId30" Type="http://schemas.openxmlformats.org/officeDocument/2006/relationships/tags" Target="../tags/tag1345.xml"/><Relationship Id="rId35" Type="http://schemas.openxmlformats.org/officeDocument/2006/relationships/image" Target="../media/image7.emf"/><Relationship Id="rId8" Type="http://schemas.openxmlformats.org/officeDocument/2006/relationships/tags" Target="../tags/tag1323.xml"/><Relationship Id="rId3" Type="http://schemas.openxmlformats.org/officeDocument/2006/relationships/tags" Target="../tags/tag1318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tags" Target="../tags/tag1354.xml"/><Relationship Id="rId13" Type="http://schemas.openxmlformats.org/officeDocument/2006/relationships/slideLayout" Target="../slideLayouts/slideLayout10.xml"/><Relationship Id="rId18" Type="http://schemas.openxmlformats.org/officeDocument/2006/relationships/chart" Target="../charts/chart63.xml"/><Relationship Id="rId3" Type="http://schemas.openxmlformats.org/officeDocument/2006/relationships/tags" Target="../tags/tag1349.xml"/><Relationship Id="rId7" Type="http://schemas.openxmlformats.org/officeDocument/2006/relationships/tags" Target="../tags/tag1353.xml"/><Relationship Id="rId12" Type="http://schemas.openxmlformats.org/officeDocument/2006/relationships/tags" Target="../tags/tag1358.xml"/><Relationship Id="rId17" Type="http://schemas.openxmlformats.org/officeDocument/2006/relationships/chart" Target="../charts/chart62.xml"/><Relationship Id="rId2" Type="http://schemas.openxmlformats.org/officeDocument/2006/relationships/tags" Target="../tags/tag1348.xml"/><Relationship Id="rId16" Type="http://schemas.openxmlformats.org/officeDocument/2006/relationships/chart" Target="../charts/chart61.xml"/><Relationship Id="rId1" Type="http://schemas.openxmlformats.org/officeDocument/2006/relationships/tags" Target="../tags/tag1347.xml"/><Relationship Id="rId6" Type="http://schemas.openxmlformats.org/officeDocument/2006/relationships/tags" Target="../tags/tag1352.xml"/><Relationship Id="rId11" Type="http://schemas.openxmlformats.org/officeDocument/2006/relationships/tags" Target="../tags/tag1357.xml"/><Relationship Id="rId5" Type="http://schemas.openxmlformats.org/officeDocument/2006/relationships/tags" Target="../tags/tag1351.xml"/><Relationship Id="rId15" Type="http://schemas.openxmlformats.org/officeDocument/2006/relationships/image" Target="../media/image8.emf"/><Relationship Id="rId10" Type="http://schemas.openxmlformats.org/officeDocument/2006/relationships/tags" Target="../tags/tag1356.xml"/><Relationship Id="rId4" Type="http://schemas.openxmlformats.org/officeDocument/2006/relationships/tags" Target="../tags/tag1350.xml"/><Relationship Id="rId9" Type="http://schemas.openxmlformats.org/officeDocument/2006/relationships/tags" Target="../tags/tag1355.xml"/><Relationship Id="rId14" Type="http://schemas.openxmlformats.org/officeDocument/2006/relationships/oleObject" Target="../embeddings/oleObject53.bin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tags" Target="../tags/tag1366.xml"/><Relationship Id="rId13" Type="http://schemas.openxmlformats.org/officeDocument/2006/relationships/tags" Target="../tags/tag1371.xml"/><Relationship Id="rId18" Type="http://schemas.openxmlformats.org/officeDocument/2006/relationships/chart" Target="../charts/chart65.xml"/><Relationship Id="rId3" Type="http://schemas.openxmlformats.org/officeDocument/2006/relationships/tags" Target="../tags/tag1361.xml"/><Relationship Id="rId7" Type="http://schemas.openxmlformats.org/officeDocument/2006/relationships/tags" Target="../tags/tag1365.xml"/><Relationship Id="rId12" Type="http://schemas.openxmlformats.org/officeDocument/2006/relationships/tags" Target="../tags/tag1370.xml"/><Relationship Id="rId17" Type="http://schemas.openxmlformats.org/officeDocument/2006/relationships/chart" Target="../charts/chart64.xml"/><Relationship Id="rId2" Type="http://schemas.openxmlformats.org/officeDocument/2006/relationships/tags" Target="../tags/tag1360.xml"/><Relationship Id="rId16" Type="http://schemas.openxmlformats.org/officeDocument/2006/relationships/image" Target="../media/image8.emf"/><Relationship Id="rId1" Type="http://schemas.openxmlformats.org/officeDocument/2006/relationships/tags" Target="../tags/tag1359.xml"/><Relationship Id="rId6" Type="http://schemas.openxmlformats.org/officeDocument/2006/relationships/tags" Target="../tags/tag1364.xml"/><Relationship Id="rId11" Type="http://schemas.openxmlformats.org/officeDocument/2006/relationships/tags" Target="../tags/tag1369.xml"/><Relationship Id="rId5" Type="http://schemas.openxmlformats.org/officeDocument/2006/relationships/tags" Target="../tags/tag1363.xml"/><Relationship Id="rId15" Type="http://schemas.openxmlformats.org/officeDocument/2006/relationships/oleObject" Target="../embeddings/oleObject54.bin"/><Relationship Id="rId10" Type="http://schemas.openxmlformats.org/officeDocument/2006/relationships/tags" Target="../tags/tag1368.xml"/><Relationship Id="rId19" Type="http://schemas.openxmlformats.org/officeDocument/2006/relationships/chart" Target="../charts/chart66.xml"/><Relationship Id="rId4" Type="http://schemas.openxmlformats.org/officeDocument/2006/relationships/tags" Target="../tags/tag1362.xml"/><Relationship Id="rId9" Type="http://schemas.openxmlformats.org/officeDocument/2006/relationships/tags" Target="../tags/tag1367.xml"/><Relationship Id="rId14" Type="http://schemas.openxmlformats.org/officeDocument/2006/relationships/slideLayout" Target="../slideLayouts/slideLayout10.xml"/></Relationships>
</file>

<file path=ppt/slides/_rels/slide42.xml.rels><?xml version="1.0" encoding="UTF-8" standalone="yes"?>
<Relationships xmlns="http://schemas.openxmlformats.org/package/2006/relationships"><Relationship Id="rId13" Type="http://schemas.openxmlformats.org/officeDocument/2006/relationships/tags" Target="../tags/tag1384.xml"/><Relationship Id="rId18" Type="http://schemas.openxmlformats.org/officeDocument/2006/relationships/tags" Target="../tags/tag1389.xml"/><Relationship Id="rId26" Type="http://schemas.openxmlformats.org/officeDocument/2006/relationships/tags" Target="../tags/tag1397.xml"/><Relationship Id="rId39" Type="http://schemas.openxmlformats.org/officeDocument/2006/relationships/tags" Target="../tags/tag1410.xml"/><Relationship Id="rId21" Type="http://schemas.openxmlformats.org/officeDocument/2006/relationships/tags" Target="../tags/tag1392.xml"/><Relationship Id="rId34" Type="http://schemas.openxmlformats.org/officeDocument/2006/relationships/tags" Target="../tags/tag1405.xml"/><Relationship Id="rId42" Type="http://schemas.openxmlformats.org/officeDocument/2006/relationships/tags" Target="../tags/tag1413.xml"/><Relationship Id="rId47" Type="http://schemas.openxmlformats.org/officeDocument/2006/relationships/tags" Target="../tags/tag1418.xml"/><Relationship Id="rId50" Type="http://schemas.openxmlformats.org/officeDocument/2006/relationships/tags" Target="../tags/tag1421.xml"/><Relationship Id="rId55" Type="http://schemas.openxmlformats.org/officeDocument/2006/relationships/tags" Target="../tags/tag1426.xml"/><Relationship Id="rId63" Type="http://schemas.openxmlformats.org/officeDocument/2006/relationships/chart" Target="../charts/chart69.xml"/><Relationship Id="rId7" Type="http://schemas.openxmlformats.org/officeDocument/2006/relationships/tags" Target="../tags/tag1378.xml"/><Relationship Id="rId2" Type="http://schemas.openxmlformats.org/officeDocument/2006/relationships/tags" Target="../tags/tag1373.xml"/><Relationship Id="rId16" Type="http://schemas.openxmlformats.org/officeDocument/2006/relationships/tags" Target="../tags/tag1387.xml"/><Relationship Id="rId29" Type="http://schemas.openxmlformats.org/officeDocument/2006/relationships/tags" Target="../tags/tag1400.xml"/><Relationship Id="rId11" Type="http://schemas.openxmlformats.org/officeDocument/2006/relationships/tags" Target="../tags/tag1382.xml"/><Relationship Id="rId24" Type="http://schemas.openxmlformats.org/officeDocument/2006/relationships/tags" Target="../tags/tag1395.xml"/><Relationship Id="rId32" Type="http://schemas.openxmlformats.org/officeDocument/2006/relationships/tags" Target="../tags/tag1403.xml"/><Relationship Id="rId37" Type="http://schemas.openxmlformats.org/officeDocument/2006/relationships/tags" Target="../tags/tag1408.xml"/><Relationship Id="rId40" Type="http://schemas.openxmlformats.org/officeDocument/2006/relationships/tags" Target="../tags/tag1411.xml"/><Relationship Id="rId45" Type="http://schemas.openxmlformats.org/officeDocument/2006/relationships/tags" Target="../tags/tag1416.xml"/><Relationship Id="rId53" Type="http://schemas.openxmlformats.org/officeDocument/2006/relationships/tags" Target="../tags/tag1424.xml"/><Relationship Id="rId58" Type="http://schemas.openxmlformats.org/officeDocument/2006/relationships/notesSlide" Target="../notesSlides/notesSlide30.xml"/><Relationship Id="rId5" Type="http://schemas.openxmlformats.org/officeDocument/2006/relationships/tags" Target="../tags/tag1376.xml"/><Relationship Id="rId61" Type="http://schemas.openxmlformats.org/officeDocument/2006/relationships/chart" Target="../charts/chart67.xml"/><Relationship Id="rId19" Type="http://schemas.openxmlformats.org/officeDocument/2006/relationships/tags" Target="../tags/tag1390.xml"/><Relationship Id="rId14" Type="http://schemas.openxmlformats.org/officeDocument/2006/relationships/tags" Target="../tags/tag1385.xml"/><Relationship Id="rId22" Type="http://schemas.openxmlformats.org/officeDocument/2006/relationships/tags" Target="../tags/tag1393.xml"/><Relationship Id="rId27" Type="http://schemas.openxmlformats.org/officeDocument/2006/relationships/tags" Target="../tags/tag1398.xml"/><Relationship Id="rId30" Type="http://schemas.openxmlformats.org/officeDocument/2006/relationships/tags" Target="../tags/tag1401.xml"/><Relationship Id="rId35" Type="http://schemas.openxmlformats.org/officeDocument/2006/relationships/tags" Target="../tags/tag1406.xml"/><Relationship Id="rId43" Type="http://schemas.openxmlformats.org/officeDocument/2006/relationships/tags" Target="../tags/tag1414.xml"/><Relationship Id="rId48" Type="http://schemas.openxmlformats.org/officeDocument/2006/relationships/tags" Target="../tags/tag1419.xml"/><Relationship Id="rId56" Type="http://schemas.openxmlformats.org/officeDocument/2006/relationships/tags" Target="../tags/tag1427.xml"/><Relationship Id="rId8" Type="http://schemas.openxmlformats.org/officeDocument/2006/relationships/tags" Target="../tags/tag1379.xml"/><Relationship Id="rId51" Type="http://schemas.openxmlformats.org/officeDocument/2006/relationships/tags" Target="../tags/tag1422.xml"/><Relationship Id="rId3" Type="http://schemas.openxmlformats.org/officeDocument/2006/relationships/tags" Target="../tags/tag1374.xml"/><Relationship Id="rId12" Type="http://schemas.openxmlformats.org/officeDocument/2006/relationships/tags" Target="../tags/tag1383.xml"/><Relationship Id="rId17" Type="http://schemas.openxmlformats.org/officeDocument/2006/relationships/tags" Target="../tags/tag1388.xml"/><Relationship Id="rId25" Type="http://schemas.openxmlformats.org/officeDocument/2006/relationships/tags" Target="../tags/tag1396.xml"/><Relationship Id="rId33" Type="http://schemas.openxmlformats.org/officeDocument/2006/relationships/tags" Target="../tags/tag1404.xml"/><Relationship Id="rId38" Type="http://schemas.openxmlformats.org/officeDocument/2006/relationships/tags" Target="../tags/tag1409.xml"/><Relationship Id="rId46" Type="http://schemas.openxmlformats.org/officeDocument/2006/relationships/tags" Target="../tags/tag1417.xml"/><Relationship Id="rId59" Type="http://schemas.openxmlformats.org/officeDocument/2006/relationships/oleObject" Target="../embeddings/oleObject55.bin"/><Relationship Id="rId20" Type="http://schemas.openxmlformats.org/officeDocument/2006/relationships/tags" Target="../tags/tag1391.xml"/><Relationship Id="rId41" Type="http://schemas.openxmlformats.org/officeDocument/2006/relationships/tags" Target="../tags/tag1412.xml"/><Relationship Id="rId54" Type="http://schemas.openxmlformats.org/officeDocument/2006/relationships/tags" Target="../tags/tag1425.xml"/><Relationship Id="rId62" Type="http://schemas.openxmlformats.org/officeDocument/2006/relationships/chart" Target="../charts/chart68.xml"/><Relationship Id="rId1" Type="http://schemas.openxmlformats.org/officeDocument/2006/relationships/tags" Target="../tags/tag1372.xml"/><Relationship Id="rId6" Type="http://schemas.openxmlformats.org/officeDocument/2006/relationships/tags" Target="../tags/tag1377.xml"/><Relationship Id="rId15" Type="http://schemas.openxmlformats.org/officeDocument/2006/relationships/tags" Target="../tags/tag1386.xml"/><Relationship Id="rId23" Type="http://schemas.openxmlformats.org/officeDocument/2006/relationships/tags" Target="../tags/tag1394.xml"/><Relationship Id="rId28" Type="http://schemas.openxmlformats.org/officeDocument/2006/relationships/tags" Target="../tags/tag1399.xml"/><Relationship Id="rId36" Type="http://schemas.openxmlformats.org/officeDocument/2006/relationships/tags" Target="../tags/tag1407.xml"/><Relationship Id="rId49" Type="http://schemas.openxmlformats.org/officeDocument/2006/relationships/tags" Target="../tags/tag1420.xml"/><Relationship Id="rId57" Type="http://schemas.openxmlformats.org/officeDocument/2006/relationships/slideLayout" Target="../slideLayouts/slideLayout15.xml"/><Relationship Id="rId10" Type="http://schemas.openxmlformats.org/officeDocument/2006/relationships/tags" Target="../tags/tag1381.xml"/><Relationship Id="rId31" Type="http://schemas.openxmlformats.org/officeDocument/2006/relationships/tags" Target="../tags/tag1402.xml"/><Relationship Id="rId44" Type="http://schemas.openxmlformats.org/officeDocument/2006/relationships/tags" Target="../tags/tag1415.xml"/><Relationship Id="rId52" Type="http://schemas.openxmlformats.org/officeDocument/2006/relationships/tags" Target="../tags/tag1423.xml"/><Relationship Id="rId60" Type="http://schemas.openxmlformats.org/officeDocument/2006/relationships/image" Target="../media/image8.emf"/><Relationship Id="rId4" Type="http://schemas.openxmlformats.org/officeDocument/2006/relationships/tags" Target="../tags/tag1375.xml"/><Relationship Id="rId9" Type="http://schemas.openxmlformats.org/officeDocument/2006/relationships/tags" Target="../tags/tag1380.xml"/></Relationships>
</file>

<file path=ppt/slides/_rels/slide43.xml.rels><?xml version="1.0" encoding="UTF-8" standalone="yes"?>
<Relationships xmlns="http://schemas.openxmlformats.org/package/2006/relationships"><Relationship Id="rId13" Type="http://schemas.openxmlformats.org/officeDocument/2006/relationships/tags" Target="../tags/tag1440.xml"/><Relationship Id="rId18" Type="http://schemas.openxmlformats.org/officeDocument/2006/relationships/tags" Target="../tags/tag1445.xml"/><Relationship Id="rId26" Type="http://schemas.openxmlformats.org/officeDocument/2006/relationships/tags" Target="../tags/tag1453.xml"/><Relationship Id="rId21" Type="http://schemas.openxmlformats.org/officeDocument/2006/relationships/tags" Target="../tags/tag1448.xml"/><Relationship Id="rId34" Type="http://schemas.openxmlformats.org/officeDocument/2006/relationships/slideLayout" Target="../slideLayouts/slideLayout2.xml"/><Relationship Id="rId7" Type="http://schemas.openxmlformats.org/officeDocument/2006/relationships/tags" Target="../tags/tag1434.xml"/><Relationship Id="rId12" Type="http://schemas.openxmlformats.org/officeDocument/2006/relationships/tags" Target="../tags/tag1439.xml"/><Relationship Id="rId17" Type="http://schemas.openxmlformats.org/officeDocument/2006/relationships/tags" Target="../tags/tag1444.xml"/><Relationship Id="rId25" Type="http://schemas.openxmlformats.org/officeDocument/2006/relationships/tags" Target="../tags/tag1452.xml"/><Relationship Id="rId33" Type="http://schemas.openxmlformats.org/officeDocument/2006/relationships/tags" Target="../tags/tag1460.xml"/><Relationship Id="rId38" Type="http://schemas.openxmlformats.org/officeDocument/2006/relationships/chart" Target="../charts/chart71.xml"/><Relationship Id="rId2" Type="http://schemas.openxmlformats.org/officeDocument/2006/relationships/tags" Target="../tags/tag1429.xml"/><Relationship Id="rId16" Type="http://schemas.openxmlformats.org/officeDocument/2006/relationships/tags" Target="../tags/tag1443.xml"/><Relationship Id="rId20" Type="http://schemas.openxmlformats.org/officeDocument/2006/relationships/tags" Target="../tags/tag1447.xml"/><Relationship Id="rId29" Type="http://schemas.openxmlformats.org/officeDocument/2006/relationships/tags" Target="../tags/tag1456.xml"/><Relationship Id="rId1" Type="http://schemas.openxmlformats.org/officeDocument/2006/relationships/tags" Target="../tags/tag1428.xml"/><Relationship Id="rId6" Type="http://schemas.openxmlformats.org/officeDocument/2006/relationships/tags" Target="../tags/tag1433.xml"/><Relationship Id="rId11" Type="http://schemas.openxmlformats.org/officeDocument/2006/relationships/tags" Target="../tags/tag1438.xml"/><Relationship Id="rId24" Type="http://schemas.openxmlformats.org/officeDocument/2006/relationships/tags" Target="../tags/tag1451.xml"/><Relationship Id="rId32" Type="http://schemas.openxmlformats.org/officeDocument/2006/relationships/tags" Target="../tags/tag1459.xml"/><Relationship Id="rId37" Type="http://schemas.openxmlformats.org/officeDocument/2006/relationships/chart" Target="../charts/chart70.xml"/><Relationship Id="rId5" Type="http://schemas.openxmlformats.org/officeDocument/2006/relationships/tags" Target="../tags/tag1432.xml"/><Relationship Id="rId15" Type="http://schemas.openxmlformats.org/officeDocument/2006/relationships/tags" Target="../tags/tag1442.xml"/><Relationship Id="rId23" Type="http://schemas.openxmlformats.org/officeDocument/2006/relationships/tags" Target="../tags/tag1450.xml"/><Relationship Id="rId28" Type="http://schemas.openxmlformats.org/officeDocument/2006/relationships/tags" Target="../tags/tag1455.xml"/><Relationship Id="rId36" Type="http://schemas.openxmlformats.org/officeDocument/2006/relationships/image" Target="../media/image8.emf"/><Relationship Id="rId10" Type="http://schemas.openxmlformats.org/officeDocument/2006/relationships/tags" Target="../tags/tag1437.xml"/><Relationship Id="rId19" Type="http://schemas.openxmlformats.org/officeDocument/2006/relationships/tags" Target="../tags/tag1446.xml"/><Relationship Id="rId31" Type="http://schemas.openxmlformats.org/officeDocument/2006/relationships/tags" Target="../tags/tag1458.xml"/><Relationship Id="rId4" Type="http://schemas.openxmlformats.org/officeDocument/2006/relationships/tags" Target="../tags/tag1431.xml"/><Relationship Id="rId9" Type="http://schemas.openxmlformats.org/officeDocument/2006/relationships/tags" Target="../tags/tag1436.xml"/><Relationship Id="rId14" Type="http://schemas.openxmlformats.org/officeDocument/2006/relationships/tags" Target="../tags/tag1441.xml"/><Relationship Id="rId22" Type="http://schemas.openxmlformats.org/officeDocument/2006/relationships/tags" Target="../tags/tag1449.xml"/><Relationship Id="rId27" Type="http://schemas.openxmlformats.org/officeDocument/2006/relationships/tags" Target="../tags/tag1454.xml"/><Relationship Id="rId30" Type="http://schemas.openxmlformats.org/officeDocument/2006/relationships/tags" Target="../tags/tag1457.xml"/><Relationship Id="rId35" Type="http://schemas.openxmlformats.org/officeDocument/2006/relationships/oleObject" Target="../embeddings/oleObject56.bin"/><Relationship Id="rId8" Type="http://schemas.openxmlformats.org/officeDocument/2006/relationships/tags" Target="../tags/tag1435.xml"/><Relationship Id="rId3" Type="http://schemas.openxmlformats.org/officeDocument/2006/relationships/tags" Target="../tags/tag1430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tags" Target="../tags/tag1468.xml"/><Relationship Id="rId13" Type="http://schemas.openxmlformats.org/officeDocument/2006/relationships/tags" Target="../tags/tag1473.xml"/><Relationship Id="rId18" Type="http://schemas.openxmlformats.org/officeDocument/2006/relationships/oleObject" Target="../embeddings/oleObject57.bin"/><Relationship Id="rId3" Type="http://schemas.openxmlformats.org/officeDocument/2006/relationships/tags" Target="../tags/tag1463.xml"/><Relationship Id="rId7" Type="http://schemas.openxmlformats.org/officeDocument/2006/relationships/tags" Target="../tags/tag1467.xml"/><Relationship Id="rId12" Type="http://schemas.openxmlformats.org/officeDocument/2006/relationships/tags" Target="../tags/tag1472.xml"/><Relationship Id="rId17" Type="http://schemas.openxmlformats.org/officeDocument/2006/relationships/notesSlide" Target="../notesSlides/notesSlide31.xml"/><Relationship Id="rId2" Type="http://schemas.openxmlformats.org/officeDocument/2006/relationships/tags" Target="../tags/tag1462.xml"/><Relationship Id="rId16" Type="http://schemas.openxmlformats.org/officeDocument/2006/relationships/slideLayout" Target="../slideLayouts/slideLayout10.xml"/><Relationship Id="rId1" Type="http://schemas.openxmlformats.org/officeDocument/2006/relationships/tags" Target="../tags/tag1461.xml"/><Relationship Id="rId6" Type="http://schemas.openxmlformats.org/officeDocument/2006/relationships/tags" Target="../tags/tag1466.xml"/><Relationship Id="rId11" Type="http://schemas.openxmlformats.org/officeDocument/2006/relationships/tags" Target="../tags/tag1471.xml"/><Relationship Id="rId5" Type="http://schemas.openxmlformats.org/officeDocument/2006/relationships/tags" Target="../tags/tag1465.xml"/><Relationship Id="rId15" Type="http://schemas.openxmlformats.org/officeDocument/2006/relationships/tags" Target="../tags/tag1475.xml"/><Relationship Id="rId10" Type="http://schemas.openxmlformats.org/officeDocument/2006/relationships/tags" Target="../tags/tag1470.xml"/><Relationship Id="rId19" Type="http://schemas.openxmlformats.org/officeDocument/2006/relationships/image" Target="../media/image7.emf"/><Relationship Id="rId4" Type="http://schemas.openxmlformats.org/officeDocument/2006/relationships/tags" Target="../tags/tag1464.xml"/><Relationship Id="rId9" Type="http://schemas.openxmlformats.org/officeDocument/2006/relationships/tags" Target="../tags/tag1469.xml"/><Relationship Id="rId14" Type="http://schemas.openxmlformats.org/officeDocument/2006/relationships/tags" Target="../tags/tag1474.xml"/></Relationships>
</file>

<file path=ppt/slides/_rels/slide45.xml.rels><?xml version="1.0" encoding="UTF-8" standalone="yes"?>
<Relationships xmlns="http://schemas.openxmlformats.org/package/2006/relationships"><Relationship Id="rId13" Type="http://schemas.openxmlformats.org/officeDocument/2006/relationships/tags" Target="../tags/tag1488.xml"/><Relationship Id="rId18" Type="http://schemas.openxmlformats.org/officeDocument/2006/relationships/tags" Target="../tags/tag1493.xml"/><Relationship Id="rId26" Type="http://schemas.openxmlformats.org/officeDocument/2006/relationships/tags" Target="../tags/tag1501.xml"/><Relationship Id="rId39" Type="http://schemas.openxmlformats.org/officeDocument/2006/relationships/chart" Target="../charts/chart72.xml"/><Relationship Id="rId21" Type="http://schemas.openxmlformats.org/officeDocument/2006/relationships/tags" Target="../tags/tag1496.xml"/><Relationship Id="rId34" Type="http://schemas.openxmlformats.org/officeDocument/2006/relationships/tags" Target="../tags/tag1509.xml"/><Relationship Id="rId42" Type="http://schemas.openxmlformats.org/officeDocument/2006/relationships/chart" Target="../charts/chart75.xml"/><Relationship Id="rId7" Type="http://schemas.openxmlformats.org/officeDocument/2006/relationships/tags" Target="../tags/tag1482.xml"/><Relationship Id="rId2" Type="http://schemas.openxmlformats.org/officeDocument/2006/relationships/tags" Target="../tags/tag1477.xml"/><Relationship Id="rId16" Type="http://schemas.openxmlformats.org/officeDocument/2006/relationships/tags" Target="../tags/tag1491.xml"/><Relationship Id="rId20" Type="http://schemas.openxmlformats.org/officeDocument/2006/relationships/tags" Target="../tags/tag1495.xml"/><Relationship Id="rId29" Type="http://schemas.openxmlformats.org/officeDocument/2006/relationships/tags" Target="../tags/tag1504.xml"/><Relationship Id="rId41" Type="http://schemas.openxmlformats.org/officeDocument/2006/relationships/chart" Target="../charts/chart74.xml"/><Relationship Id="rId1" Type="http://schemas.openxmlformats.org/officeDocument/2006/relationships/tags" Target="../tags/tag1476.xml"/><Relationship Id="rId6" Type="http://schemas.openxmlformats.org/officeDocument/2006/relationships/tags" Target="../tags/tag1481.xml"/><Relationship Id="rId11" Type="http://schemas.openxmlformats.org/officeDocument/2006/relationships/tags" Target="../tags/tag1486.xml"/><Relationship Id="rId24" Type="http://schemas.openxmlformats.org/officeDocument/2006/relationships/tags" Target="../tags/tag1499.xml"/><Relationship Id="rId32" Type="http://schemas.openxmlformats.org/officeDocument/2006/relationships/tags" Target="../tags/tag1507.xml"/><Relationship Id="rId37" Type="http://schemas.openxmlformats.org/officeDocument/2006/relationships/oleObject" Target="../embeddings/oleObject58.bin"/><Relationship Id="rId40" Type="http://schemas.openxmlformats.org/officeDocument/2006/relationships/chart" Target="../charts/chart73.xml"/><Relationship Id="rId5" Type="http://schemas.openxmlformats.org/officeDocument/2006/relationships/tags" Target="../tags/tag1480.xml"/><Relationship Id="rId15" Type="http://schemas.openxmlformats.org/officeDocument/2006/relationships/tags" Target="../tags/tag1490.xml"/><Relationship Id="rId23" Type="http://schemas.openxmlformats.org/officeDocument/2006/relationships/tags" Target="../tags/tag1498.xml"/><Relationship Id="rId28" Type="http://schemas.openxmlformats.org/officeDocument/2006/relationships/tags" Target="../tags/tag1503.xml"/><Relationship Id="rId36" Type="http://schemas.openxmlformats.org/officeDocument/2006/relationships/notesSlide" Target="../notesSlides/notesSlide32.xml"/><Relationship Id="rId10" Type="http://schemas.openxmlformats.org/officeDocument/2006/relationships/tags" Target="../tags/tag1485.xml"/><Relationship Id="rId19" Type="http://schemas.openxmlformats.org/officeDocument/2006/relationships/tags" Target="../tags/tag1494.xml"/><Relationship Id="rId31" Type="http://schemas.openxmlformats.org/officeDocument/2006/relationships/tags" Target="../tags/tag1506.xml"/><Relationship Id="rId4" Type="http://schemas.openxmlformats.org/officeDocument/2006/relationships/tags" Target="../tags/tag1479.xml"/><Relationship Id="rId9" Type="http://schemas.openxmlformats.org/officeDocument/2006/relationships/tags" Target="../tags/tag1484.xml"/><Relationship Id="rId14" Type="http://schemas.openxmlformats.org/officeDocument/2006/relationships/tags" Target="../tags/tag1489.xml"/><Relationship Id="rId22" Type="http://schemas.openxmlformats.org/officeDocument/2006/relationships/tags" Target="../tags/tag1497.xml"/><Relationship Id="rId27" Type="http://schemas.openxmlformats.org/officeDocument/2006/relationships/tags" Target="../tags/tag1502.xml"/><Relationship Id="rId30" Type="http://schemas.openxmlformats.org/officeDocument/2006/relationships/tags" Target="../tags/tag1505.xml"/><Relationship Id="rId35" Type="http://schemas.openxmlformats.org/officeDocument/2006/relationships/slideLayout" Target="../slideLayouts/slideLayout15.xml"/><Relationship Id="rId8" Type="http://schemas.openxmlformats.org/officeDocument/2006/relationships/tags" Target="../tags/tag1483.xml"/><Relationship Id="rId3" Type="http://schemas.openxmlformats.org/officeDocument/2006/relationships/tags" Target="../tags/tag1478.xml"/><Relationship Id="rId12" Type="http://schemas.openxmlformats.org/officeDocument/2006/relationships/tags" Target="../tags/tag1487.xml"/><Relationship Id="rId17" Type="http://schemas.openxmlformats.org/officeDocument/2006/relationships/tags" Target="../tags/tag1492.xml"/><Relationship Id="rId25" Type="http://schemas.openxmlformats.org/officeDocument/2006/relationships/tags" Target="../tags/tag1500.xml"/><Relationship Id="rId33" Type="http://schemas.openxmlformats.org/officeDocument/2006/relationships/tags" Target="../tags/tag1508.xml"/><Relationship Id="rId38" Type="http://schemas.openxmlformats.org/officeDocument/2006/relationships/image" Target="../media/image7.emf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tags" Target="../tags/tag1517.xml"/><Relationship Id="rId13" Type="http://schemas.openxmlformats.org/officeDocument/2006/relationships/tags" Target="../tags/tag1522.xml"/><Relationship Id="rId18" Type="http://schemas.openxmlformats.org/officeDocument/2006/relationships/tags" Target="../tags/tag1527.xml"/><Relationship Id="rId26" Type="http://schemas.openxmlformats.org/officeDocument/2006/relationships/image" Target="../media/image8.emf"/><Relationship Id="rId3" Type="http://schemas.openxmlformats.org/officeDocument/2006/relationships/tags" Target="../tags/tag1512.xml"/><Relationship Id="rId21" Type="http://schemas.openxmlformats.org/officeDocument/2006/relationships/tags" Target="../tags/tag1530.xml"/><Relationship Id="rId7" Type="http://schemas.openxmlformats.org/officeDocument/2006/relationships/tags" Target="../tags/tag1516.xml"/><Relationship Id="rId12" Type="http://schemas.openxmlformats.org/officeDocument/2006/relationships/tags" Target="../tags/tag1521.xml"/><Relationship Id="rId17" Type="http://schemas.openxmlformats.org/officeDocument/2006/relationships/tags" Target="../tags/tag1526.xml"/><Relationship Id="rId25" Type="http://schemas.openxmlformats.org/officeDocument/2006/relationships/oleObject" Target="../embeddings/oleObject59.bin"/><Relationship Id="rId2" Type="http://schemas.openxmlformats.org/officeDocument/2006/relationships/tags" Target="../tags/tag1511.xml"/><Relationship Id="rId16" Type="http://schemas.openxmlformats.org/officeDocument/2006/relationships/tags" Target="../tags/tag1525.xml"/><Relationship Id="rId20" Type="http://schemas.openxmlformats.org/officeDocument/2006/relationships/tags" Target="../tags/tag1529.xml"/><Relationship Id="rId29" Type="http://schemas.openxmlformats.org/officeDocument/2006/relationships/chart" Target="../charts/chart78.xml"/><Relationship Id="rId1" Type="http://schemas.openxmlformats.org/officeDocument/2006/relationships/tags" Target="../tags/tag1510.xml"/><Relationship Id="rId6" Type="http://schemas.openxmlformats.org/officeDocument/2006/relationships/tags" Target="../tags/tag1515.xml"/><Relationship Id="rId11" Type="http://schemas.openxmlformats.org/officeDocument/2006/relationships/tags" Target="../tags/tag1520.xml"/><Relationship Id="rId24" Type="http://schemas.openxmlformats.org/officeDocument/2006/relationships/slideLayout" Target="../slideLayouts/slideLayout10.xml"/><Relationship Id="rId32" Type="http://schemas.openxmlformats.org/officeDocument/2006/relationships/chart" Target="../charts/chart81.xml"/><Relationship Id="rId5" Type="http://schemas.openxmlformats.org/officeDocument/2006/relationships/tags" Target="../tags/tag1514.xml"/><Relationship Id="rId15" Type="http://schemas.openxmlformats.org/officeDocument/2006/relationships/tags" Target="../tags/tag1524.xml"/><Relationship Id="rId23" Type="http://schemas.openxmlformats.org/officeDocument/2006/relationships/tags" Target="../tags/tag1532.xml"/><Relationship Id="rId28" Type="http://schemas.openxmlformats.org/officeDocument/2006/relationships/chart" Target="../charts/chart77.xml"/><Relationship Id="rId10" Type="http://schemas.openxmlformats.org/officeDocument/2006/relationships/tags" Target="../tags/tag1519.xml"/><Relationship Id="rId19" Type="http://schemas.openxmlformats.org/officeDocument/2006/relationships/tags" Target="../tags/tag1528.xml"/><Relationship Id="rId31" Type="http://schemas.openxmlformats.org/officeDocument/2006/relationships/chart" Target="../charts/chart80.xml"/><Relationship Id="rId4" Type="http://schemas.openxmlformats.org/officeDocument/2006/relationships/tags" Target="../tags/tag1513.xml"/><Relationship Id="rId9" Type="http://schemas.openxmlformats.org/officeDocument/2006/relationships/tags" Target="../tags/tag1518.xml"/><Relationship Id="rId14" Type="http://schemas.openxmlformats.org/officeDocument/2006/relationships/tags" Target="../tags/tag1523.xml"/><Relationship Id="rId22" Type="http://schemas.openxmlformats.org/officeDocument/2006/relationships/tags" Target="../tags/tag1531.xml"/><Relationship Id="rId27" Type="http://schemas.openxmlformats.org/officeDocument/2006/relationships/chart" Target="../charts/chart76.xml"/><Relationship Id="rId30" Type="http://schemas.openxmlformats.org/officeDocument/2006/relationships/chart" Target="../charts/chart79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tags" Target="../tags/tag1540.xml"/><Relationship Id="rId13" Type="http://schemas.openxmlformats.org/officeDocument/2006/relationships/tags" Target="../tags/tag1545.xml"/><Relationship Id="rId18" Type="http://schemas.openxmlformats.org/officeDocument/2006/relationships/notesSlide" Target="../notesSlides/notesSlide33.xml"/><Relationship Id="rId3" Type="http://schemas.openxmlformats.org/officeDocument/2006/relationships/tags" Target="../tags/tag1535.xml"/><Relationship Id="rId7" Type="http://schemas.openxmlformats.org/officeDocument/2006/relationships/tags" Target="../tags/tag1539.xml"/><Relationship Id="rId12" Type="http://schemas.openxmlformats.org/officeDocument/2006/relationships/tags" Target="../tags/tag1544.xml"/><Relationship Id="rId17" Type="http://schemas.openxmlformats.org/officeDocument/2006/relationships/slideLayout" Target="../slideLayouts/slideLayout10.xml"/><Relationship Id="rId2" Type="http://schemas.openxmlformats.org/officeDocument/2006/relationships/tags" Target="../tags/tag1534.xml"/><Relationship Id="rId16" Type="http://schemas.openxmlformats.org/officeDocument/2006/relationships/tags" Target="../tags/tag1548.xml"/><Relationship Id="rId20" Type="http://schemas.openxmlformats.org/officeDocument/2006/relationships/image" Target="../media/image8.emf"/><Relationship Id="rId1" Type="http://schemas.openxmlformats.org/officeDocument/2006/relationships/tags" Target="../tags/tag1533.xml"/><Relationship Id="rId6" Type="http://schemas.openxmlformats.org/officeDocument/2006/relationships/tags" Target="../tags/tag1538.xml"/><Relationship Id="rId11" Type="http://schemas.openxmlformats.org/officeDocument/2006/relationships/tags" Target="../tags/tag1543.xml"/><Relationship Id="rId5" Type="http://schemas.openxmlformats.org/officeDocument/2006/relationships/tags" Target="../tags/tag1537.xml"/><Relationship Id="rId15" Type="http://schemas.openxmlformats.org/officeDocument/2006/relationships/tags" Target="../tags/tag1547.xml"/><Relationship Id="rId10" Type="http://schemas.openxmlformats.org/officeDocument/2006/relationships/tags" Target="../tags/tag1542.xml"/><Relationship Id="rId19" Type="http://schemas.openxmlformats.org/officeDocument/2006/relationships/oleObject" Target="../embeddings/oleObject60.bin"/><Relationship Id="rId4" Type="http://schemas.openxmlformats.org/officeDocument/2006/relationships/tags" Target="../tags/tag1536.xml"/><Relationship Id="rId9" Type="http://schemas.openxmlformats.org/officeDocument/2006/relationships/tags" Target="../tags/tag1541.xml"/><Relationship Id="rId14" Type="http://schemas.openxmlformats.org/officeDocument/2006/relationships/tags" Target="../tags/tag1546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tags" Target="../tags/tag1551.xml"/><Relationship Id="rId2" Type="http://schemas.openxmlformats.org/officeDocument/2006/relationships/tags" Target="../tags/tag1550.xml"/><Relationship Id="rId1" Type="http://schemas.openxmlformats.org/officeDocument/2006/relationships/tags" Target="../tags/tag1549.xml"/><Relationship Id="rId6" Type="http://schemas.openxmlformats.org/officeDocument/2006/relationships/image" Target="../media/image8.emf"/><Relationship Id="rId5" Type="http://schemas.openxmlformats.org/officeDocument/2006/relationships/oleObject" Target="../embeddings/oleObject61.bin"/><Relationship Id="rId4" Type="http://schemas.openxmlformats.org/officeDocument/2006/relationships/slideLayout" Target="../slideLayouts/slideLayout10.xml"/></Relationships>
</file>

<file path=ppt/slides/_rels/slide49.xml.rels><?xml version="1.0" encoding="UTF-8" standalone="yes"?>
<Relationships xmlns="http://schemas.openxmlformats.org/package/2006/relationships"><Relationship Id="rId117" Type="http://schemas.openxmlformats.org/officeDocument/2006/relationships/tags" Target="../tags/tag1668.xml"/><Relationship Id="rId21" Type="http://schemas.openxmlformats.org/officeDocument/2006/relationships/tags" Target="../tags/tag1572.xml"/><Relationship Id="rId42" Type="http://schemas.openxmlformats.org/officeDocument/2006/relationships/tags" Target="../tags/tag1593.xml"/><Relationship Id="rId63" Type="http://schemas.openxmlformats.org/officeDocument/2006/relationships/tags" Target="../tags/tag1614.xml"/><Relationship Id="rId84" Type="http://schemas.openxmlformats.org/officeDocument/2006/relationships/tags" Target="../tags/tag1635.xml"/><Relationship Id="rId138" Type="http://schemas.openxmlformats.org/officeDocument/2006/relationships/tags" Target="../tags/tag1689.xml"/><Relationship Id="rId159" Type="http://schemas.openxmlformats.org/officeDocument/2006/relationships/tags" Target="../tags/tag1710.xml"/><Relationship Id="rId170" Type="http://schemas.openxmlformats.org/officeDocument/2006/relationships/tags" Target="../tags/tag1721.xml"/><Relationship Id="rId191" Type="http://schemas.openxmlformats.org/officeDocument/2006/relationships/image" Target="../media/image73.png"/><Relationship Id="rId205" Type="http://schemas.openxmlformats.org/officeDocument/2006/relationships/image" Target="../media/image87.svg"/><Relationship Id="rId107" Type="http://schemas.openxmlformats.org/officeDocument/2006/relationships/tags" Target="../tags/tag1658.xml"/><Relationship Id="rId11" Type="http://schemas.openxmlformats.org/officeDocument/2006/relationships/tags" Target="../tags/tag1562.xml"/><Relationship Id="rId32" Type="http://schemas.openxmlformats.org/officeDocument/2006/relationships/tags" Target="../tags/tag1583.xml"/><Relationship Id="rId53" Type="http://schemas.openxmlformats.org/officeDocument/2006/relationships/tags" Target="../tags/tag1604.xml"/><Relationship Id="rId74" Type="http://schemas.openxmlformats.org/officeDocument/2006/relationships/tags" Target="../tags/tag1625.xml"/><Relationship Id="rId128" Type="http://schemas.openxmlformats.org/officeDocument/2006/relationships/tags" Target="../tags/tag1679.xml"/><Relationship Id="rId149" Type="http://schemas.openxmlformats.org/officeDocument/2006/relationships/tags" Target="../tags/tag1700.xml"/><Relationship Id="rId5" Type="http://schemas.openxmlformats.org/officeDocument/2006/relationships/tags" Target="../tags/tag1556.xml"/><Relationship Id="rId95" Type="http://schemas.openxmlformats.org/officeDocument/2006/relationships/tags" Target="../tags/tag1646.xml"/><Relationship Id="rId160" Type="http://schemas.openxmlformats.org/officeDocument/2006/relationships/tags" Target="../tags/tag1711.xml"/><Relationship Id="rId181" Type="http://schemas.openxmlformats.org/officeDocument/2006/relationships/tags" Target="../tags/tag1732.xml"/><Relationship Id="rId22" Type="http://schemas.openxmlformats.org/officeDocument/2006/relationships/tags" Target="../tags/tag1573.xml"/><Relationship Id="rId43" Type="http://schemas.openxmlformats.org/officeDocument/2006/relationships/tags" Target="../tags/tag1594.xml"/><Relationship Id="rId64" Type="http://schemas.openxmlformats.org/officeDocument/2006/relationships/tags" Target="../tags/tag1615.xml"/><Relationship Id="rId118" Type="http://schemas.openxmlformats.org/officeDocument/2006/relationships/tags" Target="../tags/tag1669.xml"/><Relationship Id="rId139" Type="http://schemas.openxmlformats.org/officeDocument/2006/relationships/tags" Target="../tags/tag1690.xml"/><Relationship Id="rId85" Type="http://schemas.openxmlformats.org/officeDocument/2006/relationships/tags" Target="../tags/tag1636.xml"/><Relationship Id="rId150" Type="http://schemas.openxmlformats.org/officeDocument/2006/relationships/tags" Target="../tags/tag1701.xml"/><Relationship Id="rId171" Type="http://schemas.openxmlformats.org/officeDocument/2006/relationships/tags" Target="../tags/tag1722.xml"/><Relationship Id="rId192" Type="http://schemas.openxmlformats.org/officeDocument/2006/relationships/image" Target="../media/image74.png"/><Relationship Id="rId12" Type="http://schemas.openxmlformats.org/officeDocument/2006/relationships/tags" Target="../tags/tag1563.xml"/><Relationship Id="rId33" Type="http://schemas.openxmlformats.org/officeDocument/2006/relationships/tags" Target="../tags/tag1584.xml"/><Relationship Id="rId108" Type="http://schemas.openxmlformats.org/officeDocument/2006/relationships/tags" Target="../tags/tag1659.xml"/><Relationship Id="rId129" Type="http://schemas.openxmlformats.org/officeDocument/2006/relationships/tags" Target="../tags/tag1680.xml"/><Relationship Id="rId54" Type="http://schemas.openxmlformats.org/officeDocument/2006/relationships/tags" Target="../tags/tag1605.xml"/><Relationship Id="rId75" Type="http://schemas.openxmlformats.org/officeDocument/2006/relationships/tags" Target="../tags/tag1626.xml"/><Relationship Id="rId96" Type="http://schemas.openxmlformats.org/officeDocument/2006/relationships/tags" Target="../tags/tag1647.xml"/><Relationship Id="rId140" Type="http://schemas.openxmlformats.org/officeDocument/2006/relationships/tags" Target="../tags/tag1691.xml"/><Relationship Id="rId161" Type="http://schemas.openxmlformats.org/officeDocument/2006/relationships/tags" Target="../tags/tag1712.xml"/><Relationship Id="rId182" Type="http://schemas.openxmlformats.org/officeDocument/2006/relationships/slideLayout" Target="../slideLayouts/slideLayout2.xml"/><Relationship Id="rId6" Type="http://schemas.openxmlformats.org/officeDocument/2006/relationships/tags" Target="../tags/tag1557.xml"/><Relationship Id="rId23" Type="http://schemas.openxmlformats.org/officeDocument/2006/relationships/tags" Target="../tags/tag1574.xml"/><Relationship Id="rId119" Type="http://schemas.openxmlformats.org/officeDocument/2006/relationships/tags" Target="../tags/tag1670.xml"/><Relationship Id="rId44" Type="http://schemas.openxmlformats.org/officeDocument/2006/relationships/tags" Target="../tags/tag1595.xml"/><Relationship Id="rId65" Type="http://schemas.openxmlformats.org/officeDocument/2006/relationships/tags" Target="../tags/tag1616.xml"/><Relationship Id="rId86" Type="http://schemas.openxmlformats.org/officeDocument/2006/relationships/tags" Target="../tags/tag1637.xml"/><Relationship Id="rId130" Type="http://schemas.openxmlformats.org/officeDocument/2006/relationships/tags" Target="../tags/tag1681.xml"/><Relationship Id="rId151" Type="http://schemas.openxmlformats.org/officeDocument/2006/relationships/tags" Target="../tags/tag1702.xml"/><Relationship Id="rId172" Type="http://schemas.openxmlformats.org/officeDocument/2006/relationships/tags" Target="../tags/tag1723.xml"/><Relationship Id="rId193" Type="http://schemas.openxmlformats.org/officeDocument/2006/relationships/image" Target="../media/image75.png"/><Relationship Id="rId13" Type="http://schemas.openxmlformats.org/officeDocument/2006/relationships/tags" Target="../tags/tag1564.xml"/><Relationship Id="rId109" Type="http://schemas.openxmlformats.org/officeDocument/2006/relationships/tags" Target="../tags/tag1660.xml"/><Relationship Id="rId34" Type="http://schemas.openxmlformats.org/officeDocument/2006/relationships/tags" Target="../tags/tag1585.xml"/><Relationship Id="rId55" Type="http://schemas.openxmlformats.org/officeDocument/2006/relationships/tags" Target="../tags/tag1606.xml"/><Relationship Id="rId76" Type="http://schemas.openxmlformats.org/officeDocument/2006/relationships/tags" Target="../tags/tag1627.xml"/><Relationship Id="rId97" Type="http://schemas.openxmlformats.org/officeDocument/2006/relationships/tags" Target="../tags/tag1648.xml"/><Relationship Id="rId120" Type="http://schemas.openxmlformats.org/officeDocument/2006/relationships/tags" Target="../tags/tag1671.xml"/><Relationship Id="rId141" Type="http://schemas.openxmlformats.org/officeDocument/2006/relationships/tags" Target="../tags/tag1692.xml"/><Relationship Id="rId7" Type="http://schemas.openxmlformats.org/officeDocument/2006/relationships/tags" Target="../tags/tag1558.xml"/><Relationship Id="rId162" Type="http://schemas.openxmlformats.org/officeDocument/2006/relationships/tags" Target="../tags/tag1713.xml"/><Relationship Id="rId183" Type="http://schemas.openxmlformats.org/officeDocument/2006/relationships/notesSlide" Target="../notesSlides/notesSlide34.xml"/><Relationship Id="rId24" Type="http://schemas.openxmlformats.org/officeDocument/2006/relationships/tags" Target="../tags/tag1575.xml"/><Relationship Id="rId40" Type="http://schemas.openxmlformats.org/officeDocument/2006/relationships/tags" Target="../tags/tag1591.xml"/><Relationship Id="rId45" Type="http://schemas.openxmlformats.org/officeDocument/2006/relationships/tags" Target="../tags/tag1596.xml"/><Relationship Id="rId66" Type="http://schemas.openxmlformats.org/officeDocument/2006/relationships/tags" Target="../tags/tag1617.xml"/><Relationship Id="rId87" Type="http://schemas.openxmlformats.org/officeDocument/2006/relationships/tags" Target="../tags/tag1638.xml"/><Relationship Id="rId110" Type="http://schemas.openxmlformats.org/officeDocument/2006/relationships/tags" Target="../tags/tag1661.xml"/><Relationship Id="rId115" Type="http://schemas.openxmlformats.org/officeDocument/2006/relationships/tags" Target="../tags/tag1666.xml"/><Relationship Id="rId131" Type="http://schemas.openxmlformats.org/officeDocument/2006/relationships/tags" Target="../tags/tag1682.xml"/><Relationship Id="rId136" Type="http://schemas.openxmlformats.org/officeDocument/2006/relationships/tags" Target="../tags/tag1687.xml"/><Relationship Id="rId157" Type="http://schemas.openxmlformats.org/officeDocument/2006/relationships/tags" Target="../tags/tag1708.xml"/><Relationship Id="rId178" Type="http://schemas.openxmlformats.org/officeDocument/2006/relationships/tags" Target="../tags/tag1729.xml"/><Relationship Id="rId61" Type="http://schemas.openxmlformats.org/officeDocument/2006/relationships/tags" Target="../tags/tag1612.xml"/><Relationship Id="rId82" Type="http://schemas.openxmlformats.org/officeDocument/2006/relationships/tags" Target="../tags/tag1633.xml"/><Relationship Id="rId152" Type="http://schemas.openxmlformats.org/officeDocument/2006/relationships/tags" Target="../tags/tag1703.xml"/><Relationship Id="rId173" Type="http://schemas.openxmlformats.org/officeDocument/2006/relationships/tags" Target="../tags/tag1724.xml"/><Relationship Id="rId194" Type="http://schemas.openxmlformats.org/officeDocument/2006/relationships/image" Target="../media/image76.png"/><Relationship Id="rId199" Type="http://schemas.openxmlformats.org/officeDocument/2006/relationships/image" Target="../media/image81.svg"/><Relationship Id="rId203" Type="http://schemas.openxmlformats.org/officeDocument/2006/relationships/image" Target="../media/image85.svg"/><Relationship Id="rId19" Type="http://schemas.openxmlformats.org/officeDocument/2006/relationships/tags" Target="../tags/tag1570.xml"/><Relationship Id="rId14" Type="http://schemas.openxmlformats.org/officeDocument/2006/relationships/tags" Target="../tags/tag1565.xml"/><Relationship Id="rId30" Type="http://schemas.openxmlformats.org/officeDocument/2006/relationships/tags" Target="../tags/tag1581.xml"/><Relationship Id="rId35" Type="http://schemas.openxmlformats.org/officeDocument/2006/relationships/tags" Target="../tags/tag1586.xml"/><Relationship Id="rId56" Type="http://schemas.openxmlformats.org/officeDocument/2006/relationships/tags" Target="../tags/tag1607.xml"/><Relationship Id="rId77" Type="http://schemas.openxmlformats.org/officeDocument/2006/relationships/tags" Target="../tags/tag1628.xml"/><Relationship Id="rId100" Type="http://schemas.openxmlformats.org/officeDocument/2006/relationships/tags" Target="../tags/tag1651.xml"/><Relationship Id="rId105" Type="http://schemas.openxmlformats.org/officeDocument/2006/relationships/tags" Target="../tags/tag1656.xml"/><Relationship Id="rId126" Type="http://schemas.openxmlformats.org/officeDocument/2006/relationships/tags" Target="../tags/tag1677.xml"/><Relationship Id="rId147" Type="http://schemas.openxmlformats.org/officeDocument/2006/relationships/tags" Target="../tags/tag1698.xml"/><Relationship Id="rId168" Type="http://schemas.openxmlformats.org/officeDocument/2006/relationships/tags" Target="../tags/tag1719.xml"/><Relationship Id="rId8" Type="http://schemas.openxmlformats.org/officeDocument/2006/relationships/tags" Target="../tags/tag1559.xml"/><Relationship Id="rId51" Type="http://schemas.openxmlformats.org/officeDocument/2006/relationships/tags" Target="../tags/tag1602.xml"/><Relationship Id="rId72" Type="http://schemas.openxmlformats.org/officeDocument/2006/relationships/tags" Target="../tags/tag1623.xml"/><Relationship Id="rId93" Type="http://schemas.openxmlformats.org/officeDocument/2006/relationships/tags" Target="../tags/tag1644.xml"/><Relationship Id="rId98" Type="http://schemas.openxmlformats.org/officeDocument/2006/relationships/tags" Target="../tags/tag1649.xml"/><Relationship Id="rId121" Type="http://schemas.openxmlformats.org/officeDocument/2006/relationships/tags" Target="../tags/tag1672.xml"/><Relationship Id="rId142" Type="http://schemas.openxmlformats.org/officeDocument/2006/relationships/tags" Target="../tags/tag1693.xml"/><Relationship Id="rId163" Type="http://schemas.openxmlformats.org/officeDocument/2006/relationships/tags" Target="../tags/tag1714.xml"/><Relationship Id="rId184" Type="http://schemas.openxmlformats.org/officeDocument/2006/relationships/oleObject" Target="../embeddings/oleObject62.bin"/><Relationship Id="rId189" Type="http://schemas.openxmlformats.org/officeDocument/2006/relationships/image" Target="../media/image71.png"/><Relationship Id="rId3" Type="http://schemas.openxmlformats.org/officeDocument/2006/relationships/tags" Target="../tags/tag1554.xml"/><Relationship Id="rId25" Type="http://schemas.openxmlformats.org/officeDocument/2006/relationships/tags" Target="../tags/tag1576.xml"/><Relationship Id="rId46" Type="http://schemas.openxmlformats.org/officeDocument/2006/relationships/tags" Target="../tags/tag1597.xml"/><Relationship Id="rId67" Type="http://schemas.openxmlformats.org/officeDocument/2006/relationships/tags" Target="../tags/tag1618.xml"/><Relationship Id="rId116" Type="http://schemas.openxmlformats.org/officeDocument/2006/relationships/tags" Target="../tags/tag1667.xml"/><Relationship Id="rId137" Type="http://schemas.openxmlformats.org/officeDocument/2006/relationships/tags" Target="../tags/tag1688.xml"/><Relationship Id="rId158" Type="http://schemas.openxmlformats.org/officeDocument/2006/relationships/tags" Target="../tags/tag1709.xml"/><Relationship Id="rId20" Type="http://schemas.openxmlformats.org/officeDocument/2006/relationships/tags" Target="../tags/tag1571.xml"/><Relationship Id="rId41" Type="http://schemas.openxmlformats.org/officeDocument/2006/relationships/tags" Target="../tags/tag1592.xml"/><Relationship Id="rId62" Type="http://schemas.openxmlformats.org/officeDocument/2006/relationships/tags" Target="../tags/tag1613.xml"/><Relationship Id="rId83" Type="http://schemas.openxmlformats.org/officeDocument/2006/relationships/tags" Target="../tags/tag1634.xml"/><Relationship Id="rId88" Type="http://schemas.openxmlformats.org/officeDocument/2006/relationships/tags" Target="../tags/tag1639.xml"/><Relationship Id="rId111" Type="http://schemas.openxmlformats.org/officeDocument/2006/relationships/tags" Target="../tags/tag1662.xml"/><Relationship Id="rId132" Type="http://schemas.openxmlformats.org/officeDocument/2006/relationships/tags" Target="../tags/tag1683.xml"/><Relationship Id="rId153" Type="http://schemas.openxmlformats.org/officeDocument/2006/relationships/tags" Target="../tags/tag1704.xml"/><Relationship Id="rId174" Type="http://schemas.openxmlformats.org/officeDocument/2006/relationships/tags" Target="../tags/tag1725.xml"/><Relationship Id="rId179" Type="http://schemas.openxmlformats.org/officeDocument/2006/relationships/tags" Target="../tags/tag1730.xml"/><Relationship Id="rId195" Type="http://schemas.openxmlformats.org/officeDocument/2006/relationships/image" Target="../media/image77.png"/><Relationship Id="rId190" Type="http://schemas.openxmlformats.org/officeDocument/2006/relationships/image" Target="../media/image72.png"/><Relationship Id="rId204" Type="http://schemas.openxmlformats.org/officeDocument/2006/relationships/image" Target="../media/image86.svg"/><Relationship Id="rId15" Type="http://schemas.openxmlformats.org/officeDocument/2006/relationships/tags" Target="../tags/tag1566.xml"/><Relationship Id="rId36" Type="http://schemas.openxmlformats.org/officeDocument/2006/relationships/tags" Target="../tags/tag1587.xml"/><Relationship Id="rId57" Type="http://schemas.openxmlformats.org/officeDocument/2006/relationships/tags" Target="../tags/tag1608.xml"/><Relationship Id="rId106" Type="http://schemas.openxmlformats.org/officeDocument/2006/relationships/tags" Target="../tags/tag1657.xml"/><Relationship Id="rId127" Type="http://schemas.openxmlformats.org/officeDocument/2006/relationships/tags" Target="../tags/tag1678.xml"/><Relationship Id="rId10" Type="http://schemas.openxmlformats.org/officeDocument/2006/relationships/tags" Target="../tags/tag1561.xml"/><Relationship Id="rId31" Type="http://schemas.openxmlformats.org/officeDocument/2006/relationships/tags" Target="../tags/tag1582.xml"/><Relationship Id="rId52" Type="http://schemas.openxmlformats.org/officeDocument/2006/relationships/tags" Target="../tags/tag1603.xml"/><Relationship Id="rId73" Type="http://schemas.openxmlformats.org/officeDocument/2006/relationships/tags" Target="../tags/tag1624.xml"/><Relationship Id="rId78" Type="http://schemas.openxmlformats.org/officeDocument/2006/relationships/tags" Target="../tags/tag1629.xml"/><Relationship Id="rId94" Type="http://schemas.openxmlformats.org/officeDocument/2006/relationships/tags" Target="../tags/tag1645.xml"/><Relationship Id="rId99" Type="http://schemas.openxmlformats.org/officeDocument/2006/relationships/tags" Target="../tags/tag1650.xml"/><Relationship Id="rId101" Type="http://schemas.openxmlformats.org/officeDocument/2006/relationships/tags" Target="../tags/tag1652.xml"/><Relationship Id="rId122" Type="http://schemas.openxmlformats.org/officeDocument/2006/relationships/tags" Target="../tags/tag1673.xml"/><Relationship Id="rId143" Type="http://schemas.openxmlformats.org/officeDocument/2006/relationships/tags" Target="../tags/tag1694.xml"/><Relationship Id="rId148" Type="http://schemas.openxmlformats.org/officeDocument/2006/relationships/tags" Target="../tags/tag1699.xml"/><Relationship Id="rId164" Type="http://schemas.openxmlformats.org/officeDocument/2006/relationships/tags" Target="../tags/tag1715.xml"/><Relationship Id="rId169" Type="http://schemas.openxmlformats.org/officeDocument/2006/relationships/tags" Target="../tags/tag1720.xml"/><Relationship Id="rId185" Type="http://schemas.openxmlformats.org/officeDocument/2006/relationships/image" Target="../media/image67.emf"/><Relationship Id="rId4" Type="http://schemas.openxmlformats.org/officeDocument/2006/relationships/tags" Target="../tags/tag1555.xml"/><Relationship Id="rId9" Type="http://schemas.openxmlformats.org/officeDocument/2006/relationships/tags" Target="../tags/tag1560.xml"/><Relationship Id="rId180" Type="http://schemas.openxmlformats.org/officeDocument/2006/relationships/tags" Target="../tags/tag1731.xml"/><Relationship Id="rId26" Type="http://schemas.openxmlformats.org/officeDocument/2006/relationships/tags" Target="../tags/tag1577.xml"/><Relationship Id="rId47" Type="http://schemas.openxmlformats.org/officeDocument/2006/relationships/tags" Target="../tags/tag1598.xml"/><Relationship Id="rId68" Type="http://schemas.openxmlformats.org/officeDocument/2006/relationships/tags" Target="../tags/tag1619.xml"/><Relationship Id="rId89" Type="http://schemas.openxmlformats.org/officeDocument/2006/relationships/tags" Target="../tags/tag1640.xml"/><Relationship Id="rId112" Type="http://schemas.openxmlformats.org/officeDocument/2006/relationships/tags" Target="../tags/tag1663.xml"/><Relationship Id="rId133" Type="http://schemas.openxmlformats.org/officeDocument/2006/relationships/tags" Target="../tags/tag1684.xml"/><Relationship Id="rId154" Type="http://schemas.openxmlformats.org/officeDocument/2006/relationships/tags" Target="../tags/tag1705.xml"/><Relationship Id="rId175" Type="http://schemas.openxmlformats.org/officeDocument/2006/relationships/tags" Target="../tags/tag1726.xml"/><Relationship Id="rId196" Type="http://schemas.openxmlformats.org/officeDocument/2006/relationships/image" Target="../media/image78.jpeg"/><Relationship Id="rId200" Type="http://schemas.openxmlformats.org/officeDocument/2006/relationships/image" Target="../media/image82.svg"/><Relationship Id="rId16" Type="http://schemas.openxmlformats.org/officeDocument/2006/relationships/tags" Target="../tags/tag1567.xml"/><Relationship Id="rId37" Type="http://schemas.openxmlformats.org/officeDocument/2006/relationships/tags" Target="../tags/tag1588.xml"/><Relationship Id="rId58" Type="http://schemas.openxmlformats.org/officeDocument/2006/relationships/tags" Target="../tags/tag1609.xml"/><Relationship Id="rId79" Type="http://schemas.openxmlformats.org/officeDocument/2006/relationships/tags" Target="../tags/tag1630.xml"/><Relationship Id="rId102" Type="http://schemas.openxmlformats.org/officeDocument/2006/relationships/tags" Target="../tags/tag1653.xml"/><Relationship Id="rId123" Type="http://schemas.openxmlformats.org/officeDocument/2006/relationships/tags" Target="../tags/tag1674.xml"/><Relationship Id="rId144" Type="http://schemas.openxmlformats.org/officeDocument/2006/relationships/tags" Target="../tags/tag1695.xml"/><Relationship Id="rId90" Type="http://schemas.openxmlformats.org/officeDocument/2006/relationships/tags" Target="../tags/tag1641.xml"/><Relationship Id="rId165" Type="http://schemas.openxmlformats.org/officeDocument/2006/relationships/tags" Target="../tags/tag1716.xml"/><Relationship Id="rId186" Type="http://schemas.openxmlformats.org/officeDocument/2006/relationships/image" Target="../media/image68.svg"/><Relationship Id="rId27" Type="http://schemas.openxmlformats.org/officeDocument/2006/relationships/tags" Target="../tags/tag1578.xml"/><Relationship Id="rId48" Type="http://schemas.openxmlformats.org/officeDocument/2006/relationships/tags" Target="../tags/tag1599.xml"/><Relationship Id="rId69" Type="http://schemas.openxmlformats.org/officeDocument/2006/relationships/tags" Target="../tags/tag1620.xml"/><Relationship Id="rId113" Type="http://schemas.openxmlformats.org/officeDocument/2006/relationships/tags" Target="../tags/tag1664.xml"/><Relationship Id="rId134" Type="http://schemas.openxmlformats.org/officeDocument/2006/relationships/tags" Target="../tags/tag1685.xml"/><Relationship Id="rId80" Type="http://schemas.openxmlformats.org/officeDocument/2006/relationships/tags" Target="../tags/tag1631.xml"/><Relationship Id="rId155" Type="http://schemas.openxmlformats.org/officeDocument/2006/relationships/tags" Target="../tags/tag1706.xml"/><Relationship Id="rId176" Type="http://schemas.openxmlformats.org/officeDocument/2006/relationships/tags" Target="../tags/tag1727.xml"/><Relationship Id="rId197" Type="http://schemas.openxmlformats.org/officeDocument/2006/relationships/image" Target="../media/image79.svg"/><Relationship Id="rId201" Type="http://schemas.openxmlformats.org/officeDocument/2006/relationships/image" Target="../media/image83.svg"/><Relationship Id="rId17" Type="http://schemas.openxmlformats.org/officeDocument/2006/relationships/tags" Target="../tags/tag1568.xml"/><Relationship Id="rId38" Type="http://schemas.openxmlformats.org/officeDocument/2006/relationships/tags" Target="../tags/tag1589.xml"/><Relationship Id="rId59" Type="http://schemas.openxmlformats.org/officeDocument/2006/relationships/tags" Target="../tags/tag1610.xml"/><Relationship Id="rId103" Type="http://schemas.openxmlformats.org/officeDocument/2006/relationships/tags" Target="../tags/tag1654.xml"/><Relationship Id="rId124" Type="http://schemas.openxmlformats.org/officeDocument/2006/relationships/tags" Target="../tags/tag1675.xml"/><Relationship Id="rId70" Type="http://schemas.openxmlformats.org/officeDocument/2006/relationships/tags" Target="../tags/tag1621.xml"/><Relationship Id="rId91" Type="http://schemas.openxmlformats.org/officeDocument/2006/relationships/tags" Target="../tags/tag1642.xml"/><Relationship Id="rId145" Type="http://schemas.openxmlformats.org/officeDocument/2006/relationships/tags" Target="../tags/tag1696.xml"/><Relationship Id="rId166" Type="http://schemas.openxmlformats.org/officeDocument/2006/relationships/tags" Target="../tags/tag1717.xml"/><Relationship Id="rId187" Type="http://schemas.openxmlformats.org/officeDocument/2006/relationships/image" Target="../media/image69.png"/><Relationship Id="rId1" Type="http://schemas.openxmlformats.org/officeDocument/2006/relationships/tags" Target="../tags/tag1552.xml"/><Relationship Id="rId28" Type="http://schemas.openxmlformats.org/officeDocument/2006/relationships/tags" Target="../tags/tag1579.xml"/><Relationship Id="rId49" Type="http://schemas.openxmlformats.org/officeDocument/2006/relationships/tags" Target="../tags/tag1600.xml"/><Relationship Id="rId114" Type="http://schemas.openxmlformats.org/officeDocument/2006/relationships/tags" Target="../tags/tag1665.xml"/><Relationship Id="rId60" Type="http://schemas.openxmlformats.org/officeDocument/2006/relationships/tags" Target="../tags/tag1611.xml"/><Relationship Id="rId81" Type="http://schemas.openxmlformats.org/officeDocument/2006/relationships/tags" Target="../tags/tag1632.xml"/><Relationship Id="rId135" Type="http://schemas.openxmlformats.org/officeDocument/2006/relationships/tags" Target="../tags/tag1686.xml"/><Relationship Id="rId156" Type="http://schemas.openxmlformats.org/officeDocument/2006/relationships/tags" Target="../tags/tag1707.xml"/><Relationship Id="rId177" Type="http://schemas.openxmlformats.org/officeDocument/2006/relationships/tags" Target="../tags/tag1728.xml"/><Relationship Id="rId198" Type="http://schemas.openxmlformats.org/officeDocument/2006/relationships/image" Target="../media/image80.svg"/><Relationship Id="rId202" Type="http://schemas.openxmlformats.org/officeDocument/2006/relationships/image" Target="../media/image84.svg"/><Relationship Id="rId18" Type="http://schemas.openxmlformats.org/officeDocument/2006/relationships/tags" Target="../tags/tag1569.xml"/><Relationship Id="rId39" Type="http://schemas.openxmlformats.org/officeDocument/2006/relationships/tags" Target="../tags/tag1590.xml"/><Relationship Id="rId50" Type="http://schemas.openxmlformats.org/officeDocument/2006/relationships/tags" Target="../tags/tag1601.xml"/><Relationship Id="rId104" Type="http://schemas.openxmlformats.org/officeDocument/2006/relationships/tags" Target="../tags/tag1655.xml"/><Relationship Id="rId125" Type="http://schemas.openxmlformats.org/officeDocument/2006/relationships/tags" Target="../tags/tag1676.xml"/><Relationship Id="rId146" Type="http://schemas.openxmlformats.org/officeDocument/2006/relationships/tags" Target="../tags/tag1697.xml"/><Relationship Id="rId167" Type="http://schemas.openxmlformats.org/officeDocument/2006/relationships/tags" Target="../tags/tag1718.xml"/><Relationship Id="rId188" Type="http://schemas.openxmlformats.org/officeDocument/2006/relationships/image" Target="../media/image70.png"/><Relationship Id="rId71" Type="http://schemas.openxmlformats.org/officeDocument/2006/relationships/tags" Target="../tags/tag1622.xml"/><Relationship Id="rId92" Type="http://schemas.openxmlformats.org/officeDocument/2006/relationships/tags" Target="../tags/tag1643.xml"/><Relationship Id="rId2" Type="http://schemas.openxmlformats.org/officeDocument/2006/relationships/tags" Target="../tags/tag1553.xml"/><Relationship Id="rId29" Type="http://schemas.openxmlformats.org/officeDocument/2006/relationships/tags" Target="../tags/tag1580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32.xml"/><Relationship Id="rId3" Type="http://schemas.openxmlformats.org/officeDocument/2006/relationships/tags" Target="../tags/tag1735.xml"/><Relationship Id="rId7" Type="http://schemas.openxmlformats.org/officeDocument/2006/relationships/image" Target="../media/image8.emf"/><Relationship Id="rId2" Type="http://schemas.openxmlformats.org/officeDocument/2006/relationships/tags" Target="../tags/tag1734.xml"/><Relationship Id="rId1" Type="http://schemas.openxmlformats.org/officeDocument/2006/relationships/tags" Target="../tags/tag1733.xml"/><Relationship Id="rId6" Type="http://schemas.openxmlformats.org/officeDocument/2006/relationships/oleObject" Target="../embeddings/oleObject63.bin"/><Relationship Id="rId5" Type="http://schemas.openxmlformats.org/officeDocument/2006/relationships/slideLayout" Target="../slideLayouts/slideLayout3.xml"/><Relationship Id="rId4" Type="http://schemas.openxmlformats.org/officeDocument/2006/relationships/tags" Target="../tags/tag1736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64.bin"/><Relationship Id="rId13" Type="http://schemas.openxmlformats.org/officeDocument/2006/relationships/image" Target="../media/image91.png"/><Relationship Id="rId3" Type="http://schemas.openxmlformats.org/officeDocument/2006/relationships/tags" Target="../tags/tag1739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90.png"/><Relationship Id="rId17" Type="http://schemas.openxmlformats.org/officeDocument/2006/relationships/image" Target="../media/image95.png"/><Relationship Id="rId2" Type="http://schemas.openxmlformats.org/officeDocument/2006/relationships/tags" Target="../tags/tag1738.xml"/><Relationship Id="rId16" Type="http://schemas.openxmlformats.org/officeDocument/2006/relationships/image" Target="../media/image94.png"/><Relationship Id="rId1" Type="http://schemas.openxmlformats.org/officeDocument/2006/relationships/tags" Target="../tags/tag1737.xml"/><Relationship Id="rId6" Type="http://schemas.openxmlformats.org/officeDocument/2006/relationships/tags" Target="../tags/tag1742.xml"/><Relationship Id="rId11" Type="http://schemas.openxmlformats.org/officeDocument/2006/relationships/image" Target="../media/image89.png"/><Relationship Id="rId5" Type="http://schemas.openxmlformats.org/officeDocument/2006/relationships/tags" Target="../tags/tag1741.xml"/><Relationship Id="rId15" Type="http://schemas.openxmlformats.org/officeDocument/2006/relationships/image" Target="../media/image93.png"/><Relationship Id="rId10" Type="http://schemas.openxmlformats.org/officeDocument/2006/relationships/image" Target="../media/image88.png"/><Relationship Id="rId4" Type="http://schemas.openxmlformats.org/officeDocument/2006/relationships/tags" Target="../tags/tag1740.xml"/><Relationship Id="rId9" Type="http://schemas.openxmlformats.org/officeDocument/2006/relationships/image" Target="../media/image7.emf"/><Relationship Id="rId14" Type="http://schemas.openxmlformats.org/officeDocument/2006/relationships/image" Target="../media/image92.png"/></Relationships>
</file>

<file path=ppt/slides/_rels/slide52.xml.rels><?xml version="1.0" encoding="UTF-8" standalone="yes"?>
<Relationships xmlns="http://schemas.openxmlformats.org/package/2006/relationships"><Relationship Id="rId13" Type="http://schemas.openxmlformats.org/officeDocument/2006/relationships/tags" Target="../tags/tag1755.xml"/><Relationship Id="rId18" Type="http://schemas.openxmlformats.org/officeDocument/2006/relationships/oleObject" Target="../embeddings/oleObject65.bin"/><Relationship Id="rId26" Type="http://schemas.openxmlformats.org/officeDocument/2006/relationships/image" Target="../media/image102.png"/><Relationship Id="rId39" Type="http://schemas.openxmlformats.org/officeDocument/2006/relationships/image" Target="../media/image15.png"/><Relationship Id="rId21" Type="http://schemas.openxmlformats.org/officeDocument/2006/relationships/image" Target="../media/image97.svg"/><Relationship Id="rId34" Type="http://schemas.openxmlformats.org/officeDocument/2006/relationships/image" Target="../media/image110.png"/><Relationship Id="rId7" Type="http://schemas.openxmlformats.org/officeDocument/2006/relationships/tags" Target="../tags/tag1749.xml"/><Relationship Id="rId2" Type="http://schemas.openxmlformats.org/officeDocument/2006/relationships/tags" Target="../tags/tag1744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96.svg"/><Relationship Id="rId29" Type="http://schemas.openxmlformats.org/officeDocument/2006/relationships/image" Target="../media/image105.png"/><Relationship Id="rId41" Type="http://schemas.openxmlformats.org/officeDocument/2006/relationships/image" Target="../media/image116.png"/><Relationship Id="rId1" Type="http://schemas.openxmlformats.org/officeDocument/2006/relationships/tags" Target="../tags/tag1743.xml"/><Relationship Id="rId6" Type="http://schemas.openxmlformats.org/officeDocument/2006/relationships/tags" Target="../tags/tag1748.xml"/><Relationship Id="rId11" Type="http://schemas.openxmlformats.org/officeDocument/2006/relationships/tags" Target="../tags/tag1753.xml"/><Relationship Id="rId24" Type="http://schemas.openxmlformats.org/officeDocument/2006/relationships/image" Target="../media/image100.png"/><Relationship Id="rId32" Type="http://schemas.openxmlformats.org/officeDocument/2006/relationships/image" Target="../media/image108.png"/><Relationship Id="rId37" Type="http://schemas.openxmlformats.org/officeDocument/2006/relationships/image" Target="../media/image113.png"/><Relationship Id="rId40" Type="http://schemas.openxmlformats.org/officeDocument/2006/relationships/image" Target="../media/image115.png"/><Relationship Id="rId5" Type="http://schemas.openxmlformats.org/officeDocument/2006/relationships/tags" Target="../tags/tag1747.xml"/><Relationship Id="rId15" Type="http://schemas.openxmlformats.org/officeDocument/2006/relationships/tags" Target="../tags/tag1757.xml"/><Relationship Id="rId23" Type="http://schemas.openxmlformats.org/officeDocument/2006/relationships/image" Target="../media/image99.png"/><Relationship Id="rId28" Type="http://schemas.openxmlformats.org/officeDocument/2006/relationships/image" Target="../media/image104.png"/><Relationship Id="rId36" Type="http://schemas.openxmlformats.org/officeDocument/2006/relationships/image" Target="../media/image112.png"/><Relationship Id="rId10" Type="http://schemas.openxmlformats.org/officeDocument/2006/relationships/tags" Target="../tags/tag1752.xml"/><Relationship Id="rId19" Type="http://schemas.openxmlformats.org/officeDocument/2006/relationships/image" Target="../media/image38.emf"/><Relationship Id="rId31" Type="http://schemas.openxmlformats.org/officeDocument/2006/relationships/image" Target="../media/image107.png"/><Relationship Id="rId4" Type="http://schemas.openxmlformats.org/officeDocument/2006/relationships/tags" Target="../tags/tag1746.xml"/><Relationship Id="rId9" Type="http://schemas.openxmlformats.org/officeDocument/2006/relationships/tags" Target="../tags/tag1751.xml"/><Relationship Id="rId14" Type="http://schemas.openxmlformats.org/officeDocument/2006/relationships/tags" Target="../tags/tag1756.xml"/><Relationship Id="rId22" Type="http://schemas.openxmlformats.org/officeDocument/2006/relationships/image" Target="../media/image98.svg"/><Relationship Id="rId27" Type="http://schemas.openxmlformats.org/officeDocument/2006/relationships/image" Target="../media/image103.png"/><Relationship Id="rId30" Type="http://schemas.openxmlformats.org/officeDocument/2006/relationships/image" Target="../media/image106.png"/><Relationship Id="rId35" Type="http://schemas.openxmlformats.org/officeDocument/2006/relationships/image" Target="../media/image111.png"/><Relationship Id="rId8" Type="http://schemas.openxmlformats.org/officeDocument/2006/relationships/tags" Target="../tags/tag1750.xml"/><Relationship Id="rId3" Type="http://schemas.openxmlformats.org/officeDocument/2006/relationships/tags" Target="../tags/tag1745.xml"/><Relationship Id="rId12" Type="http://schemas.openxmlformats.org/officeDocument/2006/relationships/tags" Target="../tags/tag1754.xml"/><Relationship Id="rId17" Type="http://schemas.openxmlformats.org/officeDocument/2006/relationships/notesSlide" Target="../notesSlides/notesSlide35.xml"/><Relationship Id="rId25" Type="http://schemas.openxmlformats.org/officeDocument/2006/relationships/image" Target="../media/image101.png"/><Relationship Id="rId33" Type="http://schemas.openxmlformats.org/officeDocument/2006/relationships/image" Target="../media/image109.jpeg"/><Relationship Id="rId38" Type="http://schemas.openxmlformats.org/officeDocument/2006/relationships/image" Target="../media/image114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emf"/><Relationship Id="rId13" Type="http://schemas.openxmlformats.org/officeDocument/2006/relationships/image" Target="../media/image120.png"/><Relationship Id="rId3" Type="http://schemas.openxmlformats.org/officeDocument/2006/relationships/tags" Target="../tags/tag1760.xml"/><Relationship Id="rId7" Type="http://schemas.openxmlformats.org/officeDocument/2006/relationships/oleObject" Target="../embeddings/oleObject66.bin"/><Relationship Id="rId12" Type="http://schemas.openxmlformats.org/officeDocument/2006/relationships/image" Target="../media/image119.png"/><Relationship Id="rId2" Type="http://schemas.openxmlformats.org/officeDocument/2006/relationships/tags" Target="../tags/tag1759.xml"/><Relationship Id="rId1" Type="http://schemas.openxmlformats.org/officeDocument/2006/relationships/tags" Target="../tags/tag1758.xml"/><Relationship Id="rId6" Type="http://schemas.openxmlformats.org/officeDocument/2006/relationships/notesSlide" Target="../notesSlides/notesSlide36.xml"/><Relationship Id="rId11" Type="http://schemas.openxmlformats.org/officeDocument/2006/relationships/image" Target="../media/image118.pn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117.png"/><Relationship Id="rId4" Type="http://schemas.openxmlformats.org/officeDocument/2006/relationships/tags" Target="../tags/tag1761.xml"/><Relationship Id="rId9" Type="http://schemas.openxmlformats.org/officeDocument/2006/relationships/image" Target="../media/image15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22.png"/><Relationship Id="rId18" Type="http://schemas.openxmlformats.org/officeDocument/2006/relationships/image" Target="../media/image27.png"/><Relationship Id="rId3" Type="http://schemas.openxmlformats.org/officeDocument/2006/relationships/slideLayout" Target="../slideLayouts/slideLayout2.xml"/><Relationship Id="rId21" Type="http://schemas.openxmlformats.org/officeDocument/2006/relationships/image" Target="../media/image30.png"/><Relationship Id="rId7" Type="http://schemas.openxmlformats.org/officeDocument/2006/relationships/image" Target="../media/image16.png"/><Relationship Id="rId12" Type="http://schemas.openxmlformats.org/officeDocument/2006/relationships/image" Target="../media/image21.png"/><Relationship Id="rId17" Type="http://schemas.openxmlformats.org/officeDocument/2006/relationships/image" Target="../media/image26.png"/><Relationship Id="rId2" Type="http://schemas.openxmlformats.org/officeDocument/2006/relationships/tags" Target="../tags/tag1763.xml"/><Relationship Id="rId16" Type="http://schemas.openxmlformats.org/officeDocument/2006/relationships/image" Target="../media/image25.png"/><Relationship Id="rId20" Type="http://schemas.openxmlformats.org/officeDocument/2006/relationships/image" Target="../media/image29.png"/><Relationship Id="rId1" Type="http://schemas.openxmlformats.org/officeDocument/2006/relationships/tags" Target="../tags/tag1762.xml"/><Relationship Id="rId6" Type="http://schemas.openxmlformats.org/officeDocument/2006/relationships/image" Target="../media/image15.png"/><Relationship Id="rId11" Type="http://schemas.openxmlformats.org/officeDocument/2006/relationships/image" Target="../media/image20.png"/><Relationship Id="rId24" Type="http://schemas.openxmlformats.org/officeDocument/2006/relationships/image" Target="../media/image33.png"/><Relationship Id="rId5" Type="http://schemas.openxmlformats.org/officeDocument/2006/relationships/image" Target="../media/image8.emf"/><Relationship Id="rId15" Type="http://schemas.openxmlformats.org/officeDocument/2006/relationships/image" Target="../media/image24.png"/><Relationship Id="rId23" Type="http://schemas.openxmlformats.org/officeDocument/2006/relationships/image" Target="../media/image32.png"/><Relationship Id="rId10" Type="http://schemas.openxmlformats.org/officeDocument/2006/relationships/image" Target="../media/image19.png"/><Relationship Id="rId19" Type="http://schemas.openxmlformats.org/officeDocument/2006/relationships/image" Target="../media/image28.png"/><Relationship Id="rId4" Type="http://schemas.openxmlformats.org/officeDocument/2006/relationships/oleObject" Target="../embeddings/oleObject67.bin"/><Relationship Id="rId9" Type="http://schemas.openxmlformats.org/officeDocument/2006/relationships/image" Target="../media/image18.png"/><Relationship Id="rId14" Type="http://schemas.openxmlformats.org/officeDocument/2006/relationships/image" Target="../media/image23.png"/><Relationship Id="rId22" Type="http://schemas.openxmlformats.org/officeDocument/2006/relationships/image" Target="../media/image31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tags" Target="../tags/tag1766.xml"/><Relationship Id="rId7" Type="http://schemas.openxmlformats.org/officeDocument/2006/relationships/image" Target="../media/image38.emf"/><Relationship Id="rId12" Type="http://schemas.openxmlformats.org/officeDocument/2006/relationships/image" Target="../media/image124.png"/><Relationship Id="rId2" Type="http://schemas.openxmlformats.org/officeDocument/2006/relationships/tags" Target="../tags/tag1765.xml"/><Relationship Id="rId1" Type="http://schemas.openxmlformats.org/officeDocument/2006/relationships/tags" Target="../tags/tag1764.xml"/><Relationship Id="rId6" Type="http://schemas.openxmlformats.org/officeDocument/2006/relationships/oleObject" Target="../embeddings/oleObject68.bin"/><Relationship Id="rId11" Type="http://schemas.openxmlformats.org/officeDocument/2006/relationships/image" Target="../media/image123.pn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122.png"/><Relationship Id="rId4" Type="http://schemas.openxmlformats.org/officeDocument/2006/relationships/tags" Target="../tags/tag1767.xml"/><Relationship Id="rId9" Type="http://schemas.openxmlformats.org/officeDocument/2006/relationships/image" Target="../media/image121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tags" Target="../tags/tag1775.xml"/><Relationship Id="rId13" Type="http://schemas.openxmlformats.org/officeDocument/2006/relationships/tags" Target="../tags/tag1780.xml"/><Relationship Id="rId18" Type="http://schemas.openxmlformats.org/officeDocument/2006/relationships/image" Target="../media/image125.png"/><Relationship Id="rId3" Type="http://schemas.openxmlformats.org/officeDocument/2006/relationships/tags" Target="../tags/tag1770.xml"/><Relationship Id="rId21" Type="http://schemas.openxmlformats.org/officeDocument/2006/relationships/image" Target="../media/image128.svg"/><Relationship Id="rId7" Type="http://schemas.openxmlformats.org/officeDocument/2006/relationships/tags" Target="../tags/tag1774.xml"/><Relationship Id="rId12" Type="http://schemas.openxmlformats.org/officeDocument/2006/relationships/tags" Target="../tags/tag1779.xml"/><Relationship Id="rId17" Type="http://schemas.openxmlformats.org/officeDocument/2006/relationships/image" Target="../media/image8.emf"/><Relationship Id="rId2" Type="http://schemas.openxmlformats.org/officeDocument/2006/relationships/tags" Target="../tags/tag1769.xml"/><Relationship Id="rId16" Type="http://schemas.openxmlformats.org/officeDocument/2006/relationships/oleObject" Target="../embeddings/oleObject69.bin"/><Relationship Id="rId20" Type="http://schemas.openxmlformats.org/officeDocument/2006/relationships/image" Target="../media/image127.png"/><Relationship Id="rId1" Type="http://schemas.openxmlformats.org/officeDocument/2006/relationships/tags" Target="../tags/tag1768.xml"/><Relationship Id="rId6" Type="http://schemas.openxmlformats.org/officeDocument/2006/relationships/tags" Target="../tags/tag1773.xml"/><Relationship Id="rId11" Type="http://schemas.openxmlformats.org/officeDocument/2006/relationships/tags" Target="../tags/tag1778.xml"/><Relationship Id="rId5" Type="http://schemas.openxmlformats.org/officeDocument/2006/relationships/tags" Target="../tags/tag1772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1777.xml"/><Relationship Id="rId19" Type="http://schemas.openxmlformats.org/officeDocument/2006/relationships/image" Target="../media/image126.png"/><Relationship Id="rId4" Type="http://schemas.openxmlformats.org/officeDocument/2006/relationships/tags" Target="../tags/tag1771.xml"/><Relationship Id="rId9" Type="http://schemas.openxmlformats.org/officeDocument/2006/relationships/tags" Target="../tags/tag1776.xml"/><Relationship Id="rId14" Type="http://schemas.openxmlformats.org/officeDocument/2006/relationships/tags" Target="../tags/tag1781.xml"/></Relationships>
</file>

<file path=ppt/slides/_rels/slide57.xml.rels><?xml version="1.0" encoding="UTF-8" standalone="yes"?>
<Relationships xmlns="http://schemas.openxmlformats.org/package/2006/relationships"><Relationship Id="rId13" Type="http://schemas.openxmlformats.org/officeDocument/2006/relationships/tags" Target="../tags/tag1794.xml"/><Relationship Id="rId18" Type="http://schemas.openxmlformats.org/officeDocument/2006/relationships/tags" Target="../tags/tag1799.xml"/><Relationship Id="rId26" Type="http://schemas.openxmlformats.org/officeDocument/2006/relationships/tags" Target="../tags/tag1807.xml"/><Relationship Id="rId39" Type="http://schemas.openxmlformats.org/officeDocument/2006/relationships/tags" Target="../tags/tag1820.xml"/><Relationship Id="rId21" Type="http://schemas.openxmlformats.org/officeDocument/2006/relationships/tags" Target="../tags/tag1802.xml"/><Relationship Id="rId34" Type="http://schemas.openxmlformats.org/officeDocument/2006/relationships/tags" Target="../tags/tag1815.xml"/><Relationship Id="rId42" Type="http://schemas.openxmlformats.org/officeDocument/2006/relationships/tags" Target="../tags/tag1823.xml"/><Relationship Id="rId47" Type="http://schemas.openxmlformats.org/officeDocument/2006/relationships/image" Target="../media/image14.svg"/><Relationship Id="rId50" Type="http://schemas.openxmlformats.org/officeDocument/2006/relationships/image" Target="../media/image131.svg"/><Relationship Id="rId7" Type="http://schemas.openxmlformats.org/officeDocument/2006/relationships/tags" Target="../tags/tag1788.xml"/><Relationship Id="rId2" Type="http://schemas.openxmlformats.org/officeDocument/2006/relationships/tags" Target="../tags/tag1783.xml"/><Relationship Id="rId16" Type="http://schemas.openxmlformats.org/officeDocument/2006/relationships/tags" Target="../tags/tag1797.xml"/><Relationship Id="rId29" Type="http://schemas.openxmlformats.org/officeDocument/2006/relationships/tags" Target="../tags/tag1810.xml"/><Relationship Id="rId11" Type="http://schemas.openxmlformats.org/officeDocument/2006/relationships/tags" Target="../tags/tag1792.xml"/><Relationship Id="rId24" Type="http://schemas.openxmlformats.org/officeDocument/2006/relationships/tags" Target="../tags/tag1805.xml"/><Relationship Id="rId32" Type="http://schemas.openxmlformats.org/officeDocument/2006/relationships/tags" Target="../tags/tag1813.xml"/><Relationship Id="rId37" Type="http://schemas.openxmlformats.org/officeDocument/2006/relationships/tags" Target="../tags/tag1818.xml"/><Relationship Id="rId40" Type="http://schemas.openxmlformats.org/officeDocument/2006/relationships/tags" Target="../tags/tag1821.xml"/><Relationship Id="rId45" Type="http://schemas.openxmlformats.org/officeDocument/2006/relationships/oleObject" Target="../embeddings/oleObject70.bin"/><Relationship Id="rId53" Type="http://schemas.openxmlformats.org/officeDocument/2006/relationships/image" Target="../media/image134.svg"/><Relationship Id="rId5" Type="http://schemas.openxmlformats.org/officeDocument/2006/relationships/tags" Target="../tags/tag1786.xml"/><Relationship Id="rId10" Type="http://schemas.openxmlformats.org/officeDocument/2006/relationships/tags" Target="../tags/tag1791.xml"/><Relationship Id="rId19" Type="http://schemas.openxmlformats.org/officeDocument/2006/relationships/tags" Target="../tags/tag1800.xml"/><Relationship Id="rId31" Type="http://schemas.openxmlformats.org/officeDocument/2006/relationships/tags" Target="../tags/tag1812.xml"/><Relationship Id="rId44" Type="http://schemas.openxmlformats.org/officeDocument/2006/relationships/notesSlide" Target="../notesSlides/notesSlide37.xml"/><Relationship Id="rId52" Type="http://schemas.openxmlformats.org/officeDocument/2006/relationships/image" Target="../media/image133.svg"/><Relationship Id="rId4" Type="http://schemas.openxmlformats.org/officeDocument/2006/relationships/tags" Target="../tags/tag1785.xml"/><Relationship Id="rId9" Type="http://schemas.openxmlformats.org/officeDocument/2006/relationships/tags" Target="../tags/tag1790.xml"/><Relationship Id="rId14" Type="http://schemas.openxmlformats.org/officeDocument/2006/relationships/tags" Target="../tags/tag1795.xml"/><Relationship Id="rId22" Type="http://schemas.openxmlformats.org/officeDocument/2006/relationships/tags" Target="../tags/tag1803.xml"/><Relationship Id="rId27" Type="http://schemas.openxmlformats.org/officeDocument/2006/relationships/tags" Target="../tags/tag1808.xml"/><Relationship Id="rId30" Type="http://schemas.openxmlformats.org/officeDocument/2006/relationships/tags" Target="../tags/tag1811.xml"/><Relationship Id="rId35" Type="http://schemas.openxmlformats.org/officeDocument/2006/relationships/tags" Target="../tags/tag1816.xml"/><Relationship Id="rId43" Type="http://schemas.openxmlformats.org/officeDocument/2006/relationships/slideLayout" Target="../slideLayouts/slideLayout2.xml"/><Relationship Id="rId48" Type="http://schemas.openxmlformats.org/officeDocument/2006/relationships/image" Target="../media/image129.svg"/><Relationship Id="rId8" Type="http://schemas.openxmlformats.org/officeDocument/2006/relationships/tags" Target="../tags/tag1789.xml"/><Relationship Id="rId51" Type="http://schemas.openxmlformats.org/officeDocument/2006/relationships/image" Target="../media/image132.svg"/><Relationship Id="rId3" Type="http://schemas.openxmlformats.org/officeDocument/2006/relationships/tags" Target="../tags/tag1784.xml"/><Relationship Id="rId12" Type="http://schemas.openxmlformats.org/officeDocument/2006/relationships/tags" Target="../tags/tag1793.xml"/><Relationship Id="rId17" Type="http://schemas.openxmlformats.org/officeDocument/2006/relationships/tags" Target="../tags/tag1798.xml"/><Relationship Id="rId25" Type="http://schemas.openxmlformats.org/officeDocument/2006/relationships/tags" Target="../tags/tag1806.xml"/><Relationship Id="rId33" Type="http://schemas.openxmlformats.org/officeDocument/2006/relationships/tags" Target="../tags/tag1814.xml"/><Relationship Id="rId38" Type="http://schemas.openxmlformats.org/officeDocument/2006/relationships/tags" Target="../tags/tag1819.xml"/><Relationship Id="rId46" Type="http://schemas.openxmlformats.org/officeDocument/2006/relationships/image" Target="../media/image8.emf"/><Relationship Id="rId20" Type="http://schemas.openxmlformats.org/officeDocument/2006/relationships/tags" Target="../tags/tag1801.xml"/><Relationship Id="rId41" Type="http://schemas.openxmlformats.org/officeDocument/2006/relationships/tags" Target="../tags/tag1822.xml"/><Relationship Id="rId1" Type="http://schemas.openxmlformats.org/officeDocument/2006/relationships/tags" Target="../tags/tag1782.xml"/><Relationship Id="rId6" Type="http://schemas.openxmlformats.org/officeDocument/2006/relationships/tags" Target="../tags/tag1787.xml"/><Relationship Id="rId15" Type="http://schemas.openxmlformats.org/officeDocument/2006/relationships/tags" Target="../tags/tag1796.xml"/><Relationship Id="rId23" Type="http://schemas.openxmlformats.org/officeDocument/2006/relationships/tags" Target="../tags/tag1804.xml"/><Relationship Id="rId28" Type="http://schemas.openxmlformats.org/officeDocument/2006/relationships/tags" Target="../tags/tag1809.xml"/><Relationship Id="rId36" Type="http://schemas.openxmlformats.org/officeDocument/2006/relationships/tags" Target="../tags/tag1817.xml"/><Relationship Id="rId49" Type="http://schemas.openxmlformats.org/officeDocument/2006/relationships/image" Target="../media/image130.svg"/></Relationships>
</file>

<file path=ppt/slides/_rels/slide58.xml.rels><?xml version="1.0" encoding="UTF-8" standalone="yes"?>
<Relationships xmlns="http://schemas.openxmlformats.org/package/2006/relationships"><Relationship Id="rId13" Type="http://schemas.openxmlformats.org/officeDocument/2006/relationships/tags" Target="../tags/tag1836.xml"/><Relationship Id="rId18" Type="http://schemas.openxmlformats.org/officeDocument/2006/relationships/tags" Target="../tags/tag1841.xml"/><Relationship Id="rId26" Type="http://schemas.openxmlformats.org/officeDocument/2006/relationships/tags" Target="../tags/tag1849.xml"/><Relationship Id="rId39" Type="http://schemas.openxmlformats.org/officeDocument/2006/relationships/image" Target="../media/image141.svg"/><Relationship Id="rId21" Type="http://schemas.openxmlformats.org/officeDocument/2006/relationships/tags" Target="../tags/tag1844.xml"/><Relationship Id="rId34" Type="http://schemas.openxmlformats.org/officeDocument/2006/relationships/image" Target="../media/image136.svg"/><Relationship Id="rId42" Type="http://schemas.openxmlformats.org/officeDocument/2006/relationships/image" Target="../media/image144.svg"/><Relationship Id="rId7" Type="http://schemas.openxmlformats.org/officeDocument/2006/relationships/tags" Target="../tags/tag1830.xml"/><Relationship Id="rId2" Type="http://schemas.openxmlformats.org/officeDocument/2006/relationships/tags" Target="../tags/tag1825.xml"/><Relationship Id="rId16" Type="http://schemas.openxmlformats.org/officeDocument/2006/relationships/tags" Target="../tags/tag1839.xml"/><Relationship Id="rId29" Type="http://schemas.openxmlformats.org/officeDocument/2006/relationships/tags" Target="../tags/tag1852.xml"/><Relationship Id="rId1" Type="http://schemas.openxmlformats.org/officeDocument/2006/relationships/tags" Target="../tags/tag1824.xml"/><Relationship Id="rId6" Type="http://schemas.openxmlformats.org/officeDocument/2006/relationships/tags" Target="../tags/tag1829.xml"/><Relationship Id="rId11" Type="http://schemas.openxmlformats.org/officeDocument/2006/relationships/tags" Target="../tags/tag1834.xml"/><Relationship Id="rId24" Type="http://schemas.openxmlformats.org/officeDocument/2006/relationships/tags" Target="../tags/tag1847.xml"/><Relationship Id="rId32" Type="http://schemas.openxmlformats.org/officeDocument/2006/relationships/oleObject" Target="../embeddings/oleObject71.bin"/><Relationship Id="rId37" Type="http://schemas.openxmlformats.org/officeDocument/2006/relationships/image" Target="../media/image139.svg"/><Relationship Id="rId40" Type="http://schemas.openxmlformats.org/officeDocument/2006/relationships/image" Target="../media/image142.svg"/><Relationship Id="rId45" Type="http://schemas.openxmlformats.org/officeDocument/2006/relationships/image" Target="../media/image147.svg"/><Relationship Id="rId5" Type="http://schemas.openxmlformats.org/officeDocument/2006/relationships/tags" Target="../tags/tag1828.xml"/><Relationship Id="rId15" Type="http://schemas.openxmlformats.org/officeDocument/2006/relationships/tags" Target="../tags/tag1838.xml"/><Relationship Id="rId23" Type="http://schemas.openxmlformats.org/officeDocument/2006/relationships/tags" Target="../tags/tag1846.xml"/><Relationship Id="rId28" Type="http://schemas.openxmlformats.org/officeDocument/2006/relationships/tags" Target="../tags/tag1851.xml"/><Relationship Id="rId36" Type="http://schemas.openxmlformats.org/officeDocument/2006/relationships/image" Target="../media/image138.svg"/><Relationship Id="rId10" Type="http://schemas.openxmlformats.org/officeDocument/2006/relationships/tags" Target="../tags/tag1833.xml"/><Relationship Id="rId19" Type="http://schemas.openxmlformats.org/officeDocument/2006/relationships/tags" Target="../tags/tag1842.xml"/><Relationship Id="rId31" Type="http://schemas.openxmlformats.org/officeDocument/2006/relationships/slideLayout" Target="../slideLayouts/slideLayout2.xml"/><Relationship Id="rId44" Type="http://schemas.openxmlformats.org/officeDocument/2006/relationships/image" Target="../media/image146.svg"/><Relationship Id="rId4" Type="http://schemas.openxmlformats.org/officeDocument/2006/relationships/tags" Target="../tags/tag1827.xml"/><Relationship Id="rId9" Type="http://schemas.openxmlformats.org/officeDocument/2006/relationships/tags" Target="../tags/tag1832.xml"/><Relationship Id="rId14" Type="http://schemas.openxmlformats.org/officeDocument/2006/relationships/tags" Target="../tags/tag1837.xml"/><Relationship Id="rId22" Type="http://schemas.openxmlformats.org/officeDocument/2006/relationships/tags" Target="../tags/tag1845.xml"/><Relationship Id="rId27" Type="http://schemas.openxmlformats.org/officeDocument/2006/relationships/tags" Target="../tags/tag1850.xml"/><Relationship Id="rId30" Type="http://schemas.openxmlformats.org/officeDocument/2006/relationships/tags" Target="../tags/tag1853.xml"/><Relationship Id="rId35" Type="http://schemas.openxmlformats.org/officeDocument/2006/relationships/image" Target="../media/image137.svg"/><Relationship Id="rId43" Type="http://schemas.openxmlformats.org/officeDocument/2006/relationships/image" Target="../media/image145.svg"/><Relationship Id="rId8" Type="http://schemas.openxmlformats.org/officeDocument/2006/relationships/tags" Target="../tags/tag1831.xml"/><Relationship Id="rId3" Type="http://schemas.openxmlformats.org/officeDocument/2006/relationships/tags" Target="../tags/tag1826.xml"/><Relationship Id="rId12" Type="http://schemas.openxmlformats.org/officeDocument/2006/relationships/tags" Target="../tags/tag1835.xml"/><Relationship Id="rId17" Type="http://schemas.openxmlformats.org/officeDocument/2006/relationships/tags" Target="../tags/tag1840.xml"/><Relationship Id="rId25" Type="http://schemas.openxmlformats.org/officeDocument/2006/relationships/tags" Target="../tags/tag1848.xml"/><Relationship Id="rId33" Type="http://schemas.openxmlformats.org/officeDocument/2006/relationships/image" Target="../media/image135.emf"/><Relationship Id="rId38" Type="http://schemas.openxmlformats.org/officeDocument/2006/relationships/image" Target="../media/image140.svg"/><Relationship Id="rId46" Type="http://schemas.openxmlformats.org/officeDocument/2006/relationships/image" Target="../media/image148.svg"/><Relationship Id="rId20" Type="http://schemas.openxmlformats.org/officeDocument/2006/relationships/tags" Target="../tags/tag1843.xml"/><Relationship Id="rId41" Type="http://schemas.openxmlformats.org/officeDocument/2006/relationships/image" Target="../media/image143.svg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3.xml"/><Relationship Id="rId1" Type="http://schemas.openxmlformats.org/officeDocument/2006/relationships/tags" Target="../tags/tag1854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tags" Target="../tags/tag1862.xml"/><Relationship Id="rId13" Type="http://schemas.openxmlformats.org/officeDocument/2006/relationships/tags" Target="../tags/tag1867.xml"/><Relationship Id="rId18" Type="http://schemas.openxmlformats.org/officeDocument/2006/relationships/tags" Target="../tags/tag1872.xml"/><Relationship Id="rId26" Type="http://schemas.openxmlformats.org/officeDocument/2006/relationships/tags" Target="../tags/tag1880.xml"/><Relationship Id="rId3" Type="http://schemas.openxmlformats.org/officeDocument/2006/relationships/tags" Target="../tags/tag1857.xml"/><Relationship Id="rId21" Type="http://schemas.openxmlformats.org/officeDocument/2006/relationships/tags" Target="../tags/tag1875.xml"/><Relationship Id="rId7" Type="http://schemas.openxmlformats.org/officeDocument/2006/relationships/tags" Target="../tags/tag1861.xml"/><Relationship Id="rId12" Type="http://schemas.openxmlformats.org/officeDocument/2006/relationships/tags" Target="../tags/tag1866.xml"/><Relationship Id="rId17" Type="http://schemas.openxmlformats.org/officeDocument/2006/relationships/tags" Target="../tags/tag1871.xml"/><Relationship Id="rId25" Type="http://schemas.openxmlformats.org/officeDocument/2006/relationships/tags" Target="../tags/tag1879.xml"/><Relationship Id="rId2" Type="http://schemas.openxmlformats.org/officeDocument/2006/relationships/tags" Target="../tags/tag1856.xml"/><Relationship Id="rId16" Type="http://schemas.openxmlformats.org/officeDocument/2006/relationships/tags" Target="../tags/tag1870.xml"/><Relationship Id="rId20" Type="http://schemas.openxmlformats.org/officeDocument/2006/relationships/tags" Target="../tags/tag1874.xml"/><Relationship Id="rId29" Type="http://schemas.openxmlformats.org/officeDocument/2006/relationships/tags" Target="../tags/tag1883.xml"/><Relationship Id="rId1" Type="http://schemas.openxmlformats.org/officeDocument/2006/relationships/tags" Target="../tags/tag1855.xml"/><Relationship Id="rId6" Type="http://schemas.openxmlformats.org/officeDocument/2006/relationships/tags" Target="../tags/tag1860.xml"/><Relationship Id="rId11" Type="http://schemas.openxmlformats.org/officeDocument/2006/relationships/tags" Target="../tags/tag1865.xml"/><Relationship Id="rId24" Type="http://schemas.openxmlformats.org/officeDocument/2006/relationships/tags" Target="../tags/tag1878.xml"/><Relationship Id="rId32" Type="http://schemas.openxmlformats.org/officeDocument/2006/relationships/image" Target="../media/image8.emf"/><Relationship Id="rId5" Type="http://schemas.openxmlformats.org/officeDocument/2006/relationships/tags" Target="../tags/tag1859.xml"/><Relationship Id="rId15" Type="http://schemas.openxmlformats.org/officeDocument/2006/relationships/tags" Target="../tags/tag1869.xml"/><Relationship Id="rId23" Type="http://schemas.openxmlformats.org/officeDocument/2006/relationships/tags" Target="../tags/tag1877.xml"/><Relationship Id="rId28" Type="http://schemas.openxmlformats.org/officeDocument/2006/relationships/tags" Target="../tags/tag1882.xml"/><Relationship Id="rId10" Type="http://schemas.openxmlformats.org/officeDocument/2006/relationships/tags" Target="../tags/tag1864.xml"/><Relationship Id="rId19" Type="http://schemas.openxmlformats.org/officeDocument/2006/relationships/tags" Target="../tags/tag1873.xml"/><Relationship Id="rId31" Type="http://schemas.openxmlformats.org/officeDocument/2006/relationships/oleObject" Target="../embeddings/oleObject72.bin"/><Relationship Id="rId4" Type="http://schemas.openxmlformats.org/officeDocument/2006/relationships/tags" Target="../tags/tag1858.xml"/><Relationship Id="rId9" Type="http://schemas.openxmlformats.org/officeDocument/2006/relationships/tags" Target="../tags/tag1863.xml"/><Relationship Id="rId14" Type="http://schemas.openxmlformats.org/officeDocument/2006/relationships/tags" Target="../tags/tag1868.xml"/><Relationship Id="rId22" Type="http://schemas.openxmlformats.org/officeDocument/2006/relationships/tags" Target="../tags/tag1876.xml"/><Relationship Id="rId27" Type="http://schemas.openxmlformats.org/officeDocument/2006/relationships/tags" Target="../tags/tag1881.xml"/><Relationship Id="rId30" Type="http://schemas.openxmlformats.org/officeDocument/2006/relationships/slideLayout" Target="../slideLayouts/slideLayout8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tags" Target="../tags/tag1891.xml"/><Relationship Id="rId13" Type="http://schemas.openxmlformats.org/officeDocument/2006/relationships/tags" Target="../tags/tag1896.xml"/><Relationship Id="rId18" Type="http://schemas.openxmlformats.org/officeDocument/2006/relationships/tags" Target="../tags/tag1901.xml"/><Relationship Id="rId3" Type="http://schemas.openxmlformats.org/officeDocument/2006/relationships/tags" Target="../tags/tag1886.xml"/><Relationship Id="rId21" Type="http://schemas.openxmlformats.org/officeDocument/2006/relationships/oleObject" Target="../embeddings/oleObject73.bin"/><Relationship Id="rId7" Type="http://schemas.openxmlformats.org/officeDocument/2006/relationships/tags" Target="../tags/tag1890.xml"/><Relationship Id="rId12" Type="http://schemas.openxmlformats.org/officeDocument/2006/relationships/tags" Target="../tags/tag1895.xml"/><Relationship Id="rId17" Type="http://schemas.openxmlformats.org/officeDocument/2006/relationships/tags" Target="../tags/tag1900.xml"/><Relationship Id="rId2" Type="http://schemas.openxmlformats.org/officeDocument/2006/relationships/tags" Target="../tags/tag1885.xml"/><Relationship Id="rId16" Type="http://schemas.openxmlformats.org/officeDocument/2006/relationships/tags" Target="../tags/tag1899.xml"/><Relationship Id="rId20" Type="http://schemas.openxmlformats.org/officeDocument/2006/relationships/notesSlide" Target="../notesSlides/notesSlide38.xml"/><Relationship Id="rId1" Type="http://schemas.openxmlformats.org/officeDocument/2006/relationships/tags" Target="../tags/tag1884.xml"/><Relationship Id="rId6" Type="http://schemas.openxmlformats.org/officeDocument/2006/relationships/tags" Target="../tags/tag1889.xml"/><Relationship Id="rId11" Type="http://schemas.openxmlformats.org/officeDocument/2006/relationships/tags" Target="../tags/tag1894.xml"/><Relationship Id="rId5" Type="http://schemas.openxmlformats.org/officeDocument/2006/relationships/tags" Target="../tags/tag1888.xml"/><Relationship Id="rId15" Type="http://schemas.openxmlformats.org/officeDocument/2006/relationships/tags" Target="../tags/tag1898.xml"/><Relationship Id="rId10" Type="http://schemas.openxmlformats.org/officeDocument/2006/relationships/tags" Target="../tags/tag1893.xml"/><Relationship Id="rId19" Type="http://schemas.openxmlformats.org/officeDocument/2006/relationships/slideLayout" Target="../slideLayouts/slideLayout9.xml"/><Relationship Id="rId4" Type="http://schemas.openxmlformats.org/officeDocument/2006/relationships/tags" Target="../tags/tag1887.xml"/><Relationship Id="rId9" Type="http://schemas.openxmlformats.org/officeDocument/2006/relationships/tags" Target="../tags/tag1892.xml"/><Relationship Id="rId14" Type="http://schemas.openxmlformats.org/officeDocument/2006/relationships/tags" Target="../tags/tag1897.xml"/><Relationship Id="rId22" Type="http://schemas.openxmlformats.org/officeDocument/2006/relationships/image" Target="../media/image8.emf"/></Relationships>
</file>

<file path=ppt/slides/_rels/slide62.xml.rels><?xml version="1.0" encoding="UTF-8" standalone="yes"?>
<Relationships xmlns="http://schemas.openxmlformats.org/package/2006/relationships"><Relationship Id="rId117" Type="http://schemas.openxmlformats.org/officeDocument/2006/relationships/tags" Target="../tags/tag2018.xml"/><Relationship Id="rId21" Type="http://schemas.openxmlformats.org/officeDocument/2006/relationships/tags" Target="../tags/tag1922.xml"/><Relationship Id="rId42" Type="http://schemas.openxmlformats.org/officeDocument/2006/relationships/tags" Target="../tags/tag1943.xml"/><Relationship Id="rId63" Type="http://schemas.openxmlformats.org/officeDocument/2006/relationships/tags" Target="../tags/tag1964.xml"/><Relationship Id="rId84" Type="http://schemas.openxmlformats.org/officeDocument/2006/relationships/tags" Target="../tags/tag1985.xml"/><Relationship Id="rId138" Type="http://schemas.openxmlformats.org/officeDocument/2006/relationships/tags" Target="../tags/tag2039.xml"/><Relationship Id="rId159" Type="http://schemas.openxmlformats.org/officeDocument/2006/relationships/chart" Target="../charts/chart90.xml"/><Relationship Id="rId107" Type="http://schemas.openxmlformats.org/officeDocument/2006/relationships/tags" Target="../tags/tag2008.xml"/><Relationship Id="rId11" Type="http://schemas.openxmlformats.org/officeDocument/2006/relationships/tags" Target="../tags/tag1912.xml"/><Relationship Id="rId32" Type="http://schemas.openxmlformats.org/officeDocument/2006/relationships/tags" Target="../tags/tag1933.xml"/><Relationship Id="rId53" Type="http://schemas.openxmlformats.org/officeDocument/2006/relationships/tags" Target="../tags/tag1954.xml"/><Relationship Id="rId74" Type="http://schemas.openxmlformats.org/officeDocument/2006/relationships/tags" Target="../tags/tag1975.xml"/><Relationship Id="rId128" Type="http://schemas.openxmlformats.org/officeDocument/2006/relationships/tags" Target="../tags/tag2029.xml"/><Relationship Id="rId149" Type="http://schemas.openxmlformats.org/officeDocument/2006/relationships/image" Target="../media/image149.emf"/><Relationship Id="rId5" Type="http://schemas.openxmlformats.org/officeDocument/2006/relationships/tags" Target="../tags/tag1906.xml"/><Relationship Id="rId95" Type="http://schemas.openxmlformats.org/officeDocument/2006/relationships/tags" Target="../tags/tag1996.xml"/><Relationship Id="rId160" Type="http://schemas.openxmlformats.org/officeDocument/2006/relationships/chart" Target="../charts/chart91.xml"/><Relationship Id="rId22" Type="http://schemas.openxmlformats.org/officeDocument/2006/relationships/tags" Target="../tags/tag1923.xml"/><Relationship Id="rId43" Type="http://schemas.openxmlformats.org/officeDocument/2006/relationships/tags" Target="../tags/tag1944.xml"/><Relationship Id="rId64" Type="http://schemas.openxmlformats.org/officeDocument/2006/relationships/tags" Target="../tags/tag1965.xml"/><Relationship Id="rId118" Type="http://schemas.openxmlformats.org/officeDocument/2006/relationships/tags" Target="../tags/tag2019.xml"/><Relationship Id="rId139" Type="http://schemas.openxmlformats.org/officeDocument/2006/relationships/tags" Target="../tags/tag2040.xml"/><Relationship Id="rId85" Type="http://schemas.openxmlformats.org/officeDocument/2006/relationships/tags" Target="../tags/tag1986.xml"/><Relationship Id="rId150" Type="http://schemas.openxmlformats.org/officeDocument/2006/relationships/chart" Target="../charts/chart82.xml"/><Relationship Id="rId12" Type="http://schemas.openxmlformats.org/officeDocument/2006/relationships/tags" Target="../tags/tag1913.xml"/><Relationship Id="rId17" Type="http://schemas.openxmlformats.org/officeDocument/2006/relationships/tags" Target="../tags/tag1918.xml"/><Relationship Id="rId33" Type="http://schemas.openxmlformats.org/officeDocument/2006/relationships/tags" Target="../tags/tag1934.xml"/><Relationship Id="rId38" Type="http://schemas.openxmlformats.org/officeDocument/2006/relationships/tags" Target="../tags/tag1939.xml"/><Relationship Id="rId59" Type="http://schemas.openxmlformats.org/officeDocument/2006/relationships/tags" Target="../tags/tag1960.xml"/><Relationship Id="rId103" Type="http://schemas.openxmlformats.org/officeDocument/2006/relationships/tags" Target="../tags/tag2004.xml"/><Relationship Id="rId108" Type="http://schemas.openxmlformats.org/officeDocument/2006/relationships/tags" Target="../tags/tag2009.xml"/><Relationship Id="rId124" Type="http://schemas.openxmlformats.org/officeDocument/2006/relationships/tags" Target="../tags/tag2025.xml"/><Relationship Id="rId129" Type="http://schemas.openxmlformats.org/officeDocument/2006/relationships/tags" Target="../tags/tag2030.xml"/><Relationship Id="rId54" Type="http://schemas.openxmlformats.org/officeDocument/2006/relationships/tags" Target="../tags/tag1955.xml"/><Relationship Id="rId70" Type="http://schemas.openxmlformats.org/officeDocument/2006/relationships/tags" Target="../tags/tag1971.xml"/><Relationship Id="rId75" Type="http://schemas.openxmlformats.org/officeDocument/2006/relationships/tags" Target="../tags/tag1976.xml"/><Relationship Id="rId91" Type="http://schemas.openxmlformats.org/officeDocument/2006/relationships/tags" Target="../tags/tag1992.xml"/><Relationship Id="rId96" Type="http://schemas.openxmlformats.org/officeDocument/2006/relationships/tags" Target="../tags/tag1997.xml"/><Relationship Id="rId140" Type="http://schemas.openxmlformats.org/officeDocument/2006/relationships/tags" Target="../tags/tag2041.xml"/><Relationship Id="rId145" Type="http://schemas.openxmlformats.org/officeDocument/2006/relationships/tags" Target="../tags/tag2046.xml"/><Relationship Id="rId161" Type="http://schemas.openxmlformats.org/officeDocument/2006/relationships/chart" Target="../charts/chart92.xml"/><Relationship Id="rId166" Type="http://schemas.openxmlformats.org/officeDocument/2006/relationships/chart" Target="../charts/chart97.xml"/><Relationship Id="rId1" Type="http://schemas.openxmlformats.org/officeDocument/2006/relationships/tags" Target="../tags/tag1902.xml"/><Relationship Id="rId6" Type="http://schemas.openxmlformats.org/officeDocument/2006/relationships/tags" Target="../tags/tag1907.xml"/><Relationship Id="rId23" Type="http://schemas.openxmlformats.org/officeDocument/2006/relationships/tags" Target="../tags/tag1924.xml"/><Relationship Id="rId28" Type="http://schemas.openxmlformats.org/officeDocument/2006/relationships/tags" Target="../tags/tag1929.xml"/><Relationship Id="rId49" Type="http://schemas.openxmlformats.org/officeDocument/2006/relationships/tags" Target="../tags/tag1950.xml"/><Relationship Id="rId114" Type="http://schemas.openxmlformats.org/officeDocument/2006/relationships/tags" Target="../tags/tag2015.xml"/><Relationship Id="rId119" Type="http://schemas.openxmlformats.org/officeDocument/2006/relationships/tags" Target="../tags/tag2020.xml"/><Relationship Id="rId44" Type="http://schemas.openxmlformats.org/officeDocument/2006/relationships/tags" Target="../tags/tag1945.xml"/><Relationship Id="rId60" Type="http://schemas.openxmlformats.org/officeDocument/2006/relationships/tags" Target="../tags/tag1961.xml"/><Relationship Id="rId65" Type="http://schemas.openxmlformats.org/officeDocument/2006/relationships/tags" Target="../tags/tag1966.xml"/><Relationship Id="rId81" Type="http://schemas.openxmlformats.org/officeDocument/2006/relationships/tags" Target="../tags/tag1982.xml"/><Relationship Id="rId86" Type="http://schemas.openxmlformats.org/officeDocument/2006/relationships/tags" Target="../tags/tag1987.xml"/><Relationship Id="rId130" Type="http://schemas.openxmlformats.org/officeDocument/2006/relationships/tags" Target="../tags/tag2031.xml"/><Relationship Id="rId135" Type="http://schemas.openxmlformats.org/officeDocument/2006/relationships/tags" Target="../tags/tag2036.xml"/><Relationship Id="rId151" Type="http://schemas.openxmlformats.org/officeDocument/2006/relationships/chart" Target="../charts/chart83.xml"/><Relationship Id="rId156" Type="http://schemas.openxmlformats.org/officeDocument/2006/relationships/chart" Target="../charts/chart87.xml"/><Relationship Id="rId13" Type="http://schemas.openxmlformats.org/officeDocument/2006/relationships/tags" Target="../tags/tag1914.xml"/><Relationship Id="rId18" Type="http://schemas.openxmlformats.org/officeDocument/2006/relationships/tags" Target="../tags/tag1919.xml"/><Relationship Id="rId39" Type="http://schemas.openxmlformats.org/officeDocument/2006/relationships/tags" Target="../tags/tag1940.xml"/><Relationship Id="rId109" Type="http://schemas.openxmlformats.org/officeDocument/2006/relationships/tags" Target="../tags/tag2010.xml"/><Relationship Id="rId34" Type="http://schemas.openxmlformats.org/officeDocument/2006/relationships/tags" Target="../tags/tag1935.xml"/><Relationship Id="rId50" Type="http://schemas.openxmlformats.org/officeDocument/2006/relationships/tags" Target="../tags/tag1951.xml"/><Relationship Id="rId55" Type="http://schemas.openxmlformats.org/officeDocument/2006/relationships/tags" Target="../tags/tag1956.xml"/><Relationship Id="rId76" Type="http://schemas.openxmlformats.org/officeDocument/2006/relationships/tags" Target="../tags/tag1977.xml"/><Relationship Id="rId97" Type="http://schemas.openxmlformats.org/officeDocument/2006/relationships/tags" Target="../tags/tag1998.xml"/><Relationship Id="rId104" Type="http://schemas.openxmlformats.org/officeDocument/2006/relationships/tags" Target="../tags/tag2005.xml"/><Relationship Id="rId120" Type="http://schemas.openxmlformats.org/officeDocument/2006/relationships/tags" Target="../tags/tag2021.xml"/><Relationship Id="rId125" Type="http://schemas.openxmlformats.org/officeDocument/2006/relationships/tags" Target="../tags/tag2026.xml"/><Relationship Id="rId141" Type="http://schemas.openxmlformats.org/officeDocument/2006/relationships/tags" Target="../tags/tag2042.xml"/><Relationship Id="rId146" Type="http://schemas.openxmlformats.org/officeDocument/2006/relationships/slideLayout" Target="../slideLayouts/slideLayout2.xml"/><Relationship Id="rId7" Type="http://schemas.openxmlformats.org/officeDocument/2006/relationships/tags" Target="../tags/tag1908.xml"/><Relationship Id="rId71" Type="http://schemas.openxmlformats.org/officeDocument/2006/relationships/tags" Target="../tags/tag1972.xml"/><Relationship Id="rId92" Type="http://schemas.openxmlformats.org/officeDocument/2006/relationships/tags" Target="../tags/tag1993.xml"/><Relationship Id="rId162" Type="http://schemas.openxmlformats.org/officeDocument/2006/relationships/chart" Target="../charts/chart93.xml"/><Relationship Id="rId2" Type="http://schemas.openxmlformats.org/officeDocument/2006/relationships/tags" Target="../tags/tag1903.xml"/><Relationship Id="rId29" Type="http://schemas.openxmlformats.org/officeDocument/2006/relationships/tags" Target="../tags/tag1930.xml"/><Relationship Id="rId24" Type="http://schemas.openxmlformats.org/officeDocument/2006/relationships/tags" Target="../tags/tag1925.xml"/><Relationship Id="rId40" Type="http://schemas.openxmlformats.org/officeDocument/2006/relationships/tags" Target="../tags/tag1941.xml"/><Relationship Id="rId45" Type="http://schemas.openxmlformats.org/officeDocument/2006/relationships/tags" Target="../tags/tag1946.xml"/><Relationship Id="rId66" Type="http://schemas.openxmlformats.org/officeDocument/2006/relationships/tags" Target="../tags/tag1967.xml"/><Relationship Id="rId87" Type="http://schemas.openxmlformats.org/officeDocument/2006/relationships/tags" Target="../tags/tag1988.xml"/><Relationship Id="rId110" Type="http://schemas.openxmlformats.org/officeDocument/2006/relationships/tags" Target="../tags/tag2011.xml"/><Relationship Id="rId115" Type="http://schemas.openxmlformats.org/officeDocument/2006/relationships/tags" Target="../tags/tag2016.xml"/><Relationship Id="rId131" Type="http://schemas.openxmlformats.org/officeDocument/2006/relationships/tags" Target="../tags/tag2032.xml"/><Relationship Id="rId136" Type="http://schemas.openxmlformats.org/officeDocument/2006/relationships/tags" Target="../tags/tag2037.xml"/><Relationship Id="rId157" Type="http://schemas.openxmlformats.org/officeDocument/2006/relationships/chart" Target="../charts/chart88.xml"/><Relationship Id="rId61" Type="http://schemas.openxmlformats.org/officeDocument/2006/relationships/tags" Target="../tags/tag1962.xml"/><Relationship Id="rId82" Type="http://schemas.openxmlformats.org/officeDocument/2006/relationships/tags" Target="../tags/tag1983.xml"/><Relationship Id="rId152" Type="http://schemas.openxmlformats.org/officeDocument/2006/relationships/chart" Target="../charts/chart84.xml"/><Relationship Id="rId19" Type="http://schemas.openxmlformats.org/officeDocument/2006/relationships/tags" Target="../tags/tag1920.xml"/><Relationship Id="rId14" Type="http://schemas.openxmlformats.org/officeDocument/2006/relationships/tags" Target="../tags/tag1915.xml"/><Relationship Id="rId30" Type="http://schemas.openxmlformats.org/officeDocument/2006/relationships/tags" Target="../tags/tag1931.xml"/><Relationship Id="rId35" Type="http://schemas.openxmlformats.org/officeDocument/2006/relationships/tags" Target="../tags/tag1936.xml"/><Relationship Id="rId56" Type="http://schemas.openxmlformats.org/officeDocument/2006/relationships/tags" Target="../tags/tag1957.xml"/><Relationship Id="rId77" Type="http://schemas.openxmlformats.org/officeDocument/2006/relationships/tags" Target="../tags/tag1978.xml"/><Relationship Id="rId100" Type="http://schemas.openxmlformats.org/officeDocument/2006/relationships/tags" Target="../tags/tag2001.xml"/><Relationship Id="rId105" Type="http://schemas.openxmlformats.org/officeDocument/2006/relationships/tags" Target="../tags/tag2006.xml"/><Relationship Id="rId126" Type="http://schemas.openxmlformats.org/officeDocument/2006/relationships/tags" Target="../tags/tag2027.xml"/><Relationship Id="rId147" Type="http://schemas.openxmlformats.org/officeDocument/2006/relationships/notesSlide" Target="../notesSlides/notesSlide39.xml"/><Relationship Id="rId8" Type="http://schemas.openxmlformats.org/officeDocument/2006/relationships/tags" Target="../tags/tag1909.xml"/><Relationship Id="rId51" Type="http://schemas.openxmlformats.org/officeDocument/2006/relationships/tags" Target="../tags/tag1952.xml"/><Relationship Id="rId72" Type="http://schemas.openxmlformats.org/officeDocument/2006/relationships/tags" Target="../tags/tag1973.xml"/><Relationship Id="rId93" Type="http://schemas.openxmlformats.org/officeDocument/2006/relationships/tags" Target="../tags/tag1994.xml"/><Relationship Id="rId98" Type="http://schemas.openxmlformats.org/officeDocument/2006/relationships/tags" Target="../tags/tag1999.xml"/><Relationship Id="rId121" Type="http://schemas.openxmlformats.org/officeDocument/2006/relationships/tags" Target="../tags/tag2022.xml"/><Relationship Id="rId142" Type="http://schemas.openxmlformats.org/officeDocument/2006/relationships/tags" Target="../tags/tag2043.xml"/><Relationship Id="rId163" Type="http://schemas.openxmlformats.org/officeDocument/2006/relationships/chart" Target="../charts/chart94.xml"/><Relationship Id="rId3" Type="http://schemas.openxmlformats.org/officeDocument/2006/relationships/tags" Target="../tags/tag1904.xml"/><Relationship Id="rId25" Type="http://schemas.openxmlformats.org/officeDocument/2006/relationships/tags" Target="../tags/tag1926.xml"/><Relationship Id="rId46" Type="http://schemas.openxmlformats.org/officeDocument/2006/relationships/tags" Target="../tags/tag1947.xml"/><Relationship Id="rId67" Type="http://schemas.openxmlformats.org/officeDocument/2006/relationships/tags" Target="../tags/tag1968.xml"/><Relationship Id="rId116" Type="http://schemas.openxmlformats.org/officeDocument/2006/relationships/tags" Target="../tags/tag2017.xml"/><Relationship Id="rId137" Type="http://schemas.openxmlformats.org/officeDocument/2006/relationships/tags" Target="../tags/tag2038.xml"/><Relationship Id="rId158" Type="http://schemas.openxmlformats.org/officeDocument/2006/relationships/chart" Target="../charts/chart89.xml"/><Relationship Id="rId20" Type="http://schemas.openxmlformats.org/officeDocument/2006/relationships/tags" Target="../tags/tag1921.xml"/><Relationship Id="rId41" Type="http://schemas.openxmlformats.org/officeDocument/2006/relationships/tags" Target="../tags/tag1942.xml"/><Relationship Id="rId62" Type="http://schemas.openxmlformats.org/officeDocument/2006/relationships/tags" Target="../tags/tag1963.xml"/><Relationship Id="rId83" Type="http://schemas.openxmlformats.org/officeDocument/2006/relationships/tags" Target="../tags/tag1984.xml"/><Relationship Id="rId88" Type="http://schemas.openxmlformats.org/officeDocument/2006/relationships/tags" Target="../tags/tag1989.xml"/><Relationship Id="rId111" Type="http://schemas.openxmlformats.org/officeDocument/2006/relationships/tags" Target="../tags/tag2012.xml"/><Relationship Id="rId132" Type="http://schemas.openxmlformats.org/officeDocument/2006/relationships/tags" Target="../tags/tag2033.xml"/><Relationship Id="rId153" Type="http://schemas.openxmlformats.org/officeDocument/2006/relationships/chart" Target="../charts/chart85.xml"/><Relationship Id="rId15" Type="http://schemas.openxmlformats.org/officeDocument/2006/relationships/tags" Target="../tags/tag1916.xml"/><Relationship Id="rId36" Type="http://schemas.openxmlformats.org/officeDocument/2006/relationships/tags" Target="../tags/tag1937.xml"/><Relationship Id="rId57" Type="http://schemas.openxmlformats.org/officeDocument/2006/relationships/tags" Target="../tags/tag1958.xml"/><Relationship Id="rId106" Type="http://schemas.openxmlformats.org/officeDocument/2006/relationships/tags" Target="../tags/tag2007.xml"/><Relationship Id="rId127" Type="http://schemas.openxmlformats.org/officeDocument/2006/relationships/tags" Target="../tags/tag2028.xml"/><Relationship Id="rId10" Type="http://schemas.openxmlformats.org/officeDocument/2006/relationships/tags" Target="../tags/tag1911.xml"/><Relationship Id="rId31" Type="http://schemas.openxmlformats.org/officeDocument/2006/relationships/tags" Target="../tags/tag1932.xml"/><Relationship Id="rId52" Type="http://schemas.openxmlformats.org/officeDocument/2006/relationships/tags" Target="../tags/tag1953.xml"/><Relationship Id="rId73" Type="http://schemas.openxmlformats.org/officeDocument/2006/relationships/tags" Target="../tags/tag1974.xml"/><Relationship Id="rId78" Type="http://schemas.openxmlformats.org/officeDocument/2006/relationships/tags" Target="../tags/tag1979.xml"/><Relationship Id="rId94" Type="http://schemas.openxmlformats.org/officeDocument/2006/relationships/tags" Target="../tags/tag1995.xml"/><Relationship Id="rId99" Type="http://schemas.openxmlformats.org/officeDocument/2006/relationships/tags" Target="../tags/tag2000.xml"/><Relationship Id="rId101" Type="http://schemas.openxmlformats.org/officeDocument/2006/relationships/tags" Target="../tags/tag2002.xml"/><Relationship Id="rId122" Type="http://schemas.openxmlformats.org/officeDocument/2006/relationships/tags" Target="../tags/tag2023.xml"/><Relationship Id="rId143" Type="http://schemas.openxmlformats.org/officeDocument/2006/relationships/tags" Target="../tags/tag2044.xml"/><Relationship Id="rId148" Type="http://schemas.openxmlformats.org/officeDocument/2006/relationships/oleObject" Target="../embeddings/oleObject74.bin"/><Relationship Id="rId164" Type="http://schemas.openxmlformats.org/officeDocument/2006/relationships/chart" Target="../charts/chart95.xml"/><Relationship Id="rId4" Type="http://schemas.openxmlformats.org/officeDocument/2006/relationships/tags" Target="../tags/tag1905.xml"/><Relationship Id="rId9" Type="http://schemas.openxmlformats.org/officeDocument/2006/relationships/tags" Target="../tags/tag1910.xml"/><Relationship Id="rId26" Type="http://schemas.openxmlformats.org/officeDocument/2006/relationships/tags" Target="../tags/tag1927.xml"/><Relationship Id="rId47" Type="http://schemas.openxmlformats.org/officeDocument/2006/relationships/tags" Target="../tags/tag1948.xml"/><Relationship Id="rId68" Type="http://schemas.openxmlformats.org/officeDocument/2006/relationships/tags" Target="../tags/tag1969.xml"/><Relationship Id="rId89" Type="http://schemas.openxmlformats.org/officeDocument/2006/relationships/tags" Target="../tags/tag1990.xml"/><Relationship Id="rId112" Type="http://schemas.openxmlformats.org/officeDocument/2006/relationships/tags" Target="../tags/tag2013.xml"/><Relationship Id="rId133" Type="http://schemas.openxmlformats.org/officeDocument/2006/relationships/tags" Target="../tags/tag2034.xml"/><Relationship Id="rId154" Type="http://schemas.openxmlformats.org/officeDocument/2006/relationships/image" Target="../media/image150.svg"/><Relationship Id="rId16" Type="http://schemas.openxmlformats.org/officeDocument/2006/relationships/tags" Target="../tags/tag1917.xml"/><Relationship Id="rId37" Type="http://schemas.openxmlformats.org/officeDocument/2006/relationships/tags" Target="../tags/tag1938.xml"/><Relationship Id="rId58" Type="http://schemas.openxmlformats.org/officeDocument/2006/relationships/tags" Target="../tags/tag1959.xml"/><Relationship Id="rId79" Type="http://schemas.openxmlformats.org/officeDocument/2006/relationships/tags" Target="../tags/tag1980.xml"/><Relationship Id="rId102" Type="http://schemas.openxmlformats.org/officeDocument/2006/relationships/tags" Target="../tags/tag2003.xml"/><Relationship Id="rId123" Type="http://schemas.openxmlformats.org/officeDocument/2006/relationships/tags" Target="../tags/tag2024.xml"/><Relationship Id="rId144" Type="http://schemas.openxmlformats.org/officeDocument/2006/relationships/tags" Target="../tags/tag2045.xml"/><Relationship Id="rId90" Type="http://schemas.openxmlformats.org/officeDocument/2006/relationships/tags" Target="../tags/tag1991.xml"/><Relationship Id="rId165" Type="http://schemas.openxmlformats.org/officeDocument/2006/relationships/chart" Target="../charts/chart96.xml"/><Relationship Id="rId27" Type="http://schemas.openxmlformats.org/officeDocument/2006/relationships/tags" Target="../tags/tag1928.xml"/><Relationship Id="rId48" Type="http://schemas.openxmlformats.org/officeDocument/2006/relationships/tags" Target="../tags/tag1949.xml"/><Relationship Id="rId69" Type="http://schemas.openxmlformats.org/officeDocument/2006/relationships/tags" Target="../tags/tag1970.xml"/><Relationship Id="rId113" Type="http://schemas.openxmlformats.org/officeDocument/2006/relationships/tags" Target="../tags/tag2014.xml"/><Relationship Id="rId134" Type="http://schemas.openxmlformats.org/officeDocument/2006/relationships/tags" Target="../tags/tag2035.xml"/><Relationship Id="rId80" Type="http://schemas.openxmlformats.org/officeDocument/2006/relationships/tags" Target="../tags/tag1981.xml"/><Relationship Id="rId155" Type="http://schemas.openxmlformats.org/officeDocument/2006/relationships/chart" Target="../charts/chart86.xml"/></Relationships>
</file>

<file path=ppt/slides/_rels/slide63.xml.rels><?xml version="1.0" encoding="UTF-8" standalone="yes"?>
<Relationships xmlns="http://schemas.openxmlformats.org/package/2006/relationships"><Relationship Id="rId26" Type="http://schemas.openxmlformats.org/officeDocument/2006/relationships/tags" Target="../tags/tag2072.xml"/><Relationship Id="rId21" Type="http://schemas.openxmlformats.org/officeDocument/2006/relationships/tags" Target="../tags/tag2067.xml"/><Relationship Id="rId42" Type="http://schemas.openxmlformats.org/officeDocument/2006/relationships/tags" Target="../tags/tag2088.xml"/><Relationship Id="rId47" Type="http://schemas.openxmlformats.org/officeDocument/2006/relationships/tags" Target="../tags/tag2093.xml"/><Relationship Id="rId63" Type="http://schemas.openxmlformats.org/officeDocument/2006/relationships/tags" Target="../tags/tag2109.xml"/><Relationship Id="rId68" Type="http://schemas.openxmlformats.org/officeDocument/2006/relationships/tags" Target="../tags/tag2114.xml"/><Relationship Id="rId84" Type="http://schemas.openxmlformats.org/officeDocument/2006/relationships/oleObject" Target="../embeddings/oleObject75.bin"/><Relationship Id="rId16" Type="http://schemas.openxmlformats.org/officeDocument/2006/relationships/tags" Target="../tags/tag2062.xml"/><Relationship Id="rId11" Type="http://schemas.openxmlformats.org/officeDocument/2006/relationships/tags" Target="../tags/tag2057.xml"/><Relationship Id="rId32" Type="http://schemas.openxmlformats.org/officeDocument/2006/relationships/tags" Target="../tags/tag2078.xml"/><Relationship Id="rId37" Type="http://schemas.openxmlformats.org/officeDocument/2006/relationships/tags" Target="../tags/tag2083.xml"/><Relationship Id="rId53" Type="http://schemas.openxmlformats.org/officeDocument/2006/relationships/tags" Target="../tags/tag2099.xml"/><Relationship Id="rId58" Type="http://schemas.openxmlformats.org/officeDocument/2006/relationships/tags" Target="../tags/tag2104.xml"/><Relationship Id="rId74" Type="http://schemas.openxmlformats.org/officeDocument/2006/relationships/tags" Target="../tags/tag2120.xml"/><Relationship Id="rId79" Type="http://schemas.openxmlformats.org/officeDocument/2006/relationships/tags" Target="../tags/tag2125.xml"/><Relationship Id="rId5" Type="http://schemas.openxmlformats.org/officeDocument/2006/relationships/tags" Target="../tags/tag2051.xml"/><Relationship Id="rId19" Type="http://schemas.openxmlformats.org/officeDocument/2006/relationships/tags" Target="../tags/tag2065.xml"/><Relationship Id="rId14" Type="http://schemas.openxmlformats.org/officeDocument/2006/relationships/tags" Target="../tags/tag2060.xml"/><Relationship Id="rId22" Type="http://schemas.openxmlformats.org/officeDocument/2006/relationships/tags" Target="../tags/tag2068.xml"/><Relationship Id="rId27" Type="http://schemas.openxmlformats.org/officeDocument/2006/relationships/tags" Target="../tags/tag2073.xml"/><Relationship Id="rId30" Type="http://schemas.openxmlformats.org/officeDocument/2006/relationships/tags" Target="../tags/tag2076.xml"/><Relationship Id="rId35" Type="http://schemas.openxmlformats.org/officeDocument/2006/relationships/tags" Target="../tags/tag2081.xml"/><Relationship Id="rId43" Type="http://schemas.openxmlformats.org/officeDocument/2006/relationships/tags" Target="../tags/tag2089.xml"/><Relationship Id="rId48" Type="http://schemas.openxmlformats.org/officeDocument/2006/relationships/tags" Target="../tags/tag2094.xml"/><Relationship Id="rId56" Type="http://schemas.openxmlformats.org/officeDocument/2006/relationships/tags" Target="../tags/tag2102.xml"/><Relationship Id="rId64" Type="http://schemas.openxmlformats.org/officeDocument/2006/relationships/tags" Target="../tags/tag2110.xml"/><Relationship Id="rId69" Type="http://schemas.openxmlformats.org/officeDocument/2006/relationships/tags" Target="../tags/tag2115.xml"/><Relationship Id="rId77" Type="http://schemas.openxmlformats.org/officeDocument/2006/relationships/tags" Target="../tags/tag2123.xml"/><Relationship Id="rId8" Type="http://schemas.openxmlformats.org/officeDocument/2006/relationships/tags" Target="../tags/tag2054.xml"/><Relationship Id="rId51" Type="http://schemas.openxmlformats.org/officeDocument/2006/relationships/tags" Target="../tags/tag2097.xml"/><Relationship Id="rId72" Type="http://schemas.openxmlformats.org/officeDocument/2006/relationships/tags" Target="../tags/tag2118.xml"/><Relationship Id="rId80" Type="http://schemas.openxmlformats.org/officeDocument/2006/relationships/tags" Target="../tags/tag2126.xml"/><Relationship Id="rId85" Type="http://schemas.openxmlformats.org/officeDocument/2006/relationships/image" Target="../media/image8.emf"/><Relationship Id="rId3" Type="http://schemas.openxmlformats.org/officeDocument/2006/relationships/tags" Target="../tags/tag2049.xml"/><Relationship Id="rId12" Type="http://schemas.openxmlformats.org/officeDocument/2006/relationships/tags" Target="../tags/tag2058.xml"/><Relationship Id="rId17" Type="http://schemas.openxmlformats.org/officeDocument/2006/relationships/tags" Target="../tags/tag2063.xml"/><Relationship Id="rId25" Type="http://schemas.openxmlformats.org/officeDocument/2006/relationships/tags" Target="../tags/tag2071.xml"/><Relationship Id="rId33" Type="http://schemas.openxmlformats.org/officeDocument/2006/relationships/tags" Target="../tags/tag2079.xml"/><Relationship Id="rId38" Type="http://schemas.openxmlformats.org/officeDocument/2006/relationships/tags" Target="../tags/tag2084.xml"/><Relationship Id="rId46" Type="http://schemas.openxmlformats.org/officeDocument/2006/relationships/tags" Target="../tags/tag2092.xml"/><Relationship Id="rId59" Type="http://schemas.openxmlformats.org/officeDocument/2006/relationships/tags" Target="../tags/tag2105.xml"/><Relationship Id="rId67" Type="http://schemas.openxmlformats.org/officeDocument/2006/relationships/tags" Target="../tags/tag2113.xml"/><Relationship Id="rId20" Type="http://schemas.openxmlformats.org/officeDocument/2006/relationships/tags" Target="../tags/tag2066.xml"/><Relationship Id="rId41" Type="http://schemas.openxmlformats.org/officeDocument/2006/relationships/tags" Target="../tags/tag2087.xml"/><Relationship Id="rId54" Type="http://schemas.openxmlformats.org/officeDocument/2006/relationships/tags" Target="../tags/tag2100.xml"/><Relationship Id="rId62" Type="http://schemas.openxmlformats.org/officeDocument/2006/relationships/tags" Target="../tags/tag2108.xml"/><Relationship Id="rId70" Type="http://schemas.openxmlformats.org/officeDocument/2006/relationships/tags" Target="../tags/tag2116.xml"/><Relationship Id="rId75" Type="http://schemas.openxmlformats.org/officeDocument/2006/relationships/tags" Target="../tags/tag2121.xml"/><Relationship Id="rId83" Type="http://schemas.openxmlformats.org/officeDocument/2006/relationships/slideLayout" Target="../slideLayouts/slideLayout10.xml"/><Relationship Id="rId88" Type="http://schemas.openxmlformats.org/officeDocument/2006/relationships/chart" Target="../charts/chart100.xml"/><Relationship Id="rId1" Type="http://schemas.openxmlformats.org/officeDocument/2006/relationships/tags" Target="../tags/tag2047.xml"/><Relationship Id="rId6" Type="http://schemas.openxmlformats.org/officeDocument/2006/relationships/tags" Target="../tags/tag2052.xml"/><Relationship Id="rId15" Type="http://schemas.openxmlformats.org/officeDocument/2006/relationships/tags" Target="../tags/tag2061.xml"/><Relationship Id="rId23" Type="http://schemas.openxmlformats.org/officeDocument/2006/relationships/tags" Target="../tags/tag2069.xml"/><Relationship Id="rId28" Type="http://schemas.openxmlformats.org/officeDocument/2006/relationships/tags" Target="../tags/tag2074.xml"/><Relationship Id="rId36" Type="http://schemas.openxmlformats.org/officeDocument/2006/relationships/tags" Target="../tags/tag2082.xml"/><Relationship Id="rId49" Type="http://schemas.openxmlformats.org/officeDocument/2006/relationships/tags" Target="../tags/tag2095.xml"/><Relationship Id="rId57" Type="http://schemas.openxmlformats.org/officeDocument/2006/relationships/tags" Target="../tags/tag2103.xml"/><Relationship Id="rId10" Type="http://schemas.openxmlformats.org/officeDocument/2006/relationships/tags" Target="../tags/tag2056.xml"/><Relationship Id="rId31" Type="http://schemas.openxmlformats.org/officeDocument/2006/relationships/tags" Target="../tags/tag2077.xml"/><Relationship Id="rId44" Type="http://schemas.openxmlformats.org/officeDocument/2006/relationships/tags" Target="../tags/tag2090.xml"/><Relationship Id="rId52" Type="http://schemas.openxmlformats.org/officeDocument/2006/relationships/tags" Target="../tags/tag2098.xml"/><Relationship Id="rId60" Type="http://schemas.openxmlformats.org/officeDocument/2006/relationships/tags" Target="../tags/tag2106.xml"/><Relationship Id="rId65" Type="http://schemas.openxmlformats.org/officeDocument/2006/relationships/tags" Target="../tags/tag2111.xml"/><Relationship Id="rId73" Type="http://schemas.openxmlformats.org/officeDocument/2006/relationships/tags" Target="../tags/tag2119.xml"/><Relationship Id="rId78" Type="http://schemas.openxmlformats.org/officeDocument/2006/relationships/tags" Target="../tags/tag2124.xml"/><Relationship Id="rId81" Type="http://schemas.openxmlformats.org/officeDocument/2006/relationships/tags" Target="../tags/tag2127.xml"/><Relationship Id="rId86" Type="http://schemas.openxmlformats.org/officeDocument/2006/relationships/chart" Target="../charts/chart98.xml"/><Relationship Id="rId4" Type="http://schemas.openxmlformats.org/officeDocument/2006/relationships/tags" Target="../tags/tag2050.xml"/><Relationship Id="rId9" Type="http://schemas.openxmlformats.org/officeDocument/2006/relationships/tags" Target="../tags/tag2055.xml"/><Relationship Id="rId13" Type="http://schemas.openxmlformats.org/officeDocument/2006/relationships/tags" Target="../tags/tag2059.xml"/><Relationship Id="rId18" Type="http://schemas.openxmlformats.org/officeDocument/2006/relationships/tags" Target="../tags/tag2064.xml"/><Relationship Id="rId39" Type="http://schemas.openxmlformats.org/officeDocument/2006/relationships/tags" Target="../tags/tag2085.xml"/><Relationship Id="rId34" Type="http://schemas.openxmlformats.org/officeDocument/2006/relationships/tags" Target="../tags/tag2080.xml"/><Relationship Id="rId50" Type="http://schemas.openxmlformats.org/officeDocument/2006/relationships/tags" Target="../tags/tag2096.xml"/><Relationship Id="rId55" Type="http://schemas.openxmlformats.org/officeDocument/2006/relationships/tags" Target="../tags/tag2101.xml"/><Relationship Id="rId76" Type="http://schemas.openxmlformats.org/officeDocument/2006/relationships/tags" Target="../tags/tag2122.xml"/><Relationship Id="rId7" Type="http://schemas.openxmlformats.org/officeDocument/2006/relationships/tags" Target="../tags/tag2053.xml"/><Relationship Id="rId71" Type="http://schemas.openxmlformats.org/officeDocument/2006/relationships/tags" Target="../tags/tag2117.xml"/><Relationship Id="rId2" Type="http://schemas.openxmlformats.org/officeDocument/2006/relationships/tags" Target="../tags/tag2048.xml"/><Relationship Id="rId29" Type="http://schemas.openxmlformats.org/officeDocument/2006/relationships/tags" Target="../tags/tag2075.xml"/><Relationship Id="rId24" Type="http://schemas.openxmlformats.org/officeDocument/2006/relationships/tags" Target="../tags/tag2070.xml"/><Relationship Id="rId40" Type="http://schemas.openxmlformats.org/officeDocument/2006/relationships/tags" Target="../tags/tag2086.xml"/><Relationship Id="rId45" Type="http://schemas.openxmlformats.org/officeDocument/2006/relationships/tags" Target="../tags/tag2091.xml"/><Relationship Id="rId66" Type="http://schemas.openxmlformats.org/officeDocument/2006/relationships/tags" Target="../tags/tag2112.xml"/><Relationship Id="rId87" Type="http://schemas.openxmlformats.org/officeDocument/2006/relationships/chart" Target="../charts/chart99.xml"/><Relationship Id="rId61" Type="http://schemas.openxmlformats.org/officeDocument/2006/relationships/tags" Target="../tags/tag2107.xml"/><Relationship Id="rId82" Type="http://schemas.openxmlformats.org/officeDocument/2006/relationships/tags" Target="../tags/tag2128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2136.xml"/><Relationship Id="rId13" Type="http://schemas.openxmlformats.org/officeDocument/2006/relationships/tags" Target="../tags/tag2141.xml"/><Relationship Id="rId18" Type="http://schemas.openxmlformats.org/officeDocument/2006/relationships/image" Target="../media/image8.emf"/><Relationship Id="rId3" Type="http://schemas.openxmlformats.org/officeDocument/2006/relationships/tags" Target="../tags/tag2131.xml"/><Relationship Id="rId7" Type="http://schemas.openxmlformats.org/officeDocument/2006/relationships/tags" Target="../tags/tag2135.xml"/><Relationship Id="rId12" Type="http://schemas.openxmlformats.org/officeDocument/2006/relationships/tags" Target="../tags/tag2140.xml"/><Relationship Id="rId17" Type="http://schemas.openxmlformats.org/officeDocument/2006/relationships/oleObject" Target="../embeddings/oleObject76.bin"/><Relationship Id="rId2" Type="http://schemas.openxmlformats.org/officeDocument/2006/relationships/tags" Target="../tags/tag2130.xml"/><Relationship Id="rId16" Type="http://schemas.openxmlformats.org/officeDocument/2006/relationships/slideLayout" Target="../slideLayouts/slideLayout8.xml"/><Relationship Id="rId1" Type="http://schemas.openxmlformats.org/officeDocument/2006/relationships/tags" Target="../tags/tag2129.xml"/><Relationship Id="rId6" Type="http://schemas.openxmlformats.org/officeDocument/2006/relationships/tags" Target="../tags/tag2134.xml"/><Relationship Id="rId11" Type="http://schemas.openxmlformats.org/officeDocument/2006/relationships/tags" Target="../tags/tag2139.xml"/><Relationship Id="rId5" Type="http://schemas.openxmlformats.org/officeDocument/2006/relationships/tags" Target="../tags/tag2133.xml"/><Relationship Id="rId15" Type="http://schemas.openxmlformats.org/officeDocument/2006/relationships/tags" Target="../tags/tag2143.xml"/><Relationship Id="rId10" Type="http://schemas.openxmlformats.org/officeDocument/2006/relationships/tags" Target="../tags/tag2138.xml"/><Relationship Id="rId19" Type="http://schemas.openxmlformats.org/officeDocument/2006/relationships/image" Target="../media/image151.svg"/><Relationship Id="rId4" Type="http://schemas.openxmlformats.org/officeDocument/2006/relationships/tags" Target="../tags/tag2132.xml"/><Relationship Id="rId9" Type="http://schemas.openxmlformats.org/officeDocument/2006/relationships/tags" Target="../tags/tag2137.xml"/><Relationship Id="rId14" Type="http://schemas.openxmlformats.org/officeDocument/2006/relationships/tags" Target="../tags/tag214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413FB0F1-3C1C-3C54-88C8-C3AF539EBAD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503321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606" imgH="608" progId="TCLayout.ActiveDocument.1">
                  <p:embed/>
                </p:oleObj>
              </mc:Choice>
              <mc:Fallback>
                <p:oleObj name="think-cell Slide" r:id="rId6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413FB0F1-3C1C-3C54-88C8-C3AF539EBAD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Documenttype">
            <a:extLst>
              <a:ext uri="{FF2B5EF4-FFF2-40B4-BE49-F238E27FC236}">
                <a16:creationId xmlns:a16="http://schemas.microsoft.com/office/drawing/2014/main" id="{2443B47C-6B4B-D69E-E95C-6E5665C5D799}"/>
              </a:ext>
            </a:extLst>
          </p:cNvPr>
          <p:cNvSpPr>
            <a:spLocks noGrp="1"/>
          </p:cNvSpPr>
          <p:nvPr>
            <p:ph type="body" sz="quarter" idx="13"/>
            <p:custDataLst>
              <p:tags r:id="rId2"/>
            </p:custDataLst>
          </p:nvPr>
        </p:nvSpPr>
        <p:spPr/>
        <p:txBody>
          <a:bodyPr/>
          <a:lstStyle/>
          <a:p>
            <a:r>
              <a:rPr lang="tr-TR"/>
              <a:t>June 2026</a:t>
            </a:r>
            <a:endParaRPr lang="en-US"/>
          </a:p>
        </p:txBody>
      </p:sp>
      <p:sp>
        <p:nvSpPr>
          <p:cNvPr id="3" name="Subtitle">
            <a:extLst>
              <a:ext uri="{FF2B5EF4-FFF2-40B4-BE49-F238E27FC236}">
                <a16:creationId xmlns:a16="http://schemas.microsoft.com/office/drawing/2014/main" id="{4D6F0702-8EFA-CF6E-922E-9098D1D2FC7D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/>
        <p:txBody>
          <a:bodyPr/>
          <a:lstStyle/>
          <a:p>
            <a:r>
              <a:rPr lang="en-US"/>
              <a:t>Summary document</a:t>
            </a:r>
          </a:p>
        </p:txBody>
      </p:sp>
      <p:sp>
        <p:nvSpPr>
          <p:cNvPr id="4" name="Title">
            <a:extLst>
              <a:ext uri="{FF2B5EF4-FFF2-40B4-BE49-F238E27FC236}">
                <a16:creationId xmlns:a16="http://schemas.microsoft.com/office/drawing/2014/main" id="{1148E6D1-BBB7-103C-4B16-E06A9E7A9830}"/>
              </a:ext>
            </a:extLst>
          </p:cNvPr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>
          <a:xfrm>
            <a:off x="558977" y="1995829"/>
            <a:ext cx="6578247" cy="2031325"/>
          </a:xfrm>
        </p:spPr>
        <p:txBody>
          <a:bodyPr vert="horz"/>
          <a:lstStyle/>
          <a:p>
            <a:br>
              <a:rPr lang="en-US" sz="4400"/>
            </a:br>
            <a:r>
              <a:rPr lang="en-US" sz="4400"/>
              <a:t>Commercial and SME banking</a:t>
            </a:r>
          </a:p>
        </p:txBody>
      </p:sp>
    </p:spTree>
    <p:extLst>
      <p:ext uri="{BB962C8B-B14F-4D97-AF65-F5344CB8AC3E}">
        <p14:creationId xmlns:p14="http://schemas.microsoft.com/office/powerpoint/2010/main" val="4277622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83072C-C959-BF05-47C1-F2D58E3946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94DD727B-61DC-5093-C2D1-5D2FD2076A9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9046192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1" imgW="606" imgH="608" progId="TCLayout.ActiveDocument.1">
                  <p:embed/>
                </p:oleObj>
              </mc:Choice>
              <mc:Fallback>
                <p:oleObj name="think-cell Slide" r:id="rId51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94DD727B-61DC-5093-C2D1-5D2FD2076A9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4" name="Rectangle: Rounded Corners 183">
            <a:extLst>
              <a:ext uri="{FF2B5EF4-FFF2-40B4-BE49-F238E27FC236}">
                <a16:creationId xmlns:a16="http://schemas.microsoft.com/office/drawing/2014/main" id="{8E468B29-8C5C-413A-16F1-2D484309355F}"/>
              </a:ext>
            </a:extLst>
          </p:cNvPr>
          <p:cNvSpPr/>
          <p:nvPr/>
        </p:nvSpPr>
        <p:spPr>
          <a:xfrm>
            <a:off x="400051" y="1197445"/>
            <a:ext cx="5959560" cy="5495483"/>
          </a:xfrm>
          <a:prstGeom prst="roundRect">
            <a:avLst>
              <a:gd name="adj" fmla="val 5023"/>
            </a:avLst>
          </a:prstGeom>
          <a:solidFill>
            <a:schemeClr val="accent2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CE491F3E-5291-5B5D-7256-FEBB4F45A1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 commercial and SME segments have unique challenges and opportunities </a:t>
            </a:r>
          </a:p>
        </p:txBody>
      </p:sp>
      <p:cxnSp>
        <p:nvCxnSpPr>
          <p:cNvPr id="73" name="LineBasicDefault 299">
            <a:extLst>
              <a:ext uri="{FF2B5EF4-FFF2-40B4-BE49-F238E27FC236}">
                <a16:creationId xmlns:a16="http://schemas.microsoft.com/office/drawing/2014/main" id="{ECD29A58-ACCD-99A0-1910-348BFED954C8}"/>
              </a:ext>
            </a:extLst>
          </p:cNvPr>
          <p:cNvCxnSpPr>
            <a:cxnSpLocks/>
          </p:cNvCxnSpPr>
          <p:nvPr>
            <p:custDataLst>
              <p:tags r:id="rId2"/>
            </p:custDataLst>
          </p:nvPr>
        </p:nvCxnSpPr>
        <p:spPr>
          <a:xfrm>
            <a:off x="554037" y="6317006"/>
            <a:ext cx="5541962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85C722A2-CC80-C833-E49D-90F3276B61F7}"/>
              </a:ext>
            </a:extLst>
          </p:cNvPr>
          <p:cNvSpPr txBox="1"/>
          <p:nvPr/>
        </p:nvSpPr>
        <p:spPr>
          <a:xfrm>
            <a:off x="554038" y="1734194"/>
            <a:ext cx="55419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Total number of customers</a:t>
            </a:r>
            <a:r>
              <a:rPr lang="en-US" sz="1200"/>
              <a:t>, ‘000 #</a:t>
            </a:r>
          </a:p>
        </p:txBody>
      </p:sp>
      <p:cxnSp>
        <p:nvCxnSpPr>
          <p:cNvPr id="27" name="LineBasicDefault 299">
            <a:extLst>
              <a:ext uri="{FF2B5EF4-FFF2-40B4-BE49-F238E27FC236}">
                <a16:creationId xmlns:a16="http://schemas.microsoft.com/office/drawing/2014/main" id="{66BDAA67-60E6-4B14-CD0F-8826A3AA2ED6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038" y="1942156"/>
            <a:ext cx="5541962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811AD0F6-A8BF-5D45-ABAD-0BD38CEE000B}"/>
              </a:ext>
            </a:extLst>
          </p:cNvPr>
          <p:cNvSpPr txBox="1"/>
          <p:nvPr/>
        </p:nvSpPr>
        <p:spPr>
          <a:xfrm>
            <a:off x="554038" y="3438841"/>
            <a:ext cx="55419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Loan portfolio</a:t>
            </a:r>
            <a:r>
              <a:rPr lang="en-US" sz="1200"/>
              <a:t>, AZN MN</a:t>
            </a:r>
            <a:r>
              <a:rPr lang="en-US" sz="1200" baseline="30000"/>
              <a:t>1</a:t>
            </a:r>
          </a:p>
        </p:txBody>
      </p:sp>
      <p:cxnSp>
        <p:nvCxnSpPr>
          <p:cNvPr id="42" name="LineBasicDefault 299">
            <a:extLst>
              <a:ext uri="{FF2B5EF4-FFF2-40B4-BE49-F238E27FC236}">
                <a16:creationId xmlns:a16="http://schemas.microsoft.com/office/drawing/2014/main" id="{EABCFDD1-B78D-474E-303C-55F4031A25E4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3646804"/>
            <a:ext cx="5541962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3553762A-ED1E-997D-1949-D5B94F82B545}"/>
              </a:ext>
            </a:extLst>
          </p:cNvPr>
          <p:cNvSpPr txBox="1"/>
          <p:nvPr/>
        </p:nvSpPr>
        <p:spPr>
          <a:xfrm>
            <a:off x="554038" y="5037579"/>
            <a:ext cx="55419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Cost of risk</a:t>
            </a:r>
            <a:r>
              <a:rPr lang="en-US" sz="1200"/>
              <a:t>, % of loan volume</a:t>
            </a:r>
            <a:r>
              <a:rPr lang="en-US" sz="1200" baseline="30000"/>
              <a:t>2</a:t>
            </a:r>
            <a:r>
              <a:rPr lang="en-US" sz="1200"/>
              <a:t> </a:t>
            </a:r>
          </a:p>
        </p:txBody>
      </p:sp>
      <p:cxnSp>
        <p:nvCxnSpPr>
          <p:cNvPr id="52" name="LineBasicDefault 299">
            <a:extLst>
              <a:ext uri="{FF2B5EF4-FFF2-40B4-BE49-F238E27FC236}">
                <a16:creationId xmlns:a16="http://schemas.microsoft.com/office/drawing/2014/main" id="{43931514-CE7F-480F-7765-C95556838B09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554038" y="5245542"/>
            <a:ext cx="5541962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>
            <a:extLst>
              <a:ext uri="{FF2B5EF4-FFF2-40B4-BE49-F238E27FC236}">
                <a16:creationId xmlns:a16="http://schemas.microsoft.com/office/drawing/2014/main" id="{B2DF73CF-740A-97E6-AC92-E497BEF7B250}"/>
              </a:ext>
            </a:extLst>
          </p:cNvPr>
          <p:cNvSpPr txBox="1"/>
          <p:nvPr/>
        </p:nvSpPr>
        <p:spPr>
          <a:xfrm>
            <a:off x="554038" y="1219670"/>
            <a:ext cx="5541962" cy="369332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Key metrics of PASHA Bank commercial and SME segments</a:t>
            </a:r>
            <a:endParaRPr lang="en-US" sz="1200"/>
          </a:p>
        </p:txBody>
      </p:sp>
      <p:cxnSp>
        <p:nvCxnSpPr>
          <p:cNvPr id="85" name="LineBasicDefault 299">
            <a:extLst>
              <a:ext uri="{FF2B5EF4-FFF2-40B4-BE49-F238E27FC236}">
                <a16:creationId xmlns:a16="http://schemas.microsoft.com/office/drawing/2014/main" id="{00372119-AE92-6151-42E2-2018AD168631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554038" y="1611226"/>
            <a:ext cx="5541962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87E44167-296B-348A-0CAF-2BF9F45350D5}"/>
              </a:ext>
            </a:extLst>
          </p:cNvPr>
          <p:cNvSpPr txBox="1"/>
          <p:nvPr/>
        </p:nvSpPr>
        <p:spPr>
          <a:xfrm>
            <a:off x="554038" y="2798763"/>
            <a:ext cx="687533" cy="3079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 b="1" i="1"/>
              <a:t>Active share, %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3017AADE-F4FA-8441-AECF-803FF19C5C7C}"/>
              </a:ext>
            </a:extLst>
          </p:cNvPr>
          <p:cNvSpPr txBox="1"/>
          <p:nvPr/>
        </p:nvSpPr>
        <p:spPr>
          <a:xfrm>
            <a:off x="554038" y="4465638"/>
            <a:ext cx="687533" cy="3079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 b="1" i="1"/>
              <a:t>Market share, %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57F6BD9C-4010-6E73-D4C1-8FBA1D72DE82}"/>
              </a:ext>
            </a:extLst>
          </p:cNvPr>
          <p:cNvSpPr txBox="1"/>
          <p:nvPr/>
        </p:nvSpPr>
        <p:spPr>
          <a:xfrm>
            <a:off x="6590271" y="1404336"/>
            <a:ext cx="5046991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PASHA Bank commercial and SME segments business overview</a:t>
            </a:r>
            <a:endParaRPr lang="en-US" sz="1200"/>
          </a:p>
        </p:txBody>
      </p:sp>
      <p:cxnSp>
        <p:nvCxnSpPr>
          <p:cNvPr id="112" name="LineBasicDefault 299">
            <a:extLst>
              <a:ext uri="{FF2B5EF4-FFF2-40B4-BE49-F238E27FC236}">
                <a16:creationId xmlns:a16="http://schemas.microsoft.com/office/drawing/2014/main" id="{1C7DB395-9102-E243-7BA4-27DDDC85CA4B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6590271" y="1611226"/>
            <a:ext cx="504699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LineBasicDefault 299">
            <a:extLst>
              <a:ext uri="{FF2B5EF4-FFF2-40B4-BE49-F238E27FC236}">
                <a16:creationId xmlns:a16="http://schemas.microsoft.com/office/drawing/2014/main" id="{BFD48284-525D-87C2-C915-A81C5DAD8D07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6590271" y="6317006"/>
            <a:ext cx="504699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3540F3E4-C69D-0EEB-497B-212F5525FD75}"/>
              </a:ext>
            </a:extLst>
          </p:cNvPr>
          <p:cNvSpPr txBox="1">
            <a:spLocks/>
          </p:cNvSpPr>
          <p:nvPr/>
        </p:nvSpPr>
        <p:spPr>
          <a:xfrm>
            <a:off x="6590270" y="1726375"/>
            <a:ext cx="820212" cy="553998"/>
          </a:xfrm>
          <a:prstGeom prst="rect">
            <a:avLst/>
          </a:prstGeom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Inactive customer base</a:t>
            </a:r>
            <a:endParaRPr lang="en-US" sz="1200"/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A49ADC10-E33F-5527-4208-E9FEA9492B49}"/>
              </a:ext>
            </a:extLst>
          </p:cNvPr>
          <p:cNvSpPr txBox="1"/>
          <p:nvPr/>
        </p:nvSpPr>
        <p:spPr>
          <a:xfrm>
            <a:off x="6590270" y="2510671"/>
            <a:ext cx="820212" cy="553998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Low cross-sell ratio</a:t>
            </a:r>
            <a:endParaRPr lang="en-US" sz="1200"/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DD8578E-B979-482A-BADD-05BEC6515B90}"/>
              </a:ext>
            </a:extLst>
          </p:cNvPr>
          <p:cNvSpPr txBox="1"/>
          <p:nvPr/>
        </p:nvSpPr>
        <p:spPr>
          <a:xfrm>
            <a:off x="6590270" y="3266392"/>
            <a:ext cx="820212" cy="553998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Limited deposit base</a:t>
            </a:r>
            <a:endParaRPr lang="en-US" sz="1200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7495296D-EBA8-8B1C-579C-5176BF0BDD17}"/>
              </a:ext>
            </a:extLst>
          </p:cNvPr>
          <p:cNvSpPr txBox="1"/>
          <p:nvPr/>
        </p:nvSpPr>
        <p:spPr>
          <a:xfrm>
            <a:off x="6590270" y="4079263"/>
            <a:ext cx="820212" cy="553998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Cash mgmt.  </a:t>
            </a:r>
            <a:r>
              <a:rPr lang="en-US" sz="1200" b="1" err="1"/>
              <a:t>monet</a:t>
            </a:r>
            <a:r>
              <a:rPr lang="en-US" sz="1200" b="1"/>
              <a:t>.</a:t>
            </a:r>
            <a:endParaRPr lang="en-US" sz="1200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3791782E-D908-ADDA-BAC1-77606CF695FE}"/>
              </a:ext>
            </a:extLst>
          </p:cNvPr>
          <p:cNvSpPr txBox="1">
            <a:spLocks/>
          </p:cNvSpPr>
          <p:nvPr/>
        </p:nvSpPr>
        <p:spPr>
          <a:xfrm>
            <a:off x="6590270" y="4863559"/>
            <a:ext cx="820212" cy="369332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Lending </a:t>
            </a:r>
            <a:r>
              <a:rPr lang="en-US" sz="1200" b="1" err="1"/>
              <a:t>penet</a:t>
            </a:r>
            <a:r>
              <a:rPr lang="en-US" sz="1200" b="1"/>
              <a:t>.</a:t>
            </a:r>
            <a:endParaRPr lang="en-US" sz="1200"/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4995F600-4237-A970-5694-684CDDA52909}"/>
              </a:ext>
            </a:extLst>
          </p:cNvPr>
          <p:cNvSpPr txBox="1"/>
          <p:nvPr/>
        </p:nvSpPr>
        <p:spPr>
          <a:xfrm>
            <a:off x="6590270" y="5647855"/>
            <a:ext cx="820212" cy="553998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Manual credit process.</a:t>
            </a:r>
            <a:endParaRPr lang="en-US" sz="1200"/>
          </a:p>
        </p:txBody>
      </p:sp>
      <p:cxnSp>
        <p:nvCxnSpPr>
          <p:cNvPr id="173" name="LineBasicDefault 299">
            <a:extLst>
              <a:ext uri="{FF2B5EF4-FFF2-40B4-BE49-F238E27FC236}">
                <a16:creationId xmlns:a16="http://schemas.microsoft.com/office/drawing/2014/main" id="{BBEC63A5-038A-87A1-1734-87DD037BD743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6590271" y="2395522"/>
            <a:ext cx="5046991" cy="0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LineBasicDefault 299">
            <a:extLst>
              <a:ext uri="{FF2B5EF4-FFF2-40B4-BE49-F238E27FC236}">
                <a16:creationId xmlns:a16="http://schemas.microsoft.com/office/drawing/2014/main" id="{E2F92AA5-7AC5-A044-F6B9-C9BE1D9EEB4B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6590271" y="3122668"/>
            <a:ext cx="5046991" cy="0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LineBasicDefault 299">
            <a:extLst>
              <a:ext uri="{FF2B5EF4-FFF2-40B4-BE49-F238E27FC236}">
                <a16:creationId xmlns:a16="http://schemas.microsoft.com/office/drawing/2014/main" id="{722741C0-ED2C-3C67-AF53-C44764A5420E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6590271" y="3964114"/>
            <a:ext cx="5046991" cy="0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LineBasicDefault 299">
            <a:extLst>
              <a:ext uri="{FF2B5EF4-FFF2-40B4-BE49-F238E27FC236}">
                <a16:creationId xmlns:a16="http://schemas.microsoft.com/office/drawing/2014/main" id="{5990804B-22CE-A3F8-7FC6-D6D407D43BEB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>
          <a:xfrm>
            <a:off x="6590271" y="4748410"/>
            <a:ext cx="5046991" cy="0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LineBasicDefault 299">
            <a:extLst>
              <a:ext uri="{FF2B5EF4-FFF2-40B4-BE49-F238E27FC236}">
                <a16:creationId xmlns:a16="http://schemas.microsoft.com/office/drawing/2014/main" id="{E919866A-DF1E-14C8-ED82-A505B169643D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>
          <a:xfrm>
            <a:off x="6590271" y="5532706"/>
            <a:ext cx="5046991" cy="0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TextBox 184">
            <a:extLst>
              <a:ext uri="{FF2B5EF4-FFF2-40B4-BE49-F238E27FC236}">
                <a16:creationId xmlns:a16="http://schemas.microsoft.com/office/drawing/2014/main" id="{F8722B8C-5C47-0E5F-7689-D8E928CA8E20}"/>
              </a:ext>
            </a:extLst>
          </p:cNvPr>
          <p:cNvSpPr txBox="1"/>
          <p:nvPr/>
        </p:nvSpPr>
        <p:spPr>
          <a:xfrm>
            <a:off x="7744962" y="1818707"/>
            <a:ext cx="3892299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sz="1200"/>
              <a:t>Both segments have a large untapped client base, especially </a:t>
            </a:r>
            <a:r>
              <a:rPr lang="en-US" sz="1200" b="1"/>
              <a:t>SME (driven by micro) and commercial</a:t>
            </a:r>
            <a:endParaRPr lang="en-US" sz="1200" b="1" i="1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14846B00-DF80-47D4-5732-C99EEB67EBFA}"/>
              </a:ext>
            </a:extLst>
          </p:cNvPr>
          <p:cNvSpPr txBox="1"/>
          <p:nvPr/>
        </p:nvSpPr>
        <p:spPr>
          <a:xfrm>
            <a:off x="7744962" y="2510671"/>
            <a:ext cx="3892299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sz="1200"/>
              <a:t>Relationship depth lags peers, with Commercial at </a:t>
            </a:r>
            <a:r>
              <a:rPr lang="tr-TR" sz="1200" b="1"/>
              <a:t>2.6 products/client vs 3.3 peers</a:t>
            </a:r>
            <a:r>
              <a:rPr lang="tr-TR" sz="1200"/>
              <a:t> and SME at </a:t>
            </a:r>
            <a:r>
              <a:rPr lang="tr-TR" sz="1200" b="1"/>
              <a:t>1.5 vs 2.0</a:t>
            </a:r>
            <a:r>
              <a:rPr lang="tr-TR" sz="1200"/>
              <a:t>, limiting revenue per customer</a:t>
            </a:r>
            <a:endParaRPr lang="en-US" sz="120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331CC556-D522-27DA-9912-5C43B0776CA8}"/>
              </a:ext>
            </a:extLst>
          </p:cNvPr>
          <p:cNvSpPr txBox="1"/>
          <p:nvPr/>
        </p:nvSpPr>
        <p:spPr>
          <a:xfrm>
            <a:off x="7744962" y="3254415"/>
            <a:ext cx="3892299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sz="1200"/>
              <a:t>Both segments underperform on liability capture, with current account balances below peers, reducing funding benefits and relationship profitabilit</a:t>
            </a:r>
            <a:r>
              <a:rPr lang="en-US" sz="1200"/>
              <a:t>y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47302A97-8767-8FF9-557C-408DB7B62D7E}"/>
              </a:ext>
            </a:extLst>
          </p:cNvPr>
          <p:cNvSpPr txBox="1"/>
          <p:nvPr/>
        </p:nvSpPr>
        <p:spPr>
          <a:xfrm>
            <a:off x="7744962" y="4079263"/>
            <a:ext cx="3892299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sz="1200"/>
              <a:t>Cash management income per customer is materially below peers: </a:t>
            </a:r>
            <a:r>
              <a:rPr lang="tr-TR" sz="1200" b="1"/>
              <a:t>AZN 35.5k vs 60.7k</a:t>
            </a:r>
            <a:r>
              <a:rPr lang="tr-TR" sz="1200"/>
              <a:t> in Commercial and </a:t>
            </a:r>
            <a:r>
              <a:rPr lang="tr-TR" sz="1200" b="1"/>
              <a:t>AZN 2.1k vs 4.2k</a:t>
            </a:r>
            <a:r>
              <a:rPr lang="tr-TR" sz="1200"/>
              <a:t> in SME</a:t>
            </a:r>
            <a:endParaRPr lang="en-US" sz="1200"/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0B476BF1-DE71-23D5-F729-6161EF2FE306}"/>
              </a:ext>
            </a:extLst>
          </p:cNvPr>
          <p:cNvSpPr txBox="1"/>
          <p:nvPr/>
        </p:nvSpPr>
        <p:spPr>
          <a:xfrm>
            <a:off x="7744962" y="4847038"/>
            <a:ext cx="3892299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sz="1200"/>
              <a:t>Lending penetration remains below benchmark levels, at </a:t>
            </a:r>
            <a:r>
              <a:rPr lang="tr-TR" sz="1200" b="1"/>
              <a:t>63% vs 68% peers</a:t>
            </a:r>
            <a:r>
              <a:rPr lang="tr-TR" sz="1200"/>
              <a:t> in Commercial and </a:t>
            </a:r>
            <a:r>
              <a:rPr lang="tr-TR" sz="1200" b="1"/>
              <a:t>30% vs 38% peers</a:t>
            </a:r>
            <a:r>
              <a:rPr lang="tr-TR" sz="1200"/>
              <a:t> in SME, leaving room for selective loan growth</a:t>
            </a:r>
            <a:endParaRPr lang="en-US" sz="1200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2E8FDE7-C722-1A2B-2AAF-B7645073C0A7}"/>
              </a:ext>
            </a:extLst>
          </p:cNvPr>
          <p:cNvSpPr txBox="1"/>
          <p:nvPr/>
        </p:nvSpPr>
        <p:spPr>
          <a:xfrm>
            <a:off x="7744962" y="5647855"/>
            <a:ext cx="3892299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sz="1200"/>
              <a:t>Manual credit decisioning </a:t>
            </a:r>
            <a:r>
              <a:rPr lang="tr-TR" sz="1200" b="1"/>
              <a:t>limits speed, scalability, and customer experience</a:t>
            </a:r>
            <a:r>
              <a:rPr lang="tr-TR" sz="1200"/>
              <a:t>; automation is needed to reduce time-to-yes and improve risk control</a:t>
            </a:r>
          </a:p>
        </p:txBody>
      </p:sp>
      <p:sp>
        <p:nvSpPr>
          <p:cNvPr id="191" name="Oval 190">
            <a:extLst>
              <a:ext uri="{FF2B5EF4-FFF2-40B4-BE49-F238E27FC236}">
                <a16:creationId xmlns:a16="http://schemas.microsoft.com/office/drawing/2014/main" id="{E47F3CAF-F9C6-3CCC-D095-F41979438F4E}"/>
              </a:ext>
            </a:extLst>
          </p:cNvPr>
          <p:cNvSpPr/>
          <p:nvPr/>
        </p:nvSpPr>
        <p:spPr>
          <a:xfrm>
            <a:off x="1877757" y="2751138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63%</a:t>
            </a:r>
          </a:p>
        </p:txBody>
      </p:sp>
      <p:sp>
        <p:nvSpPr>
          <p:cNvPr id="195" name="Oval 194">
            <a:extLst>
              <a:ext uri="{FF2B5EF4-FFF2-40B4-BE49-F238E27FC236}">
                <a16:creationId xmlns:a16="http://schemas.microsoft.com/office/drawing/2014/main" id="{2CC0B45C-CBCC-F244-EA8D-4F112D8BA306}"/>
              </a:ext>
            </a:extLst>
          </p:cNvPr>
          <p:cNvSpPr/>
          <p:nvPr/>
        </p:nvSpPr>
        <p:spPr>
          <a:xfrm>
            <a:off x="1877757" y="2965450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43%</a:t>
            </a:r>
          </a:p>
        </p:txBody>
      </p:sp>
      <p:sp>
        <p:nvSpPr>
          <p:cNvPr id="196" name="Oval 195">
            <a:extLst>
              <a:ext uri="{FF2B5EF4-FFF2-40B4-BE49-F238E27FC236}">
                <a16:creationId xmlns:a16="http://schemas.microsoft.com/office/drawing/2014/main" id="{D8699BB3-2FC7-B959-5286-79CA7CFB3D46}"/>
              </a:ext>
            </a:extLst>
          </p:cNvPr>
          <p:cNvSpPr/>
          <p:nvPr/>
        </p:nvSpPr>
        <p:spPr>
          <a:xfrm>
            <a:off x="3479800" y="2751138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62%</a:t>
            </a:r>
          </a:p>
        </p:txBody>
      </p:sp>
      <p:sp>
        <p:nvSpPr>
          <p:cNvPr id="197" name="Oval 196">
            <a:extLst>
              <a:ext uri="{FF2B5EF4-FFF2-40B4-BE49-F238E27FC236}">
                <a16:creationId xmlns:a16="http://schemas.microsoft.com/office/drawing/2014/main" id="{967D0D61-9A82-492E-C4D6-9D0D0CC41DD9}"/>
              </a:ext>
            </a:extLst>
          </p:cNvPr>
          <p:cNvSpPr/>
          <p:nvPr/>
        </p:nvSpPr>
        <p:spPr>
          <a:xfrm>
            <a:off x="3479800" y="2965450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36%</a:t>
            </a:r>
          </a:p>
        </p:txBody>
      </p:sp>
      <p:sp>
        <p:nvSpPr>
          <p:cNvPr id="198" name="Oval 197">
            <a:extLst>
              <a:ext uri="{FF2B5EF4-FFF2-40B4-BE49-F238E27FC236}">
                <a16:creationId xmlns:a16="http://schemas.microsoft.com/office/drawing/2014/main" id="{994EB282-54AD-90C4-7802-2144216C3C8F}"/>
              </a:ext>
            </a:extLst>
          </p:cNvPr>
          <p:cNvSpPr/>
          <p:nvPr/>
        </p:nvSpPr>
        <p:spPr>
          <a:xfrm>
            <a:off x="5062237" y="2751138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56%</a:t>
            </a:r>
          </a:p>
        </p:txBody>
      </p:sp>
      <p:sp>
        <p:nvSpPr>
          <p:cNvPr id="199" name="Oval 198">
            <a:extLst>
              <a:ext uri="{FF2B5EF4-FFF2-40B4-BE49-F238E27FC236}">
                <a16:creationId xmlns:a16="http://schemas.microsoft.com/office/drawing/2014/main" id="{6DB2E828-6180-128D-796B-1669D362B5CF}"/>
              </a:ext>
            </a:extLst>
          </p:cNvPr>
          <p:cNvSpPr/>
          <p:nvPr/>
        </p:nvSpPr>
        <p:spPr>
          <a:xfrm>
            <a:off x="5062237" y="2965450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32%</a:t>
            </a:r>
          </a:p>
        </p:txBody>
      </p:sp>
      <p:sp>
        <p:nvSpPr>
          <p:cNvPr id="200" name="Oval 199">
            <a:extLst>
              <a:ext uri="{FF2B5EF4-FFF2-40B4-BE49-F238E27FC236}">
                <a16:creationId xmlns:a16="http://schemas.microsoft.com/office/drawing/2014/main" id="{F7A2C88F-59F7-2DD8-7015-95321D8FDD4F}"/>
              </a:ext>
            </a:extLst>
          </p:cNvPr>
          <p:cNvSpPr/>
          <p:nvPr/>
        </p:nvSpPr>
        <p:spPr>
          <a:xfrm>
            <a:off x="1877757" y="4437063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N/A</a:t>
            </a:r>
          </a:p>
        </p:txBody>
      </p:sp>
      <p:sp>
        <p:nvSpPr>
          <p:cNvPr id="201" name="Oval 200">
            <a:extLst>
              <a:ext uri="{FF2B5EF4-FFF2-40B4-BE49-F238E27FC236}">
                <a16:creationId xmlns:a16="http://schemas.microsoft.com/office/drawing/2014/main" id="{98C5703B-B3CC-D271-C15C-BE1FADADD117}"/>
              </a:ext>
            </a:extLst>
          </p:cNvPr>
          <p:cNvSpPr/>
          <p:nvPr/>
        </p:nvSpPr>
        <p:spPr>
          <a:xfrm>
            <a:off x="1877757" y="4651375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~4%</a:t>
            </a:r>
          </a:p>
        </p:txBody>
      </p:sp>
      <p:sp>
        <p:nvSpPr>
          <p:cNvPr id="202" name="Oval 201">
            <a:extLst>
              <a:ext uri="{FF2B5EF4-FFF2-40B4-BE49-F238E27FC236}">
                <a16:creationId xmlns:a16="http://schemas.microsoft.com/office/drawing/2014/main" id="{3F48E6CA-DB09-F5F2-6E8B-621563DBBDD2}"/>
              </a:ext>
            </a:extLst>
          </p:cNvPr>
          <p:cNvSpPr/>
          <p:nvPr/>
        </p:nvSpPr>
        <p:spPr>
          <a:xfrm>
            <a:off x="3479800" y="4437063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N/A</a:t>
            </a:r>
          </a:p>
        </p:txBody>
      </p:sp>
      <p:sp>
        <p:nvSpPr>
          <p:cNvPr id="203" name="Oval 202">
            <a:extLst>
              <a:ext uri="{FF2B5EF4-FFF2-40B4-BE49-F238E27FC236}">
                <a16:creationId xmlns:a16="http://schemas.microsoft.com/office/drawing/2014/main" id="{49D5D658-5FA2-3D77-5192-4261AB0D83D9}"/>
              </a:ext>
            </a:extLst>
          </p:cNvPr>
          <p:cNvSpPr/>
          <p:nvPr/>
        </p:nvSpPr>
        <p:spPr>
          <a:xfrm>
            <a:off x="3479800" y="4651375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~4%</a:t>
            </a:r>
          </a:p>
        </p:txBody>
      </p:sp>
      <p:sp>
        <p:nvSpPr>
          <p:cNvPr id="204" name="Oval 203">
            <a:extLst>
              <a:ext uri="{FF2B5EF4-FFF2-40B4-BE49-F238E27FC236}">
                <a16:creationId xmlns:a16="http://schemas.microsoft.com/office/drawing/2014/main" id="{7382A0F2-B45D-07DD-FBEA-62862879E8E1}"/>
              </a:ext>
            </a:extLst>
          </p:cNvPr>
          <p:cNvSpPr/>
          <p:nvPr/>
        </p:nvSpPr>
        <p:spPr>
          <a:xfrm>
            <a:off x="5062237" y="4437063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N/A</a:t>
            </a:r>
          </a:p>
        </p:txBody>
      </p:sp>
      <p:sp>
        <p:nvSpPr>
          <p:cNvPr id="205" name="Oval 204">
            <a:extLst>
              <a:ext uri="{FF2B5EF4-FFF2-40B4-BE49-F238E27FC236}">
                <a16:creationId xmlns:a16="http://schemas.microsoft.com/office/drawing/2014/main" id="{7970A082-7C69-5301-955B-0D2FA89B2102}"/>
              </a:ext>
            </a:extLst>
          </p:cNvPr>
          <p:cNvSpPr/>
          <p:nvPr/>
        </p:nvSpPr>
        <p:spPr>
          <a:xfrm>
            <a:off x="5062237" y="4651375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~4%</a:t>
            </a:r>
          </a:p>
        </p:txBody>
      </p:sp>
      <p:graphicFrame>
        <p:nvGraphicFramePr>
          <p:cNvPr id="14" name="Chart 13">
            <a:extLst>
              <a:ext uri="{FF2B5EF4-FFF2-40B4-BE49-F238E27FC236}">
                <a16:creationId xmlns:a16="http://schemas.microsoft.com/office/drawing/2014/main" id="{D9C3802F-4EE0-0657-DBB1-5444A74D8285}"/>
              </a:ext>
            </a:extLst>
          </p:cNvPr>
          <p:cNvGraphicFramePr/>
          <p:nvPr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1093719105"/>
              </p:ext>
            </p:extLst>
          </p:nvPr>
        </p:nvGraphicFramePr>
        <p:xfrm>
          <a:off x="1309688" y="5500688"/>
          <a:ext cx="4868862" cy="5619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3"/>
          </a:graphicData>
        </a:graphic>
      </p:graphicFrame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6AFA5791-954A-378D-3CFD-725F8EC1F25F}"/>
              </a:ext>
            </a:extLst>
          </p:cNvPr>
          <p:cNvCxnSpPr/>
          <p:nvPr>
            <p:custDataLst>
              <p:tags r:id="rId15"/>
            </p:custDataLst>
          </p:nvPr>
        </p:nvCxnSpPr>
        <p:spPr bwMode="gray">
          <a:xfrm>
            <a:off x="5311775" y="5964238"/>
            <a:ext cx="0" cy="11113"/>
          </a:xfrm>
          <a:prstGeom prst="line">
            <a:avLst/>
          </a:prstGeom>
          <a:ln w="19050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09FE8536-98BE-98B5-1D8F-6DBD758591E1}"/>
              </a:ext>
            </a:extLst>
          </p:cNvPr>
          <p:cNvCxnSpPr/>
          <p:nvPr>
            <p:custDataLst>
              <p:tags r:id="rId16"/>
            </p:custDataLst>
          </p:nvPr>
        </p:nvCxnSpPr>
        <p:spPr bwMode="gray">
          <a:xfrm>
            <a:off x="2176463" y="5973763"/>
            <a:ext cx="0" cy="1587"/>
          </a:xfrm>
          <a:prstGeom prst="line">
            <a:avLst/>
          </a:prstGeom>
          <a:ln w="19050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auto">
          <a:xfrm>
            <a:off x="2030413" y="60229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B223CA2-8771-4883-B935-B9A8011AD21B}" type="datetime'''''''''''''2''''''0''2''''''''''''3'''''''''''''''''''''''''">
              <a:rPr lang="en-US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1000">
              <a:latin typeface="+mn-lt"/>
              <a:ea typeface="+mn-ea"/>
              <a:cs typeface="+mn-cs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auto">
          <a:xfrm>
            <a:off x="3667125" y="6022975"/>
            <a:ext cx="152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515E31B-86F2-474F-B125-5C0FDBAEE635}" type="datetime'''''''2''''''''''''''''''''''''''''4'''''''''''''''''''''''''">
              <a:rPr lang="en-US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1000">
              <a:latin typeface="+mn-lt"/>
              <a:ea typeface="+mn-ea"/>
              <a:cs typeface="+mn-cs"/>
            </a:endParaRP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auto">
          <a:xfrm>
            <a:off x="5165725" y="60229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F7A6D08-38FA-44BA-A2C1-D057539709B6}" type="datetime'''''''''''''''''2''0''''''''2''''''''''5'''''''">
              <a:rPr lang="en-US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1000">
              <a:latin typeface="+mn-lt"/>
              <a:ea typeface="+mn-ea"/>
              <a:cs typeface="+mn-cs"/>
            </a:endParaRPr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gray">
          <a:xfrm>
            <a:off x="1681163" y="5795963"/>
            <a:ext cx="336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4E02CB8-4608-4625-BBD8-BDDA95127802}" type="datetime'''''0.1''''''''''''''''''''''''''''''%'''''''''">
              <a:rPr lang="en-US" altLang="en-US" sz="10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0.1%</a:t>
            </a:fld>
            <a:endParaRPr lang="en-US" sz="1000">
              <a:latin typeface="+mn-lt"/>
            </a:endParaRPr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2335213" y="5405438"/>
            <a:ext cx="336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0F957FA-C7DB-4F8F-A8D4-D5303BBC3584}" type="datetime'''''''6''''''''''''''''.''''''''''9''''%'''''''">
              <a:rPr lang="en-US" altLang="en-US" sz="10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6.9%</a:t>
            </a:fld>
            <a:endParaRPr lang="en-US" sz="1000">
              <a:latin typeface="+mn-lt"/>
            </a:endParaRPr>
          </a:p>
        </p:txBody>
      </p:sp>
      <p:sp>
        <p:nvSpPr>
          <p:cNvPr id="13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gray">
          <a:xfrm>
            <a:off x="3303588" y="5802313"/>
            <a:ext cx="2286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7A16C5C-3F85-49CD-97E4-B2C371C602A1}" type="datetime'''''''''''''''''''''0''''''''%'''''''''''''''''''''''''''">
              <a:rPr lang="en-US" altLang="en-US" sz="10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0%</a:t>
            </a:fld>
            <a:endParaRPr lang="en-US" sz="1000">
              <a:latin typeface="+mn-lt"/>
            </a:endParaRP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3902075" y="5468938"/>
            <a:ext cx="336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7DB21C9-EC89-4C13-BB51-4DEAA233B72C}" type="datetime'''5''''''''''''''.''''8''''''''''%'''''''''''">
              <a:rPr lang="en-US" altLang="en-US" sz="10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5.8%</a:t>
            </a:fld>
            <a:endParaRPr lang="en-US" sz="1000">
              <a:latin typeface="+mn-lt"/>
            </a:endParaRP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4816475" y="5786438"/>
            <a:ext cx="336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DBA034C-72D2-4D81-905F-F52DDD6C260D}" type="datetime'''''''''''0.''''''3''%'''''''''''''''">
              <a:rPr lang="en-US" altLang="en-US" sz="10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0.3%</a:t>
            </a:fld>
            <a:endParaRPr lang="en-US" sz="1000">
              <a:latin typeface="+mn-lt"/>
            </a:endParaRPr>
          </a:p>
        </p:txBody>
      </p:sp>
      <p:sp>
        <p:nvSpPr>
          <p:cNvPr id="1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5470525" y="5732463"/>
            <a:ext cx="336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06F509D-6BE7-46D4-93E5-9AA4DE206930}" type="datetime'''''''''''''1''.''2''''''''''''''''''''''''%'''''''''''''">
              <a:rPr lang="en-US" altLang="en-US" sz="10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1.2%</a:t>
            </a:fld>
            <a:endParaRPr lang="en-US" sz="1000">
              <a:latin typeface="+mn-lt"/>
            </a:endParaRPr>
          </a:p>
        </p:txBody>
      </p:sp>
      <p:graphicFrame>
        <p:nvGraphicFramePr>
          <p:cNvPr id="25" name="Chart 24">
            <a:extLst>
              <a:ext uri="{FF2B5EF4-FFF2-40B4-BE49-F238E27FC236}">
                <a16:creationId xmlns:a16="http://schemas.microsoft.com/office/drawing/2014/main" id="{5680E7CA-797A-20F8-7D4B-1FB9983F6BD7}"/>
              </a:ext>
            </a:extLst>
          </p:cNvPr>
          <p:cNvGraphicFramePr/>
          <p:nvPr>
            <p:custDataLst>
              <p:tags r:id="rId26"/>
            </p:custDataLst>
            <p:extLst>
              <p:ext uri="{D42A27DB-BD31-4B8C-83A1-F6EECF244321}">
                <p14:modId xmlns:p14="http://schemas.microsoft.com/office/powerpoint/2010/main" val="1028147461"/>
              </p:ext>
            </p:extLst>
          </p:nvPr>
        </p:nvGraphicFramePr>
        <p:xfrm>
          <a:off x="1309688" y="2105025"/>
          <a:ext cx="4868862" cy="5619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4"/>
          </a:graphicData>
        </a:graphic>
      </p:graphicFrame>
      <p:cxnSp>
        <p:nvCxnSpPr>
          <p:cNvPr id="220" name="Straight Connector 219">
            <a:extLst>
              <a:ext uri="{FF2B5EF4-FFF2-40B4-BE49-F238E27FC236}">
                <a16:creationId xmlns:a16="http://schemas.microsoft.com/office/drawing/2014/main" id="{F25C14F4-A616-3BAC-CB3F-C45A576DC6B6}"/>
              </a:ext>
            </a:extLst>
          </p:cNvPr>
          <p:cNvCxnSpPr/>
          <p:nvPr>
            <p:custDataLst>
              <p:tags r:id="rId27"/>
            </p:custDataLst>
          </p:nvPr>
        </p:nvCxnSpPr>
        <p:spPr bwMode="gray">
          <a:xfrm>
            <a:off x="5311775" y="2578100"/>
            <a:ext cx="0" cy="1588"/>
          </a:xfrm>
          <a:prstGeom prst="line">
            <a:avLst/>
          </a:prstGeom>
          <a:ln w="19050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C0563F66-FB9D-4754-0AF2-ED03BC68418C}"/>
              </a:ext>
            </a:extLst>
          </p:cNvPr>
          <p:cNvCxnSpPr/>
          <p:nvPr>
            <p:custDataLst>
              <p:tags r:id="rId28"/>
            </p:custDataLst>
          </p:nvPr>
        </p:nvCxnSpPr>
        <p:spPr bwMode="gray">
          <a:xfrm>
            <a:off x="3744913" y="2578100"/>
            <a:ext cx="0" cy="1588"/>
          </a:xfrm>
          <a:prstGeom prst="line">
            <a:avLst/>
          </a:prstGeom>
          <a:ln w="19050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9"/>
            </p:custDataLst>
          </p:nvPr>
        </p:nvSpPr>
        <p:spPr bwMode="gray">
          <a:xfrm>
            <a:off x="1743075" y="2401888"/>
            <a:ext cx="2127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4848B60-51C2-414C-B893-D16F4CB4B5BF}" type="datetime'''''''''''''''0''.''''''6''''''''''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0.6</a:t>
            </a:fld>
            <a:endParaRPr lang="en-US" sz="1000">
              <a:latin typeface="+mn-lt"/>
            </a:endParaRPr>
          </a:p>
        </p:txBody>
      </p:sp>
      <p:sp>
        <p:nvSpPr>
          <p:cNvPr id="21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gray">
          <a:xfrm>
            <a:off x="2362200" y="2078038"/>
            <a:ext cx="2825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BF49552-3035-49D8-8B61-099A83234549}" type="datetime'''''''''''''''''''''''''3''''''''''''6''.''''''''9''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36.9</a:t>
            </a:fld>
            <a:endParaRPr lang="en-US" sz="1000">
              <a:latin typeface="+mn-lt"/>
            </a:endParaRPr>
          </a:p>
        </p:txBody>
      </p:sp>
      <p:sp>
        <p:nvSpPr>
          <p:cNvPr id="21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gray">
          <a:xfrm>
            <a:off x="3311525" y="2400300"/>
            <a:ext cx="2127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C3F5004-F715-4E79-92CA-737569B923A6}" type="datetime'''''''''''''0''''''''''''''''''.''''''''''''''''''''''''6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0.6</a:t>
            </a:fld>
            <a:endParaRPr lang="en-US" sz="1000">
              <a:latin typeface="+mn-lt"/>
            </a:endParaRPr>
          </a:p>
        </p:txBody>
      </p:sp>
      <p:sp>
        <p:nvSpPr>
          <p:cNvPr id="21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3929063" y="2044700"/>
            <a:ext cx="2825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4F016C3-DA40-4E13-978D-63276C26D292}" type="datetime'''''''4''0''''''''''''''''''''''''''''''''''''.7''''''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40.7</a:t>
            </a:fld>
            <a:endParaRPr lang="en-US" sz="1000">
              <a:latin typeface="+mn-lt"/>
            </a:endParaRPr>
          </a:p>
        </p:txBody>
      </p:sp>
      <p:sp>
        <p:nvSpPr>
          <p:cNvPr id="21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gray">
          <a:xfrm>
            <a:off x="4878388" y="2400300"/>
            <a:ext cx="2127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F4AFC97-E982-4E26-B64E-6D1CE5F2F076}" type="datetime'''''''''''''''''''''''''''''''0''''.''''''7''''''''''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0.7</a:t>
            </a:fld>
            <a:endParaRPr lang="en-US" sz="1000">
              <a:latin typeface="+mn-lt"/>
            </a:endParaRPr>
          </a:p>
        </p:txBody>
      </p:sp>
      <p:sp>
        <p:nvSpPr>
          <p:cNvPr id="21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4"/>
            </p:custDataLst>
          </p:nvPr>
        </p:nvSpPr>
        <p:spPr bwMode="gray">
          <a:xfrm>
            <a:off x="5497513" y="2009775"/>
            <a:ext cx="2825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0E2F629-CFC2-4797-9920-7AF121CAD4D6}" type="datetime'''''4''''''''''''''''4''''''''''''''''''''''''.''6''''''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44.6</a:t>
            </a:fld>
            <a:endParaRPr lang="en-US" sz="1000">
              <a:latin typeface="+mn-lt"/>
            </a:endParaRPr>
          </a:p>
        </p:txBody>
      </p:sp>
      <p:graphicFrame>
        <p:nvGraphicFramePr>
          <p:cNvPr id="59" name="Chart 58">
            <a:extLst>
              <a:ext uri="{FF2B5EF4-FFF2-40B4-BE49-F238E27FC236}">
                <a16:creationId xmlns:a16="http://schemas.microsoft.com/office/drawing/2014/main" id="{F79D5548-9507-B807-CE18-C794477DC6BD}"/>
              </a:ext>
            </a:extLst>
          </p:cNvPr>
          <p:cNvGraphicFramePr/>
          <p:nvPr>
            <p:custDataLst>
              <p:tags r:id="rId35"/>
            </p:custDataLst>
            <p:extLst>
              <p:ext uri="{D42A27DB-BD31-4B8C-83A1-F6EECF244321}">
                <p14:modId xmlns:p14="http://schemas.microsoft.com/office/powerpoint/2010/main" val="2256968316"/>
              </p:ext>
            </p:extLst>
          </p:nvPr>
        </p:nvGraphicFramePr>
        <p:xfrm>
          <a:off x="1309688" y="3825875"/>
          <a:ext cx="4868862" cy="5619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5"/>
          </a:graphicData>
        </a:graphic>
      </p:graphicFrame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CA5B4061-16B2-8296-5D45-1245483C1B1D}"/>
              </a:ext>
            </a:extLst>
          </p:cNvPr>
          <p:cNvCxnSpPr/>
          <p:nvPr>
            <p:custDataLst>
              <p:tags r:id="rId36"/>
            </p:custDataLst>
          </p:nvPr>
        </p:nvCxnSpPr>
        <p:spPr bwMode="gray">
          <a:xfrm>
            <a:off x="5311775" y="4003675"/>
            <a:ext cx="0" cy="296863"/>
          </a:xfrm>
          <a:prstGeom prst="line">
            <a:avLst/>
          </a:prstGeom>
          <a:ln w="19050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1E8FE9D3-DB46-1EC7-B2C8-37EDACD8D943}"/>
              </a:ext>
            </a:extLst>
          </p:cNvPr>
          <p:cNvCxnSpPr/>
          <p:nvPr>
            <p:custDataLst>
              <p:tags r:id="rId37"/>
            </p:custDataLst>
          </p:nvPr>
        </p:nvCxnSpPr>
        <p:spPr bwMode="gray">
          <a:xfrm>
            <a:off x="3744913" y="4075113"/>
            <a:ext cx="0" cy="225425"/>
          </a:xfrm>
          <a:prstGeom prst="line">
            <a:avLst/>
          </a:prstGeom>
          <a:ln w="19050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E1B8AAC4-4EF8-2FC3-AB2C-CCD3F44F02E7}"/>
              </a:ext>
            </a:extLst>
          </p:cNvPr>
          <p:cNvCxnSpPr/>
          <p:nvPr>
            <p:custDataLst>
              <p:tags r:id="rId38"/>
            </p:custDataLst>
          </p:nvPr>
        </p:nvCxnSpPr>
        <p:spPr bwMode="gray">
          <a:xfrm>
            <a:off x="2176463" y="4086225"/>
            <a:ext cx="0" cy="214313"/>
          </a:xfrm>
          <a:prstGeom prst="line">
            <a:avLst/>
          </a:prstGeom>
          <a:ln w="19050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9"/>
            </p:custDataLst>
          </p:nvPr>
        </p:nvSpPr>
        <p:spPr bwMode="gray">
          <a:xfrm>
            <a:off x="4862513" y="378777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2073AAC-E34F-45F0-A731-5BDA8B705B4E}" type="datetime'''''40''''''''''''''''''3''''''''''''''''''''''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403</a:t>
            </a:fld>
            <a:endParaRPr lang="en-US" sz="1000">
              <a:latin typeface="+mn-lt"/>
            </a:endParaRPr>
          </a:p>
        </p:txBody>
      </p:sp>
      <p:sp>
        <p:nvSpPr>
          <p:cNvPr id="33" name="Text Placeholder 4">
            <a:extLst>
              <a:ext uri="{FF2B5EF4-FFF2-40B4-BE49-F238E27FC236}">
                <a16:creationId xmlns:a16="http://schemas.microsoft.com/office/drawing/2014/main" id="{5968FEF6-8FE8-236D-7AB7-424C8AE9AD7C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gray">
          <a:xfrm>
            <a:off x="5516563" y="382587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77D1B64-1F1D-4F72-8957-E7FA6DA707EC}" type="datetime'''''''''''3''''''''''''''''''''''5''''''''''8''''''''''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358</a:t>
            </a:fld>
            <a:endParaRPr lang="en-US" sz="1000">
              <a:latin typeface="+mn-lt"/>
            </a:endParaRPr>
          </a:p>
        </p:txBody>
      </p:sp>
      <p:sp>
        <p:nvSpPr>
          <p:cNvPr id="36" name="Text Placeholder 4">
            <a:extLst>
              <a:ext uri="{FF2B5EF4-FFF2-40B4-BE49-F238E27FC236}">
                <a16:creationId xmlns:a16="http://schemas.microsoft.com/office/drawing/2014/main" id="{615264D7-70E1-0925-DF34-EE536051B16F}"/>
              </a:ext>
            </a:extLst>
          </p:cNvPr>
          <p:cNvSpPr>
            <a:spLocks noGrp="1"/>
          </p:cNvSpPr>
          <p:nvPr>
            <p:custDataLst>
              <p:tags r:id="rId41"/>
            </p:custDataLst>
          </p:nvPr>
        </p:nvSpPr>
        <p:spPr bwMode="gray">
          <a:xfrm>
            <a:off x="1727200" y="37306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68090E2-991E-435E-91BB-341789A3E260}" type="datetime'''''''''''''''''''''''''''4''''''''''''''7''''''''''1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471</a:t>
            </a:fld>
            <a:endParaRPr lang="en-US" sz="1000">
              <a:latin typeface="+mn-lt"/>
            </a:endParaRP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0B676C51-7051-C87D-1856-239B36391F66}"/>
              </a:ext>
            </a:extLst>
          </p:cNvPr>
          <p:cNvSpPr>
            <a:spLocks noGrp="1"/>
          </p:cNvSpPr>
          <p:nvPr>
            <p:custDataLst>
              <p:tags r:id="rId42"/>
            </p:custDataLst>
          </p:nvPr>
        </p:nvSpPr>
        <p:spPr bwMode="gray">
          <a:xfrm>
            <a:off x="3295650" y="3744913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CF0FDAB-E80B-41F9-BAC0-7DFB25A0D88A}" type="datetime'''''''''4''''''''''''''''5''''''''''''''''''''''''''5''''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455</a:t>
            </a:fld>
            <a:endParaRPr lang="en-US" sz="1000">
              <a:latin typeface="+mn-lt"/>
            </a:endParaRPr>
          </a:p>
        </p:txBody>
      </p:sp>
      <p:sp>
        <p:nvSpPr>
          <p:cNvPr id="40" name="Text Placeholder 4">
            <a:extLst>
              <a:ext uri="{FF2B5EF4-FFF2-40B4-BE49-F238E27FC236}">
                <a16:creationId xmlns:a16="http://schemas.microsoft.com/office/drawing/2014/main" id="{9B31BFDC-58BE-45DC-E723-3A0C076E21E5}"/>
              </a:ext>
            </a:extLst>
          </p:cNvPr>
          <p:cNvSpPr>
            <a:spLocks noGrp="1"/>
          </p:cNvSpPr>
          <p:nvPr>
            <p:custDataLst>
              <p:tags r:id="rId43"/>
            </p:custDataLst>
          </p:nvPr>
        </p:nvSpPr>
        <p:spPr bwMode="gray">
          <a:xfrm>
            <a:off x="2381250" y="39084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7EF74E9-3259-4621-BE3A-87699F062413}" type="datetime'''''''''''''''''''''''''2''''''''''''''''''''6''''''0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260</a:t>
            </a:fld>
            <a:endParaRPr lang="en-US" sz="1000">
              <a:latin typeface="+mn-lt"/>
            </a:endParaRPr>
          </a:p>
        </p:txBody>
      </p:sp>
      <p:sp>
        <p:nvSpPr>
          <p:cNvPr id="43" name="Text Placeholder 4">
            <a:extLst>
              <a:ext uri="{FF2B5EF4-FFF2-40B4-BE49-F238E27FC236}">
                <a16:creationId xmlns:a16="http://schemas.microsoft.com/office/drawing/2014/main" id="{3CC92C8F-5EF5-C041-0DC4-4DD9AB4058D6}"/>
              </a:ext>
            </a:extLst>
          </p:cNvPr>
          <p:cNvSpPr>
            <a:spLocks noGrp="1"/>
          </p:cNvSpPr>
          <p:nvPr>
            <p:custDataLst>
              <p:tags r:id="rId44"/>
            </p:custDataLst>
          </p:nvPr>
        </p:nvSpPr>
        <p:spPr bwMode="gray">
          <a:xfrm>
            <a:off x="3948113" y="3897313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AD4DD55-30E7-4039-B25F-5404B63C77C2}" type="datetime'''''''''''''''2''''''''''''7''''''''''''3'''''''''''''''''''''">
              <a:rPr lang="en-US" altLang="en-US" sz="10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273</a:t>
            </a:fld>
            <a:endParaRPr lang="en-US" sz="1000">
              <a:latin typeface="+mn-lt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0E59792-21D9-4FDD-DEFF-44A47DBADBCF}"/>
              </a:ext>
            </a:extLst>
          </p:cNvPr>
          <p:cNvSpPr/>
          <p:nvPr>
            <p:custDataLst>
              <p:tags r:id="rId45"/>
            </p:custDataLst>
          </p:nvPr>
        </p:nvSpPr>
        <p:spPr bwMode="auto">
          <a:xfrm>
            <a:off x="10152063" y="960438"/>
            <a:ext cx="144463" cy="144463"/>
          </a:xfrm>
          <a:prstGeom prst="rect">
            <a:avLst/>
          </a:prstGeom>
          <a:solidFill>
            <a:schemeClr val="accent6"/>
          </a:solidFill>
          <a:ln w="19050" cap="sq" cmpd="sng" algn="ctr">
            <a:solidFill>
              <a:schemeClr val="accent6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1201FE31-CB3E-A71F-DC89-BCFA17A22095}"/>
              </a:ext>
            </a:extLst>
          </p:cNvPr>
          <p:cNvSpPr/>
          <p:nvPr>
            <p:custDataLst>
              <p:tags r:id="rId46"/>
            </p:custDataLst>
          </p:nvPr>
        </p:nvSpPr>
        <p:spPr bwMode="auto">
          <a:xfrm>
            <a:off x="11136313" y="960438"/>
            <a:ext cx="144463" cy="144463"/>
          </a:xfrm>
          <a:prstGeom prst="rect">
            <a:avLst/>
          </a:prstGeom>
          <a:solidFill>
            <a:schemeClr val="accent2"/>
          </a:solidFill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9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7"/>
            </p:custDataLst>
          </p:nvPr>
        </p:nvSpPr>
        <p:spPr bwMode="auto">
          <a:xfrm>
            <a:off x="10347325" y="957263"/>
            <a:ext cx="687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1B419D0E-B620-4E4E-B111-4FCBAF08B952}" type="datetime'''''''Co''''''m''''''m''''''''''''e''r''''''c''''i''''a''l'''">
              <a:rPr lang="en-US" altLang="en-US" sz="105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1050">
              <a:latin typeface="+mn-lt"/>
            </a:endParaRPr>
          </a:p>
        </p:txBody>
      </p:sp>
      <p:sp>
        <p:nvSpPr>
          <p:cNvPr id="9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8"/>
            </p:custDataLst>
          </p:nvPr>
        </p:nvSpPr>
        <p:spPr bwMode="auto">
          <a:xfrm>
            <a:off x="11331575" y="957263"/>
            <a:ext cx="2524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8CF5D073-8EF1-4F75-9BA4-BD6B6DCC2DB4}" type="datetime'''''''''S''''''''''M''''''E'''''''''">
              <a:rPr lang="en-US" altLang="en-US" sz="105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SME</a:t>
            </a:fld>
            <a:endParaRPr lang="en-US" sz="1050">
              <a:latin typeface="+mn-lt"/>
            </a:endParaRPr>
          </a:p>
        </p:txBody>
      </p:sp>
      <p:sp>
        <p:nvSpPr>
          <p:cNvPr id="133" name="4. Footnote">
            <a:extLst>
              <a:ext uri="{FF2B5EF4-FFF2-40B4-BE49-F238E27FC236}">
                <a16:creationId xmlns:a16="http://schemas.microsoft.com/office/drawing/2014/main" id="{539DE881-7AB3-7738-19D0-2F634C0097F4}"/>
              </a:ext>
            </a:extLst>
          </p:cNvPr>
          <p:cNvSpPr txBox="1">
            <a:spLocks/>
          </p:cNvSpPr>
          <p:nvPr>
            <p:custDataLst>
              <p:tags r:id="rId49"/>
            </p:custDataLst>
          </p:nvPr>
        </p:nvSpPr>
        <p:spPr>
          <a:xfrm>
            <a:off x="554736" y="6356693"/>
            <a:ext cx="11082528" cy="24622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1. Commercial market share not available since not reported in CBAR	</a:t>
            </a:r>
          </a:p>
          <a:p>
            <a:pPr lvl="0" rtl="0"/>
            <a:r>
              <a:rPr lang="en-US"/>
              <a:t>2. Commercial and corporate combined</a:t>
            </a:r>
          </a:p>
        </p:txBody>
      </p:sp>
      <p:sp>
        <p:nvSpPr>
          <p:cNvPr id="4" name="Sticker">
            <a:extLst>
              <a:ext uri="{FF2B5EF4-FFF2-40B4-BE49-F238E27FC236}">
                <a16:creationId xmlns:a16="http://schemas.microsoft.com/office/drawing/2014/main" id="{0A1A6E67-5194-643E-451B-53D90024D28E}"/>
              </a:ext>
            </a:extLst>
          </p:cNvPr>
          <p:cNvSpPr txBox="1"/>
          <p:nvPr/>
        </p:nvSpPr>
        <p:spPr>
          <a:xfrm>
            <a:off x="999067" y="0"/>
            <a:ext cx="11192933" cy="216513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36576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 rtl="0"/>
            <a:r>
              <a:rPr lang="en-US">
                <a:latin typeface="+mn-lt"/>
              </a:rPr>
              <a:t>detailed 2026 forecast figures have not been provided. Once the forecast is provided, ANALYSIS FIGURES CAN BE UPDATED</a:t>
            </a:r>
          </a:p>
        </p:txBody>
      </p:sp>
    </p:spTree>
    <p:extLst>
      <p:ext uri="{BB962C8B-B14F-4D97-AF65-F5344CB8AC3E}">
        <p14:creationId xmlns:p14="http://schemas.microsoft.com/office/powerpoint/2010/main" val="775887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CC9A5A-DA80-05A6-AEC3-DA92D0C2F0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D26504AA-8498-57F9-5F60-7D80AE5252E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0647392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1" imgW="606" imgH="608" progId="TCLayout.ActiveDocument.1">
                  <p:embed/>
                </p:oleObj>
              </mc:Choice>
              <mc:Fallback>
                <p:oleObj name="think-cell Slide" r:id="rId41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D26504AA-8498-57F9-5F60-7D80AE5252E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2. Slide Title">
            <a:extLst>
              <a:ext uri="{FF2B5EF4-FFF2-40B4-BE49-F238E27FC236}">
                <a16:creationId xmlns:a16="http://schemas.microsoft.com/office/drawing/2014/main" id="{BD43740F-5B98-0227-5E25-49705D4E72A6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6" y="226624"/>
            <a:ext cx="5065078" cy="677108"/>
          </a:xfrm>
        </p:spPr>
        <p:txBody>
          <a:bodyPr vert="horz" anchor="t"/>
          <a:lstStyle/>
          <a:p>
            <a:r>
              <a:rPr lang="en-US"/>
              <a:t>Addressing challenges can help PASHA Bank to reach AZN 121 MN NBI by 2029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7273F64-419B-F95F-5446-AF2197D6B12D}"/>
              </a:ext>
            </a:extLst>
          </p:cNvPr>
          <p:cNvSpPr txBox="1"/>
          <p:nvPr/>
        </p:nvSpPr>
        <p:spPr>
          <a:xfrm>
            <a:off x="554038" y="1734194"/>
            <a:ext cx="5065775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Number of customers</a:t>
            </a:r>
            <a:r>
              <a:rPr lang="en-US" sz="1200"/>
              <a:t>, ‘000 #</a:t>
            </a:r>
          </a:p>
        </p:txBody>
      </p:sp>
      <p:cxnSp>
        <p:nvCxnSpPr>
          <p:cNvPr id="27" name="LineBasicDefault 299">
            <a:extLst>
              <a:ext uri="{FF2B5EF4-FFF2-40B4-BE49-F238E27FC236}">
                <a16:creationId xmlns:a16="http://schemas.microsoft.com/office/drawing/2014/main" id="{33571269-2076-06CC-45FA-FFAED906A3F9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038" y="1942156"/>
            <a:ext cx="5065775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B0D59FBC-D7BC-2186-2EF2-9DF89BB1EBF2}"/>
              </a:ext>
            </a:extLst>
          </p:cNvPr>
          <p:cNvSpPr txBox="1"/>
          <p:nvPr/>
        </p:nvSpPr>
        <p:spPr>
          <a:xfrm>
            <a:off x="554038" y="4037248"/>
            <a:ext cx="5065776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Loan portfolio</a:t>
            </a:r>
            <a:r>
              <a:rPr lang="en-US" sz="1200"/>
              <a:t>, AZN Mn</a:t>
            </a:r>
          </a:p>
        </p:txBody>
      </p:sp>
      <p:cxnSp>
        <p:nvCxnSpPr>
          <p:cNvPr id="42" name="LineBasicDefault 299">
            <a:extLst>
              <a:ext uri="{FF2B5EF4-FFF2-40B4-BE49-F238E27FC236}">
                <a16:creationId xmlns:a16="http://schemas.microsoft.com/office/drawing/2014/main" id="{65C3C921-D4BC-C9E2-4288-50AB26BB0612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4289425"/>
            <a:ext cx="5065776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LineBasicDefault 299">
            <a:extLst>
              <a:ext uri="{FF2B5EF4-FFF2-40B4-BE49-F238E27FC236}">
                <a16:creationId xmlns:a16="http://schemas.microsoft.com/office/drawing/2014/main" id="{6E21F402-B9A2-3B1D-8D1A-A0AE8C40F11A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554037" y="6317006"/>
            <a:ext cx="5065776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5" name="Chart 114">
            <a:extLst>
              <a:ext uri="{FF2B5EF4-FFF2-40B4-BE49-F238E27FC236}">
                <a16:creationId xmlns:a16="http://schemas.microsoft.com/office/drawing/2014/main" id="{F3A9C5CE-2CB5-BA11-AAAF-113098D8691D}"/>
              </a:ext>
            </a:extLst>
          </p:cNvPr>
          <p:cNvGraphicFramePr/>
          <p:nvPr>
            <p:custDataLst>
              <p:tags r:id="rId6"/>
            </p:custDataLst>
            <p:extLst>
              <p:ext uri="{D42A27DB-BD31-4B8C-83A1-F6EECF244321}">
                <p14:modId xmlns:p14="http://schemas.microsoft.com/office/powerpoint/2010/main" val="762414733"/>
              </p:ext>
            </p:extLst>
          </p:nvPr>
        </p:nvGraphicFramePr>
        <p:xfrm>
          <a:off x="1208088" y="4311650"/>
          <a:ext cx="4486275" cy="13223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3"/>
          </a:graphicData>
        </a:graphic>
      </p:graphicFrame>
      <p:sp>
        <p:nvSpPr>
          <p:cNvPr id="3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auto">
          <a:xfrm>
            <a:off x="1558925" y="5434013"/>
            <a:ext cx="5429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81163B1-B161-4DE9-AB9D-43A7801A493E}" type="datetime'''''''''''''2''''''0''2''''''''''''''6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2026</a:t>
            </a:fld>
            <a:r>
              <a:rPr lang="en-US" altLang="en-US" sz="1100">
                <a:latin typeface="+mn-lt"/>
              </a:rPr>
              <a:t> (F)</a:t>
            </a:r>
            <a:endParaRPr lang="en-US" sz="1100">
              <a:latin typeface="+mn-lt"/>
            </a:endParaRP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2716213" y="5434013"/>
            <a:ext cx="390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3D9561F-3ECF-413A-A157-672287F3D25D}" type="datetime'''''''''''''2''7''''''''''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27</a:t>
            </a:fld>
            <a:r>
              <a:rPr lang="en-US" altLang="en-US" sz="1100">
                <a:latin typeface="+mn-lt"/>
              </a:rPr>
              <a:t> (F)</a:t>
            </a:r>
            <a:endParaRPr lang="en-US" sz="1100">
              <a:latin typeface="+mn-lt"/>
            </a:endParaRPr>
          </a:p>
        </p:txBody>
      </p:sp>
      <p:sp>
        <p:nvSpPr>
          <p:cNvPr id="3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3795713" y="5434013"/>
            <a:ext cx="390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7CAE1B4-9CD9-4472-A606-44815671EC65}" type="datetime'''''''''2''''''''''''''''''''''''''''''''8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28</a:t>
            </a:fld>
            <a:r>
              <a:rPr lang="en-US" altLang="en-US" sz="1100">
                <a:latin typeface="+mn-lt"/>
              </a:rPr>
              <a:t> (F)</a:t>
            </a:r>
            <a:endParaRPr lang="en-US" sz="1100">
              <a:latin typeface="+mn-lt"/>
            </a:endParaRPr>
          </a:p>
        </p:txBody>
      </p:sp>
      <p:sp>
        <p:nvSpPr>
          <p:cNvPr id="44" name="Text Placeholder 4">
            <a:extLst>
              <a:ext uri="{FF2B5EF4-FFF2-40B4-BE49-F238E27FC236}">
                <a16:creationId xmlns:a16="http://schemas.microsoft.com/office/drawing/2014/main" id="{95218B77-1A37-B4B1-D23A-19664AE1E6EB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4800600" y="5434013"/>
            <a:ext cx="5429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015E9FF-3A3E-44CE-92C3-640ACF2BB7F5}" type="datetime'2''''''0''''''''''''''''2''''''''9''''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2029</a:t>
            </a:fld>
            <a:r>
              <a:rPr lang="en-US" altLang="en-US" sz="1100">
                <a:latin typeface="+mn-lt"/>
              </a:rPr>
              <a:t> (F)</a:t>
            </a:r>
            <a:endParaRPr lang="en-US" sz="1100">
              <a:latin typeface="+mn-lt"/>
            </a:endParaRPr>
          </a:p>
        </p:txBody>
      </p:sp>
      <p:sp>
        <p:nvSpPr>
          <p:cNvPr id="5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gray">
          <a:xfrm>
            <a:off x="1695451" y="4689475"/>
            <a:ext cx="2698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4B70353-D0E3-493A-B6B1-51007ADD4B12}" type="datetime'8''''''''''''''''''''''''''''''''''''''''''''''''''''7''''''2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872</a:t>
            </a:fld>
            <a:endParaRPr lang="en-US" sz="1100">
              <a:latin typeface="+mn-lt"/>
            </a:endParaRPr>
          </a:p>
        </p:txBody>
      </p:sp>
      <p:sp>
        <p:nvSpPr>
          <p:cNvPr id="5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gray">
          <a:xfrm>
            <a:off x="2717799" y="4584700"/>
            <a:ext cx="3889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F373C00-12CB-44ED-99D7-DB501D191091}" type="datetime'''''''''''''''''''''''''''''''''1'''''''',05''''''''''''''4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1,054</a:t>
            </a:fld>
            <a:endParaRPr lang="en-US" sz="1100">
              <a:latin typeface="+mn-lt"/>
            </a:endParaRPr>
          </a:p>
        </p:txBody>
      </p:sp>
      <p:sp>
        <p:nvSpPr>
          <p:cNvPr id="5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gray">
          <a:xfrm>
            <a:off x="3797299" y="4465638"/>
            <a:ext cx="3889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BB27E36-51B1-4F95-9EF9-C7FDEBF56A79}" type="datetime'''''''''''1'''''''''''''''''',''''''''''2''''''5''''''''''9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1,259</a:t>
            </a:fld>
            <a:endParaRPr lang="en-US" sz="1100">
              <a:latin typeface="+mn-lt"/>
            </a:endParaRPr>
          </a:p>
        </p:txBody>
      </p:sp>
      <p:sp>
        <p:nvSpPr>
          <p:cNvPr id="5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gray">
          <a:xfrm>
            <a:off x="4878387" y="4364039"/>
            <a:ext cx="3889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3A310C3-F707-4FF7-90D0-08F40AE9CD93}" type="datetime'''''''''''''''''''1'''''',''''''''''''''4''3''''''''''''6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1,436</a:t>
            </a:fld>
            <a:endParaRPr lang="en-US" sz="1100">
              <a:latin typeface="+mn-lt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9A86A184-B4BA-EF61-A0E7-5B7866DFC4DC}"/>
              </a:ext>
            </a:extLst>
          </p:cNvPr>
          <p:cNvSpPr txBox="1"/>
          <p:nvPr/>
        </p:nvSpPr>
        <p:spPr>
          <a:xfrm>
            <a:off x="554038" y="5755569"/>
            <a:ext cx="840802" cy="338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100" b="1" i="1"/>
              <a:t>Market share</a:t>
            </a:r>
            <a:r>
              <a:rPr lang="en-US" sz="1100" b="1" i="1" baseline="30000"/>
              <a:t>1</a:t>
            </a:r>
            <a:r>
              <a:rPr lang="en-US" sz="1100" b="1" i="1"/>
              <a:t>, %</a:t>
            </a:r>
          </a:p>
        </p:txBody>
      </p:sp>
      <p:sp>
        <p:nvSpPr>
          <p:cNvPr id="200" name="Oval 199">
            <a:extLst>
              <a:ext uri="{FF2B5EF4-FFF2-40B4-BE49-F238E27FC236}">
                <a16:creationId xmlns:a16="http://schemas.microsoft.com/office/drawing/2014/main" id="{8F3E44C7-FF13-C251-B9A3-B835951D0DC8}"/>
              </a:ext>
            </a:extLst>
          </p:cNvPr>
          <p:cNvSpPr/>
          <p:nvPr/>
        </p:nvSpPr>
        <p:spPr>
          <a:xfrm>
            <a:off x="1549082" y="5727177"/>
            <a:ext cx="527050" cy="161837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N/A</a:t>
            </a:r>
          </a:p>
        </p:txBody>
      </p:sp>
      <p:sp>
        <p:nvSpPr>
          <p:cNvPr id="201" name="Oval 200">
            <a:extLst>
              <a:ext uri="{FF2B5EF4-FFF2-40B4-BE49-F238E27FC236}">
                <a16:creationId xmlns:a16="http://schemas.microsoft.com/office/drawing/2014/main" id="{A6F9BC12-6E94-E587-A29E-ED5182DA6F97}"/>
              </a:ext>
            </a:extLst>
          </p:cNvPr>
          <p:cNvSpPr/>
          <p:nvPr/>
        </p:nvSpPr>
        <p:spPr>
          <a:xfrm>
            <a:off x="1549082" y="5940867"/>
            <a:ext cx="527050" cy="161837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5%</a:t>
            </a: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202" name="Oval 201">
            <a:extLst>
              <a:ext uri="{FF2B5EF4-FFF2-40B4-BE49-F238E27FC236}">
                <a16:creationId xmlns:a16="http://schemas.microsoft.com/office/drawing/2014/main" id="{66DD3626-9387-D413-EB53-431FBCE56DE8}"/>
              </a:ext>
            </a:extLst>
          </p:cNvPr>
          <p:cNvSpPr/>
          <p:nvPr/>
        </p:nvSpPr>
        <p:spPr>
          <a:xfrm>
            <a:off x="3730688" y="5727177"/>
            <a:ext cx="527050" cy="161837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N/A</a:t>
            </a:r>
          </a:p>
        </p:txBody>
      </p:sp>
      <p:sp>
        <p:nvSpPr>
          <p:cNvPr id="203" name="Oval 202">
            <a:extLst>
              <a:ext uri="{FF2B5EF4-FFF2-40B4-BE49-F238E27FC236}">
                <a16:creationId xmlns:a16="http://schemas.microsoft.com/office/drawing/2014/main" id="{B434F03F-A11E-7921-36D6-C4F3A082274B}"/>
              </a:ext>
            </a:extLst>
          </p:cNvPr>
          <p:cNvSpPr/>
          <p:nvPr/>
        </p:nvSpPr>
        <p:spPr>
          <a:xfrm>
            <a:off x="3730688" y="5940867"/>
            <a:ext cx="527050" cy="161837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6%</a:t>
            </a: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204" name="Oval 203">
            <a:extLst>
              <a:ext uri="{FF2B5EF4-FFF2-40B4-BE49-F238E27FC236}">
                <a16:creationId xmlns:a16="http://schemas.microsoft.com/office/drawing/2014/main" id="{3B9C0B77-2D85-5AD9-7948-EEA435B23A18}"/>
              </a:ext>
            </a:extLst>
          </p:cNvPr>
          <p:cNvSpPr/>
          <p:nvPr/>
        </p:nvSpPr>
        <p:spPr>
          <a:xfrm>
            <a:off x="4810823" y="5727177"/>
            <a:ext cx="527050" cy="161837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N/A</a:t>
            </a:r>
          </a:p>
        </p:txBody>
      </p:sp>
      <p:sp>
        <p:nvSpPr>
          <p:cNvPr id="205" name="Oval 204">
            <a:extLst>
              <a:ext uri="{FF2B5EF4-FFF2-40B4-BE49-F238E27FC236}">
                <a16:creationId xmlns:a16="http://schemas.microsoft.com/office/drawing/2014/main" id="{AB37A36C-0165-E519-260D-DBF47120AC86}"/>
              </a:ext>
            </a:extLst>
          </p:cNvPr>
          <p:cNvSpPr/>
          <p:nvPr/>
        </p:nvSpPr>
        <p:spPr>
          <a:xfrm>
            <a:off x="4810823" y="5940867"/>
            <a:ext cx="527050" cy="161837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6%</a:t>
            </a: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11D4E165-9DBE-0D2E-D293-929D1828D62C}"/>
              </a:ext>
            </a:extLst>
          </p:cNvPr>
          <p:cNvSpPr/>
          <p:nvPr/>
        </p:nvSpPr>
        <p:spPr>
          <a:xfrm>
            <a:off x="2629217" y="5727177"/>
            <a:ext cx="527050" cy="161837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N/A</a:t>
            </a:r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16D959BD-A104-B805-C529-57CE587F95D9}"/>
              </a:ext>
            </a:extLst>
          </p:cNvPr>
          <p:cNvSpPr/>
          <p:nvPr/>
        </p:nvSpPr>
        <p:spPr>
          <a:xfrm>
            <a:off x="2629217" y="5940867"/>
            <a:ext cx="527050" cy="161837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6%</a:t>
            </a:r>
            <a:endParaRPr lang="en-US" sz="1000" err="1">
              <a:solidFill>
                <a:schemeClr val="bg1"/>
              </a:solidFill>
            </a:endParaRPr>
          </a:p>
        </p:txBody>
      </p:sp>
      <p:graphicFrame>
        <p:nvGraphicFramePr>
          <p:cNvPr id="48" name="Chart 47">
            <a:extLst>
              <a:ext uri="{FF2B5EF4-FFF2-40B4-BE49-F238E27FC236}">
                <a16:creationId xmlns:a16="http://schemas.microsoft.com/office/drawing/2014/main" id="{00DC23E1-901E-DD99-A55D-686A95D04F82}"/>
              </a:ext>
            </a:extLst>
          </p:cNvPr>
          <p:cNvGraphicFramePr/>
          <p:nvPr>
            <p:custDataLst>
              <p:tags r:id="rId15"/>
            </p:custDataLst>
            <p:extLst>
              <p:ext uri="{D42A27DB-BD31-4B8C-83A1-F6EECF244321}">
                <p14:modId xmlns:p14="http://schemas.microsoft.com/office/powerpoint/2010/main" val="174373963"/>
              </p:ext>
            </p:extLst>
          </p:nvPr>
        </p:nvGraphicFramePr>
        <p:xfrm>
          <a:off x="1216025" y="2219325"/>
          <a:ext cx="4486275" cy="9953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4"/>
          </a:graphicData>
        </a:graphic>
      </p:graphicFrame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gray">
          <a:xfrm>
            <a:off x="1720850" y="2387601"/>
            <a:ext cx="236538" cy="168275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CCA0A36-46C7-412A-81C9-B37656358B50}" type="datetime'0'''',''''''''''''8''''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0,8</a:t>
            </a:fld>
            <a:endParaRPr lang="en-US" sz="1100">
              <a:latin typeface="+mn-lt"/>
            </a:endParaRP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gray">
          <a:xfrm>
            <a:off x="1682749" y="2720976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BADF5C9-7511-4F07-B5C0-EB56C26B7C3B}" type="datetime'''''''''''4''''''''''''9,''''''''''4'''">
              <a:rPr lang="en-US" altLang="en-US" sz="1100" smtClean="0">
                <a:solidFill>
                  <a:schemeClr val="bg1"/>
                </a:solidFill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49,4</a:t>
            </a:fld>
            <a:endParaRPr lang="en-US" sz="11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gray">
          <a:xfrm>
            <a:off x="2801938" y="2332039"/>
            <a:ext cx="236538" cy="168275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EAF8E08-13DC-4AAC-9FA7-3436AC8EF7CE}" type="datetime'''''0'''''''''''''',''9''''''''''''''''''''''''''''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0,9</a:t>
            </a:fld>
            <a:endParaRPr lang="en-US" sz="1100">
              <a:latin typeface="+mn-lt"/>
            </a:endParaRPr>
          </a:p>
        </p:txBody>
      </p:sp>
      <p:sp>
        <p:nvSpPr>
          <p:cNvPr id="3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gray">
          <a:xfrm>
            <a:off x="2763837" y="2692401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2F9CBEC-578C-46AA-8621-1128AA898C4D}" type="datetime'5''3'''''''''''''',''''''''''''6'''''''''''''''''''''">
              <a:rPr lang="en-US" altLang="en-US" sz="1100" smtClean="0">
                <a:solidFill>
                  <a:schemeClr val="bg1"/>
                </a:solidFill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53,6</a:t>
            </a:fld>
            <a:endParaRPr lang="en-US" sz="11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3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gray">
          <a:xfrm>
            <a:off x="3881438" y="2276475"/>
            <a:ext cx="236538" cy="168275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753825A-36BF-4015-BA48-13738A007C27}" type="datetime'''''''''''''''''0'''''',''''''9''''''''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0,9</a:t>
            </a:fld>
            <a:endParaRPr lang="en-US" sz="1100">
              <a:latin typeface="+mn-lt"/>
            </a:endParaRPr>
          </a:p>
        </p:txBody>
      </p:sp>
      <p:sp>
        <p:nvSpPr>
          <p:cNvPr id="3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3843337" y="2665414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DE778E6-5CF3-4938-9DEE-EB0B01ADC602}" type="datetime'''''''''''''''''''''5''''''7'''''''''',''''''''''8'">
              <a:rPr lang="en-US" altLang="en-US" sz="1100" smtClean="0">
                <a:solidFill>
                  <a:schemeClr val="bg1"/>
                </a:solidFill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57,8</a:t>
            </a:fld>
            <a:endParaRPr lang="en-US" sz="11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3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gray">
          <a:xfrm>
            <a:off x="4962525" y="2224088"/>
            <a:ext cx="236538" cy="168275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47DAA64-D343-4D47-BAB3-730FBE15ABE0}" type="datetime'''''''''''''1'''''''',''0''''''''''''''''''''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1,0</a:t>
            </a:fld>
            <a:endParaRPr lang="en-US" sz="1100">
              <a:latin typeface="+mn-lt"/>
            </a:endParaRPr>
          </a:p>
        </p:txBody>
      </p:sp>
      <p:sp>
        <p:nvSpPr>
          <p:cNvPr id="3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4924424" y="2638426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76FC2E2-2970-4D9A-B47E-FA879BBF627B}" type="datetime'''''''61'''''''''',''''''''''''7'''''''''''''''">
              <a:rPr lang="en-US" altLang="en-US" sz="1100" smtClean="0">
                <a:solidFill>
                  <a:schemeClr val="bg1"/>
                </a:solidFill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61,7</a:t>
            </a:fld>
            <a:endParaRPr lang="en-US" sz="11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984037D2-D7FE-E149-6320-1681400A08C5}"/>
              </a:ext>
            </a:extLst>
          </p:cNvPr>
          <p:cNvSpPr txBox="1"/>
          <p:nvPr/>
        </p:nvSpPr>
        <p:spPr>
          <a:xfrm>
            <a:off x="554038" y="3450998"/>
            <a:ext cx="687533" cy="338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100" b="1" i="1"/>
              <a:t>Market share, %</a:t>
            </a:r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1B92CCDC-5C84-B89F-252D-5C5ED6ECF862}"/>
              </a:ext>
            </a:extLst>
          </p:cNvPr>
          <p:cNvSpPr/>
          <p:nvPr/>
        </p:nvSpPr>
        <p:spPr>
          <a:xfrm>
            <a:off x="1549082" y="3422606"/>
            <a:ext cx="527050" cy="161837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000">
                <a:solidFill>
                  <a:schemeClr val="tx1"/>
                </a:solidFill>
              </a:rPr>
              <a:t>50%</a:t>
            </a:r>
            <a:endParaRPr lang="en-US" sz="1000" err="1">
              <a:solidFill>
                <a:schemeClr val="tx1"/>
              </a:solidFill>
            </a:endParaRPr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123AB8C0-D9F7-BCD6-3511-C4287BA2D852}"/>
              </a:ext>
            </a:extLst>
          </p:cNvPr>
          <p:cNvSpPr/>
          <p:nvPr/>
        </p:nvSpPr>
        <p:spPr>
          <a:xfrm>
            <a:off x="1549082" y="3636296"/>
            <a:ext cx="527050" cy="161837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38%</a:t>
            </a: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F33E8758-8B6F-B0AA-C4CB-EEA44D0ECB01}"/>
              </a:ext>
            </a:extLst>
          </p:cNvPr>
          <p:cNvSpPr/>
          <p:nvPr/>
        </p:nvSpPr>
        <p:spPr>
          <a:xfrm>
            <a:off x="3730688" y="3422606"/>
            <a:ext cx="527050" cy="161837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000">
                <a:solidFill>
                  <a:schemeClr val="tx1"/>
                </a:solidFill>
              </a:rPr>
              <a:t>53%</a:t>
            </a:r>
            <a:endParaRPr lang="en-US" sz="1000" err="1">
              <a:solidFill>
                <a:schemeClr val="tx1"/>
              </a:solidFill>
            </a:endParaRPr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3063109A-B590-7C59-8158-796C5CE4E4E5}"/>
              </a:ext>
            </a:extLst>
          </p:cNvPr>
          <p:cNvSpPr/>
          <p:nvPr/>
        </p:nvSpPr>
        <p:spPr>
          <a:xfrm>
            <a:off x="3730688" y="3636296"/>
            <a:ext cx="527050" cy="161837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39%</a:t>
            </a: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04498EB6-204A-2FCB-5CFD-50704EE7C6FC}"/>
              </a:ext>
            </a:extLst>
          </p:cNvPr>
          <p:cNvSpPr/>
          <p:nvPr/>
        </p:nvSpPr>
        <p:spPr>
          <a:xfrm>
            <a:off x="4810823" y="3422606"/>
            <a:ext cx="527050" cy="161837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000">
                <a:solidFill>
                  <a:schemeClr val="tx1"/>
                </a:solidFill>
              </a:rPr>
              <a:t>54%</a:t>
            </a:r>
            <a:endParaRPr lang="en-US" sz="1000" err="1">
              <a:solidFill>
                <a:schemeClr val="tx1"/>
              </a:solidFill>
            </a:endParaRPr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484A517B-F298-1E8A-5637-CE2381B27A4E}"/>
              </a:ext>
            </a:extLst>
          </p:cNvPr>
          <p:cNvSpPr/>
          <p:nvPr/>
        </p:nvSpPr>
        <p:spPr>
          <a:xfrm>
            <a:off x="4810823" y="3636296"/>
            <a:ext cx="527050" cy="161837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40%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33DBC183-BBE8-C7D4-8369-8568F9BC0C7D}"/>
              </a:ext>
            </a:extLst>
          </p:cNvPr>
          <p:cNvSpPr/>
          <p:nvPr/>
        </p:nvSpPr>
        <p:spPr>
          <a:xfrm>
            <a:off x="2629217" y="3422606"/>
            <a:ext cx="527050" cy="161837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000">
                <a:solidFill>
                  <a:schemeClr val="tx1"/>
                </a:solidFill>
              </a:rPr>
              <a:t>52%</a:t>
            </a: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CD884995-5F3D-A87B-5D10-28884E1CB80E}"/>
              </a:ext>
            </a:extLst>
          </p:cNvPr>
          <p:cNvSpPr/>
          <p:nvPr/>
        </p:nvSpPr>
        <p:spPr>
          <a:xfrm>
            <a:off x="2629217" y="3636296"/>
            <a:ext cx="527050" cy="161837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39%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373F2409-FEB5-C9D2-0477-2BA3A9C4AA42}"/>
              </a:ext>
            </a:extLst>
          </p:cNvPr>
          <p:cNvSpPr txBox="1"/>
          <p:nvPr/>
        </p:nvSpPr>
        <p:spPr>
          <a:xfrm>
            <a:off x="6572187" y="1712342"/>
            <a:ext cx="5065775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Net banking income, </a:t>
            </a:r>
            <a:r>
              <a:rPr lang="en-US" sz="1200" i="1"/>
              <a:t>AZN MN</a:t>
            </a:r>
          </a:p>
        </p:txBody>
      </p:sp>
      <p:cxnSp>
        <p:nvCxnSpPr>
          <p:cNvPr id="123" name="LineBasicDefault 299">
            <a:extLst>
              <a:ext uri="{FF2B5EF4-FFF2-40B4-BE49-F238E27FC236}">
                <a16:creationId xmlns:a16="http://schemas.microsoft.com/office/drawing/2014/main" id="{1E48657B-2926-D44D-E8AD-97CF4B11FE16}"/>
              </a:ext>
            </a:extLst>
          </p:cNvPr>
          <p:cNvCxnSpPr>
            <a:cxnSpLocks/>
          </p:cNvCxnSpPr>
          <p:nvPr>
            <p:custDataLst>
              <p:tags r:id="rId24"/>
            </p:custDataLst>
          </p:nvPr>
        </p:nvCxnSpPr>
        <p:spPr>
          <a:xfrm>
            <a:off x="6572187" y="1919232"/>
            <a:ext cx="5065775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LineBasicDefault 299">
            <a:extLst>
              <a:ext uri="{FF2B5EF4-FFF2-40B4-BE49-F238E27FC236}">
                <a16:creationId xmlns:a16="http://schemas.microsoft.com/office/drawing/2014/main" id="{7363272A-148B-4219-65A8-318466CB93BD}"/>
              </a:ext>
            </a:extLst>
          </p:cNvPr>
          <p:cNvCxnSpPr>
            <a:cxnSpLocks/>
          </p:cNvCxnSpPr>
          <p:nvPr>
            <p:custDataLst>
              <p:tags r:id="rId25"/>
            </p:custDataLst>
          </p:nvPr>
        </p:nvCxnSpPr>
        <p:spPr>
          <a:xfrm>
            <a:off x="6572187" y="6317006"/>
            <a:ext cx="5065775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6" name="Chart 125">
            <a:extLst>
              <a:ext uri="{FF2B5EF4-FFF2-40B4-BE49-F238E27FC236}">
                <a16:creationId xmlns:a16="http://schemas.microsoft.com/office/drawing/2014/main" id="{8691B429-83FD-6877-03FD-7A16D100C926}"/>
              </a:ext>
            </a:extLst>
          </p:cNvPr>
          <p:cNvGraphicFramePr/>
          <p:nvPr>
            <p:custDataLst>
              <p:tags r:id="rId26"/>
            </p:custDataLst>
            <p:extLst>
              <p:ext uri="{D42A27DB-BD31-4B8C-83A1-F6EECF244321}">
                <p14:modId xmlns:p14="http://schemas.microsoft.com/office/powerpoint/2010/main" val="2810516968"/>
              </p:ext>
            </p:extLst>
          </p:nvPr>
        </p:nvGraphicFramePr>
        <p:xfrm>
          <a:off x="7234238" y="2055813"/>
          <a:ext cx="4486275" cy="35782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5"/>
          </a:graphicData>
        </a:graphic>
      </p:graphicFrame>
      <p:sp>
        <p:nvSpPr>
          <p:cNvPr id="128" name="Text Placeholder 4">
            <a:extLst>
              <a:ext uri="{FF2B5EF4-FFF2-40B4-BE49-F238E27FC236}">
                <a16:creationId xmlns:a16="http://schemas.microsoft.com/office/drawing/2014/main" id="{45417BD5-2353-1022-9D8D-5C8B9FDBB49B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auto">
          <a:xfrm>
            <a:off x="7585075" y="5434013"/>
            <a:ext cx="5429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US" sz="1100">
                <a:latin typeface="+mn-lt"/>
              </a:rPr>
              <a:t>2026 (F)</a:t>
            </a:r>
          </a:p>
        </p:txBody>
      </p:sp>
      <p:sp>
        <p:nvSpPr>
          <p:cNvPr id="132" name="Text Placeholder 4">
            <a:extLst>
              <a:ext uri="{FF2B5EF4-FFF2-40B4-BE49-F238E27FC236}">
                <a16:creationId xmlns:a16="http://schemas.microsoft.com/office/drawing/2014/main" id="{3A775E03-69F4-1677-5EA5-BC7C8FE1DEE3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auto">
          <a:xfrm>
            <a:off x="8742363" y="5434013"/>
            <a:ext cx="390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AD3A16B-85AF-48D6-9BEF-D06773819C80}" type="datetime'''''''''''''''''''''''''2''''''7''''''''''''''''''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27</a:t>
            </a:fld>
            <a:r>
              <a:rPr lang="en-US" altLang="en-US" sz="1100">
                <a:latin typeface="+mn-lt"/>
              </a:rPr>
              <a:t> (F)</a:t>
            </a:r>
            <a:endParaRPr lang="en-US" sz="1100">
              <a:latin typeface="+mn-lt"/>
            </a:endParaRPr>
          </a:p>
        </p:txBody>
      </p:sp>
      <p:sp>
        <p:nvSpPr>
          <p:cNvPr id="133" name="Text Placeholder 4">
            <a:extLst>
              <a:ext uri="{FF2B5EF4-FFF2-40B4-BE49-F238E27FC236}">
                <a16:creationId xmlns:a16="http://schemas.microsoft.com/office/drawing/2014/main" id="{E0C732BE-022B-12BE-8CAE-D1882C45C650}"/>
              </a:ext>
            </a:extLst>
          </p:cNvPr>
          <p:cNvSpPr>
            <a:spLocks noGrp="1"/>
          </p:cNvSpPr>
          <p:nvPr>
            <p:custDataLst>
              <p:tags r:id="rId29"/>
            </p:custDataLst>
          </p:nvPr>
        </p:nvSpPr>
        <p:spPr bwMode="auto">
          <a:xfrm>
            <a:off x="9821863" y="5434013"/>
            <a:ext cx="390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57C11F9-6E46-4D43-9E4D-44D0A8D89E13}" type="datetime'''''''''''2''''''8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28</a:t>
            </a:fld>
            <a:r>
              <a:rPr lang="en-US" altLang="en-US" sz="1100">
                <a:latin typeface="+mn-lt"/>
              </a:rPr>
              <a:t> (F)</a:t>
            </a:r>
            <a:endParaRPr lang="en-US" sz="1100">
              <a:latin typeface="+mn-lt"/>
            </a:endParaRPr>
          </a:p>
        </p:txBody>
      </p:sp>
      <p:sp>
        <p:nvSpPr>
          <p:cNvPr id="134" name="Text Placeholder 4">
            <a:extLst>
              <a:ext uri="{FF2B5EF4-FFF2-40B4-BE49-F238E27FC236}">
                <a16:creationId xmlns:a16="http://schemas.microsoft.com/office/drawing/2014/main" id="{0F79BBA5-5C52-2B46-B18A-26998E58F92F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auto">
          <a:xfrm>
            <a:off x="10826750" y="5434013"/>
            <a:ext cx="5429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A6D0B0B-4643-4741-B493-FBD38555913E}" type="datetime'''''''''''''2''''''''''''''''0''''''''''''''''''''''29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2029</a:t>
            </a:fld>
            <a:r>
              <a:rPr lang="en-US" altLang="en-US" sz="1100">
                <a:latin typeface="+mn-lt"/>
              </a:rPr>
              <a:t> (F)</a:t>
            </a:r>
            <a:endParaRPr lang="en-US" sz="1100">
              <a:latin typeface="+mn-lt"/>
            </a:endParaRPr>
          </a:p>
        </p:txBody>
      </p:sp>
      <p:sp>
        <p:nvSpPr>
          <p:cNvPr id="135" name="Text Placeholder 4">
            <a:extLst>
              <a:ext uri="{FF2B5EF4-FFF2-40B4-BE49-F238E27FC236}">
                <a16:creationId xmlns:a16="http://schemas.microsoft.com/office/drawing/2014/main" id="{24C574EF-FCC4-8152-7562-86165EF290AC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gray">
          <a:xfrm>
            <a:off x="7759700" y="3370263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44421B2-C33F-48F9-96C9-6E9FB0D25A4B}" type="datetime'''''''''''''7''''''''''''''''''''''''1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71</a:t>
            </a:fld>
            <a:endParaRPr lang="en-US" sz="1100">
              <a:latin typeface="+mn-lt"/>
            </a:endParaRPr>
          </a:p>
        </p:txBody>
      </p:sp>
      <p:sp>
        <p:nvSpPr>
          <p:cNvPr id="136" name="Text Placeholder 4">
            <a:extLst>
              <a:ext uri="{FF2B5EF4-FFF2-40B4-BE49-F238E27FC236}">
                <a16:creationId xmlns:a16="http://schemas.microsoft.com/office/drawing/2014/main" id="{6276544F-0858-49EC-00A3-4D58DAC79B90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8840788" y="2982913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13941FA-F070-4E5A-A3D8-AB9B137CDD4C}" type="datetime'''''''''8''''''''''''''''7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87</a:t>
            </a:fld>
            <a:endParaRPr lang="en-US" sz="1100">
              <a:latin typeface="+mn-lt"/>
            </a:endParaRPr>
          </a:p>
        </p:txBody>
      </p:sp>
      <p:sp>
        <p:nvSpPr>
          <p:cNvPr id="138" name="Text Placeholder 4">
            <a:extLst>
              <a:ext uri="{FF2B5EF4-FFF2-40B4-BE49-F238E27FC236}">
                <a16:creationId xmlns:a16="http://schemas.microsoft.com/office/drawing/2014/main" id="{CFC0050C-C6EB-DD3C-9A4C-57064982EE2E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gray">
          <a:xfrm>
            <a:off x="9882188" y="2527300"/>
            <a:ext cx="2698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3599278-CFAA-4665-9ACB-03419E2B1284}" type="datetime'''''''''''''1''0''''''''''''''''''''''''''''''''''4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104</a:t>
            </a:fld>
            <a:endParaRPr lang="en-US" sz="1100">
              <a:latin typeface="+mn-lt"/>
            </a:endParaRPr>
          </a:p>
        </p:txBody>
      </p:sp>
      <p:sp>
        <p:nvSpPr>
          <p:cNvPr id="139" name="Text Placeholder 4">
            <a:extLst>
              <a:ext uri="{FF2B5EF4-FFF2-40B4-BE49-F238E27FC236}">
                <a16:creationId xmlns:a16="http://schemas.microsoft.com/office/drawing/2014/main" id="{55B9A31C-F632-053C-49CC-B29DA812BDA8}"/>
              </a:ext>
            </a:extLst>
          </p:cNvPr>
          <p:cNvSpPr>
            <a:spLocks noGrp="1"/>
          </p:cNvSpPr>
          <p:nvPr>
            <p:custDataLst>
              <p:tags r:id="rId34"/>
            </p:custDataLst>
          </p:nvPr>
        </p:nvSpPr>
        <p:spPr bwMode="gray">
          <a:xfrm>
            <a:off x="10963275" y="2108200"/>
            <a:ext cx="2698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6E5E79C-6FFA-451A-ADE5-BCEB4D158796}" type="datetime'''''''''''''''1''''''''''''''''''''''''''2''1'''''''''''''">
              <a:rPr lang="en-US" altLang="en-US" sz="11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121</a:t>
            </a:fld>
            <a:endParaRPr lang="en-US" sz="1100">
              <a:latin typeface="+mn-lt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113DF39A-4691-7115-FAF1-290DF5CEF8C4}"/>
              </a:ext>
            </a:extLst>
          </p:cNvPr>
          <p:cNvSpPr txBox="1"/>
          <p:nvPr/>
        </p:nvSpPr>
        <p:spPr>
          <a:xfrm>
            <a:off x="6572250" y="5755041"/>
            <a:ext cx="687388" cy="338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100" b="1" i="1"/>
              <a:t>NFI/NBI, %</a:t>
            </a: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A33BCCD-2E97-56BF-9109-75281E33FFDA}"/>
              </a:ext>
            </a:extLst>
          </p:cNvPr>
          <p:cNvSpPr/>
          <p:nvPr/>
        </p:nvSpPr>
        <p:spPr>
          <a:xfrm>
            <a:off x="7567613" y="5726466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000">
                <a:solidFill>
                  <a:schemeClr val="tx1"/>
                </a:solidFill>
              </a:rPr>
              <a:t>38%</a:t>
            </a:r>
            <a:endParaRPr lang="en-US" sz="1000" err="1">
              <a:solidFill>
                <a:schemeClr val="tx1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E501D959-4C80-633E-0BAD-1126076F0B0A}"/>
              </a:ext>
            </a:extLst>
          </p:cNvPr>
          <p:cNvSpPr/>
          <p:nvPr/>
        </p:nvSpPr>
        <p:spPr>
          <a:xfrm>
            <a:off x="7567613" y="5940779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48%</a:t>
            </a: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38554360-1F29-4B8B-7E3D-2F0A50E16443}"/>
              </a:ext>
            </a:extLst>
          </p:cNvPr>
          <p:cNvSpPr/>
          <p:nvPr/>
        </p:nvSpPr>
        <p:spPr>
          <a:xfrm>
            <a:off x="9748838" y="5726466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000">
                <a:solidFill>
                  <a:schemeClr val="tx1"/>
                </a:solidFill>
              </a:rPr>
              <a:t>36%</a:t>
            </a:r>
            <a:endParaRPr lang="en-US" sz="1000" err="1">
              <a:solidFill>
                <a:schemeClr val="tx1"/>
              </a:solidFill>
            </a:endParaRPr>
          </a:p>
        </p:txBody>
      </p:sp>
      <p:sp>
        <p:nvSpPr>
          <p:cNvPr id="149" name="Oval 148">
            <a:extLst>
              <a:ext uri="{FF2B5EF4-FFF2-40B4-BE49-F238E27FC236}">
                <a16:creationId xmlns:a16="http://schemas.microsoft.com/office/drawing/2014/main" id="{E19FB1C1-2169-6387-3F0E-2E9F3BA37D63}"/>
              </a:ext>
            </a:extLst>
          </p:cNvPr>
          <p:cNvSpPr/>
          <p:nvPr/>
        </p:nvSpPr>
        <p:spPr>
          <a:xfrm>
            <a:off x="9748838" y="5940779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49%</a:t>
            </a: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150" name="Oval 149">
            <a:extLst>
              <a:ext uri="{FF2B5EF4-FFF2-40B4-BE49-F238E27FC236}">
                <a16:creationId xmlns:a16="http://schemas.microsoft.com/office/drawing/2014/main" id="{29F6F2F8-96B2-2302-4778-ACBB29ED29DD}"/>
              </a:ext>
            </a:extLst>
          </p:cNvPr>
          <p:cNvSpPr/>
          <p:nvPr/>
        </p:nvSpPr>
        <p:spPr>
          <a:xfrm>
            <a:off x="10828338" y="5726466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000">
                <a:solidFill>
                  <a:schemeClr val="tx1"/>
                </a:solidFill>
              </a:rPr>
              <a:t>36%</a:t>
            </a:r>
            <a:endParaRPr lang="en-US" sz="1000" err="1">
              <a:solidFill>
                <a:schemeClr val="tx1"/>
              </a:solidFill>
            </a:endParaRPr>
          </a:p>
        </p:txBody>
      </p:sp>
      <p:sp>
        <p:nvSpPr>
          <p:cNvPr id="151" name="Oval 150">
            <a:extLst>
              <a:ext uri="{FF2B5EF4-FFF2-40B4-BE49-F238E27FC236}">
                <a16:creationId xmlns:a16="http://schemas.microsoft.com/office/drawing/2014/main" id="{CAC8FE65-40AC-47C9-90F4-FE4993DE2B75}"/>
              </a:ext>
            </a:extLst>
          </p:cNvPr>
          <p:cNvSpPr/>
          <p:nvPr/>
        </p:nvSpPr>
        <p:spPr>
          <a:xfrm>
            <a:off x="10828338" y="5940779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50%</a:t>
            </a: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0CF489F4-5CDA-DB1F-3CF4-CBE328C067C2}"/>
              </a:ext>
            </a:extLst>
          </p:cNvPr>
          <p:cNvSpPr/>
          <p:nvPr/>
        </p:nvSpPr>
        <p:spPr>
          <a:xfrm>
            <a:off x="8647113" y="5726466"/>
            <a:ext cx="527050" cy="161925"/>
          </a:xfrm>
          <a:prstGeom prst="ellipse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000">
                <a:solidFill>
                  <a:schemeClr val="tx1"/>
                </a:solidFill>
              </a:rPr>
              <a:t>37%</a:t>
            </a:r>
            <a:endParaRPr lang="en-US" sz="1000" err="1">
              <a:solidFill>
                <a:schemeClr val="tx1"/>
              </a:solidFill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B0B5ABC6-196C-A049-A3A6-9E3E680647A3}"/>
              </a:ext>
            </a:extLst>
          </p:cNvPr>
          <p:cNvSpPr/>
          <p:nvPr/>
        </p:nvSpPr>
        <p:spPr>
          <a:xfrm>
            <a:off x="8647113" y="5940779"/>
            <a:ext cx="527050" cy="161925"/>
          </a:xfrm>
          <a:prstGeom prst="ellipse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bg1"/>
                </a:solidFill>
              </a:rPr>
              <a:t>48%</a:t>
            </a: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FEA2014-87CF-047A-655E-8361C32CC94F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10152063" y="960438"/>
            <a:ext cx="144463" cy="144463"/>
          </a:xfrm>
          <a:prstGeom prst="rect">
            <a:avLst/>
          </a:prstGeom>
          <a:solidFill>
            <a:schemeClr val="accent6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2D7302A-BA43-1C83-5FB2-605A26C637BA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11136313" y="960438"/>
            <a:ext cx="144463" cy="144463"/>
          </a:xfrm>
          <a:prstGeom prst="rect">
            <a:avLst/>
          </a:prstGeom>
          <a:solidFill>
            <a:schemeClr val="accent2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7"/>
            </p:custDataLst>
          </p:nvPr>
        </p:nvSpPr>
        <p:spPr bwMode="auto">
          <a:xfrm>
            <a:off x="10347325" y="957263"/>
            <a:ext cx="687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060B7BE5-63DA-44C9-A31A-2CCB772AEE60}" type="datetime'Co''''m''m''er''''''''''c''''i''''''a''''l'''''''''''''''''''">
              <a:rPr lang="en-US" altLang="en-US" sz="105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1050">
              <a:latin typeface="+mn-lt"/>
            </a:endParaRP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8"/>
            </p:custDataLst>
          </p:nvPr>
        </p:nvSpPr>
        <p:spPr bwMode="auto">
          <a:xfrm>
            <a:off x="11331575" y="957263"/>
            <a:ext cx="2524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40CB5224-6BCC-4DBA-A7D9-351AF51F72A9}" type="datetime'''''''''''''''''''''''S''''''''''''M''E'''''''''''">
              <a:rPr lang="en-US" altLang="en-US" sz="105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SME</a:t>
            </a:fld>
            <a:endParaRPr lang="en-US" sz="1050">
              <a:latin typeface="+mn-lt"/>
            </a:endParaRPr>
          </a:p>
        </p:txBody>
      </p:sp>
      <p:sp>
        <p:nvSpPr>
          <p:cNvPr id="29" name="Sticker">
            <a:extLst>
              <a:ext uri="{FF2B5EF4-FFF2-40B4-BE49-F238E27FC236}">
                <a16:creationId xmlns:a16="http://schemas.microsoft.com/office/drawing/2014/main" id="{D36A15B4-4D6B-87C7-7083-DECA8C4A6E72}"/>
              </a:ext>
            </a:extLst>
          </p:cNvPr>
          <p:cNvSpPr txBox="1"/>
          <p:nvPr/>
        </p:nvSpPr>
        <p:spPr>
          <a:xfrm>
            <a:off x="999067" y="0"/>
            <a:ext cx="11192933" cy="216513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36576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 rtl="0"/>
            <a:r>
              <a:rPr lang="en-US">
                <a:latin typeface="+mn-lt"/>
              </a:rPr>
              <a:t>detailed 2026 forecast figures have not been provided. Once the forecast is provided, ANALYSIS FIGURES CAN BE UPDATED</a:t>
            </a:r>
          </a:p>
        </p:txBody>
      </p:sp>
      <p:sp>
        <p:nvSpPr>
          <p:cNvPr id="116" name="4. Footnote">
            <a:extLst>
              <a:ext uri="{FF2B5EF4-FFF2-40B4-BE49-F238E27FC236}">
                <a16:creationId xmlns:a16="http://schemas.microsoft.com/office/drawing/2014/main" id="{521D9907-3B95-964A-1516-0CC6FF12BEAD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554736" y="6361267"/>
            <a:ext cx="11082528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1. Commercial market share not available since not reported in CBAR</a:t>
            </a:r>
          </a:p>
        </p:txBody>
      </p:sp>
      <p:sp>
        <p:nvSpPr>
          <p:cNvPr id="3" name="Sticker">
            <a:extLst>
              <a:ext uri="{FF2B5EF4-FFF2-40B4-BE49-F238E27FC236}">
                <a16:creationId xmlns:a16="http://schemas.microsoft.com/office/drawing/2014/main" id="{6342234F-63AA-5B5C-29B8-617CDCE5C256}"/>
              </a:ext>
            </a:extLst>
          </p:cNvPr>
          <p:cNvSpPr txBox="1"/>
          <p:nvPr/>
        </p:nvSpPr>
        <p:spPr>
          <a:xfrm>
            <a:off x="582493" y="1410944"/>
            <a:ext cx="2200512" cy="123111"/>
          </a:xfrm>
          <a:prstGeom prst="rect">
            <a:avLst/>
          </a:prstGeom>
          <a:solidFill>
            <a:schemeClr val="bg1"/>
          </a:solidFill>
          <a:ln w="6350">
            <a:noFill/>
            <a:miter lim="800000"/>
          </a:ln>
        </p:spPr>
        <p:txBody>
          <a:bodyPr vert="horz" wrap="square" lIns="0" tIns="0" rIns="0" bIns="0" rtlCol="0" anchor="ctr" anchorCtr="0">
            <a:sp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rtl="0"/>
            <a:r>
              <a:rPr lang="en-US">
                <a:solidFill>
                  <a:srgbClr val="C00000"/>
                </a:solidFill>
                <a:latin typeface="+mn-lt"/>
              </a:rPr>
              <a:t>Preliminary - to be further verified</a:t>
            </a:r>
          </a:p>
        </p:txBody>
      </p:sp>
    </p:spTree>
    <p:extLst>
      <p:ext uri="{BB962C8B-B14F-4D97-AF65-F5344CB8AC3E}">
        <p14:creationId xmlns:p14="http://schemas.microsoft.com/office/powerpoint/2010/main" val="391117929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E69339AE-BF5C-B067-1FEC-70C6F777E6A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88116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606" imgH="608" progId="TCLayout.ActiveDocument.1">
                  <p:embed/>
                </p:oleObj>
              </mc:Choice>
              <mc:Fallback>
                <p:oleObj name="think-cell Slide" r:id="rId4" imgW="606" imgH="608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69339AE-BF5C-B067-1FEC-70C6F777E6A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9F4EB693-F7EC-3313-F338-EEE9D158917D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 commits to follow a holistic strategy in commercial and SME segments to unlock its growth trajectory to 2029</a:t>
            </a:r>
          </a:p>
        </p:txBody>
      </p:sp>
      <p:sp>
        <p:nvSpPr>
          <p:cNvPr id="35" name="Isosceles Triangle 34">
            <a:extLst>
              <a:ext uri="{FF2B5EF4-FFF2-40B4-BE49-F238E27FC236}">
                <a16:creationId xmlns:a16="http://schemas.microsoft.com/office/drawing/2014/main" id="{E5ECD2AC-34CE-039A-EFF3-2A6313DE3B30}"/>
              </a:ext>
            </a:extLst>
          </p:cNvPr>
          <p:cNvSpPr/>
          <p:nvPr/>
        </p:nvSpPr>
        <p:spPr>
          <a:xfrm>
            <a:off x="1058486" y="1619250"/>
            <a:ext cx="10075025" cy="738664"/>
          </a:xfrm>
          <a:prstGeom prst="triangle">
            <a:avLst/>
          </a:prstGeom>
          <a:solidFill>
            <a:schemeClr val="bg1">
              <a:lumMod val="8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2C1F792C-5117-86B0-B748-21F20E1BF5DA}"/>
              </a:ext>
            </a:extLst>
          </p:cNvPr>
          <p:cNvSpPr/>
          <p:nvPr/>
        </p:nvSpPr>
        <p:spPr>
          <a:xfrm>
            <a:off x="1058486" y="4752437"/>
            <a:ext cx="10075025" cy="19062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ED1247B-1FA1-39D6-0343-09364424AEDC}"/>
              </a:ext>
            </a:extLst>
          </p:cNvPr>
          <p:cNvSpPr/>
          <p:nvPr/>
        </p:nvSpPr>
        <p:spPr>
          <a:xfrm>
            <a:off x="554734" y="4971512"/>
            <a:ext cx="11082528" cy="19062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7BFE5CBC-E967-ADAB-A5B8-DB884183ABFB}"/>
              </a:ext>
            </a:extLst>
          </p:cNvPr>
          <p:cNvSpPr/>
          <p:nvPr/>
        </p:nvSpPr>
        <p:spPr>
          <a:xfrm>
            <a:off x="554734" y="5190587"/>
            <a:ext cx="11082528" cy="800100"/>
          </a:xfrm>
          <a:prstGeom prst="roundRect">
            <a:avLst/>
          </a:prstGeom>
          <a:solidFill>
            <a:schemeClr val="accent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6F24B58-6F5B-ED07-64A9-8E042E116E71}"/>
              </a:ext>
            </a:extLst>
          </p:cNvPr>
          <p:cNvSpPr/>
          <p:nvPr/>
        </p:nvSpPr>
        <p:spPr>
          <a:xfrm>
            <a:off x="554734" y="2390775"/>
            <a:ext cx="11082528" cy="19062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F5B3747-8A15-6C01-C8E3-203E143F9374}"/>
              </a:ext>
            </a:extLst>
          </p:cNvPr>
          <p:cNvGrpSpPr/>
          <p:nvPr/>
        </p:nvGrpSpPr>
        <p:grpSpPr>
          <a:xfrm>
            <a:off x="2477178" y="5334620"/>
            <a:ext cx="8990921" cy="546479"/>
            <a:chOff x="2477179" y="5050698"/>
            <a:chExt cx="4827816" cy="546479"/>
          </a:xfrm>
        </p:grpSpPr>
        <p:sp>
          <p:nvSpPr>
            <p:cNvPr id="52" name="Rectangle: Rounded Corners 51">
              <a:extLst>
                <a:ext uri="{FF2B5EF4-FFF2-40B4-BE49-F238E27FC236}">
                  <a16:creationId xmlns:a16="http://schemas.microsoft.com/office/drawing/2014/main" id="{5B4B4476-8D98-1F62-1DB2-B59D10DDE100}"/>
                </a:ext>
              </a:extLst>
            </p:cNvPr>
            <p:cNvSpPr/>
            <p:nvPr/>
          </p:nvSpPr>
          <p:spPr>
            <a:xfrm>
              <a:off x="2477179" y="5050698"/>
              <a:ext cx="1542371" cy="546479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>
                  <a:solidFill>
                    <a:schemeClr val="tx1"/>
                  </a:solidFill>
                </a:rPr>
                <a:t>Best-in-class CX</a:t>
              </a:r>
            </a:p>
          </p:txBody>
        </p:sp>
        <p:sp>
          <p:nvSpPr>
            <p:cNvPr id="53" name="Rectangle: Rounded Corners 52">
              <a:extLst>
                <a:ext uri="{FF2B5EF4-FFF2-40B4-BE49-F238E27FC236}">
                  <a16:creationId xmlns:a16="http://schemas.microsoft.com/office/drawing/2014/main" id="{1CD00B85-8983-57BE-5B47-7EFDE79DCD90}"/>
                </a:ext>
              </a:extLst>
            </p:cNvPr>
            <p:cNvSpPr/>
            <p:nvPr/>
          </p:nvSpPr>
          <p:spPr>
            <a:xfrm>
              <a:off x="4119902" y="5050698"/>
              <a:ext cx="1542371" cy="546479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>
                  <a:solidFill>
                    <a:schemeClr val="tx1"/>
                  </a:solidFill>
                </a:rPr>
                <a:t>Fit for future tech &amp; AI</a:t>
              </a:r>
            </a:p>
          </p:txBody>
        </p:sp>
        <p:sp>
          <p:nvSpPr>
            <p:cNvPr id="54" name="Rectangle: Rounded Corners 53">
              <a:extLst>
                <a:ext uri="{FF2B5EF4-FFF2-40B4-BE49-F238E27FC236}">
                  <a16:creationId xmlns:a16="http://schemas.microsoft.com/office/drawing/2014/main" id="{A62846DD-D885-F17A-397F-5BBA8019D569}"/>
                </a:ext>
              </a:extLst>
            </p:cNvPr>
            <p:cNvSpPr/>
            <p:nvPr/>
          </p:nvSpPr>
          <p:spPr>
            <a:xfrm>
              <a:off x="5762624" y="5050698"/>
              <a:ext cx="1542371" cy="546479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>
                  <a:solidFill>
                    <a:schemeClr val="tx1"/>
                  </a:solidFill>
                </a:rPr>
                <a:t>Robust risk management</a:t>
              </a: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1F80CF0F-DB33-7501-B559-B96AFB6349C2}"/>
              </a:ext>
            </a:extLst>
          </p:cNvPr>
          <p:cNvSpPr txBox="1"/>
          <p:nvPr/>
        </p:nvSpPr>
        <p:spPr>
          <a:xfrm>
            <a:off x="806902" y="5392415"/>
            <a:ext cx="1501113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>
                <a:solidFill>
                  <a:schemeClr val="tx1"/>
                </a:solidFill>
              </a:rPr>
              <a:t>Change to support growth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8A650CC8-72A6-52EA-8FFD-FE0D469B506B}"/>
              </a:ext>
            </a:extLst>
          </p:cNvPr>
          <p:cNvGrpSpPr/>
          <p:nvPr/>
        </p:nvGrpSpPr>
        <p:grpSpPr>
          <a:xfrm>
            <a:off x="1354365" y="2638963"/>
            <a:ext cx="9483266" cy="1980662"/>
            <a:chOff x="1269248" y="2473863"/>
            <a:chExt cx="9483266" cy="1980662"/>
          </a:xfrm>
        </p:grpSpPr>
        <p:sp>
          <p:nvSpPr>
            <p:cNvPr id="41" name="Rectangle: Rounded Corners 40">
              <a:extLst>
                <a:ext uri="{FF2B5EF4-FFF2-40B4-BE49-F238E27FC236}">
                  <a16:creationId xmlns:a16="http://schemas.microsoft.com/office/drawing/2014/main" id="{5BB303E7-4831-EFB2-8D37-054A232202AD}"/>
                </a:ext>
              </a:extLst>
            </p:cNvPr>
            <p:cNvSpPr/>
            <p:nvPr/>
          </p:nvSpPr>
          <p:spPr>
            <a:xfrm>
              <a:off x="1269248" y="2473863"/>
              <a:ext cx="4656514" cy="1980662"/>
            </a:xfrm>
            <a:prstGeom prst="roundRect">
              <a:avLst/>
            </a:prstGeom>
            <a:solidFill>
              <a:schemeClr val="accent4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E057D2D3-6D09-046B-3533-5205F32ABA18}"/>
                </a:ext>
              </a:extLst>
            </p:cNvPr>
            <p:cNvSpPr/>
            <p:nvPr/>
          </p:nvSpPr>
          <p:spPr>
            <a:xfrm>
              <a:off x="6096000" y="2473863"/>
              <a:ext cx="4656514" cy="1980662"/>
            </a:xfrm>
            <a:prstGeom prst="roundRect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FFA5902-E203-B978-9572-E5D23D7F94A2}"/>
                </a:ext>
              </a:extLst>
            </p:cNvPr>
            <p:cNvGrpSpPr/>
            <p:nvPr/>
          </p:nvGrpSpPr>
          <p:grpSpPr>
            <a:xfrm>
              <a:off x="1439488" y="3131297"/>
              <a:ext cx="9142790" cy="1182683"/>
              <a:chOff x="1820485" y="2749661"/>
              <a:chExt cx="9142790" cy="1462716"/>
            </a:xfrm>
            <a:solidFill>
              <a:schemeClr val="accent3">
                <a:lumMod val="90000"/>
              </a:schemeClr>
            </a:solidFill>
          </p:grpSpPr>
          <p:sp>
            <p:nvSpPr>
              <p:cNvPr id="44" name="Rectangle: Rounded Corners 43">
                <a:extLst>
                  <a:ext uri="{FF2B5EF4-FFF2-40B4-BE49-F238E27FC236}">
                    <a16:creationId xmlns:a16="http://schemas.microsoft.com/office/drawing/2014/main" id="{FBFDCE71-7665-EBA7-7C00-98535386FE49}"/>
                  </a:ext>
                </a:extLst>
              </p:cNvPr>
              <p:cNvSpPr/>
              <p:nvPr/>
            </p:nvSpPr>
            <p:spPr>
              <a:xfrm>
                <a:off x="6648450" y="2749661"/>
                <a:ext cx="4314825" cy="412640"/>
              </a:xfrm>
              <a:prstGeom prst="roundRect">
                <a:avLst/>
              </a:prstGeom>
              <a:grpFill/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r>
                  <a:rPr lang="en-US" sz="1400" b="1">
                    <a:solidFill>
                      <a:schemeClr val="tx1"/>
                    </a:solidFill>
                  </a:rPr>
                  <a:t>Commercial and micro reactivation program</a:t>
                </a:r>
              </a:p>
            </p:txBody>
          </p:sp>
          <p:sp>
            <p:nvSpPr>
              <p:cNvPr id="47" name="Rectangle: Rounded Corners 46">
                <a:extLst>
                  <a:ext uri="{FF2B5EF4-FFF2-40B4-BE49-F238E27FC236}">
                    <a16:creationId xmlns:a16="http://schemas.microsoft.com/office/drawing/2014/main" id="{55F51E81-B1F4-8ACC-D3E5-E25506525B67}"/>
                  </a:ext>
                </a:extLst>
              </p:cNvPr>
              <p:cNvSpPr/>
              <p:nvPr/>
            </p:nvSpPr>
            <p:spPr>
              <a:xfrm>
                <a:off x="6648450" y="3274699"/>
                <a:ext cx="4314825" cy="412640"/>
              </a:xfrm>
              <a:prstGeom prst="roundRect">
                <a:avLst/>
              </a:prstGeom>
              <a:grpFill/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r>
                  <a:rPr lang="en-US" sz="1400" b="1">
                    <a:solidFill>
                      <a:schemeClr val="tx1"/>
                    </a:solidFill>
                  </a:rPr>
                  <a:t>Credit process transformation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a16:creationId xmlns:a16="http://schemas.microsoft.com/office/drawing/2014/main" id="{34B3FEF9-524C-CF02-912F-DF69738757D5}"/>
                  </a:ext>
                </a:extLst>
              </p:cNvPr>
              <p:cNvSpPr/>
              <p:nvPr/>
            </p:nvSpPr>
            <p:spPr>
              <a:xfrm>
                <a:off x="6648450" y="3799737"/>
                <a:ext cx="4314825" cy="412640"/>
              </a:xfrm>
              <a:prstGeom prst="roundRect">
                <a:avLst/>
              </a:prstGeom>
              <a:grpFill/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r>
                  <a:rPr lang="en-US" sz="1400" b="1">
                    <a:solidFill>
                      <a:schemeClr val="tx1"/>
                    </a:solidFill>
                  </a:rPr>
                  <a:t>Next-gen pricing and product bundling</a:t>
                </a:r>
              </a:p>
            </p:txBody>
          </p:sp>
          <p:sp>
            <p:nvSpPr>
              <p:cNvPr id="3" name="Rectangle: Rounded Corners 2">
                <a:extLst>
                  <a:ext uri="{FF2B5EF4-FFF2-40B4-BE49-F238E27FC236}">
                    <a16:creationId xmlns:a16="http://schemas.microsoft.com/office/drawing/2014/main" id="{46BEA774-E41A-7B71-A5EC-94C7F389280B}"/>
                  </a:ext>
                </a:extLst>
              </p:cNvPr>
              <p:cNvSpPr/>
              <p:nvPr/>
            </p:nvSpPr>
            <p:spPr>
              <a:xfrm>
                <a:off x="1820485" y="2749661"/>
                <a:ext cx="4314825" cy="412640"/>
              </a:xfrm>
              <a:prstGeom prst="roundRect">
                <a:avLst/>
              </a:prstGeom>
              <a:grpFill/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r>
                  <a:rPr lang="en-US" sz="1400" b="1">
                    <a:solidFill>
                      <a:schemeClr val="tx1"/>
                    </a:solidFill>
                  </a:rPr>
                  <a:t>CIB counterparties acquisition</a:t>
                </a:r>
              </a:p>
            </p:txBody>
          </p:sp>
          <p:sp>
            <p:nvSpPr>
              <p:cNvPr id="4" name="Rectangle: Rounded Corners 3">
                <a:extLst>
                  <a:ext uri="{FF2B5EF4-FFF2-40B4-BE49-F238E27FC236}">
                    <a16:creationId xmlns:a16="http://schemas.microsoft.com/office/drawing/2014/main" id="{1AE3C47A-1E28-C311-3633-F44CD185EFE6}"/>
                  </a:ext>
                </a:extLst>
              </p:cNvPr>
              <p:cNvSpPr/>
              <p:nvPr/>
            </p:nvSpPr>
            <p:spPr>
              <a:xfrm>
                <a:off x="1820485" y="3274698"/>
                <a:ext cx="4314825" cy="412640"/>
              </a:xfrm>
              <a:prstGeom prst="roundRect">
                <a:avLst/>
              </a:prstGeom>
              <a:grpFill/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r>
                  <a:rPr lang="en-US" sz="1400" b="1">
                    <a:solidFill>
                      <a:schemeClr val="tx1"/>
                    </a:solidFill>
                  </a:rPr>
                  <a:t>Supply chain / trade products double-down</a:t>
                </a:r>
              </a:p>
            </p:txBody>
          </p:sp>
          <p:sp>
            <p:nvSpPr>
              <p:cNvPr id="6" name="Rectangle: Rounded Corners 5">
                <a:extLst>
                  <a:ext uri="{FF2B5EF4-FFF2-40B4-BE49-F238E27FC236}">
                    <a16:creationId xmlns:a16="http://schemas.microsoft.com/office/drawing/2014/main" id="{7475436D-C46B-A23A-BEE3-DA851F9E88F0}"/>
                  </a:ext>
                </a:extLst>
              </p:cNvPr>
              <p:cNvSpPr/>
              <p:nvPr/>
            </p:nvSpPr>
            <p:spPr>
              <a:xfrm>
                <a:off x="1820485" y="3799736"/>
                <a:ext cx="4314825" cy="412640"/>
              </a:xfrm>
              <a:prstGeom prst="roundRect">
                <a:avLst/>
              </a:prstGeom>
              <a:grpFill/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r>
                  <a:rPr lang="en-US" sz="1400" b="1">
                    <a:solidFill>
                      <a:schemeClr val="tx1"/>
                    </a:solidFill>
                  </a:rPr>
                  <a:t>E2E business partnership beyond banking</a:t>
                </a:r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B3D9C6D7-AB6C-C1EC-3032-1F9B1D6A66E7}"/>
                </a:ext>
              </a:extLst>
            </p:cNvPr>
            <p:cNvSpPr txBox="1"/>
            <p:nvPr/>
          </p:nvSpPr>
          <p:spPr>
            <a:xfrm>
              <a:off x="1439488" y="2783039"/>
              <a:ext cx="4064000" cy="21544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b="1">
                  <a:solidFill>
                    <a:schemeClr val="bg1"/>
                  </a:solidFill>
                </a:rPr>
                <a:t>Transaction banking-led ecosystem platform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54F7203-7EEF-5674-ED4E-89B2204F9537}"/>
                </a:ext>
              </a:extLst>
            </p:cNvPr>
            <p:cNvSpPr txBox="1"/>
            <p:nvPr/>
          </p:nvSpPr>
          <p:spPr>
            <a:xfrm>
              <a:off x="6267453" y="2567596"/>
              <a:ext cx="4064000" cy="430887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b="1">
                  <a:solidFill>
                    <a:schemeClr val="bg1"/>
                  </a:solidFill>
                </a:rPr>
                <a:t>Optimize and selectively scale commercial and SME banking</a:t>
              </a:r>
            </a:p>
          </p:txBody>
        </p:sp>
      </p:grpSp>
      <p:pic>
        <p:nvPicPr>
          <p:cNvPr id="1026" name="Picture 2" descr="PASHA Yatırım Bankası A.Ş. – TAİB">
            <a:hlinkClick r:id="rId6"/>
            <a:extLst>
              <a:ext uri="{FF2B5EF4-FFF2-40B4-BE49-F238E27FC236}">
                <a16:creationId xmlns:a16="http://schemas.microsoft.com/office/drawing/2014/main" id="{F46A3270-17B7-64CE-4F93-B4BFF582649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718" b="13198"/>
          <a:stretch>
            <a:fillRect/>
          </a:stretch>
        </p:blipFill>
        <p:spPr bwMode="auto">
          <a:xfrm>
            <a:off x="5171566" y="1655902"/>
            <a:ext cx="1615812" cy="7062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8542535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DEF63E-2D42-CDB3-392E-48622266A8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8DADA6A6-3910-FBA8-12EA-B7D76145C85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372991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606" imgH="608" progId="TCLayout.ActiveDocument.1">
                  <p:embed/>
                </p:oleObj>
              </mc:Choice>
              <mc:Fallback>
                <p:oleObj name="think-cell Slide" r:id="rId18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8DADA6A6-3910-FBA8-12EA-B7D76145C85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10FE0EFA-2D00-80B5-C9E4-E75FA90E4F6D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Bank’s strategy in commercial and SME banking consists of 6 initiatives and 3 enablers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E83642E4-AF53-9E12-89C4-C6B0316D2542}"/>
              </a:ext>
            </a:extLst>
          </p:cNvPr>
          <p:cNvSpPr>
            <a:spLocks/>
          </p:cNvSpPr>
          <p:nvPr/>
        </p:nvSpPr>
        <p:spPr>
          <a:xfrm>
            <a:off x="554734" y="1638299"/>
            <a:ext cx="1312166" cy="2002652"/>
          </a:xfrm>
          <a:prstGeom prst="roundRect">
            <a:avLst/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Transaction banking-led ecosystem platform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F6051383-1F2F-0ED3-446C-7382CB902CA4}"/>
              </a:ext>
            </a:extLst>
          </p:cNvPr>
          <p:cNvSpPr>
            <a:spLocks/>
          </p:cNvSpPr>
          <p:nvPr/>
        </p:nvSpPr>
        <p:spPr>
          <a:xfrm>
            <a:off x="554734" y="3728783"/>
            <a:ext cx="1312166" cy="2039966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Optimize and selectively scale commercial and SME banking</a:t>
            </a:r>
          </a:p>
        </p:txBody>
      </p:sp>
      <p:cxnSp>
        <p:nvCxnSpPr>
          <p:cNvPr id="19" name="LineBasicDefault 299">
            <a:extLst>
              <a:ext uri="{FF2B5EF4-FFF2-40B4-BE49-F238E27FC236}">
                <a16:creationId xmlns:a16="http://schemas.microsoft.com/office/drawing/2014/main" id="{DD0E6FFC-52D2-4B19-6EEB-F800779BB01E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038" y="1575177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3CB7AD9-7D0B-4FCB-D420-D2F47F10168C}"/>
              </a:ext>
            </a:extLst>
          </p:cNvPr>
          <p:cNvSpPr txBox="1"/>
          <p:nvPr/>
        </p:nvSpPr>
        <p:spPr>
          <a:xfrm>
            <a:off x="554039" y="1161649"/>
            <a:ext cx="1312862" cy="369332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Strategic programs</a:t>
            </a:r>
            <a:endParaRPr lang="en-US" sz="120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911947F-6718-D7EA-B7AF-1F8476FAF603}"/>
              </a:ext>
            </a:extLst>
          </p:cNvPr>
          <p:cNvSpPr txBox="1"/>
          <p:nvPr/>
        </p:nvSpPr>
        <p:spPr>
          <a:xfrm>
            <a:off x="1956402" y="1346315"/>
            <a:ext cx="2653697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Initiatives</a:t>
            </a:r>
            <a:endParaRPr lang="en-US" sz="120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D56CE13-D846-E163-9C88-1802164D9C0A}"/>
              </a:ext>
            </a:extLst>
          </p:cNvPr>
          <p:cNvSpPr txBox="1"/>
          <p:nvPr/>
        </p:nvSpPr>
        <p:spPr>
          <a:xfrm>
            <a:off x="4769149" y="1346315"/>
            <a:ext cx="6698950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Scope</a:t>
            </a:r>
            <a:endParaRPr lang="en-US" sz="1200"/>
          </a:p>
        </p:txBody>
      </p:sp>
      <p:cxnSp>
        <p:nvCxnSpPr>
          <p:cNvPr id="25" name="LineBasicDefault 299">
            <a:extLst>
              <a:ext uri="{FF2B5EF4-FFF2-40B4-BE49-F238E27FC236}">
                <a16:creationId xmlns:a16="http://schemas.microsoft.com/office/drawing/2014/main" id="{0E59FA8E-1D2A-5B01-A85E-C473EBD55D19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3685148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00E53B0B-A8FC-CC21-02D4-A1825AE52328}"/>
              </a:ext>
            </a:extLst>
          </p:cNvPr>
          <p:cNvSpPr/>
          <p:nvPr/>
        </p:nvSpPr>
        <p:spPr>
          <a:xfrm>
            <a:off x="2152651" y="1638298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CIB counterparties acquisition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0A0E15E6-53FC-F332-D97A-50A2E56C1642}"/>
              </a:ext>
            </a:extLst>
          </p:cNvPr>
          <p:cNvSpPr/>
          <p:nvPr/>
        </p:nvSpPr>
        <p:spPr>
          <a:xfrm>
            <a:off x="2152651" y="2335127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Supply chain / trade products double-down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2D026201-7DB4-EC30-E8FB-F4DC0F0A394B}"/>
              </a:ext>
            </a:extLst>
          </p:cNvPr>
          <p:cNvSpPr/>
          <p:nvPr/>
        </p:nvSpPr>
        <p:spPr>
          <a:xfrm>
            <a:off x="2152651" y="3031954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E2E business partnership beyond banking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7C650776-27E7-BBCF-5303-64729DC1F952}"/>
              </a:ext>
            </a:extLst>
          </p:cNvPr>
          <p:cNvSpPr/>
          <p:nvPr/>
        </p:nvSpPr>
        <p:spPr>
          <a:xfrm>
            <a:off x="2152651" y="3728782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Commercial and micro reactivation program</a:t>
            </a:r>
          </a:p>
        </p:txBody>
      </p:sp>
      <p:cxnSp>
        <p:nvCxnSpPr>
          <p:cNvPr id="28" name="LineBasicDefault 299">
            <a:extLst>
              <a:ext uri="{FF2B5EF4-FFF2-40B4-BE49-F238E27FC236}">
                <a16:creationId xmlns:a16="http://schemas.microsoft.com/office/drawing/2014/main" id="{2E912604-CD6E-9981-81F0-6DB088783D8A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1956403" y="2974172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81F47D59-309D-B786-5B94-13BCC7E02F3C}"/>
              </a:ext>
            </a:extLst>
          </p:cNvPr>
          <p:cNvSpPr txBox="1"/>
          <p:nvPr/>
        </p:nvSpPr>
        <p:spPr>
          <a:xfrm>
            <a:off x="4773262" y="166491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Leverage </a:t>
            </a:r>
            <a:r>
              <a:rPr lang="en-US" sz="1200" b="1"/>
              <a:t>existing payment data and additional insights </a:t>
            </a:r>
            <a:r>
              <a:rPr lang="en-US" sz="1200"/>
              <a:t>captured via the Transaction banking-led ecosystem platform supply chain module </a:t>
            </a:r>
            <a:r>
              <a:rPr lang="en-US" sz="1200" b="1"/>
              <a:t>to identify vendors and distributors of existing PBA CIB customers </a:t>
            </a:r>
            <a:r>
              <a:rPr lang="en-US" sz="1200"/>
              <a:t>and </a:t>
            </a:r>
            <a:r>
              <a:rPr lang="en-US" sz="1200" b="1"/>
              <a:t>target them with tailored onboarding bundles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004632B-881B-E1EA-3AFB-D44E89EAA570}"/>
              </a:ext>
            </a:extLst>
          </p:cNvPr>
          <p:cNvSpPr txBox="1"/>
          <p:nvPr/>
        </p:nvSpPr>
        <p:spPr>
          <a:xfrm>
            <a:off x="4773262" y="246308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/>
              <a:t>Leverage </a:t>
            </a:r>
            <a:r>
              <a:rPr lang="en-US" sz="1200" b="1"/>
              <a:t>existing cash flow data and additional insights </a:t>
            </a:r>
            <a:r>
              <a:rPr lang="en-US" sz="1200"/>
              <a:t>captured via the Transaction banking-led ecosystem to identify </a:t>
            </a:r>
            <a:r>
              <a:rPr lang="en-US" sz="1200" b="1"/>
              <a:t>customer needs and offer them trade related products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E1D031B6-BEC2-B74D-7610-871F74C558EF}"/>
              </a:ext>
            </a:extLst>
          </p:cNvPr>
          <p:cNvSpPr txBox="1"/>
          <p:nvPr/>
        </p:nvSpPr>
        <p:spPr>
          <a:xfrm>
            <a:off x="4773262" y="315683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Develop an </a:t>
            </a:r>
            <a:r>
              <a:rPr lang="en-US" sz="1200" b="1"/>
              <a:t>ecosystem of value-added services</a:t>
            </a:r>
            <a:r>
              <a:rPr lang="en-US" sz="1200"/>
              <a:t>, e.g. accounting, insurance etc., to support smaller customers, i.e. SMEs, with their beyond banking needs to generate additional income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42540A44-1B3B-F92E-DB06-7295F8E19F2A}"/>
              </a:ext>
            </a:extLst>
          </p:cNvPr>
          <p:cNvSpPr txBox="1"/>
          <p:nvPr/>
        </p:nvSpPr>
        <p:spPr>
          <a:xfrm>
            <a:off x="4773262" y="3850858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Double-down on commercial and micro SME segments with </a:t>
            </a:r>
            <a:r>
              <a:rPr lang="en-US" sz="1200" b="1"/>
              <a:t>tailored re-activation and churn prevention journeys and product offerings</a:t>
            </a:r>
            <a:r>
              <a:rPr lang="en-US" sz="1200"/>
              <a:t> to grow active customer base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60B72BF0-05CC-C7BF-0485-AEADD7E70D11}"/>
              </a:ext>
            </a:extLst>
          </p:cNvPr>
          <p:cNvSpPr/>
          <p:nvPr/>
        </p:nvSpPr>
        <p:spPr>
          <a:xfrm>
            <a:off x="2152651" y="4440823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Credit process transformation</a:t>
            </a:r>
          </a:p>
        </p:txBody>
      </p:sp>
      <p:cxnSp>
        <p:nvCxnSpPr>
          <p:cNvPr id="14" name="LineBasicDefault 299">
            <a:extLst>
              <a:ext uri="{FF2B5EF4-FFF2-40B4-BE49-F238E27FC236}">
                <a16:creationId xmlns:a16="http://schemas.microsoft.com/office/drawing/2014/main" id="{ACF11EF6-DBBC-C075-E513-8B517AFB619F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1956403" y="4386419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963AA501-E27B-7F57-FDA7-70D5B263887D}"/>
              </a:ext>
            </a:extLst>
          </p:cNvPr>
          <p:cNvSpPr/>
          <p:nvPr/>
        </p:nvSpPr>
        <p:spPr>
          <a:xfrm>
            <a:off x="2152651" y="5159190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Next-gen pricing and product bundling</a:t>
            </a:r>
          </a:p>
        </p:txBody>
      </p:sp>
      <p:cxnSp>
        <p:nvCxnSpPr>
          <p:cNvPr id="18" name="LineBasicDefault 299">
            <a:extLst>
              <a:ext uri="{FF2B5EF4-FFF2-40B4-BE49-F238E27FC236}">
                <a16:creationId xmlns:a16="http://schemas.microsoft.com/office/drawing/2014/main" id="{9AB8FD40-1FE9-7631-CF85-56667714A984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1956403" y="5104786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89E3434B-2ED8-2B14-AFD9-4781AA1D111D}"/>
              </a:ext>
            </a:extLst>
          </p:cNvPr>
          <p:cNvSpPr txBox="1"/>
          <p:nvPr/>
        </p:nvSpPr>
        <p:spPr>
          <a:xfrm>
            <a:off x="4773262" y="444082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Revisit and transform</a:t>
            </a:r>
            <a:r>
              <a:rPr lang="en-US" sz="1200"/>
              <a:t> credit process </a:t>
            </a:r>
            <a:r>
              <a:rPr lang="en-US" sz="1200" b="1"/>
              <a:t>leveraging Agentic AI </a:t>
            </a:r>
            <a:r>
              <a:rPr lang="en-US" sz="1200"/>
              <a:t>to </a:t>
            </a:r>
            <a:r>
              <a:rPr lang="en-US" sz="1200" b="1"/>
              <a:t>1. increase efficiency </a:t>
            </a:r>
            <a:r>
              <a:rPr lang="en-US" sz="1200"/>
              <a:t>through the deployment of specific AI agents and </a:t>
            </a:r>
            <a:r>
              <a:rPr lang="en-US" sz="1200" b="1"/>
              <a:t>2. differentiate the process </a:t>
            </a:r>
            <a:r>
              <a:rPr lang="en-US" sz="1200"/>
              <a:t>based on the specific needs of each segment</a:t>
            </a:r>
            <a:endParaRPr lang="en-US" sz="1200" b="1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BF7B74B-0B75-D478-DB00-C68AA171367A}"/>
              </a:ext>
            </a:extLst>
          </p:cNvPr>
          <p:cNvSpPr txBox="1"/>
          <p:nvPr/>
        </p:nvSpPr>
        <p:spPr>
          <a:xfrm>
            <a:off x="4773262" y="5187230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Optimize and personalize pricing</a:t>
            </a:r>
            <a:r>
              <a:rPr lang="en-US" sz="1200"/>
              <a:t> by incorporating </a:t>
            </a:r>
            <a:r>
              <a:rPr lang="en-US" sz="1200" b="1"/>
              <a:t>all-in sensitivity and relationship-based </a:t>
            </a:r>
            <a:r>
              <a:rPr lang="en-US" sz="1200"/>
              <a:t>pricing principles. Define a clear approach for </a:t>
            </a:r>
            <a:r>
              <a:rPr lang="en-US" sz="1200" b="1"/>
              <a:t>product bundling</a:t>
            </a:r>
            <a:r>
              <a:rPr lang="en-US" sz="1200"/>
              <a:t>, leveraging </a:t>
            </a:r>
            <a:r>
              <a:rPr lang="en-US" sz="1200" b="1"/>
              <a:t>actual customer data, AA, and AI </a:t>
            </a:r>
            <a:r>
              <a:rPr lang="en-US" sz="1200"/>
              <a:t>to deepen relationships</a:t>
            </a:r>
          </a:p>
        </p:txBody>
      </p:sp>
      <p:cxnSp>
        <p:nvCxnSpPr>
          <p:cNvPr id="51" name="LineBasicDefault 299">
            <a:extLst>
              <a:ext uri="{FF2B5EF4-FFF2-40B4-BE49-F238E27FC236}">
                <a16:creationId xmlns:a16="http://schemas.microsoft.com/office/drawing/2014/main" id="{489F83E6-7001-A5AD-0E73-482C41336A18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1956403" y="2288568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D95DD47C-11F6-6052-6A29-DBBFE2CC43B3}"/>
              </a:ext>
            </a:extLst>
          </p:cNvPr>
          <p:cNvSpPr/>
          <p:nvPr/>
        </p:nvSpPr>
        <p:spPr>
          <a:xfrm>
            <a:off x="554734" y="5880165"/>
            <a:ext cx="10913365" cy="54647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>
              <a:solidFill>
                <a:schemeClr val="bg1"/>
              </a:solidFill>
            </a:endParaRPr>
          </a:p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F407D643-AB70-0CF3-469A-07F7F7151FAA}"/>
              </a:ext>
            </a:extLst>
          </p:cNvPr>
          <p:cNvGrpSpPr/>
          <p:nvPr/>
        </p:nvGrpSpPr>
        <p:grpSpPr>
          <a:xfrm>
            <a:off x="2477179" y="5984000"/>
            <a:ext cx="8907920" cy="373252"/>
            <a:chOff x="2477178" y="5984000"/>
            <a:chExt cx="8990921" cy="373252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A88381E3-0A2F-6227-44F2-6AAE55012EAA}"/>
                </a:ext>
              </a:extLst>
            </p:cNvPr>
            <p:cNvSpPr/>
            <p:nvPr/>
          </p:nvSpPr>
          <p:spPr>
            <a:xfrm>
              <a:off x="247717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Best-in-class CX</a:t>
              </a:r>
            </a:p>
          </p:txBody>
        </p:sp>
        <p:sp>
          <p:nvSpPr>
            <p:cNvPr id="57" name="Rectangle: Rounded Corners 56">
              <a:extLst>
                <a:ext uri="{FF2B5EF4-FFF2-40B4-BE49-F238E27FC236}">
                  <a16:creationId xmlns:a16="http://schemas.microsoft.com/office/drawing/2014/main" id="{8298877F-BB33-DA24-834D-F143D7BA8642}"/>
                </a:ext>
              </a:extLst>
            </p:cNvPr>
            <p:cNvSpPr/>
            <p:nvPr/>
          </p:nvSpPr>
          <p:spPr>
            <a:xfrm>
              <a:off x="553644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Fit for future tech &amp; AI</a:t>
              </a:r>
            </a:p>
          </p:txBody>
        </p:sp>
        <p:sp>
          <p:nvSpPr>
            <p:cNvPr id="58" name="Rectangle: Rounded Corners 57">
              <a:extLst>
                <a:ext uri="{FF2B5EF4-FFF2-40B4-BE49-F238E27FC236}">
                  <a16:creationId xmlns:a16="http://schemas.microsoft.com/office/drawing/2014/main" id="{18D8B73A-9E20-E4B0-AD57-F33FA0ED4700}"/>
                </a:ext>
              </a:extLst>
            </p:cNvPr>
            <p:cNvSpPr/>
            <p:nvPr/>
          </p:nvSpPr>
          <p:spPr>
            <a:xfrm>
              <a:off x="8595716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Robust risk management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81BE2F90-B7E6-BEC0-333D-CCE29FBB1508}"/>
              </a:ext>
            </a:extLst>
          </p:cNvPr>
          <p:cNvSpPr txBox="1"/>
          <p:nvPr/>
        </p:nvSpPr>
        <p:spPr>
          <a:xfrm>
            <a:off x="806902" y="5984000"/>
            <a:ext cx="1501113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i="1">
                <a:solidFill>
                  <a:schemeClr val="bg1">
                    <a:lumMod val="65000"/>
                  </a:schemeClr>
                </a:solidFill>
              </a:rPr>
              <a:t>Change to support growth</a:t>
            </a:r>
          </a:p>
        </p:txBody>
      </p:sp>
      <p:cxnSp>
        <p:nvCxnSpPr>
          <p:cNvPr id="60" name="LineBasicDefault 299">
            <a:extLst>
              <a:ext uri="{FF2B5EF4-FFF2-40B4-BE49-F238E27FC236}">
                <a16:creationId xmlns:a16="http://schemas.microsoft.com/office/drawing/2014/main" id="{26F7D159-8E38-C61A-E1EB-07072EE18BD0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554038" y="5823673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rackerNumBlue 42">
            <a:extLst>
              <a:ext uri="{FF2B5EF4-FFF2-40B4-BE49-F238E27FC236}">
                <a16:creationId xmlns:a16="http://schemas.microsoft.com/office/drawing/2014/main" id="{3A234136-9C5C-2CA1-97E8-57016E7FA838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1956401" y="1819047"/>
            <a:ext cx="279340" cy="27934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44" name="TrackerNumBlue 42">
            <a:extLst>
              <a:ext uri="{FF2B5EF4-FFF2-40B4-BE49-F238E27FC236}">
                <a16:creationId xmlns:a16="http://schemas.microsoft.com/office/drawing/2014/main" id="{7F14D738-A895-2E1C-BF7F-A01C24F0163D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956401" y="2506488"/>
            <a:ext cx="279340" cy="27934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45" name="TrackerNumBlue 42">
            <a:extLst>
              <a:ext uri="{FF2B5EF4-FFF2-40B4-BE49-F238E27FC236}">
                <a16:creationId xmlns:a16="http://schemas.microsoft.com/office/drawing/2014/main" id="{B971DDFA-B076-6355-E738-2A68E1992D4A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1956401" y="3225374"/>
            <a:ext cx="279340" cy="27934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46" name="TrackerNumBlue 42">
            <a:extLst>
              <a:ext uri="{FF2B5EF4-FFF2-40B4-BE49-F238E27FC236}">
                <a16:creationId xmlns:a16="http://schemas.microsoft.com/office/drawing/2014/main" id="{8EEAD6E6-0F41-2D77-52A4-36B4194471A9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1956401" y="3915492"/>
            <a:ext cx="279340" cy="279340"/>
          </a:xfrm>
          <a:prstGeom prst="ellipse">
            <a:avLst/>
          </a:prstGeom>
          <a:solidFill>
            <a:srgbClr val="1C863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15" name="TrackerNumBlue 42">
            <a:extLst>
              <a:ext uri="{FF2B5EF4-FFF2-40B4-BE49-F238E27FC236}">
                <a16:creationId xmlns:a16="http://schemas.microsoft.com/office/drawing/2014/main" id="{10A8D576-DB4C-8C35-C530-85A51BDC4AF1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1956401" y="4597259"/>
            <a:ext cx="279340" cy="279340"/>
          </a:xfrm>
          <a:prstGeom prst="ellipse">
            <a:avLst/>
          </a:prstGeom>
          <a:solidFill>
            <a:srgbClr val="1C863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20" name="TrackerNumBlue 42">
            <a:extLst>
              <a:ext uri="{FF2B5EF4-FFF2-40B4-BE49-F238E27FC236}">
                <a16:creationId xmlns:a16="http://schemas.microsoft.com/office/drawing/2014/main" id="{A9199FF3-3DFE-4CA0-6FDC-2EBA11D7EB7E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1956401" y="5332974"/>
            <a:ext cx="279340" cy="279340"/>
          </a:xfrm>
          <a:prstGeom prst="ellipse">
            <a:avLst/>
          </a:prstGeom>
          <a:solidFill>
            <a:srgbClr val="1C863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355291988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94AA90-7D63-C6EB-5F46-8A5E933983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6D0E910E-BF04-FD13-152A-BF34937BF17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7226849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8" imgW="606" imgH="608" progId="TCLayout.ActiveDocument.1">
                  <p:embed/>
                </p:oleObj>
              </mc:Choice>
              <mc:Fallback>
                <p:oleObj name="think-cell Slide" r:id="rId38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6D0E910E-BF04-FD13-152A-BF34937BF17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F1DAAA41-569D-B3CF-C1BF-26F9C2400CA9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Bank’s commercial &amp; SME banking strategy is expected to bring an additional AZN ~60 MN net banking income</a:t>
            </a:r>
          </a:p>
        </p:txBody>
      </p:sp>
      <p:cxnSp>
        <p:nvCxnSpPr>
          <p:cNvPr id="26" name="LineBasicDefault 299">
            <a:extLst>
              <a:ext uri="{FF2B5EF4-FFF2-40B4-BE49-F238E27FC236}">
                <a16:creationId xmlns:a16="http://schemas.microsoft.com/office/drawing/2014/main" id="{4C9D5D80-90CB-A767-43AC-44DDA0FD263E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1956403" y="4442619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LineBasicDefault 299">
            <a:extLst>
              <a:ext uri="{FF2B5EF4-FFF2-40B4-BE49-F238E27FC236}">
                <a16:creationId xmlns:a16="http://schemas.microsoft.com/office/drawing/2014/main" id="{A5DBCAB0-FC94-492C-7C0C-261F1DA189DE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5632686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LineBasicDefault 299">
            <a:extLst>
              <a:ext uri="{FF2B5EF4-FFF2-40B4-BE49-F238E27FC236}">
                <a16:creationId xmlns:a16="http://schemas.microsoft.com/office/drawing/2014/main" id="{55C1D671-D394-2ED3-B0D4-2E92E5EC0F3A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554038" y="6340711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LineBasicDefault 299">
            <a:extLst>
              <a:ext uri="{FF2B5EF4-FFF2-40B4-BE49-F238E27FC236}">
                <a16:creationId xmlns:a16="http://schemas.microsoft.com/office/drawing/2014/main" id="{8828FABB-F15D-3D74-E62E-F43F186E953F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1956403" y="3241675"/>
            <a:ext cx="5625127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LineBasicDefault 299">
            <a:extLst>
              <a:ext uri="{FF2B5EF4-FFF2-40B4-BE49-F238E27FC236}">
                <a16:creationId xmlns:a16="http://schemas.microsoft.com/office/drawing/2014/main" id="{8D505D9D-18E2-F146-BEB7-45351FFC03D5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554038" y="2025650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LineBasicDefault 299">
            <a:extLst>
              <a:ext uri="{FF2B5EF4-FFF2-40B4-BE49-F238E27FC236}">
                <a16:creationId xmlns:a16="http://schemas.microsoft.com/office/drawing/2014/main" id="{E92A6EA9-06BA-1D50-7261-AA33CF45B912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554038" y="3847307"/>
            <a:ext cx="10914061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LineBasicDefault 299">
            <a:extLst>
              <a:ext uri="{FF2B5EF4-FFF2-40B4-BE49-F238E27FC236}">
                <a16:creationId xmlns:a16="http://schemas.microsoft.com/office/drawing/2014/main" id="{2C129BA2-C6FE-08A1-6F09-25FF1C51F801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1956403" y="2665413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extBox 80">
            <a:extLst>
              <a:ext uri="{FF2B5EF4-FFF2-40B4-BE49-F238E27FC236}">
                <a16:creationId xmlns:a16="http://schemas.microsoft.com/office/drawing/2014/main" id="{57853A78-71C2-9EAA-E448-2F6A15379126}"/>
              </a:ext>
            </a:extLst>
          </p:cNvPr>
          <p:cNvSpPr txBox="1">
            <a:spLocks/>
          </p:cNvSpPr>
          <p:nvPr/>
        </p:nvSpPr>
        <p:spPr>
          <a:xfrm>
            <a:off x="7670624" y="2115794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New customers in Medium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2542A610-7A83-E948-7221-82D0E62B566D}"/>
              </a:ext>
            </a:extLst>
          </p:cNvPr>
          <p:cNvSpPr txBox="1"/>
          <p:nvPr/>
        </p:nvSpPr>
        <p:spPr>
          <a:xfrm>
            <a:off x="7670624" y="1800453"/>
            <a:ext cx="3403188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Impact drivers</a:t>
            </a:r>
            <a:endParaRPr lang="en-US" sz="1200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07BC2548-B9B7-2C8A-E2FB-022315430DA7}"/>
              </a:ext>
            </a:extLst>
          </p:cNvPr>
          <p:cNvSpPr txBox="1">
            <a:spLocks/>
          </p:cNvSpPr>
          <p:nvPr/>
        </p:nvSpPr>
        <p:spPr>
          <a:xfrm>
            <a:off x="10314250" y="2115794"/>
            <a:ext cx="1163129" cy="1846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200" b="1">
                <a:solidFill>
                  <a:schemeClr val="accent2"/>
                </a:solidFill>
              </a:rPr>
              <a:t>120</a:t>
            </a:r>
          </a:p>
        </p:txBody>
      </p:sp>
      <p:sp>
        <p:nvSpPr>
          <p:cNvPr id="103" name="Rectangle: Rounded Corners 102">
            <a:extLst>
              <a:ext uri="{FF2B5EF4-FFF2-40B4-BE49-F238E27FC236}">
                <a16:creationId xmlns:a16="http://schemas.microsoft.com/office/drawing/2014/main" id="{186F7035-1B3E-3042-B882-D1CBE1EC4CE6}"/>
              </a:ext>
            </a:extLst>
          </p:cNvPr>
          <p:cNvSpPr>
            <a:spLocks/>
          </p:cNvSpPr>
          <p:nvPr/>
        </p:nvSpPr>
        <p:spPr>
          <a:xfrm>
            <a:off x="554734" y="2073276"/>
            <a:ext cx="1312166" cy="1692271"/>
          </a:xfrm>
          <a:prstGeom prst="roundRect">
            <a:avLst/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Transaction banking-led ecosystem platform</a:t>
            </a:r>
          </a:p>
        </p:txBody>
      </p:sp>
      <p:sp>
        <p:nvSpPr>
          <p:cNvPr id="105" name="Rectangle: Rounded Corners 104">
            <a:extLst>
              <a:ext uri="{FF2B5EF4-FFF2-40B4-BE49-F238E27FC236}">
                <a16:creationId xmlns:a16="http://schemas.microsoft.com/office/drawing/2014/main" id="{F9FFC6C0-009F-2101-F018-993D835C91BE}"/>
              </a:ext>
            </a:extLst>
          </p:cNvPr>
          <p:cNvSpPr>
            <a:spLocks/>
          </p:cNvSpPr>
          <p:nvPr/>
        </p:nvSpPr>
        <p:spPr>
          <a:xfrm>
            <a:off x="554734" y="3935413"/>
            <a:ext cx="1312166" cy="1619249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Optimize and selectively scale commercial and SME banking</a:t>
            </a:r>
          </a:p>
        </p:txBody>
      </p:sp>
      <p:sp>
        <p:nvSpPr>
          <p:cNvPr id="107" name="Rectangle: Rounded Corners 106">
            <a:extLst>
              <a:ext uri="{FF2B5EF4-FFF2-40B4-BE49-F238E27FC236}">
                <a16:creationId xmlns:a16="http://schemas.microsoft.com/office/drawing/2014/main" id="{642FD663-4D1B-75EA-E612-205BA2045E29}"/>
              </a:ext>
            </a:extLst>
          </p:cNvPr>
          <p:cNvSpPr/>
          <p:nvPr/>
        </p:nvSpPr>
        <p:spPr>
          <a:xfrm>
            <a:off x="2152651" y="2114942"/>
            <a:ext cx="2199733" cy="457971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CIB counterparties acquisition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7E5388EF-1C18-72EF-AF29-E34ADD9A5FDF}"/>
              </a:ext>
            </a:extLst>
          </p:cNvPr>
          <p:cNvSpPr/>
          <p:nvPr/>
        </p:nvSpPr>
        <p:spPr>
          <a:xfrm>
            <a:off x="2152651" y="2733604"/>
            <a:ext cx="2199733" cy="457971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Supply chain / trade products double-down</a:t>
            </a:r>
          </a:p>
        </p:txBody>
      </p:sp>
      <p:sp>
        <p:nvSpPr>
          <p:cNvPr id="109" name="Rectangle: Rounded Corners 108">
            <a:extLst>
              <a:ext uri="{FF2B5EF4-FFF2-40B4-BE49-F238E27FC236}">
                <a16:creationId xmlns:a16="http://schemas.microsoft.com/office/drawing/2014/main" id="{CAF6357C-AF9A-C544-D557-924CCBC8C795}"/>
              </a:ext>
            </a:extLst>
          </p:cNvPr>
          <p:cNvSpPr/>
          <p:nvPr/>
        </p:nvSpPr>
        <p:spPr>
          <a:xfrm>
            <a:off x="2152651" y="3335532"/>
            <a:ext cx="2199733" cy="457971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E2E business partnership beyond banking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D1EC44F5-FC6A-786E-1CC0-E853678A1E18}"/>
              </a:ext>
            </a:extLst>
          </p:cNvPr>
          <p:cNvSpPr/>
          <p:nvPr/>
        </p:nvSpPr>
        <p:spPr>
          <a:xfrm>
            <a:off x="2152651" y="3920902"/>
            <a:ext cx="2199733" cy="457971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Commercial and micro reactivation program</a:t>
            </a:r>
          </a:p>
        </p:txBody>
      </p:sp>
      <p:sp>
        <p:nvSpPr>
          <p:cNvPr id="111" name="Rectangle: Rounded Corners 110">
            <a:extLst>
              <a:ext uri="{FF2B5EF4-FFF2-40B4-BE49-F238E27FC236}">
                <a16:creationId xmlns:a16="http://schemas.microsoft.com/office/drawing/2014/main" id="{0B5444F1-8747-FE6A-4AAC-700599B8A8E8}"/>
              </a:ext>
            </a:extLst>
          </p:cNvPr>
          <p:cNvSpPr/>
          <p:nvPr/>
        </p:nvSpPr>
        <p:spPr>
          <a:xfrm>
            <a:off x="2152651" y="4516617"/>
            <a:ext cx="2199733" cy="457971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Underwriting revamp</a:t>
            </a: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2915C162-5980-0FD7-1B41-2E82BD4DAFED}"/>
              </a:ext>
            </a:extLst>
          </p:cNvPr>
          <p:cNvSpPr/>
          <p:nvPr/>
        </p:nvSpPr>
        <p:spPr>
          <a:xfrm>
            <a:off x="2152651" y="5127626"/>
            <a:ext cx="2199733" cy="457971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Next-gen pricing and product bundling</a:t>
            </a:r>
          </a:p>
        </p:txBody>
      </p:sp>
      <p:sp>
        <p:nvSpPr>
          <p:cNvPr id="115" name="TrackerNumBlue 42">
            <a:extLst>
              <a:ext uri="{FF2B5EF4-FFF2-40B4-BE49-F238E27FC236}">
                <a16:creationId xmlns:a16="http://schemas.microsoft.com/office/drawing/2014/main" id="{4A937CB5-3505-085C-9A8C-B1E15172AD00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1956401" y="2200661"/>
            <a:ext cx="279340" cy="27934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16" name="TrackerNumBlue 42">
            <a:extLst>
              <a:ext uri="{FF2B5EF4-FFF2-40B4-BE49-F238E27FC236}">
                <a16:creationId xmlns:a16="http://schemas.microsoft.com/office/drawing/2014/main" id="{50575081-F3C4-CBE1-7610-063236F4D312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956401" y="2820918"/>
            <a:ext cx="279340" cy="27934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117" name="TrackerNumBlue 42">
            <a:extLst>
              <a:ext uri="{FF2B5EF4-FFF2-40B4-BE49-F238E27FC236}">
                <a16:creationId xmlns:a16="http://schemas.microsoft.com/office/drawing/2014/main" id="{16F93312-984B-0DB6-1C45-1416AADC726C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1956401" y="3416206"/>
            <a:ext cx="279340" cy="27934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118" name="TrackerNumBlue 42">
            <a:extLst>
              <a:ext uri="{FF2B5EF4-FFF2-40B4-BE49-F238E27FC236}">
                <a16:creationId xmlns:a16="http://schemas.microsoft.com/office/drawing/2014/main" id="{28F839A9-E44F-9FBA-E6D2-7018A915A2AF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1956401" y="4011920"/>
            <a:ext cx="279340" cy="279340"/>
          </a:xfrm>
          <a:prstGeom prst="ellipse">
            <a:avLst/>
          </a:prstGeom>
          <a:solidFill>
            <a:srgbClr val="1C863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119" name="TrackerNumBlue 42">
            <a:extLst>
              <a:ext uri="{FF2B5EF4-FFF2-40B4-BE49-F238E27FC236}">
                <a16:creationId xmlns:a16="http://schemas.microsoft.com/office/drawing/2014/main" id="{A4882042-2400-A5FB-48FA-BD730EBBA65D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1956401" y="4597259"/>
            <a:ext cx="279340" cy="279340"/>
          </a:xfrm>
          <a:prstGeom prst="ellipse">
            <a:avLst/>
          </a:prstGeom>
          <a:solidFill>
            <a:srgbClr val="1C863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120" name="TrackerNumBlue 42">
            <a:extLst>
              <a:ext uri="{FF2B5EF4-FFF2-40B4-BE49-F238E27FC236}">
                <a16:creationId xmlns:a16="http://schemas.microsoft.com/office/drawing/2014/main" id="{F4E4F42E-BE66-1B89-17F1-11E157C4F2AA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1956401" y="5216941"/>
            <a:ext cx="279340" cy="279340"/>
          </a:xfrm>
          <a:prstGeom prst="ellipse">
            <a:avLst/>
          </a:prstGeom>
          <a:solidFill>
            <a:srgbClr val="1C863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6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2298F10F-5BF4-9322-8F6D-55CDC5EC0FF1}"/>
              </a:ext>
            </a:extLst>
          </p:cNvPr>
          <p:cNvGrpSpPr/>
          <p:nvPr/>
        </p:nvGrpSpPr>
        <p:grpSpPr>
          <a:xfrm>
            <a:off x="4495802" y="1162821"/>
            <a:ext cx="2920997" cy="240906"/>
            <a:chOff x="5070474" y="1162821"/>
            <a:chExt cx="3114676" cy="240906"/>
          </a:xfrm>
        </p:grpSpPr>
        <p:cxnSp>
          <p:nvCxnSpPr>
            <p:cNvPr id="122" name="LineBasicDefault 299">
              <a:extLst>
                <a:ext uri="{FF2B5EF4-FFF2-40B4-BE49-F238E27FC236}">
                  <a16:creationId xmlns:a16="http://schemas.microsoft.com/office/drawing/2014/main" id="{D3A9B134-A66E-BD7A-537C-2D4EE40E6BAD}"/>
                </a:ext>
              </a:extLst>
            </p:cNvPr>
            <p:cNvCxnSpPr>
              <a:cxnSpLocks/>
            </p:cNvCxnSpPr>
            <p:nvPr>
              <p:custDataLst>
                <p:tags r:id="rId36"/>
              </p:custDataLst>
            </p:nvPr>
          </p:nvCxnSpPr>
          <p:spPr>
            <a:xfrm>
              <a:off x="5070475" y="1403727"/>
              <a:ext cx="3114675" cy="0"/>
            </a:xfrm>
            <a:prstGeom prst="straightConnector1">
              <a:avLst/>
            </a:prstGeom>
            <a:ln w="6350" cap="sq">
              <a:solidFill>
                <a:schemeClr val="tx1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7EAA95CA-57AB-0106-DEB7-6BB958ED386F}"/>
                </a:ext>
              </a:extLst>
            </p:cNvPr>
            <p:cNvSpPr txBox="1"/>
            <p:nvPr/>
          </p:nvSpPr>
          <p:spPr>
            <a:xfrm>
              <a:off x="5070474" y="1162821"/>
              <a:ext cx="3114675" cy="184666"/>
            </a:xfrm>
            <a:prstGeom prst="rect">
              <a:avLst/>
            </a:prstGeom>
          </p:spPr>
          <p:txBody>
            <a:bodyPr vert="horz" wrap="square" lIns="0" tIns="0" rIns="0" bIns="0" rtlCol="0" anchor="b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 b="1"/>
                <a:t>NBI impact, </a:t>
              </a:r>
              <a:r>
                <a:rPr lang="en-US" sz="1200" i="1"/>
                <a:t>AZN MN</a:t>
              </a: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3915100E-2947-2441-406B-7E65943FD53D}"/>
              </a:ext>
            </a:extLst>
          </p:cNvPr>
          <p:cNvSpPr txBox="1">
            <a:spLocks/>
          </p:cNvSpPr>
          <p:nvPr/>
        </p:nvSpPr>
        <p:spPr>
          <a:xfrm>
            <a:off x="7670624" y="2390604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New customers in SME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7C5FC38-23E5-A571-9532-7BAFADC0FD80}"/>
              </a:ext>
            </a:extLst>
          </p:cNvPr>
          <p:cNvSpPr txBox="1">
            <a:spLocks/>
          </p:cNvSpPr>
          <p:nvPr/>
        </p:nvSpPr>
        <p:spPr>
          <a:xfrm>
            <a:off x="10314250" y="2390604"/>
            <a:ext cx="1163129" cy="1846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200" b="1">
                <a:solidFill>
                  <a:schemeClr val="accent2"/>
                </a:solidFill>
              </a:rPr>
              <a:t>~14500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FE3248B-7943-B834-F479-581536F55041}"/>
              </a:ext>
            </a:extLst>
          </p:cNvPr>
          <p:cNvSpPr txBox="1">
            <a:spLocks/>
          </p:cNvSpPr>
          <p:nvPr/>
        </p:nvSpPr>
        <p:spPr>
          <a:xfrm>
            <a:off x="7670624" y="2734390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Penetration increase in selected products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D9923B3-35CE-B79E-13A4-0A38EADFC158}"/>
              </a:ext>
            </a:extLst>
          </p:cNvPr>
          <p:cNvSpPr txBox="1">
            <a:spLocks/>
          </p:cNvSpPr>
          <p:nvPr/>
        </p:nvSpPr>
        <p:spPr>
          <a:xfrm>
            <a:off x="10314250" y="2707302"/>
            <a:ext cx="1163129" cy="1846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200" b="1">
                <a:solidFill>
                  <a:schemeClr val="accent2"/>
                </a:solidFill>
              </a:rPr>
              <a:t>+7-15 p.p.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869CB33-34FB-52A8-B2D8-B5EB0221FF9F}"/>
              </a:ext>
            </a:extLst>
          </p:cNvPr>
          <p:cNvSpPr txBox="1">
            <a:spLocks/>
          </p:cNvSpPr>
          <p:nvPr/>
        </p:nvSpPr>
        <p:spPr>
          <a:xfrm>
            <a:off x="7670624" y="2988033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Total clients’ base increase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21B2FE0-D5E5-C39E-2C9F-7C7234C4447C}"/>
              </a:ext>
            </a:extLst>
          </p:cNvPr>
          <p:cNvSpPr txBox="1">
            <a:spLocks/>
          </p:cNvSpPr>
          <p:nvPr/>
        </p:nvSpPr>
        <p:spPr>
          <a:xfrm>
            <a:off x="10314250" y="3016805"/>
            <a:ext cx="1163129" cy="2954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>
                <a:solidFill>
                  <a:schemeClr val="accent2"/>
                </a:solidFill>
              </a:rPr>
              <a:t>5%-8% CAGR till 2029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993AE74-BF05-F798-1A1E-750AB1C51618}"/>
              </a:ext>
            </a:extLst>
          </p:cNvPr>
          <p:cNvSpPr txBox="1">
            <a:spLocks/>
          </p:cNvSpPr>
          <p:nvPr/>
        </p:nvSpPr>
        <p:spPr>
          <a:xfrm>
            <a:off x="7670624" y="3510201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Additional NBI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94654D1-A14E-B585-8783-F99D58169784}"/>
              </a:ext>
            </a:extLst>
          </p:cNvPr>
          <p:cNvSpPr txBox="1">
            <a:spLocks/>
          </p:cNvSpPr>
          <p:nvPr/>
        </p:nvSpPr>
        <p:spPr>
          <a:xfrm>
            <a:off x="10314250" y="3454801"/>
            <a:ext cx="1163129" cy="2954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sz="1200" b="1">
                <a:solidFill>
                  <a:schemeClr val="accent2"/>
                </a:solidFill>
              </a:rPr>
              <a:t>At least 3% of NBI by 2029</a:t>
            </a:r>
          </a:p>
        </p:txBody>
      </p:sp>
      <p:cxnSp>
        <p:nvCxnSpPr>
          <p:cNvPr id="18" name="LineBasicDefault 299">
            <a:extLst>
              <a:ext uri="{FF2B5EF4-FFF2-40B4-BE49-F238E27FC236}">
                <a16:creationId xmlns:a16="http://schemas.microsoft.com/office/drawing/2014/main" id="{6A0364D9-E8DE-DFAC-C1FD-F978709A4A97}"/>
              </a:ext>
            </a:extLst>
          </p:cNvPr>
          <p:cNvCxnSpPr>
            <a:cxnSpLocks/>
          </p:cNvCxnSpPr>
          <p:nvPr>
            <p:custDataLst>
              <p:tags r:id="rId16"/>
            </p:custDataLst>
          </p:nvPr>
        </p:nvCxnSpPr>
        <p:spPr>
          <a:xfrm>
            <a:off x="7750414" y="3357761"/>
            <a:ext cx="3735795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LineBasicDefault 299">
            <a:extLst>
              <a:ext uri="{FF2B5EF4-FFF2-40B4-BE49-F238E27FC236}">
                <a16:creationId xmlns:a16="http://schemas.microsoft.com/office/drawing/2014/main" id="{4FB8CF5D-380D-C276-2510-B3B4AC93D6BE}"/>
              </a:ext>
            </a:extLst>
          </p:cNvPr>
          <p:cNvCxnSpPr>
            <a:cxnSpLocks/>
          </p:cNvCxnSpPr>
          <p:nvPr>
            <p:custDataLst>
              <p:tags r:id="rId17"/>
            </p:custDataLst>
          </p:nvPr>
        </p:nvCxnSpPr>
        <p:spPr>
          <a:xfrm>
            <a:off x="7581530" y="3241675"/>
            <a:ext cx="168884" cy="116085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C151E25F-9F0F-5490-FE45-A37E32D81B52}"/>
              </a:ext>
            </a:extLst>
          </p:cNvPr>
          <p:cNvSpPr txBox="1">
            <a:spLocks/>
          </p:cNvSpPr>
          <p:nvPr/>
        </p:nvSpPr>
        <p:spPr>
          <a:xfrm>
            <a:off x="7670624" y="3922634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Reactivated clients in Comm.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271338C-7D34-305B-9849-0BAE88647A6B}"/>
              </a:ext>
            </a:extLst>
          </p:cNvPr>
          <p:cNvSpPr txBox="1">
            <a:spLocks/>
          </p:cNvSpPr>
          <p:nvPr/>
        </p:nvSpPr>
        <p:spPr>
          <a:xfrm>
            <a:off x="10314250" y="3922634"/>
            <a:ext cx="1163129" cy="1846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200" b="1" dirty="0">
                <a:solidFill>
                  <a:schemeClr val="accent2"/>
                </a:solidFill>
              </a:rPr>
              <a:t>35-40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D4144F3-F081-243E-D1D8-738278397DC9}"/>
              </a:ext>
            </a:extLst>
          </p:cNvPr>
          <p:cNvSpPr txBox="1">
            <a:spLocks/>
          </p:cNvSpPr>
          <p:nvPr/>
        </p:nvSpPr>
        <p:spPr>
          <a:xfrm>
            <a:off x="7670624" y="4182627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Reactivated clients in SME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AA7F03D-D55E-A1F7-E4E8-8552FA9D4310}"/>
              </a:ext>
            </a:extLst>
          </p:cNvPr>
          <p:cNvSpPr txBox="1">
            <a:spLocks/>
          </p:cNvSpPr>
          <p:nvPr/>
        </p:nvSpPr>
        <p:spPr>
          <a:xfrm>
            <a:off x="10314250" y="4219560"/>
            <a:ext cx="1163129" cy="1477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 dirty="0">
                <a:solidFill>
                  <a:schemeClr val="accent2"/>
                </a:solidFill>
              </a:rPr>
              <a:t>Over 2 </a:t>
            </a:r>
            <a:r>
              <a:rPr lang="en-US" sz="1200" b="1" dirty="0" err="1">
                <a:solidFill>
                  <a:schemeClr val="accent2"/>
                </a:solidFill>
              </a:rPr>
              <a:t>ths</a:t>
            </a:r>
            <a:endParaRPr lang="en-US" sz="1200" b="1" dirty="0">
              <a:solidFill>
                <a:schemeClr val="accent2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72A5D24-9496-BD60-93B0-75BC5EDF5B39}"/>
              </a:ext>
            </a:extLst>
          </p:cNvPr>
          <p:cNvSpPr txBox="1">
            <a:spLocks/>
          </p:cNvSpPr>
          <p:nvPr/>
        </p:nvSpPr>
        <p:spPr>
          <a:xfrm>
            <a:off x="7670624" y="4525032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Increased penetration in loans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8AD2A-AF08-F642-897A-C064E609DA50}"/>
              </a:ext>
            </a:extLst>
          </p:cNvPr>
          <p:cNvSpPr txBox="1">
            <a:spLocks/>
          </p:cNvSpPr>
          <p:nvPr/>
        </p:nvSpPr>
        <p:spPr>
          <a:xfrm>
            <a:off x="10314250" y="4525032"/>
            <a:ext cx="1163129" cy="1846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200" b="1">
                <a:solidFill>
                  <a:schemeClr val="accent2"/>
                </a:solidFill>
              </a:rPr>
              <a:t>+10-15 p.p.</a:t>
            </a:r>
          </a:p>
        </p:txBody>
      </p:sp>
      <p:cxnSp>
        <p:nvCxnSpPr>
          <p:cNvPr id="33" name="LineBasicDefault 299">
            <a:extLst>
              <a:ext uri="{FF2B5EF4-FFF2-40B4-BE49-F238E27FC236}">
                <a16:creationId xmlns:a16="http://schemas.microsoft.com/office/drawing/2014/main" id="{DC2CB028-C7E2-6E64-93E6-D5012EEE04E2}"/>
              </a:ext>
            </a:extLst>
          </p:cNvPr>
          <p:cNvCxnSpPr>
            <a:cxnSpLocks/>
          </p:cNvCxnSpPr>
          <p:nvPr>
            <p:custDataLst>
              <p:tags r:id="rId18"/>
            </p:custDataLst>
          </p:nvPr>
        </p:nvCxnSpPr>
        <p:spPr>
          <a:xfrm>
            <a:off x="1956404" y="5059190"/>
            <a:ext cx="5625127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56235EA4-0E4F-AD73-CEE0-7D098A9E049E}"/>
              </a:ext>
            </a:extLst>
          </p:cNvPr>
          <p:cNvSpPr txBox="1">
            <a:spLocks/>
          </p:cNvSpPr>
          <p:nvPr/>
        </p:nvSpPr>
        <p:spPr>
          <a:xfrm>
            <a:off x="7670624" y="5294258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Improved NICM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90E4F95-4B50-0F63-FCC8-D9CB5C42B3E9}"/>
              </a:ext>
            </a:extLst>
          </p:cNvPr>
          <p:cNvSpPr txBox="1">
            <a:spLocks/>
          </p:cNvSpPr>
          <p:nvPr/>
        </p:nvSpPr>
        <p:spPr>
          <a:xfrm>
            <a:off x="10314250" y="5294258"/>
            <a:ext cx="1163129" cy="1846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200" b="1">
                <a:solidFill>
                  <a:schemeClr val="accent2"/>
                </a:solidFill>
              </a:rPr>
              <a:t>X1.15</a:t>
            </a:r>
          </a:p>
        </p:txBody>
      </p:sp>
      <p:cxnSp>
        <p:nvCxnSpPr>
          <p:cNvPr id="38" name="LineBasicDefault 299">
            <a:extLst>
              <a:ext uri="{FF2B5EF4-FFF2-40B4-BE49-F238E27FC236}">
                <a16:creationId xmlns:a16="http://schemas.microsoft.com/office/drawing/2014/main" id="{FB1271D9-2672-503D-CEF9-480DC53AE967}"/>
              </a:ext>
            </a:extLst>
          </p:cNvPr>
          <p:cNvCxnSpPr>
            <a:cxnSpLocks/>
          </p:cNvCxnSpPr>
          <p:nvPr>
            <p:custDataLst>
              <p:tags r:id="rId19"/>
            </p:custDataLst>
          </p:nvPr>
        </p:nvCxnSpPr>
        <p:spPr>
          <a:xfrm>
            <a:off x="7750414" y="5140496"/>
            <a:ext cx="3735795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Sticker">
            <a:extLst>
              <a:ext uri="{FF2B5EF4-FFF2-40B4-BE49-F238E27FC236}">
                <a16:creationId xmlns:a16="http://schemas.microsoft.com/office/drawing/2014/main" id="{B61BC5B9-704B-E4DC-87FE-5C49A112313A}"/>
              </a:ext>
            </a:extLst>
          </p:cNvPr>
          <p:cNvSpPr txBox="1"/>
          <p:nvPr/>
        </p:nvSpPr>
        <p:spPr>
          <a:xfrm>
            <a:off x="999067" y="0"/>
            <a:ext cx="11192933" cy="216513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36576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 rtl="0"/>
            <a:r>
              <a:rPr lang="en-US">
                <a:latin typeface="+mn-lt"/>
              </a:rPr>
              <a:t>detailed 2026 forecast figures have not been provided. Once the forecast is provided, ANALYSIS FIGURES CAN BE UPDATED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4E4FD706-6330-DB33-11C1-61F4FC9BA072}"/>
              </a:ext>
            </a:extLst>
          </p:cNvPr>
          <p:cNvCxnSpPr/>
          <p:nvPr>
            <p:custDataLst>
              <p:tags r:id="rId20"/>
            </p:custDataLst>
          </p:nvPr>
        </p:nvCxnSpPr>
        <p:spPr bwMode="auto">
          <a:xfrm>
            <a:off x="5743575" y="1978025"/>
            <a:ext cx="0" cy="1698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73409CA7-5580-C6DD-374D-ED7B848A08B7}"/>
              </a:ext>
            </a:extLst>
          </p:cNvPr>
          <p:cNvCxnSpPr/>
          <p:nvPr>
            <p:custDataLst>
              <p:tags r:id="rId21"/>
            </p:custDataLst>
          </p:nvPr>
        </p:nvCxnSpPr>
        <p:spPr bwMode="auto">
          <a:xfrm>
            <a:off x="5900738" y="2573338"/>
            <a:ext cx="0" cy="1698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1E0AB02A-76EC-B288-C540-2FFFBFE1F19A}"/>
              </a:ext>
            </a:extLst>
          </p:cNvPr>
          <p:cNvCxnSpPr/>
          <p:nvPr>
            <p:custDataLst>
              <p:tags r:id="rId22"/>
            </p:custDataLst>
          </p:nvPr>
        </p:nvCxnSpPr>
        <p:spPr bwMode="auto">
          <a:xfrm>
            <a:off x="6269038" y="3170238"/>
            <a:ext cx="0" cy="1698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AE625125-960C-C853-AB7C-CEAB6F916699}"/>
              </a:ext>
            </a:extLst>
          </p:cNvPr>
          <p:cNvCxnSpPr/>
          <p:nvPr>
            <p:custDataLst>
              <p:tags r:id="rId23"/>
            </p:custDataLst>
          </p:nvPr>
        </p:nvCxnSpPr>
        <p:spPr bwMode="auto">
          <a:xfrm>
            <a:off x="6348413" y="3765550"/>
            <a:ext cx="0" cy="1698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02E52F31-C1F9-5E58-501F-444924B43035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>
            <a:off x="6489700" y="4362450"/>
            <a:ext cx="0" cy="1698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BA7CB8AF-9A0A-62AC-EFD7-A8053F79D794}"/>
              </a:ext>
            </a:extLst>
          </p:cNvPr>
          <p:cNvCxnSpPr/>
          <p:nvPr>
            <p:custDataLst>
              <p:tags r:id="rId25"/>
            </p:custDataLst>
          </p:nvPr>
        </p:nvCxnSpPr>
        <p:spPr bwMode="auto">
          <a:xfrm>
            <a:off x="6769100" y="4957763"/>
            <a:ext cx="0" cy="1698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D1B87BDD-916C-6BB1-B8FF-1E754A7CCB67}"/>
              </a:ext>
            </a:extLst>
          </p:cNvPr>
          <p:cNvCxnSpPr/>
          <p:nvPr>
            <p:custDataLst>
              <p:tags r:id="rId26"/>
            </p:custDataLst>
          </p:nvPr>
        </p:nvCxnSpPr>
        <p:spPr bwMode="auto">
          <a:xfrm>
            <a:off x="6908800" y="5554663"/>
            <a:ext cx="0" cy="1698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76" name="Chart 75">
            <a:extLst>
              <a:ext uri="{FF2B5EF4-FFF2-40B4-BE49-F238E27FC236}">
                <a16:creationId xmlns:a16="http://schemas.microsoft.com/office/drawing/2014/main" id="{43E7F370-3479-229A-F778-196F85B4786E}"/>
              </a:ext>
            </a:extLst>
          </p:cNvPr>
          <p:cNvGraphicFramePr/>
          <p:nvPr>
            <p:custDataLst>
              <p:tags r:id="rId27"/>
            </p:custDataLst>
          </p:nvPr>
        </p:nvGraphicFramePr>
        <p:xfrm>
          <a:off x="4406900" y="1200150"/>
          <a:ext cx="2971800" cy="53022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0"/>
          </a:graphicData>
        </a:graphic>
      </p:graphicFrame>
      <p:sp>
        <p:nvSpPr>
          <p:cNvPr id="46" name="Text Placeholder 4">
            <a:extLst>
              <a:ext uri="{FF2B5EF4-FFF2-40B4-BE49-F238E27FC236}">
                <a16:creationId xmlns:a16="http://schemas.microsoft.com/office/drawing/2014/main" id="{CCE05D68-E9BF-350F-1BAC-855E1006CA72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auto">
          <a:xfrm>
            <a:off x="2125663" y="1673225"/>
            <a:ext cx="22621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r>
              <a:rPr lang="en-US" sz="1200" b="1">
                <a:latin typeface="+mn-lt"/>
              </a:rPr>
              <a:t>Commercial &amp; SME NBI, 2025</a:t>
            </a:r>
          </a:p>
        </p:txBody>
      </p:sp>
      <p:sp>
        <p:nvSpPr>
          <p:cNvPr id="49" name="Text Placeholder 4">
            <a:extLst>
              <a:ext uri="{FF2B5EF4-FFF2-40B4-BE49-F238E27FC236}">
                <a16:creationId xmlns:a16="http://schemas.microsoft.com/office/drawing/2014/main" id="{377203C4-7E82-063F-8A3D-00A23F90304A}"/>
              </a:ext>
            </a:extLst>
          </p:cNvPr>
          <p:cNvSpPr>
            <a:spLocks noGrp="1"/>
          </p:cNvSpPr>
          <p:nvPr>
            <p:custDataLst>
              <p:tags r:id="rId29"/>
            </p:custDataLst>
          </p:nvPr>
        </p:nvSpPr>
        <p:spPr bwMode="gray">
          <a:xfrm>
            <a:off x="5699125" y="2270126"/>
            <a:ext cx="244475" cy="1825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72C4570-17FB-4F4B-B92D-3B2609D5990B}" type="datetime'''''''''''7''''''''''''''.''''''''''''''''9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/>
              <a:t>7.9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5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gray">
          <a:xfrm>
            <a:off x="6181725" y="3462339"/>
            <a:ext cx="254000" cy="1825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D0453DC-91CB-41E6-8903-762C3DC1444D}" type="datetime'''''4.''''''''''''''''''''''''''''''''''''''''''''''''''0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/>
              <a:t>4.0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6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gray">
          <a:xfrm>
            <a:off x="6296025" y="4057651"/>
            <a:ext cx="244475" cy="1825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5020EFA-F5A8-4AC4-86AB-8E86FCD432ED}" type="datetime'''''''''''7''''''''''''.''''''''''0''''''''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/>
              <a:t>7.0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6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6461125" y="4654551"/>
            <a:ext cx="336550" cy="1825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1AF94A2-018B-4970-B7F3-CABBC28836AD}" type="datetime'''''1''''''4''''''''''''''.''''''0''''''''''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14.0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56" name="Text Placeholder 4">
            <a:extLst>
              <a:ext uri="{FF2B5EF4-FFF2-40B4-BE49-F238E27FC236}">
                <a16:creationId xmlns:a16="http://schemas.microsoft.com/office/drawing/2014/main" id="{9888431C-712B-9D57-E9C3-EB35B04CEA8B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gray">
          <a:xfrm>
            <a:off x="6716714" y="5249864"/>
            <a:ext cx="244475" cy="1825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0DF0A08-888A-41B7-9D9B-2185B39E36D7}" type="datetime'''''7''''''''''''''''.''''''''''''''0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/>
              <a:t>7.0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47" name="Text Placeholder 4">
            <a:extLst>
              <a:ext uri="{FF2B5EF4-FFF2-40B4-BE49-F238E27FC236}">
                <a16:creationId xmlns:a16="http://schemas.microsoft.com/office/drawing/2014/main" id="{6514B241-5280-AE66-226D-27ED259EE52A}"/>
              </a:ext>
            </a:extLst>
          </p:cNvPr>
          <p:cNvSpPr>
            <a:spLocks noGrp="1"/>
          </p:cNvSpPr>
          <p:nvPr>
            <p:custDataLst>
              <p:tags r:id="rId34"/>
            </p:custDataLst>
          </p:nvPr>
        </p:nvSpPr>
        <p:spPr bwMode="auto">
          <a:xfrm>
            <a:off x="2125663" y="5846763"/>
            <a:ext cx="22621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r>
              <a:rPr lang="en-US" sz="1200" b="1"/>
              <a:t>Commercial &amp; SME </a:t>
            </a:r>
            <a:r>
              <a:rPr lang="en-US" sz="1200" b="1">
                <a:latin typeface="+mn-lt"/>
              </a:rPr>
              <a:t>NBI, 2029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39594B6-06F1-5DDC-9117-E033E8435AF6}"/>
              </a:ext>
            </a:extLst>
          </p:cNvPr>
          <p:cNvSpPr txBox="1">
            <a:spLocks/>
          </p:cNvSpPr>
          <p:nvPr/>
        </p:nvSpPr>
        <p:spPr>
          <a:xfrm>
            <a:off x="7670624" y="4792111"/>
            <a:ext cx="2788362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Increased the total clients’ base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338C4C4-C0BE-B444-7C37-3C006D3DB9CE}"/>
              </a:ext>
            </a:extLst>
          </p:cNvPr>
          <p:cNvSpPr txBox="1">
            <a:spLocks/>
          </p:cNvSpPr>
          <p:nvPr/>
        </p:nvSpPr>
        <p:spPr>
          <a:xfrm>
            <a:off x="10314250" y="4792111"/>
            <a:ext cx="1163129" cy="2954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>
                <a:solidFill>
                  <a:schemeClr val="accent2"/>
                </a:solidFill>
              </a:rPr>
              <a:t>5%-8% CAGR till 2029</a:t>
            </a:r>
          </a:p>
        </p:txBody>
      </p:sp>
      <p:cxnSp>
        <p:nvCxnSpPr>
          <p:cNvPr id="71" name="LineBasicDefault 299">
            <a:extLst>
              <a:ext uri="{FF2B5EF4-FFF2-40B4-BE49-F238E27FC236}">
                <a16:creationId xmlns:a16="http://schemas.microsoft.com/office/drawing/2014/main" id="{21DB47C0-8B3A-9201-4369-A4147D7B60BA}"/>
              </a:ext>
            </a:extLst>
          </p:cNvPr>
          <p:cNvCxnSpPr>
            <a:cxnSpLocks/>
          </p:cNvCxnSpPr>
          <p:nvPr>
            <p:custDataLst>
              <p:tags r:id="rId35"/>
            </p:custDataLst>
          </p:nvPr>
        </p:nvCxnSpPr>
        <p:spPr>
          <a:xfrm>
            <a:off x="7585869" y="5062173"/>
            <a:ext cx="164545" cy="78323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ticker">
            <a:extLst>
              <a:ext uri="{FF2B5EF4-FFF2-40B4-BE49-F238E27FC236}">
                <a16:creationId xmlns:a16="http://schemas.microsoft.com/office/drawing/2014/main" id="{37A105C7-1C31-6DD6-DF66-5042952D16E2}"/>
              </a:ext>
            </a:extLst>
          </p:cNvPr>
          <p:cNvSpPr txBox="1"/>
          <p:nvPr/>
        </p:nvSpPr>
        <p:spPr>
          <a:xfrm>
            <a:off x="582493" y="981736"/>
            <a:ext cx="2200512" cy="123111"/>
          </a:xfrm>
          <a:prstGeom prst="rect">
            <a:avLst/>
          </a:prstGeom>
          <a:solidFill>
            <a:schemeClr val="bg1"/>
          </a:solidFill>
          <a:ln w="6350">
            <a:noFill/>
            <a:miter lim="800000"/>
          </a:ln>
        </p:spPr>
        <p:txBody>
          <a:bodyPr vert="horz" wrap="square" lIns="0" tIns="0" rIns="0" bIns="0" rtlCol="0" anchor="ctr" anchorCtr="0">
            <a:sp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rtl="0"/>
            <a:r>
              <a:rPr lang="en-US">
                <a:solidFill>
                  <a:srgbClr val="C00000"/>
                </a:solidFill>
                <a:latin typeface="+mn-lt"/>
              </a:rPr>
              <a:t>Preliminary - to be further verified</a:t>
            </a:r>
          </a:p>
        </p:txBody>
      </p:sp>
    </p:spTree>
    <p:extLst>
      <p:ext uri="{BB962C8B-B14F-4D97-AF65-F5344CB8AC3E}">
        <p14:creationId xmlns:p14="http://schemas.microsoft.com/office/powerpoint/2010/main" val="285825222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C59DDB-D008-650F-73C0-E7126B92E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26C61399-5F91-B970-47A4-5490864DF47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0844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606" imgH="608" progId="TCLayout.ActiveDocument.1">
                  <p:embed/>
                </p:oleObj>
              </mc:Choice>
              <mc:Fallback>
                <p:oleObj name="think-cell Slide" r:id="rId18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26C61399-5F91-B970-47A4-5490864DF47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7161DE05-A19F-0EE6-632D-8FC7D6377929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Bank’s strategy in commercial and SME banking consists of 6 initiatives and 3 enablers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3BC9EAD-D739-D5AE-BAA9-A187035315D4}"/>
              </a:ext>
            </a:extLst>
          </p:cNvPr>
          <p:cNvSpPr>
            <a:spLocks/>
          </p:cNvSpPr>
          <p:nvPr/>
        </p:nvSpPr>
        <p:spPr>
          <a:xfrm>
            <a:off x="554734" y="1638299"/>
            <a:ext cx="1312166" cy="2002652"/>
          </a:xfrm>
          <a:prstGeom prst="roundRect">
            <a:avLst/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Transaction banking-led ecosystem platform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D29984A5-2685-253C-00EC-7B982973733C}"/>
              </a:ext>
            </a:extLst>
          </p:cNvPr>
          <p:cNvSpPr>
            <a:spLocks/>
          </p:cNvSpPr>
          <p:nvPr/>
        </p:nvSpPr>
        <p:spPr>
          <a:xfrm>
            <a:off x="554734" y="3728783"/>
            <a:ext cx="1312166" cy="203996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Optimize and selectively scale commercial and SME banking</a:t>
            </a:r>
          </a:p>
        </p:txBody>
      </p:sp>
      <p:cxnSp>
        <p:nvCxnSpPr>
          <p:cNvPr id="19" name="LineBasicDefault 299">
            <a:extLst>
              <a:ext uri="{FF2B5EF4-FFF2-40B4-BE49-F238E27FC236}">
                <a16:creationId xmlns:a16="http://schemas.microsoft.com/office/drawing/2014/main" id="{BB03A8F7-1758-93BB-F071-758A619C7CD5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038" y="1575177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9A605227-7077-56C3-1E2B-E67FE214F1EB}"/>
              </a:ext>
            </a:extLst>
          </p:cNvPr>
          <p:cNvSpPr txBox="1"/>
          <p:nvPr/>
        </p:nvSpPr>
        <p:spPr>
          <a:xfrm>
            <a:off x="554039" y="1161649"/>
            <a:ext cx="1312862" cy="369332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Strategic programs</a:t>
            </a:r>
            <a:endParaRPr lang="en-US" sz="120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5167D20-8B34-340F-1DD0-CCB16B304F6D}"/>
              </a:ext>
            </a:extLst>
          </p:cNvPr>
          <p:cNvSpPr txBox="1"/>
          <p:nvPr/>
        </p:nvSpPr>
        <p:spPr>
          <a:xfrm>
            <a:off x="1956402" y="1346315"/>
            <a:ext cx="2653697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Initiatives</a:t>
            </a:r>
            <a:endParaRPr lang="en-US" sz="120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BA4249D-450C-4322-268C-640F3B1B302D}"/>
              </a:ext>
            </a:extLst>
          </p:cNvPr>
          <p:cNvSpPr txBox="1"/>
          <p:nvPr/>
        </p:nvSpPr>
        <p:spPr>
          <a:xfrm>
            <a:off x="4769149" y="1346315"/>
            <a:ext cx="6698950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Scope</a:t>
            </a:r>
            <a:endParaRPr lang="en-US" sz="1200"/>
          </a:p>
        </p:txBody>
      </p:sp>
      <p:cxnSp>
        <p:nvCxnSpPr>
          <p:cNvPr id="25" name="LineBasicDefault 299">
            <a:extLst>
              <a:ext uri="{FF2B5EF4-FFF2-40B4-BE49-F238E27FC236}">
                <a16:creationId xmlns:a16="http://schemas.microsoft.com/office/drawing/2014/main" id="{DFAAB3C2-1076-8A0D-F06C-497B39E7714B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3685148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CFB95987-1544-9CE7-0442-24FF6198263D}"/>
              </a:ext>
            </a:extLst>
          </p:cNvPr>
          <p:cNvSpPr/>
          <p:nvPr/>
        </p:nvSpPr>
        <p:spPr>
          <a:xfrm>
            <a:off x="2152651" y="1638298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CIB counterparties acquisition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9AA4F70B-6958-CC60-F58D-D3AE75AA6392}"/>
              </a:ext>
            </a:extLst>
          </p:cNvPr>
          <p:cNvSpPr/>
          <p:nvPr/>
        </p:nvSpPr>
        <p:spPr>
          <a:xfrm>
            <a:off x="2152651" y="2335127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Supply chain / trade products double-down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07761F2A-6678-5CBA-DA95-9E539683D5D7}"/>
              </a:ext>
            </a:extLst>
          </p:cNvPr>
          <p:cNvSpPr/>
          <p:nvPr/>
        </p:nvSpPr>
        <p:spPr>
          <a:xfrm>
            <a:off x="2152651" y="3031954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E2E business partnership beyond banking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1D539A9-890B-8BE8-B896-77A5B23ABAA8}"/>
              </a:ext>
            </a:extLst>
          </p:cNvPr>
          <p:cNvSpPr/>
          <p:nvPr/>
        </p:nvSpPr>
        <p:spPr>
          <a:xfrm>
            <a:off x="2152651" y="3728782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Commercial and micro reactivation program</a:t>
            </a:r>
          </a:p>
        </p:txBody>
      </p:sp>
      <p:cxnSp>
        <p:nvCxnSpPr>
          <p:cNvPr id="28" name="LineBasicDefault 299">
            <a:extLst>
              <a:ext uri="{FF2B5EF4-FFF2-40B4-BE49-F238E27FC236}">
                <a16:creationId xmlns:a16="http://schemas.microsoft.com/office/drawing/2014/main" id="{5FA618EB-9D3B-E357-4222-8C9FDDA23894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1956403" y="2974172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0438C705-E14A-F995-E2F0-5ECD93E7A3ED}"/>
              </a:ext>
            </a:extLst>
          </p:cNvPr>
          <p:cNvSpPr txBox="1"/>
          <p:nvPr/>
        </p:nvSpPr>
        <p:spPr>
          <a:xfrm>
            <a:off x="4773262" y="166491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/>
              <a:t>Leverage </a:t>
            </a:r>
            <a:r>
              <a:rPr lang="en-US" sz="1200" b="1"/>
              <a:t>existing payment data and additional insights </a:t>
            </a:r>
            <a:r>
              <a:rPr lang="en-US" sz="1200"/>
              <a:t>captured via the Transaction banking-led ecosystem platform supply chain module </a:t>
            </a:r>
            <a:r>
              <a:rPr lang="en-US" sz="1200" b="1"/>
              <a:t>to identify vendors and distributors of existing PBA CIB customers </a:t>
            </a:r>
            <a:r>
              <a:rPr lang="en-US" sz="1200"/>
              <a:t>and </a:t>
            </a:r>
            <a:r>
              <a:rPr lang="en-US" sz="1200" b="1"/>
              <a:t>target them with tailored onboarding bundles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B13C6D4-940F-3F50-95A4-A982D2666DA6}"/>
              </a:ext>
            </a:extLst>
          </p:cNvPr>
          <p:cNvSpPr txBox="1"/>
          <p:nvPr/>
        </p:nvSpPr>
        <p:spPr>
          <a:xfrm>
            <a:off x="4773262" y="246308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existing cash flow data and additional insights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captured via the Transaction banking-led ecosystem to identify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customer needs and offer them trade related products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E0CC016-B6F0-36CC-2EE4-A9CD9B845087}"/>
              </a:ext>
            </a:extLst>
          </p:cNvPr>
          <p:cNvSpPr txBox="1"/>
          <p:nvPr/>
        </p:nvSpPr>
        <p:spPr>
          <a:xfrm>
            <a:off x="4773262" y="315683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Develop an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ecosystem of value-added services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, e.g. accounting, insurance etc., to support smaller customers, i.e. SMEs, with their beyond banking needs to generate additional income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157D40E-689A-10DE-A504-D5EB3A4982D8}"/>
              </a:ext>
            </a:extLst>
          </p:cNvPr>
          <p:cNvSpPr txBox="1"/>
          <p:nvPr/>
        </p:nvSpPr>
        <p:spPr>
          <a:xfrm>
            <a:off x="4773262" y="3850858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Double-down on commercial and micro SME segments with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tailored re-activation and churn prevention journeys and product offerings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to grow active customer base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E29B1117-3EAF-DBA6-47AF-AD28F0EB3553}"/>
              </a:ext>
            </a:extLst>
          </p:cNvPr>
          <p:cNvSpPr/>
          <p:nvPr/>
        </p:nvSpPr>
        <p:spPr>
          <a:xfrm>
            <a:off x="2152651" y="4440823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Credit process transformation</a:t>
            </a:r>
          </a:p>
        </p:txBody>
      </p:sp>
      <p:cxnSp>
        <p:nvCxnSpPr>
          <p:cNvPr id="14" name="LineBasicDefault 299">
            <a:extLst>
              <a:ext uri="{FF2B5EF4-FFF2-40B4-BE49-F238E27FC236}">
                <a16:creationId xmlns:a16="http://schemas.microsoft.com/office/drawing/2014/main" id="{7021F7FC-05E5-BD58-91A3-1CC69CB0662C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1956403" y="4386419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E1FBC325-8A03-F0A7-FC11-22A1B77E4C6B}"/>
              </a:ext>
            </a:extLst>
          </p:cNvPr>
          <p:cNvSpPr/>
          <p:nvPr/>
        </p:nvSpPr>
        <p:spPr>
          <a:xfrm>
            <a:off x="2152651" y="5159190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Next-gen pricing and product bundling</a:t>
            </a:r>
          </a:p>
        </p:txBody>
      </p:sp>
      <p:cxnSp>
        <p:nvCxnSpPr>
          <p:cNvPr id="18" name="LineBasicDefault 299">
            <a:extLst>
              <a:ext uri="{FF2B5EF4-FFF2-40B4-BE49-F238E27FC236}">
                <a16:creationId xmlns:a16="http://schemas.microsoft.com/office/drawing/2014/main" id="{7FA86B89-8015-58D3-B342-7EC94D2EC9CF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1956403" y="5104786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B535BDBD-2CBD-D59D-5FD0-161A0F233158}"/>
              </a:ext>
            </a:extLst>
          </p:cNvPr>
          <p:cNvSpPr txBox="1"/>
          <p:nvPr/>
        </p:nvSpPr>
        <p:spPr>
          <a:xfrm>
            <a:off x="4773262" y="444082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Revisit and transform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credit process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leveraging Agentic AI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to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1. increase efficiency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through the deployment of specific AI agents and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2. differentiate the process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based on the specific needs of each segment</a:t>
            </a:r>
            <a:endParaRPr lang="en-US" sz="1200" b="1">
              <a:solidFill>
                <a:schemeClr val="bg2">
                  <a:lumMod val="8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3A7CED4-4748-CE03-1C9E-FC4B548E6234}"/>
              </a:ext>
            </a:extLst>
          </p:cNvPr>
          <p:cNvSpPr txBox="1"/>
          <p:nvPr/>
        </p:nvSpPr>
        <p:spPr>
          <a:xfrm>
            <a:off x="4773262" y="5187230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Optimize and personalize pricing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by incorporating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all-in sensitivity and relationship-based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pricing principles. Define a clear approach for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product bundling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, leveraging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actual customer data, AA, and AI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to deepen relationships</a:t>
            </a:r>
          </a:p>
        </p:txBody>
      </p:sp>
      <p:cxnSp>
        <p:nvCxnSpPr>
          <p:cNvPr id="51" name="LineBasicDefault 299">
            <a:extLst>
              <a:ext uri="{FF2B5EF4-FFF2-40B4-BE49-F238E27FC236}">
                <a16:creationId xmlns:a16="http://schemas.microsoft.com/office/drawing/2014/main" id="{757F5575-2567-3237-6D3A-AB8BA45DFBE2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1956403" y="2288568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8E929569-E9A1-C5F4-BE3B-EFF2BD74672D}"/>
              </a:ext>
            </a:extLst>
          </p:cNvPr>
          <p:cNvSpPr/>
          <p:nvPr/>
        </p:nvSpPr>
        <p:spPr>
          <a:xfrm>
            <a:off x="554734" y="5880165"/>
            <a:ext cx="10913365" cy="54647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>
              <a:solidFill>
                <a:schemeClr val="bg1"/>
              </a:solidFill>
            </a:endParaRPr>
          </a:p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92E6A4B9-94C7-3100-01E6-B660DE9E2F4D}"/>
              </a:ext>
            </a:extLst>
          </p:cNvPr>
          <p:cNvGrpSpPr/>
          <p:nvPr/>
        </p:nvGrpSpPr>
        <p:grpSpPr>
          <a:xfrm>
            <a:off x="2477179" y="5984000"/>
            <a:ext cx="8907920" cy="373252"/>
            <a:chOff x="2477178" y="5984000"/>
            <a:chExt cx="8990921" cy="373252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A4835EE8-C9C3-2BB8-BFBE-2446C8C3CF1A}"/>
                </a:ext>
              </a:extLst>
            </p:cNvPr>
            <p:cNvSpPr/>
            <p:nvPr/>
          </p:nvSpPr>
          <p:spPr>
            <a:xfrm>
              <a:off x="247717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Best-in-class CX</a:t>
              </a:r>
            </a:p>
          </p:txBody>
        </p:sp>
        <p:sp>
          <p:nvSpPr>
            <p:cNvPr id="57" name="Rectangle: Rounded Corners 56">
              <a:extLst>
                <a:ext uri="{FF2B5EF4-FFF2-40B4-BE49-F238E27FC236}">
                  <a16:creationId xmlns:a16="http://schemas.microsoft.com/office/drawing/2014/main" id="{4ACD7DE5-81B7-E2F1-72D4-2CC5474F28C4}"/>
                </a:ext>
              </a:extLst>
            </p:cNvPr>
            <p:cNvSpPr/>
            <p:nvPr/>
          </p:nvSpPr>
          <p:spPr>
            <a:xfrm>
              <a:off x="553644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Fit for future tech &amp; AI</a:t>
              </a:r>
            </a:p>
          </p:txBody>
        </p:sp>
        <p:sp>
          <p:nvSpPr>
            <p:cNvPr id="58" name="Rectangle: Rounded Corners 57">
              <a:extLst>
                <a:ext uri="{FF2B5EF4-FFF2-40B4-BE49-F238E27FC236}">
                  <a16:creationId xmlns:a16="http://schemas.microsoft.com/office/drawing/2014/main" id="{397903B1-DD31-6090-2F61-FEB615FDDDC5}"/>
                </a:ext>
              </a:extLst>
            </p:cNvPr>
            <p:cNvSpPr/>
            <p:nvPr/>
          </p:nvSpPr>
          <p:spPr>
            <a:xfrm>
              <a:off x="8595716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Robust risk management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2C17D418-D71C-F0CA-899E-44ABA49E353B}"/>
              </a:ext>
            </a:extLst>
          </p:cNvPr>
          <p:cNvSpPr txBox="1"/>
          <p:nvPr/>
        </p:nvSpPr>
        <p:spPr>
          <a:xfrm>
            <a:off x="806902" y="5984000"/>
            <a:ext cx="1501113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i="1">
                <a:solidFill>
                  <a:schemeClr val="bg1">
                    <a:lumMod val="65000"/>
                  </a:schemeClr>
                </a:solidFill>
              </a:rPr>
              <a:t>Change to support growth</a:t>
            </a:r>
          </a:p>
        </p:txBody>
      </p:sp>
      <p:cxnSp>
        <p:nvCxnSpPr>
          <p:cNvPr id="60" name="LineBasicDefault 299">
            <a:extLst>
              <a:ext uri="{FF2B5EF4-FFF2-40B4-BE49-F238E27FC236}">
                <a16:creationId xmlns:a16="http://schemas.microsoft.com/office/drawing/2014/main" id="{CE5E0D99-98BF-B864-0890-FCBE4F4B0DC6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554038" y="5823673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rackerNumBlue 42">
            <a:extLst>
              <a:ext uri="{FF2B5EF4-FFF2-40B4-BE49-F238E27FC236}">
                <a16:creationId xmlns:a16="http://schemas.microsoft.com/office/drawing/2014/main" id="{55FED151-BB11-698B-5956-E71760148B09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1956401" y="1819047"/>
            <a:ext cx="279340" cy="27934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44" name="TrackerNumBlue 42">
            <a:extLst>
              <a:ext uri="{FF2B5EF4-FFF2-40B4-BE49-F238E27FC236}">
                <a16:creationId xmlns:a16="http://schemas.microsoft.com/office/drawing/2014/main" id="{63F89C0E-C715-DDE4-B7D3-2337D0E13CA5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956401" y="2506488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45" name="TrackerNumBlue 42">
            <a:extLst>
              <a:ext uri="{FF2B5EF4-FFF2-40B4-BE49-F238E27FC236}">
                <a16:creationId xmlns:a16="http://schemas.microsoft.com/office/drawing/2014/main" id="{B8C2F859-DEE6-2282-0009-03AC193B6B69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1956401" y="32253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46" name="TrackerNumBlue 42">
            <a:extLst>
              <a:ext uri="{FF2B5EF4-FFF2-40B4-BE49-F238E27FC236}">
                <a16:creationId xmlns:a16="http://schemas.microsoft.com/office/drawing/2014/main" id="{958E9437-FC07-0A6C-9BE6-DEA428EDE44E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1956401" y="3915492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15" name="TrackerNumBlue 42">
            <a:extLst>
              <a:ext uri="{FF2B5EF4-FFF2-40B4-BE49-F238E27FC236}">
                <a16:creationId xmlns:a16="http://schemas.microsoft.com/office/drawing/2014/main" id="{41775B1C-DD11-9036-C442-9036C35E8321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1956401" y="4597259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20" name="TrackerNumBlue 42">
            <a:extLst>
              <a:ext uri="{FF2B5EF4-FFF2-40B4-BE49-F238E27FC236}">
                <a16:creationId xmlns:a16="http://schemas.microsoft.com/office/drawing/2014/main" id="{9BCB97C2-4CDE-67EA-7941-97D0A35F13A3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1956401" y="53329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339825498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EE666-AB5F-6118-E112-9C6484642A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E2AF8A12-B7A0-8E55-E6C8-E9194BA873B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7563984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3" imgW="404" imgH="405" progId="TCLayout.ActiveDocument.1">
                  <p:embed/>
                </p:oleObj>
              </mc:Choice>
              <mc:Fallback>
                <p:oleObj name="think-cell Slide" r:id="rId23" imgW="404" imgH="405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E2AF8A12-B7A0-8E55-E6C8-E9194BA873B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Isosceles Triangle 5">
            <a:extLst>
              <a:ext uri="{FF2B5EF4-FFF2-40B4-BE49-F238E27FC236}">
                <a16:creationId xmlns:a16="http://schemas.microsoft.com/office/drawing/2014/main" id="{CD045E42-73A0-C8C6-4C94-C5E17B0281E8}"/>
              </a:ext>
            </a:extLst>
          </p:cNvPr>
          <p:cNvSpPr/>
          <p:nvPr/>
        </p:nvSpPr>
        <p:spPr>
          <a:xfrm>
            <a:off x="4271915" y="1246299"/>
            <a:ext cx="252315" cy="241891"/>
          </a:xfrm>
          <a:prstGeom prst="triangle">
            <a:avLst>
              <a:gd name="adj" fmla="val 100000"/>
            </a:avLst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8" name="Isosceles Triangle 7">
            <a:extLst>
              <a:ext uri="{FF2B5EF4-FFF2-40B4-BE49-F238E27FC236}">
                <a16:creationId xmlns:a16="http://schemas.microsoft.com/office/drawing/2014/main" id="{352DEF4E-38FA-AFD5-CA31-DEC19E445225}"/>
              </a:ext>
            </a:extLst>
          </p:cNvPr>
          <p:cNvSpPr/>
          <p:nvPr/>
        </p:nvSpPr>
        <p:spPr>
          <a:xfrm flipH="1">
            <a:off x="11741082" y="1245918"/>
            <a:ext cx="252315" cy="241891"/>
          </a:xfrm>
          <a:prstGeom prst="triangle">
            <a:avLst>
              <a:gd name="adj" fmla="val 100000"/>
            </a:avLst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9913E03-94E4-C8D3-A07C-CD38FC348E62}"/>
              </a:ext>
            </a:extLst>
          </p:cNvPr>
          <p:cNvSpPr>
            <a:spLocks/>
          </p:cNvSpPr>
          <p:nvPr/>
        </p:nvSpPr>
        <p:spPr>
          <a:xfrm>
            <a:off x="-73959" y="1488190"/>
            <a:ext cx="12265959" cy="959926"/>
          </a:xfrm>
          <a:prstGeom prst="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" name="2. Slide Title">
            <a:extLst>
              <a:ext uri="{FF2B5EF4-FFF2-40B4-BE49-F238E27FC236}">
                <a16:creationId xmlns:a16="http://schemas.microsoft.com/office/drawing/2014/main" id="{0C137187-4769-86C3-37A6-9F027DB39893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>
            <a:spAutoFit/>
          </a:bodyPr>
          <a:lstStyle/>
          <a:p>
            <a:r>
              <a:rPr lang="en-US">
                <a:latin typeface="+mj-lt"/>
              </a:rPr>
              <a:t>B2B ecosystem will allow to unlock SME growth by connecting CIB and SMEs through common ecosystem flows</a:t>
            </a:r>
          </a:p>
        </p:txBody>
      </p:sp>
      <p:sp>
        <p:nvSpPr>
          <p:cNvPr id="37" name="3. Subtitle">
            <a:extLst>
              <a:ext uri="{FF2B5EF4-FFF2-40B4-BE49-F238E27FC236}">
                <a16:creationId xmlns:a16="http://schemas.microsoft.com/office/drawing/2014/main" id="{554026F6-0383-7F71-760B-F3EFB4F3D447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>
                <a:latin typeface="+mn-lt"/>
              </a:rPr>
              <a:t> </a:t>
            </a:r>
          </a:p>
        </p:txBody>
      </p:sp>
      <p:sp>
        <p:nvSpPr>
          <p:cNvPr id="38" name="1. On-page tracker">
            <a:extLst>
              <a:ext uri="{FF2B5EF4-FFF2-40B4-BE49-F238E27FC236}">
                <a16:creationId xmlns:a16="http://schemas.microsoft.com/office/drawing/2014/main" id="{EE14FF58-698B-BA01-935F-2DE5FA6C2F3B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>
                <a:latin typeface="+mn-lt"/>
              </a:rPr>
              <a:t>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451DC7A-EE3C-E301-A5BA-F7B9B78460A3}"/>
              </a:ext>
            </a:extLst>
          </p:cNvPr>
          <p:cNvSpPr txBox="1">
            <a:spLocks/>
          </p:cNvSpPr>
          <p:nvPr/>
        </p:nvSpPr>
        <p:spPr>
          <a:xfrm>
            <a:off x="554734" y="3554519"/>
            <a:ext cx="3843339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>
                <a:latin typeface="+mn-lt"/>
              </a:rPr>
              <a:t>Ecosystem Network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14365B9-AD59-885E-8633-C2CD42C2DCE0}"/>
              </a:ext>
            </a:extLst>
          </p:cNvPr>
          <p:cNvGrpSpPr>
            <a:grpSpLocks/>
          </p:cNvGrpSpPr>
          <p:nvPr/>
        </p:nvGrpSpPr>
        <p:grpSpPr>
          <a:xfrm>
            <a:off x="554734" y="3935003"/>
            <a:ext cx="3843339" cy="1953812"/>
            <a:chOff x="554734" y="3311466"/>
            <a:chExt cx="3843339" cy="195381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74BD976-AC80-D2D9-6BD9-958C6724823C}"/>
                </a:ext>
              </a:extLst>
            </p:cNvPr>
            <p:cNvSpPr txBox="1">
              <a:spLocks/>
            </p:cNvSpPr>
            <p:nvPr/>
          </p:nvSpPr>
          <p:spPr>
            <a:xfrm>
              <a:off x="3263974" y="3311466"/>
              <a:ext cx="1134099" cy="136294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sz="1000" b="1">
                  <a:latin typeface="+mn-lt"/>
                </a:rPr>
                <a:t>Buyers</a:t>
              </a:r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53A38943-457D-0D4B-DA77-C8D976FBAA83}"/>
                </a:ext>
              </a:extLst>
            </p:cNvPr>
            <p:cNvSpPr/>
            <p:nvPr/>
          </p:nvSpPr>
          <p:spPr>
            <a:xfrm>
              <a:off x="2138964" y="3917874"/>
              <a:ext cx="674879" cy="674879"/>
            </a:xfrm>
            <a:prstGeom prst="ellipse">
              <a:avLst/>
            </a:prstGeom>
            <a:solidFill>
              <a:schemeClr val="bg1"/>
            </a:solidFill>
            <a:ln w="6350" cap="sq">
              <a:noFill/>
              <a:miter lim="800000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100" err="1">
                <a:solidFill>
                  <a:schemeClr val="bg1"/>
                </a:solidFill>
              </a:endParaRPr>
            </a:p>
          </p:txBody>
        </p:sp>
        <p:grpSp>
          <p:nvGrpSpPr>
            <p:cNvPr id="23" name="CustomIcon">
              <a:extLst>
                <a:ext uri="{FF2B5EF4-FFF2-40B4-BE49-F238E27FC236}">
                  <a16:creationId xmlns:a16="http://schemas.microsoft.com/office/drawing/2014/main" id="{630A48B6-3AFC-C0BA-B9CC-E775860974B1}"/>
                </a:ext>
              </a:extLst>
            </p:cNvPr>
            <p:cNvGrpSpPr>
              <a:grpSpLocks noChangeAspect="1"/>
            </p:cNvGrpSpPr>
            <p:nvPr>
              <p:custDataLst>
                <p:tags r:id="rId12"/>
              </p:custDataLst>
            </p:nvPr>
          </p:nvGrpSpPr>
          <p:grpSpPr>
            <a:xfrm>
              <a:off x="2182472" y="3961381"/>
              <a:ext cx="587864" cy="587864"/>
              <a:chOff x="-205105" y="-205105"/>
              <a:chExt cx="1019810" cy="1019810"/>
            </a:xfrm>
          </p:grpSpPr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505FA914-7146-1C6D-2148-FBAA16B989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205105" y="-205105"/>
                <a:ext cx="1019810" cy="1019810"/>
              </a:xfrm>
              <a:prstGeom prst="ellipse">
                <a:avLst/>
              </a:prstGeom>
              <a:solidFill>
                <a:schemeClr val="accent4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1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22" name="Graphic 21">
                <a:extLst>
                  <a:ext uri="{FF2B5EF4-FFF2-40B4-BE49-F238E27FC236}">
                    <a16:creationId xmlns:a16="http://schemas.microsoft.com/office/drawing/2014/main" id="{AB17C586-418A-204E-F56B-3FC2C0F52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609600" cy="609600"/>
              </a:xfrm>
              <a:prstGeom prst="rect">
                <a:avLst/>
              </a:prstGeom>
            </p:spPr>
          </p:pic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3949BEE-892F-D6E2-4F6C-87F7E268D698}"/>
                </a:ext>
              </a:extLst>
            </p:cNvPr>
            <p:cNvSpPr txBox="1">
              <a:spLocks/>
            </p:cNvSpPr>
            <p:nvPr/>
          </p:nvSpPr>
          <p:spPr>
            <a:xfrm>
              <a:off x="1952742" y="4588980"/>
              <a:ext cx="1047323" cy="615553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sz="1000" b="1">
                  <a:latin typeface="+mn-lt"/>
                </a:rPr>
                <a:t>Pasha </a:t>
              </a:r>
              <a:br>
                <a:rPr lang="en-US" sz="1000" b="1">
                  <a:latin typeface="+mn-lt"/>
                </a:rPr>
              </a:br>
              <a:r>
                <a:rPr lang="en-US" sz="1000" b="1">
                  <a:latin typeface="+mn-lt"/>
                </a:rPr>
                <a:t>Construction MMC </a:t>
              </a:r>
              <a:br>
                <a:rPr lang="en-US" sz="1000" b="1">
                  <a:latin typeface="+mn-lt"/>
                </a:rPr>
              </a:br>
              <a:r>
                <a:rPr lang="en-US" sz="900">
                  <a:latin typeface="+mn-lt"/>
                </a:rPr>
                <a:t>Azerbaijan</a:t>
              </a:r>
              <a:endParaRPr lang="en-US" sz="1000" b="1">
                <a:latin typeface="+mn-lt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C30FDAEA-3F00-DC57-D268-0375BE62DA70}"/>
                </a:ext>
              </a:extLst>
            </p:cNvPr>
            <p:cNvSpPr txBox="1">
              <a:spLocks/>
            </p:cNvSpPr>
            <p:nvPr/>
          </p:nvSpPr>
          <p:spPr>
            <a:xfrm>
              <a:off x="554734" y="3311466"/>
              <a:ext cx="1134099" cy="136294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sz="1000" b="1">
                  <a:latin typeface="+mn-lt"/>
                </a:rPr>
                <a:t>Suppliers</a:t>
              </a:r>
            </a:p>
          </p:txBody>
        </p:sp>
        <p:sp>
          <p:nvSpPr>
            <p:cNvPr id="16" name="Rectangle: Rounded Corners 15">
              <a:extLst>
                <a:ext uri="{FF2B5EF4-FFF2-40B4-BE49-F238E27FC236}">
                  <a16:creationId xmlns:a16="http://schemas.microsoft.com/office/drawing/2014/main" id="{93A00FFE-1E5A-255E-0E4D-EE6C0CAEDD18}"/>
                </a:ext>
              </a:extLst>
            </p:cNvPr>
            <p:cNvSpPr>
              <a:spLocks/>
            </p:cNvSpPr>
            <p:nvPr/>
          </p:nvSpPr>
          <p:spPr>
            <a:xfrm>
              <a:off x="554734" y="3620493"/>
              <a:ext cx="1134099" cy="339671"/>
            </a:xfrm>
            <a:prstGeom prst="roundRect">
              <a:avLst>
                <a:gd name="adj" fmla="val 6622"/>
              </a:avLst>
            </a:prstGeom>
            <a:noFill/>
            <a:ln w="6350" cap="sq">
              <a:solidFill>
                <a:schemeClr val="bg1">
                  <a:lumMod val="75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100" err="1">
                <a:solidFill>
                  <a:schemeClr val="bg1"/>
                </a:solidFill>
              </a:endParaRPr>
            </a:p>
          </p:txBody>
        </p:sp>
        <p:sp>
          <p:nvSpPr>
            <p:cNvPr id="25" name="Rectangle: Rounded Corners 24">
              <a:extLst>
                <a:ext uri="{FF2B5EF4-FFF2-40B4-BE49-F238E27FC236}">
                  <a16:creationId xmlns:a16="http://schemas.microsoft.com/office/drawing/2014/main" id="{45298C69-3552-2BF2-515B-C0770859F194}"/>
                </a:ext>
              </a:extLst>
            </p:cNvPr>
            <p:cNvSpPr>
              <a:spLocks/>
            </p:cNvSpPr>
            <p:nvPr/>
          </p:nvSpPr>
          <p:spPr>
            <a:xfrm>
              <a:off x="554734" y="3976844"/>
              <a:ext cx="1134099" cy="339671"/>
            </a:xfrm>
            <a:prstGeom prst="roundRect">
              <a:avLst>
                <a:gd name="adj" fmla="val 6622"/>
              </a:avLst>
            </a:prstGeom>
            <a:noFill/>
            <a:ln w="6350" cap="sq">
              <a:solidFill>
                <a:schemeClr val="bg1">
                  <a:lumMod val="75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100" err="1">
                <a:solidFill>
                  <a:schemeClr val="bg1"/>
                </a:solidFill>
              </a:endParaRPr>
            </a:p>
          </p:txBody>
        </p:sp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B1E79BA5-EB80-408A-657A-4F34472AF173}"/>
                </a:ext>
              </a:extLst>
            </p:cNvPr>
            <p:cNvSpPr>
              <a:spLocks/>
            </p:cNvSpPr>
            <p:nvPr/>
          </p:nvSpPr>
          <p:spPr>
            <a:xfrm>
              <a:off x="554734" y="4569256"/>
              <a:ext cx="1134099" cy="339671"/>
            </a:xfrm>
            <a:prstGeom prst="roundRect">
              <a:avLst>
                <a:gd name="adj" fmla="val 6622"/>
              </a:avLst>
            </a:prstGeom>
            <a:noFill/>
            <a:ln w="6350" cap="sq">
              <a:solidFill>
                <a:schemeClr val="bg1">
                  <a:lumMod val="75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100" err="1">
                <a:solidFill>
                  <a:schemeClr val="bg1"/>
                </a:solidFill>
              </a:endParaRPr>
            </a:p>
          </p:txBody>
        </p:sp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6997B030-37BA-392E-1D43-1E311F6D5035}"/>
                </a:ext>
              </a:extLst>
            </p:cNvPr>
            <p:cNvSpPr>
              <a:spLocks/>
            </p:cNvSpPr>
            <p:nvPr/>
          </p:nvSpPr>
          <p:spPr>
            <a:xfrm>
              <a:off x="554734" y="4925607"/>
              <a:ext cx="1134099" cy="339671"/>
            </a:xfrm>
            <a:prstGeom prst="roundRect">
              <a:avLst>
                <a:gd name="adj" fmla="val 6622"/>
              </a:avLst>
            </a:prstGeom>
            <a:noFill/>
            <a:ln w="6350" cap="sq">
              <a:solidFill>
                <a:schemeClr val="bg1">
                  <a:lumMod val="75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100" err="1">
                <a:solidFill>
                  <a:schemeClr val="bg1"/>
                </a:solidFill>
              </a:endParaRPr>
            </a:p>
          </p:txBody>
        </p:sp>
        <p:grpSp>
          <p:nvGrpSpPr>
            <p:cNvPr id="47" name="CustomIcon">
              <a:extLst>
                <a:ext uri="{FF2B5EF4-FFF2-40B4-BE49-F238E27FC236}">
                  <a16:creationId xmlns:a16="http://schemas.microsoft.com/office/drawing/2014/main" id="{8C1361FC-D045-B1AC-7544-7F37D23E53BE}"/>
                </a:ext>
              </a:extLst>
            </p:cNvPr>
            <p:cNvGrpSpPr>
              <a:grpSpLocks noChangeAspect="1"/>
            </p:cNvGrpSpPr>
            <p:nvPr>
              <p:custDataLst>
                <p:tags r:id="rId13"/>
              </p:custDataLst>
            </p:nvPr>
          </p:nvGrpSpPr>
          <p:grpSpPr>
            <a:xfrm>
              <a:off x="580006" y="3689745"/>
              <a:ext cx="201166" cy="201166"/>
              <a:chOff x="-205105" y="-205105"/>
              <a:chExt cx="1019810" cy="1019810"/>
            </a:xfrm>
          </p:grpSpPr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48758A5A-2F69-96B0-4A0B-193C0B5531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205105" y="-205105"/>
                <a:ext cx="1019810" cy="1019810"/>
              </a:xfrm>
              <a:prstGeom prst="ellipse">
                <a:avLst/>
              </a:prstGeom>
              <a:solidFill>
                <a:schemeClr val="accent4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1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46" name="Graphic 45">
                <a:extLst>
                  <a:ext uri="{FF2B5EF4-FFF2-40B4-BE49-F238E27FC236}">
                    <a16:creationId xmlns:a16="http://schemas.microsoft.com/office/drawing/2014/main" id="{30D0872F-C58A-81D0-9A95-D8B94E8D25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609600" cy="609600"/>
              </a:xfrm>
              <a:prstGeom prst="rect">
                <a:avLst/>
              </a:prstGeom>
            </p:spPr>
          </p:pic>
        </p:grpSp>
        <p:grpSp>
          <p:nvGrpSpPr>
            <p:cNvPr id="48" name="CustomIcon">
              <a:extLst>
                <a:ext uri="{FF2B5EF4-FFF2-40B4-BE49-F238E27FC236}">
                  <a16:creationId xmlns:a16="http://schemas.microsoft.com/office/drawing/2014/main" id="{85164019-30B7-74B3-0D06-1BD5882193F0}"/>
                </a:ext>
              </a:extLst>
            </p:cNvPr>
            <p:cNvGrpSpPr>
              <a:grpSpLocks noChangeAspect="1"/>
            </p:cNvGrpSpPr>
            <p:nvPr>
              <p:custDataLst>
                <p:tags r:id="rId14"/>
              </p:custDataLst>
            </p:nvPr>
          </p:nvGrpSpPr>
          <p:grpSpPr>
            <a:xfrm>
              <a:off x="580006" y="4046097"/>
              <a:ext cx="201166" cy="201166"/>
              <a:chOff x="-205105" y="-205105"/>
              <a:chExt cx="1019810" cy="1019810"/>
            </a:xfrm>
          </p:grpSpPr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33B3B39E-910A-1C49-86C0-085F17B0DA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205105" y="-205105"/>
                <a:ext cx="1019810" cy="1019810"/>
              </a:xfrm>
              <a:prstGeom prst="ellipse">
                <a:avLst/>
              </a:prstGeom>
              <a:solidFill>
                <a:schemeClr val="accent4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1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50" name="Graphic 49">
                <a:extLst>
                  <a:ext uri="{FF2B5EF4-FFF2-40B4-BE49-F238E27FC236}">
                    <a16:creationId xmlns:a16="http://schemas.microsoft.com/office/drawing/2014/main" id="{CEBEA7D2-83BD-3579-7C66-DDE197666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609600" cy="609600"/>
              </a:xfrm>
              <a:prstGeom prst="rect">
                <a:avLst/>
              </a:prstGeom>
            </p:spPr>
          </p:pic>
        </p:grpSp>
        <p:grpSp>
          <p:nvGrpSpPr>
            <p:cNvPr id="51" name="CustomIcon">
              <a:extLst>
                <a:ext uri="{FF2B5EF4-FFF2-40B4-BE49-F238E27FC236}">
                  <a16:creationId xmlns:a16="http://schemas.microsoft.com/office/drawing/2014/main" id="{A3149DBE-8C44-8EAB-455D-9C88F1E52E5D}"/>
                </a:ext>
              </a:extLst>
            </p:cNvPr>
            <p:cNvGrpSpPr>
              <a:grpSpLocks noChangeAspect="1"/>
            </p:cNvGrpSpPr>
            <p:nvPr>
              <p:custDataLst>
                <p:tags r:id="rId15"/>
              </p:custDataLst>
            </p:nvPr>
          </p:nvGrpSpPr>
          <p:grpSpPr>
            <a:xfrm>
              <a:off x="580006" y="4638508"/>
              <a:ext cx="201166" cy="201166"/>
              <a:chOff x="-205105" y="-205105"/>
              <a:chExt cx="1019810" cy="1019810"/>
            </a:xfrm>
          </p:grpSpPr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7B047543-22F5-1972-CEA2-8BDE90F691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205105" y="-205105"/>
                <a:ext cx="1019810" cy="1019810"/>
              </a:xfrm>
              <a:prstGeom prst="ellipse">
                <a:avLst/>
              </a:prstGeom>
              <a:solidFill>
                <a:schemeClr val="accent4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1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53" name="Graphic 52">
                <a:extLst>
                  <a:ext uri="{FF2B5EF4-FFF2-40B4-BE49-F238E27FC236}">
                    <a16:creationId xmlns:a16="http://schemas.microsoft.com/office/drawing/2014/main" id="{DDC32791-1397-169D-0010-0A0DE410AA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609600" cy="609600"/>
              </a:xfrm>
              <a:prstGeom prst="rect">
                <a:avLst/>
              </a:prstGeom>
            </p:spPr>
          </p:pic>
        </p:grpSp>
        <p:grpSp>
          <p:nvGrpSpPr>
            <p:cNvPr id="54" name="CustomIcon">
              <a:extLst>
                <a:ext uri="{FF2B5EF4-FFF2-40B4-BE49-F238E27FC236}">
                  <a16:creationId xmlns:a16="http://schemas.microsoft.com/office/drawing/2014/main" id="{8F1037E9-81C2-7739-AAB8-F2661FE8D6DD}"/>
                </a:ext>
              </a:extLst>
            </p:cNvPr>
            <p:cNvGrpSpPr>
              <a:grpSpLocks noChangeAspect="1"/>
            </p:cNvGrpSpPr>
            <p:nvPr>
              <p:custDataLst>
                <p:tags r:id="rId16"/>
              </p:custDataLst>
            </p:nvPr>
          </p:nvGrpSpPr>
          <p:grpSpPr>
            <a:xfrm>
              <a:off x="580006" y="4994860"/>
              <a:ext cx="201166" cy="201166"/>
              <a:chOff x="-205105" y="-205105"/>
              <a:chExt cx="1019810" cy="1019810"/>
            </a:xfrm>
          </p:grpSpPr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97601D53-9584-FCB6-EF14-32CD07A728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205105" y="-205105"/>
                <a:ext cx="1019810" cy="1019810"/>
              </a:xfrm>
              <a:prstGeom prst="ellipse">
                <a:avLst/>
              </a:prstGeom>
              <a:solidFill>
                <a:schemeClr val="accent4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1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56" name="Graphic 55">
                <a:extLst>
                  <a:ext uri="{FF2B5EF4-FFF2-40B4-BE49-F238E27FC236}">
                    <a16:creationId xmlns:a16="http://schemas.microsoft.com/office/drawing/2014/main" id="{4B594650-AD0D-3AFB-D725-D680307E46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609600" cy="609600"/>
              </a:xfrm>
              <a:prstGeom prst="rect">
                <a:avLst/>
              </a:prstGeom>
            </p:spPr>
          </p:pic>
        </p:grp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294CE5B7-E4C4-F60B-A7EB-4A4738B96524}"/>
                </a:ext>
              </a:extLst>
            </p:cNvPr>
            <p:cNvSpPr txBox="1">
              <a:spLocks/>
            </p:cNvSpPr>
            <p:nvPr/>
          </p:nvSpPr>
          <p:spPr>
            <a:xfrm>
              <a:off x="821631" y="3697996"/>
              <a:ext cx="831611" cy="18466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600" b="1">
                  <a:latin typeface="+mn-lt"/>
                </a:rPr>
                <a:t>Caspian Building MMC </a:t>
              </a:r>
              <a:r>
                <a:rPr lang="en-US" sz="600">
                  <a:latin typeface="+mn-lt"/>
                </a:rPr>
                <a:t>Azerbaijan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E254E665-1F4C-D61F-26CD-3B36CACCEC1A}"/>
                </a:ext>
              </a:extLst>
            </p:cNvPr>
            <p:cNvSpPr txBox="1">
              <a:spLocks/>
            </p:cNvSpPr>
            <p:nvPr/>
          </p:nvSpPr>
          <p:spPr>
            <a:xfrm>
              <a:off x="821631" y="4054347"/>
              <a:ext cx="831611" cy="18466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600" b="1">
                  <a:latin typeface="+mn-lt"/>
                </a:rPr>
                <a:t>Global Materials MMC </a:t>
              </a:r>
              <a:r>
                <a:rPr lang="en-US" sz="600">
                  <a:latin typeface="+mn-lt"/>
                </a:rPr>
                <a:t>Germany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16271EC0-0A77-A66B-49C8-E0B7B254867E}"/>
                </a:ext>
              </a:extLst>
            </p:cNvPr>
            <p:cNvSpPr txBox="1">
              <a:spLocks/>
            </p:cNvSpPr>
            <p:nvPr/>
          </p:nvSpPr>
          <p:spPr>
            <a:xfrm>
              <a:off x="821631" y="4646758"/>
              <a:ext cx="831611" cy="18466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600" b="1">
                  <a:latin typeface="+mn-lt"/>
                </a:rPr>
                <a:t>Azer </a:t>
              </a:r>
              <a:r>
                <a:rPr lang="en-US" sz="600" b="1" err="1">
                  <a:latin typeface="+mn-lt"/>
                </a:rPr>
                <a:t>Texnika</a:t>
              </a:r>
              <a:r>
                <a:rPr lang="en-US" sz="600" b="1">
                  <a:latin typeface="+mn-lt"/>
                </a:rPr>
                <a:t> MMC </a:t>
              </a:r>
              <a:r>
                <a:rPr lang="en-US" sz="600">
                  <a:latin typeface="+mn-lt"/>
                </a:rPr>
                <a:t>Azerbaijan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DE7197C9-651F-1A94-0263-30EB6E0D9BB1}"/>
                </a:ext>
              </a:extLst>
            </p:cNvPr>
            <p:cNvSpPr txBox="1">
              <a:spLocks/>
            </p:cNvSpPr>
            <p:nvPr/>
          </p:nvSpPr>
          <p:spPr>
            <a:xfrm>
              <a:off x="821631" y="5003110"/>
              <a:ext cx="831611" cy="18466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600" b="1">
                  <a:latin typeface="+mn-lt"/>
                </a:rPr>
                <a:t>Baku Metals MMC </a:t>
              </a:r>
              <a:r>
                <a:rPr lang="en-US" sz="600">
                  <a:latin typeface="+mn-lt"/>
                </a:rPr>
                <a:t>Azerbaijan</a:t>
              </a:r>
            </a:p>
          </p:txBody>
        </p:sp>
        <p:sp>
          <p:nvSpPr>
            <p:cNvPr id="119" name="Rectangle: Rounded Corners 118">
              <a:extLst>
                <a:ext uri="{FF2B5EF4-FFF2-40B4-BE49-F238E27FC236}">
                  <a16:creationId xmlns:a16="http://schemas.microsoft.com/office/drawing/2014/main" id="{B98A0144-F322-9BF5-E487-C95E52301FB8}"/>
                </a:ext>
              </a:extLst>
            </p:cNvPr>
            <p:cNvSpPr>
              <a:spLocks/>
            </p:cNvSpPr>
            <p:nvPr/>
          </p:nvSpPr>
          <p:spPr>
            <a:xfrm>
              <a:off x="3263974" y="3620493"/>
              <a:ext cx="1134099" cy="339671"/>
            </a:xfrm>
            <a:prstGeom prst="roundRect">
              <a:avLst>
                <a:gd name="adj" fmla="val 6622"/>
              </a:avLst>
            </a:prstGeom>
            <a:noFill/>
            <a:ln w="6350" cap="sq">
              <a:solidFill>
                <a:schemeClr val="bg1">
                  <a:lumMod val="75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100" err="1">
                <a:solidFill>
                  <a:schemeClr val="bg1"/>
                </a:solidFill>
              </a:endParaRPr>
            </a:p>
          </p:txBody>
        </p: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B1DC188-F0FC-3B83-7A7A-F83AE73715CF}"/>
                </a:ext>
              </a:extLst>
            </p:cNvPr>
            <p:cNvSpPr>
              <a:spLocks/>
            </p:cNvSpPr>
            <p:nvPr/>
          </p:nvSpPr>
          <p:spPr>
            <a:xfrm>
              <a:off x="3263974" y="3976844"/>
              <a:ext cx="1134099" cy="339671"/>
            </a:xfrm>
            <a:prstGeom prst="roundRect">
              <a:avLst>
                <a:gd name="adj" fmla="val 6622"/>
              </a:avLst>
            </a:prstGeom>
            <a:noFill/>
            <a:ln w="6350" cap="sq">
              <a:solidFill>
                <a:schemeClr val="bg1">
                  <a:lumMod val="75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100" err="1">
                <a:solidFill>
                  <a:schemeClr val="bg1"/>
                </a:solidFill>
              </a:endParaRPr>
            </a:p>
          </p:txBody>
        </p:sp>
        <p:sp>
          <p:nvSpPr>
            <p:cNvPr id="121" name="Rectangle: Rounded Corners 120">
              <a:extLst>
                <a:ext uri="{FF2B5EF4-FFF2-40B4-BE49-F238E27FC236}">
                  <a16:creationId xmlns:a16="http://schemas.microsoft.com/office/drawing/2014/main" id="{A8FD63BF-C208-41EF-A507-B08B819925A7}"/>
                </a:ext>
              </a:extLst>
            </p:cNvPr>
            <p:cNvSpPr>
              <a:spLocks/>
            </p:cNvSpPr>
            <p:nvPr/>
          </p:nvSpPr>
          <p:spPr>
            <a:xfrm>
              <a:off x="3263974" y="4569256"/>
              <a:ext cx="1134099" cy="339671"/>
            </a:xfrm>
            <a:prstGeom prst="roundRect">
              <a:avLst>
                <a:gd name="adj" fmla="val 6622"/>
              </a:avLst>
            </a:prstGeom>
            <a:noFill/>
            <a:ln w="6350" cap="sq">
              <a:solidFill>
                <a:schemeClr val="bg1">
                  <a:lumMod val="75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100" err="1">
                <a:solidFill>
                  <a:schemeClr val="bg1"/>
                </a:solidFill>
              </a:endParaRPr>
            </a:p>
          </p:txBody>
        </p:sp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A68CF429-FDF5-4148-8018-F4EEC445B264}"/>
                </a:ext>
              </a:extLst>
            </p:cNvPr>
            <p:cNvSpPr>
              <a:spLocks/>
            </p:cNvSpPr>
            <p:nvPr/>
          </p:nvSpPr>
          <p:spPr>
            <a:xfrm>
              <a:off x="3263974" y="4925607"/>
              <a:ext cx="1134099" cy="339671"/>
            </a:xfrm>
            <a:prstGeom prst="roundRect">
              <a:avLst>
                <a:gd name="adj" fmla="val 6622"/>
              </a:avLst>
            </a:prstGeom>
            <a:noFill/>
            <a:ln w="6350" cap="sq">
              <a:solidFill>
                <a:schemeClr val="bg1">
                  <a:lumMod val="75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100" err="1">
                <a:solidFill>
                  <a:schemeClr val="bg1"/>
                </a:solidFill>
              </a:endParaRPr>
            </a:p>
          </p:txBody>
        </p:sp>
        <p:grpSp>
          <p:nvGrpSpPr>
            <p:cNvPr id="125" name="CustomIcon">
              <a:extLst>
                <a:ext uri="{FF2B5EF4-FFF2-40B4-BE49-F238E27FC236}">
                  <a16:creationId xmlns:a16="http://schemas.microsoft.com/office/drawing/2014/main" id="{76D10A7B-DED5-9161-507B-293B4CEDB425}"/>
                </a:ext>
              </a:extLst>
            </p:cNvPr>
            <p:cNvGrpSpPr>
              <a:grpSpLocks noChangeAspect="1"/>
            </p:cNvGrpSpPr>
            <p:nvPr>
              <p:custDataLst>
                <p:tags r:id="rId17"/>
              </p:custDataLst>
            </p:nvPr>
          </p:nvGrpSpPr>
          <p:grpSpPr>
            <a:xfrm>
              <a:off x="3289245" y="3689745"/>
              <a:ext cx="201166" cy="201166"/>
              <a:chOff x="-205105" y="-205105"/>
              <a:chExt cx="1019810" cy="1019810"/>
            </a:xfrm>
          </p:grpSpPr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711BEC3F-190A-ED9F-0AAD-FE3A341FE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205105" y="-205105"/>
                <a:ext cx="1019810" cy="1019810"/>
              </a:xfrm>
              <a:prstGeom prst="ellipse">
                <a:avLst/>
              </a:prstGeom>
              <a:solidFill>
                <a:schemeClr val="accent4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1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148" name="Graphic 147">
                <a:extLst>
                  <a:ext uri="{FF2B5EF4-FFF2-40B4-BE49-F238E27FC236}">
                    <a16:creationId xmlns:a16="http://schemas.microsoft.com/office/drawing/2014/main" id="{7D1F8124-64D2-712A-D1AB-089197F661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609600" cy="609600"/>
              </a:xfrm>
              <a:prstGeom prst="rect">
                <a:avLst/>
              </a:prstGeom>
            </p:spPr>
          </p:pic>
        </p:grpSp>
        <p:grpSp>
          <p:nvGrpSpPr>
            <p:cNvPr id="126" name="CustomIcon">
              <a:extLst>
                <a:ext uri="{FF2B5EF4-FFF2-40B4-BE49-F238E27FC236}">
                  <a16:creationId xmlns:a16="http://schemas.microsoft.com/office/drawing/2014/main" id="{44117D5D-220C-76AE-C35B-44EDF71BD856}"/>
                </a:ext>
              </a:extLst>
            </p:cNvPr>
            <p:cNvGrpSpPr>
              <a:grpSpLocks noChangeAspect="1"/>
            </p:cNvGrpSpPr>
            <p:nvPr>
              <p:custDataLst>
                <p:tags r:id="rId18"/>
              </p:custDataLst>
            </p:nvPr>
          </p:nvGrpSpPr>
          <p:grpSpPr>
            <a:xfrm>
              <a:off x="3289245" y="4046097"/>
              <a:ext cx="201166" cy="201166"/>
              <a:chOff x="-205105" y="-205105"/>
              <a:chExt cx="1019810" cy="1019810"/>
            </a:xfrm>
          </p:grpSpPr>
          <p:sp>
            <p:nvSpPr>
              <p:cNvPr id="145" name="Oval 144">
                <a:extLst>
                  <a:ext uri="{FF2B5EF4-FFF2-40B4-BE49-F238E27FC236}">
                    <a16:creationId xmlns:a16="http://schemas.microsoft.com/office/drawing/2014/main" id="{742970DB-97A5-1981-3A28-063FD76D02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205105" y="-205105"/>
                <a:ext cx="1019810" cy="1019810"/>
              </a:xfrm>
              <a:prstGeom prst="ellipse">
                <a:avLst/>
              </a:prstGeom>
              <a:solidFill>
                <a:schemeClr val="accent4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1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146" name="Graphic 145">
                <a:extLst>
                  <a:ext uri="{FF2B5EF4-FFF2-40B4-BE49-F238E27FC236}">
                    <a16:creationId xmlns:a16="http://schemas.microsoft.com/office/drawing/2014/main" id="{90A97F5C-ADC7-21B7-2FD0-7DBD25F8F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609600" cy="609600"/>
              </a:xfrm>
              <a:prstGeom prst="rect">
                <a:avLst/>
              </a:prstGeom>
            </p:spPr>
          </p:pic>
        </p:grpSp>
        <p:grpSp>
          <p:nvGrpSpPr>
            <p:cNvPr id="127" name="CustomIcon">
              <a:extLst>
                <a:ext uri="{FF2B5EF4-FFF2-40B4-BE49-F238E27FC236}">
                  <a16:creationId xmlns:a16="http://schemas.microsoft.com/office/drawing/2014/main" id="{A6093B11-A975-0786-3F9E-0C481B733E43}"/>
                </a:ext>
              </a:extLst>
            </p:cNvPr>
            <p:cNvGrpSpPr>
              <a:grpSpLocks noChangeAspect="1"/>
            </p:cNvGrpSpPr>
            <p:nvPr>
              <p:custDataLst>
                <p:tags r:id="rId19"/>
              </p:custDataLst>
            </p:nvPr>
          </p:nvGrpSpPr>
          <p:grpSpPr>
            <a:xfrm>
              <a:off x="3289245" y="4638508"/>
              <a:ext cx="201166" cy="201166"/>
              <a:chOff x="-205105" y="-205105"/>
              <a:chExt cx="1019810" cy="1019810"/>
            </a:xfrm>
          </p:grpSpPr>
          <p:sp>
            <p:nvSpPr>
              <p:cNvPr id="143" name="Oval 142">
                <a:extLst>
                  <a:ext uri="{FF2B5EF4-FFF2-40B4-BE49-F238E27FC236}">
                    <a16:creationId xmlns:a16="http://schemas.microsoft.com/office/drawing/2014/main" id="{DFCB2869-6300-76E2-9C26-894C2267AE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205105" y="-205105"/>
                <a:ext cx="1019810" cy="1019810"/>
              </a:xfrm>
              <a:prstGeom prst="ellipse">
                <a:avLst/>
              </a:prstGeom>
              <a:solidFill>
                <a:schemeClr val="accent4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1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144" name="Graphic 143">
                <a:extLst>
                  <a:ext uri="{FF2B5EF4-FFF2-40B4-BE49-F238E27FC236}">
                    <a16:creationId xmlns:a16="http://schemas.microsoft.com/office/drawing/2014/main" id="{F7CA87E9-E48E-3A90-F5F4-C2DFEEBF50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609600" cy="609600"/>
              </a:xfrm>
              <a:prstGeom prst="rect">
                <a:avLst/>
              </a:prstGeom>
            </p:spPr>
          </p:pic>
        </p:grpSp>
        <p:grpSp>
          <p:nvGrpSpPr>
            <p:cNvPr id="128" name="CustomIcon">
              <a:extLst>
                <a:ext uri="{FF2B5EF4-FFF2-40B4-BE49-F238E27FC236}">
                  <a16:creationId xmlns:a16="http://schemas.microsoft.com/office/drawing/2014/main" id="{58A7B82D-D1ED-EF97-D9F9-DB1499924926}"/>
                </a:ext>
              </a:extLst>
            </p:cNvPr>
            <p:cNvGrpSpPr>
              <a:grpSpLocks noChangeAspect="1"/>
            </p:cNvGrpSpPr>
            <p:nvPr>
              <p:custDataLst>
                <p:tags r:id="rId20"/>
              </p:custDataLst>
            </p:nvPr>
          </p:nvGrpSpPr>
          <p:grpSpPr>
            <a:xfrm>
              <a:off x="3289245" y="4994860"/>
              <a:ext cx="201166" cy="201166"/>
              <a:chOff x="-205105" y="-205105"/>
              <a:chExt cx="1019810" cy="1019810"/>
            </a:xfrm>
          </p:grpSpPr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E1CA391F-443C-B788-6DC6-F9DFB7057E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205105" y="-205105"/>
                <a:ext cx="1019810" cy="1019810"/>
              </a:xfrm>
              <a:prstGeom prst="ellipse">
                <a:avLst/>
              </a:prstGeom>
              <a:solidFill>
                <a:schemeClr val="accent4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1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142" name="Graphic 141">
                <a:extLst>
                  <a:ext uri="{FF2B5EF4-FFF2-40B4-BE49-F238E27FC236}">
                    <a16:creationId xmlns:a16="http://schemas.microsoft.com/office/drawing/2014/main" id="{39255D69-CE0F-F6C9-0772-F5B0F518DA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0" y="0"/>
                <a:ext cx="609600" cy="609600"/>
              </a:xfrm>
              <a:prstGeom prst="rect">
                <a:avLst/>
              </a:prstGeom>
            </p:spPr>
          </p:pic>
        </p:grp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A0F270F8-515B-2EBD-8A3B-FBF39BADE877}"/>
                </a:ext>
              </a:extLst>
            </p:cNvPr>
            <p:cNvSpPr txBox="1">
              <a:spLocks/>
            </p:cNvSpPr>
            <p:nvPr/>
          </p:nvSpPr>
          <p:spPr>
            <a:xfrm>
              <a:off x="3530870" y="3697995"/>
              <a:ext cx="831611" cy="18466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600" b="1">
                  <a:latin typeface="+mn-lt"/>
                </a:rPr>
                <a:t>Urban Development MMC </a:t>
              </a:r>
              <a:r>
                <a:rPr lang="en-US" sz="600">
                  <a:latin typeface="+mn-lt"/>
                </a:rPr>
                <a:t>Azerbaijan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DEDC3F3B-B3B6-1D4F-3590-030D50B7EFF7}"/>
                </a:ext>
              </a:extLst>
            </p:cNvPr>
            <p:cNvSpPr txBox="1">
              <a:spLocks/>
            </p:cNvSpPr>
            <p:nvPr/>
          </p:nvSpPr>
          <p:spPr>
            <a:xfrm>
              <a:off x="3530870" y="4054347"/>
              <a:ext cx="831611" cy="18466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600" b="1">
                  <a:latin typeface="+mn-lt"/>
                </a:rPr>
                <a:t>Golden City MMC </a:t>
              </a:r>
              <a:r>
                <a:rPr lang="en-US" sz="600">
                  <a:latin typeface="+mn-lt"/>
                </a:rPr>
                <a:t>Azerbaijan</a:t>
              </a: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2EB724F3-12CD-C2B4-9A0B-7088396D8DA0}"/>
                </a:ext>
              </a:extLst>
            </p:cNvPr>
            <p:cNvSpPr txBox="1">
              <a:spLocks/>
            </p:cNvSpPr>
            <p:nvPr/>
          </p:nvSpPr>
          <p:spPr>
            <a:xfrm>
              <a:off x="3530870" y="4646758"/>
              <a:ext cx="831611" cy="18466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600" b="1">
                  <a:latin typeface="+mn-lt"/>
                </a:rPr>
                <a:t>Capital Leasing MMC </a:t>
              </a:r>
              <a:r>
                <a:rPr lang="en-US" sz="600">
                  <a:latin typeface="+mn-lt"/>
                </a:rPr>
                <a:t>Azerbaijan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92EF90FE-04E7-39DC-5FE1-7A9B78CA148D}"/>
                </a:ext>
              </a:extLst>
            </p:cNvPr>
            <p:cNvSpPr txBox="1">
              <a:spLocks/>
            </p:cNvSpPr>
            <p:nvPr/>
          </p:nvSpPr>
          <p:spPr>
            <a:xfrm>
              <a:off x="3530870" y="5003110"/>
              <a:ext cx="831611" cy="18466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600" b="1">
                  <a:latin typeface="+mn-lt"/>
                </a:rPr>
                <a:t>Finance Rent MMC </a:t>
              </a:r>
              <a:r>
                <a:rPr lang="en-US" sz="600">
                  <a:latin typeface="+mn-lt"/>
                </a:rPr>
                <a:t>Azerbaijan</a:t>
              </a:r>
            </a:p>
          </p:txBody>
        </p:sp>
        <p:cxnSp>
          <p:nvCxnSpPr>
            <p:cNvPr id="170" name="Connector: Elbow 169">
              <a:extLst>
                <a:ext uri="{FF2B5EF4-FFF2-40B4-BE49-F238E27FC236}">
                  <a16:creationId xmlns:a16="http://schemas.microsoft.com/office/drawing/2014/main" id="{11828795-042A-05F5-F40F-CBA577C1BB3C}"/>
                </a:ext>
              </a:extLst>
            </p:cNvPr>
            <p:cNvCxnSpPr>
              <a:stCxn id="16" idx="3"/>
              <a:endCxn id="19" idx="2"/>
            </p:cNvCxnSpPr>
            <p:nvPr/>
          </p:nvCxnSpPr>
          <p:spPr>
            <a:xfrm>
              <a:off x="1688833" y="3790329"/>
              <a:ext cx="450131" cy="464985"/>
            </a:xfrm>
            <a:prstGeom prst="bentConnector3">
              <a:avLst/>
            </a:prstGeom>
            <a:ln w="6350" cap="sq">
              <a:solidFill>
                <a:schemeClr val="tx2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Connector: Elbow 170">
              <a:extLst>
                <a:ext uri="{FF2B5EF4-FFF2-40B4-BE49-F238E27FC236}">
                  <a16:creationId xmlns:a16="http://schemas.microsoft.com/office/drawing/2014/main" id="{8C5F697C-E348-AB18-6361-78D0F186F3F6}"/>
                </a:ext>
              </a:extLst>
            </p:cNvPr>
            <p:cNvCxnSpPr>
              <a:cxnSpLocks/>
              <a:stCxn id="25" idx="3"/>
              <a:endCxn id="19" idx="2"/>
            </p:cNvCxnSpPr>
            <p:nvPr/>
          </p:nvCxnSpPr>
          <p:spPr>
            <a:xfrm>
              <a:off x="1688833" y="4146680"/>
              <a:ext cx="450131" cy="108634"/>
            </a:xfrm>
            <a:prstGeom prst="bentConnector3">
              <a:avLst>
                <a:gd name="adj1" fmla="val 50000"/>
              </a:avLst>
            </a:prstGeom>
            <a:ln w="6350" cap="sq">
              <a:solidFill>
                <a:schemeClr val="tx2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Connector: Elbow 173">
              <a:extLst>
                <a:ext uri="{FF2B5EF4-FFF2-40B4-BE49-F238E27FC236}">
                  <a16:creationId xmlns:a16="http://schemas.microsoft.com/office/drawing/2014/main" id="{B4B61645-2CD3-F105-50F0-D5FE20F89FDC}"/>
                </a:ext>
              </a:extLst>
            </p:cNvPr>
            <p:cNvCxnSpPr>
              <a:cxnSpLocks/>
              <a:stCxn id="28" idx="3"/>
              <a:endCxn id="19" idx="2"/>
            </p:cNvCxnSpPr>
            <p:nvPr/>
          </p:nvCxnSpPr>
          <p:spPr>
            <a:xfrm flipV="1">
              <a:off x="1688833" y="4255314"/>
              <a:ext cx="450131" cy="483778"/>
            </a:xfrm>
            <a:prstGeom prst="bentConnector3">
              <a:avLst>
                <a:gd name="adj1" fmla="val 50000"/>
              </a:avLst>
            </a:prstGeom>
            <a:ln w="6350" cap="sq">
              <a:solidFill>
                <a:schemeClr val="tx1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Connector: Elbow 176">
              <a:extLst>
                <a:ext uri="{FF2B5EF4-FFF2-40B4-BE49-F238E27FC236}">
                  <a16:creationId xmlns:a16="http://schemas.microsoft.com/office/drawing/2014/main" id="{140F184C-F8FB-1693-974F-8020D68EDB0C}"/>
                </a:ext>
              </a:extLst>
            </p:cNvPr>
            <p:cNvCxnSpPr>
              <a:cxnSpLocks/>
              <a:stCxn id="29" idx="3"/>
              <a:endCxn id="19" idx="2"/>
            </p:cNvCxnSpPr>
            <p:nvPr/>
          </p:nvCxnSpPr>
          <p:spPr>
            <a:xfrm flipV="1">
              <a:off x="1688833" y="4255314"/>
              <a:ext cx="450131" cy="840129"/>
            </a:xfrm>
            <a:prstGeom prst="bentConnector3">
              <a:avLst>
                <a:gd name="adj1" fmla="val 50000"/>
              </a:avLst>
            </a:prstGeom>
            <a:ln w="6350" cap="sq">
              <a:solidFill>
                <a:schemeClr val="tx1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Connector: Elbow 187">
              <a:extLst>
                <a:ext uri="{FF2B5EF4-FFF2-40B4-BE49-F238E27FC236}">
                  <a16:creationId xmlns:a16="http://schemas.microsoft.com/office/drawing/2014/main" id="{3A52FEDD-A75E-5CC2-5F29-72A57D1EC0A8}"/>
                </a:ext>
              </a:extLst>
            </p:cNvPr>
            <p:cNvCxnSpPr>
              <a:cxnSpLocks/>
              <a:stCxn id="119" idx="1"/>
              <a:endCxn id="19" idx="6"/>
            </p:cNvCxnSpPr>
            <p:nvPr/>
          </p:nvCxnSpPr>
          <p:spPr>
            <a:xfrm rot="10800000" flipV="1">
              <a:off x="2813844" y="3790328"/>
              <a:ext cx="450131" cy="464985"/>
            </a:xfrm>
            <a:prstGeom prst="bentConnector3">
              <a:avLst>
                <a:gd name="adj1" fmla="val 50000"/>
              </a:avLst>
            </a:prstGeom>
            <a:ln w="6350" cap="sq">
              <a:solidFill>
                <a:schemeClr val="tx2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Connector: Elbow 190">
              <a:extLst>
                <a:ext uri="{FF2B5EF4-FFF2-40B4-BE49-F238E27FC236}">
                  <a16:creationId xmlns:a16="http://schemas.microsoft.com/office/drawing/2014/main" id="{8582D2DC-8094-5826-619B-101E10F63A0B}"/>
                </a:ext>
              </a:extLst>
            </p:cNvPr>
            <p:cNvCxnSpPr>
              <a:cxnSpLocks/>
              <a:stCxn id="120" idx="1"/>
              <a:endCxn id="19" idx="6"/>
            </p:cNvCxnSpPr>
            <p:nvPr/>
          </p:nvCxnSpPr>
          <p:spPr>
            <a:xfrm rot="10800000" flipV="1">
              <a:off x="2813844" y="4146680"/>
              <a:ext cx="450131" cy="108634"/>
            </a:xfrm>
            <a:prstGeom prst="bentConnector3">
              <a:avLst>
                <a:gd name="adj1" fmla="val 50000"/>
              </a:avLst>
            </a:prstGeom>
            <a:ln w="6350" cap="sq">
              <a:solidFill>
                <a:schemeClr val="tx2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Connector: Elbow 194">
              <a:extLst>
                <a:ext uri="{FF2B5EF4-FFF2-40B4-BE49-F238E27FC236}">
                  <a16:creationId xmlns:a16="http://schemas.microsoft.com/office/drawing/2014/main" id="{45B1FE6A-8635-ABC0-AE84-1069E025E822}"/>
                </a:ext>
              </a:extLst>
            </p:cNvPr>
            <p:cNvCxnSpPr>
              <a:cxnSpLocks/>
              <a:stCxn id="121" idx="1"/>
              <a:endCxn id="19" idx="6"/>
            </p:cNvCxnSpPr>
            <p:nvPr/>
          </p:nvCxnSpPr>
          <p:spPr>
            <a:xfrm rot="10800000">
              <a:off x="2813844" y="4255314"/>
              <a:ext cx="450131" cy="483778"/>
            </a:xfrm>
            <a:prstGeom prst="bentConnector3">
              <a:avLst>
                <a:gd name="adj1" fmla="val 50000"/>
              </a:avLst>
            </a:prstGeom>
            <a:ln w="6350" cap="sq">
              <a:solidFill>
                <a:schemeClr val="tx1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Connector: Elbow 197">
              <a:extLst>
                <a:ext uri="{FF2B5EF4-FFF2-40B4-BE49-F238E27FC236}">
                  <a16:creationId xmlns:a16="http://schemas.microsoft.com/office/drawing/2014/main" id="{25A747B0-521B-5735-125A-B9A4C943A7C7}"/>
                </a:ext>
              </a:extLst>
            </p:cNvPr>
            <p:cNvCxnSpPr>
              <a:cxnSpLocks/>
              <a:stCxn id="122" idx="1"/>
              <a:endCxn id="19" idx="6"/>
            </p:cNvCxnSpPr>
            <p:nvPr/>
          </p:nvCxnSpPr>
          <p:spPr>
            <a:xfrm rot="10800000">
              <a:off x="2813844" y="4255315"/>
              <a:ext cx="450131" cy="840129"/>
            </a:xfrm>
            <a:prstGeom prst="bentConnector3">
              <a:avLst>
                <a:gd name="adj1" fmla="val 50000"/>
              </a:avLst>
            </a:prstGeom>
            <a:ln w="6350" cap="sq">
              <a:solidFill>
                <a:schemeClr val="tx1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Rectangle: Rounded Corners 208">
              <a:extLst>
                <a:ext uri="{FF2B5EF4-FFF2-40B4-BE49-F238E27FC236}">
                  <a16:creationId xmlns:a16="http://schemas.microsoft.com/office/drawing/2014/main" id="{0AEDC773-C554-62A4-DDD8-7B3AB1FF7462}"/>
                </a:ext>
              </a:extLst>
            </p:cNvPr>
            <p:cNvSpPr>
              <a:spLocks/>
            </p:cNvSpPr>
            <p:nvPr/>
          </p:nvSpPr>
          <p:spPr>
            <a:xfrm>
              <a:off x="754471" y="3499298"/>
              <a:ext cx="734626" cy="111889"/>
            </a:xfrm>
            <a:prstGeom prst="roundRect">
              <a:avLst>
                <a:gd name="adj" fmla="val 6622"/>
              </a:avLst>
            </a:prstGeom>
            <a:solidFill>
              <a:schemeClr val="tx2">
                <a:lumMod val="10000"/>
                <a:lumOff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5240" tIns="0" rIns="1524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700" b="1">
                  <a:solidFill>
                    <a:schemeClr val="tx2">
                      <a:lumMod val="75000"/>
                      <a:lumOff val="25000"/>
                    </a:schemeClr>
                  </a:solidFill>
                </a:rPr>
                <a:t>Property</a:t>
              </a:r>
            </a:p>
          </p:txBody>
        </p:sp>
        <p:sp>
          <p:nvSpPr>
            <p:cNvPr id="210" name="Rectangle: Rounded Corners 209">
              <a:extLst>
                <a:ext uri="{FF2B5EF4-FFF2-40B4-BE49-F238E27FC236}">
                  <a16:creationId xmlns:a16="http://schemas.microsoft.com/office/drawing/2014/main" id="{7B12231B-BCE1-5B0E-7BF1-01D855A31A36}"/>
                </a:ext>
              </a:extLst>
            </p:cNvPr>
            <p:cNvSpPr>
              <a:spLocks/>
            </p:cNvSpPr>
            <p:nvPr/>
          </p:nvSpPr>
          <p:spPr>
            <a:xfrm>
              <a:off x="3463711" y="3499298"/>
              <a:ext cx="734626" cy="111889"/>
            </a:xfrm>
            <a:prstGeom prst="roundRect">
              <a:avLst>
                <a:gd name="adj" fmla="val 6622"/>
              </a:avLst>
            </a:prstGeom>
            <a:solidFill>
              <a:schemeClr val="tx2">
                <a:lumMod val="10000"/>
                <a:lumOff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5240" tIns="0" rIns="1524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700" b="1">
                  <a:solidFill>
                    <a:schemeClr val="tx2">
                      <a:lumMod val="75000"/>
                      <a:lumOff val="25000"/>
                    </a:schemeClr>
                  </a:solidFill>
                </a:rPr>
                <a:t>Property</a:t>
              </a:r>
            </a:p>
          </p:txBody>
        </p:sp>
        <p:sp>
          <p:nvSpPr>
            <p:cNvPr id="211" name="Rectangle: Rounded Corners 210">
              <a:extLst>
                <a:ext uri="{FF2B5EF4-FFF2-40B4-BE49-F238E27FC236}">
                  <a16:creationId xmlns:a16="http://schemas.microsoft.com/office/drawing/2014/main" id="{0DFCC97E-ECF5-2267-0C53-CC7C26CD3D94}"/>
                </a:ext>
              </a:extLst>
            </p:cNvPr>
            <p:cNvSpPr>
              <a:spLocks/>
            </p:cNvSpPr>
            <p:nvPr/>
          </p:nvSpPr>
          <p:spPr>
            <a:xfrm>
              <a:off x="754471" y="4451469"/>
              <a:ext cx="734626" cy="111889"/>
            </a:xfrm>
            <a:prstGeom prst="roundRect">
              <a:avLst>
                <a:gd name="adj" fmla="val 6622"/>
              </a:avLst>
            </a:prstGeom>
            <a:solidFill>
              <a:schemeClr val="accent2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5240" tIns="0" rIns="1524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700" b="1">
                  <a:solidFill>
                    <a:schemeClr val="accent2"/>
                  </a:solidFill>
                </a:rPr>
                <a:t>Manufacturing</a:t>
              </a:r>
            </a:p>
          </p:txBody>
        </p:sp>
        <p:sp>
          <p:nvSpPr>
            <p:cNvPr id="212" name="Rectangle: Rounded Corners 211">
              <a:extLst>
                <a:ext uri="{FF2B5EF4-FFF2-40B4-BE49-F238E27FC236}">
                  <a16:creationId xmlns:a16="http://schemas.microsoft.com/office/drawing/2014/main" id="{132A5191-DA29-15ED-15C9-4B62957D846F}"/>
                </a:ext>
              </a:extLst>
            </p:cNvPr>
            <p:cNvSpPr>
              <a:spLocks/>
            </p:cNvSpPr>
            <p:nvPr/>
          </p:nvSpPr>
          <p:spPr>
            <a:xfrm>
              <a:off x="3463711" y="4451470"/>
              <a:ext cx="734626" cy="111889"/>
            </a:xfrm>
            <a:prstGeom prst="roundRect">
              <a:avLst>
                <a:gd name="adj" fmla="val 662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5240" tIns="0" rIns="1524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700" b="1">
                  <a:solidFill>
                    <a:schemeClr val="accent6">
                      <a:lumMod val="75000"/>
                    </a:schemeClr>
                  </a:solidFill>
                </a:rPr>
                <a:t>Leasing</a:t>
              </a:r>
            </a:p>
          </p:txBody>
        </p:sp>
      </p:grpSp>
      <p:sp>
        <p:nvSpPr>
          <p:cNvPr id="61" name="Rectangle 60">
            <a:extLst>
              <a:ext uri="{FF2B5EF4-FFF2-40B4-BE49-F238E27FC236}">
                <a16:creationId xmlns:a16="http://schemas.microsoft.com/office/drawing/2014/main" id="{C5FB9198-BE30-23F9-04DC-5B16B6CEA7FD}"/>
              </a:ext>
            </a:extLst>
          </p:cNvPr>
          <p:cNvSpPr>
            <a:spLocks/>
          </p:cNvSpPr>
          <p:nvPr/>
        </p:nvSpPr>
        <p:spPr>
          <a:xfrm>
            <a:off x="4521856" y="1246301"/>
            <a:ext cx="7221598" cy="519021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34D87E-9B20-9A02-1F66-FDCAE5F4DE3C}"/>
              </a:ext>
            </a:extLst>
          </p:cNvPr>
          <p:cNvSpPr txBox="1">
            <a:spLocks/>
          </p:cNvSpPr>
          <p:nvPr/>
        </p:nvSpPr>
        <p:spPr>
          <a:xfrm>
            <a:off x="4628050" y="1356932"/>
            <a:ext cx="7009212" cy="280222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sz="1800" b="1"/>
              <a:t>Ecosystem Play</a:t>
            </a:r>
            <a:endParaRPr lang="en-US" sz="1800" b="1"/>
          </a:p>
        </p:txBody>
      </p:sp>
      <p:cxnSp>
        <p:nvCxnSpPr>
          <p:cNvPr id="17" name="LineBasicStrong 86">
            <a:extLst>
              <a:ext uri="{FF2B5EF4-FFF2-40B4-BE49-F238E27FC236}">
                <a16:creationId xmlns:a16="http://schemas.microsoft.com/office/drawing/2014/main" id="{F31C7A98-112A-C179-E2F8-D005BCC035D8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4628050" y="1672870"/>
            <a:ext cx="7009212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LineBasicStrong 86">
            <a:extLst>
              <a:ext uri="{FF2B5EF4-FFF2-40B4-BE49-F238E27FC236}">
                <a16:creationId xmlns:a16="http://schemas.microsoft.com/office/drawing/2014/main" id="{6BAB4E67-1186-0BA5-2FB5-EF792BD9A813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4628050" y="3371449"/>
            <a:ext cx="7009212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LineBasicStrong 86">
            <a:extLst>
              <a:ext uri="{FF2B5EF4-FFF2-40B4-BE49-F238E27FC236}">
                <a16:creationId xmlns:a16="http://schemas.microsoft.com/office/drawing/2014/main" id="{CC627B16-9D0B-7DFE-D794-3657DDDA8F6F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4628050" y="2025291"/>
            <a:ext cx="7009212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LineBasicStrong 86">
            <a:extLst>
              <a:ext uri="{FF2B5EF4-FFF2-40B4-BE49-F238E27FC236}">
                <a16:creationId xmlns:a16="http://schemas.microsoft.com/office/drawing/2014/main" id="{C4375538-A755-DC1D-D5EA-8DD81B0E4222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4628050" y="4221585"/>
            <a:ext cx="7009212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B7166C8E-2424-2153-885D-F109084B6B87}"/>
              </a:ext>
            </a:extLst>
          </p:cNvPr>
          <p:cNvSpPr txBox="1">
            <a:spLocks/>
          </p:cNvSpPr>
          <p:nvPr/>
        </p:nvSpPr>
        <p:spPr>
          <a:xfrm>
            <a:off x="4628050" y="1708585"/>
            <a:ext cx="1609502" cy="276999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800" b="1" noProof="0"/>
              <a:t>Key questions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AEC055B0-8B08-9DE4-E729-E6E346ABF378}"/>
              </a:ext>
            </a:extLst>
          </p:cNvPr>
          <p:cNvSpPr txBox="1">
            <a:spLocks/>
          </p:cNvSpPr>
          <p:nvPr/>
        </p:nvSpPr>
        <p:spPr>
          <a:xfrm>
            <a:off x="6406391" y="1708585"/>
            <a:ext cx="2500989" cy="276999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800" b="1" noProof="0"/>
              <a:t>Suggested approach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92C21BE-D0B6-4997-F7F0-99287BB65A60}"/>
              </a:ext>
            </a:extLst>
          </p:cNvPr>
          <p:cNvSpPr txBox="1">
            <a:spLocks/>
          </p:cNvSpPr>
          <p:nvPr/>
        </p:nvSpPr>
        <p:spPr>
          <a:xfrm>
            <a:off x="9076220" y="1708585"/>
            <a:ext cx="2561042" cy="276999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800" b="1" noProof="0"/>
              <a:t>Value to PBA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C5DC286-F730-2DC7-E1BE-A9120F66B5D1}"/>
              </a:ext>
            </a:extLst>
          </p:cNvPr>
          <p:cNvSpPr txBox="1">
            <a:spLocks/>
          </p:cNvSpPr>
          <p:nvPr/>
        </p:nvSpPr>
        <p:spPr>
          <a:xfrm>
            <a:off x="4628050" y="3427186"/>
            <a:ext cx="1609502" cy="492443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/>
              <a:t>Who do we target?</a:t>
            </a:r>
            <a:endParaRPr lang="en-US" sz="1600" b="1" noProof="0"/>
          </a:p>
        </p:txBody>
      </p:sp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4EA890C1-60FF-83FF-64D3-B0D6A6BE7084}"/>
              </a:ext>
            </a:extLst>
          </p:cNvPr>
          <p:cNvSpPr>
            <a:spLocks/>
          </p:cNvSpPr>
          <p:nvPr/>
        </p:nvSpPr>
        <p:spPr>
          <a:xfrm>
            <a:off x="6406391" y="3427185"/>
            <a:ext cx="2500989" cy="738664"/>
          </a:xfrm>
          <a:prstGeom prst="roundRect">
            <a:avLst>
              <a:gd name="adj" fmla="val 0"/>
            </a:avLst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 noProof="0">
                <a:solidFill>
                  <a:schemeClr val="tx1"/>
                </a:solidFill>
              </a:rPr>
              <a:t>SMEs inside the anchor's chain, prioritizing Medium  and Small sub-segments</a:t>
            </a:r>
          </a:p>
        </p:txBody>
      </p:sp>
      <p:sp>
        <p:nvSpPr>
          <p:cNvPr id="66" name="Rectangle: Rounded Corners 65">
            <a:extLst>
              <a:ext uri="{FF2B5EF4-FFF2-40B4-BE49-F238E27FC236}">
                <a16:creationId xmlns:a16="http://schemas.microsoft.com/office/drawing/2014/main" id="{A6A420C0-6FEB-F942-003B-C21FD7008C68}"/>
              </a:ext>
            </a:extLst>
          </p:cNvPr>
          <p:cNvSpPr>
            <a:spLocks/>
          </p:cNvSpPr>
          <p:nvPr/>
        </p:nvSpPr>
        <p:spPr>
          <a:xfrm>
            <a:off x="9076220" y="3427185"/>
            <a:ext cx="2561042" cy="738664"/>
          </a:xfrm>
          <a:prstGeom prst="roundRect">
            <a:avLst>
              <a:gd name="adj" fmla="val 0"/>
            </a:avLst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 noProof="0">
                <a:solidFill>
                  <a:schemeClr val="tx1"/>
                </a:solidFill>
              </a:rPr>
              <a:t>Focuses on highest-conversion/highest value prospects</a:t>
            </a: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6EF9339-E90C-BCFA-3F75-F51334A98D4A}"/>
              </a:ext>
            </a:extLst>
          </p:cNvPr>
          <p:cNvSpPr txBox="1">
            <a:spLocks/>
          </p:cNvSpPr>
          <p:nvPr/>
        </p:nvSpPr>
        <p:spPr>
          <a:xfrm>
            <a:off x="4628050" y="2084607"/>
            <a:ext cx="1609502" cy="24622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 noProof="0"/>
              <a:t>Why do this?</a:t>
            </a:r>
          </a:p>
        </p:txBody>
      </p: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3C79F2CE-CC5F-95E7-807A-A02C2E307362}"/>
              </a:ext>
            </a:extLst>
          </p:cNvPr>
          <p:cNvSpPr>
            <a:spLocks/>
          </p:cNvSpPr>
          <p:nvPr/>
        </p:nvSpPr>
        <p:spPr>
          <a:xfrm>
            <a:off x="6406391" y="2084607"/>
            <a:ext cx="2500989" cy="1231106"/>
          </a:xfrm>
          <a:prstGeom prst="roundRect">
            <a:avLst>
              <a:gd name="adj" fmla="val 0"/>
            </a:avLst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 noProof="0">
                <a:solidFill>
                  <a:schemeClr val="tx1"/>
                </a:solidFill>
              </a:rPr>
              <a:t>Mapping E2E value chains across Azerbaijan allows to uncover CIB client’s key SME and commercial networks</a:t>
            </a:r>
          </a:p>
        </p:txBody>
      </p:sp>
      <p:sp>
        <p:nvSpPr>
          <p:cNvPr id="74" name="Rectangle: Rounded Corners 73">
            <a:extLst>
              <a:ext uri="{FF2B5EF4-FFF2-40B4-BE49-F238E27FC236}">
                <a16:creationId xmlns:a16="http://schemas.microsoft.com/office/drawing/2014/main" id="{C596773E-B2C9-FC74-FF41-E5A20AE8E5B5}"/>
              </a:ext>
            </a:extLst>
          </p:cNvPr>
          <p:cNvSpPr>
            <a:spLocks/>
          </p:cNvSpPr>
          <p:nvPr/>
        </p:nvSpPr>
        <p:spPr>
          <a:xfrm>
            <a:off x="9076220" y="2084607"/>
            <a:ext cx="2561042" cy="1231106"/>
          </a:xfrm>
          <a:prstGeom prst="roundRect">
            <a:avLst>
              <a:gd name="adj" fmla="val 0"/>
            </a:avLst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>
                <a:solidFill>
                  <a:schemeClr val="tx1"/>
                </a:solidFill>
              </a:rPr>
              <a:t>Creates natural acquisition pipeline for SME and commercial clients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>
                <a:solidFill>
                  <a:schemeClr val="tx1"/>
                </a:solidFill>
              </a:rPr>
              <a:t>Increases non-lending revenue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07D68330-FE34-E9A4-FF77-B5D16FE60838}"/>
              </a:ext>
            </a:extLst>
          </p:cNvPr>
          <p:cNvSpPr txBox="1">
            <a:spLocks/>
          </p:cNvSpPr>
          <p:nvPr/>
        </p:nvSpPr>
        <p:spPr>
          <a:xfrm>
            <a:off x="4628050" y="4277321"/>
            <a:ext cx="1609502" cy="492443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/>
              <a:t>How do we win them?</a:t>
            </a:r>
            <a:endParaRPr lang="en-US" sz="1600" b="1" noProof="0"/>
          </a:p>
        </p:txBody>
      </p:sp>
      <p:sp>
        <p:nvSpPr>
          <p:cNvPr id="80" name="Rectangle: Rounded Corners 79">
            <a:extLst>
              <a:ext uri="{FF2B5EF4-FFF2-40B4-BE49-F238E27FC236}">
                <a16:creationId xmlns:a16="http://schemas.microsoft.com/office/drawing/2014/main" id="{E0FB6EF0-61AA-5EA5-7C30-58F919A9FA03}"/>
              </a:ext>
            </a:extLst>
          </p:cNvPr>
          <p:cNvSpPr>
            <a:spLocks/>
          </p:cNvSpPr>
          <p:nvPr/>
        </p:nvSpPr>
        <p:spPr>
          <a:xfrm>
            <a:off x="6406391" y="4277321"/>
            <a:ext cx="2500989" cy="984885"/>
          </a:xfrm>
          <a:prstGeom prst="roundRect">
            <a:avLst>
              <a:gd name="adj" fmla="val 0"/>
            </a:avLst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 noProof="0">
                <a:solidFill>
                  <a:schemeClr val="tx1"/>
                </a:solidFill>
              </a:rPr>
              <a:t>Leading with SC and </a:t>
            </a:r>
            <a:r>
              <a:rPr lang="en-US" sz="1600" noProof="0" err="1">
                <a:solidFill>
                  <a:schemeClr val="tx1"/>
                </a:solidFill>
              </a:rPr>
              <a:t>TxB</a:t>
            </a:r>
            <a:r>
              <a:rPr lang="en-US" sz="1600" noProof="0">
                <a:solidFill>
                  <a:schemeClr val="tx1"/>
                </a:solidFill>
              </a:rPr>
              <a:t> products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>
                <a:solidFill>
                  <a:schemeClr val="tx1"/>
                </a:solidFill>
              </a:rPr>
              <a:t>Offering t</a:t>
            </a:r>
            <a:r>
              <a:rPr lang="en-US" sz="1600" noProof="0" err="1">
                <a:solidFill>
                  <a:schemeClr val="tx1"/>
                </a:solidFill>
              </a:rPr>
              <a:t>rade</a:t>
            </a:r>
            <a:r>
              <a:rPr lang="en-US" sz="1600" noProof="0">
                <a:solidFill>
                  <a:schemeClr val="tx1"/>
                </a:solidFill>
              </a:rPr>
              <a:t> sector specific product </a:t>
            </a:r>
            <a:r>
              <a:rPr lang="en-US" sz="1600">
                <a:solidFill>
                  <a:schemeClr val="tx1"/>
                </a:solidFill>
              </a:rPr>
              <a:t>bundles</a:t>
            </a: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81" name="Rectangle: Rounded Corners 80">
            <a:extLst>
              <a:ext uri="{FF2B5EF4-FFF2-40B4-BE49-F238E27FC236}">
                <a16:creationId xmlns:a16="http://schemas.microsoft.com/office/drawing/2014/main" id="{F23BF773-DCC6-935A-D771-7683853D5072}"/>
              </a:ext>
            </a:extLst>
          </p:cNvPr>
          <p:cNvSpPr>
            <a:spLocks/>
          </p:cNvSpPr>
          <p:nvPr/>
        </p:nvSpPr>
        <p:spPr>
          <a:xfrm>
            <a:off x="9076220" y="4277321"/>
            <a:ext cx="2561042" cy="738664"/>
          </a:xfrm>
          <a:prstGeom prst="roundRect">
            <a:avLst>
              <a:gd name="adj" fmla="val 0"/>
            </a:avLst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>
                <a:solidFill>
                  <a:schemeClr val="tx1"/>
                </a:solidFill>
              </a:rPr>
              <a:t>Increasing penetration within SME clients and commercial clients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8DC51978-E7EC-88A6-12D8-0908CF3AA963}"/>
              </a:ext>
            </a:extLst>
          </p:cNvPr>
          <p:cNvSpPr txBox="1">
            <a:spLocks/>
          </p:cNvSpPr>
          <p:nvPr/>
        </p:nvSpPr>
        <p:spPr>
          <a:xfrm>
            <a:off x="4628050" y="5373680"/>
            <a:ext cx="1609502" cy="73866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/>
              <a:t>How do we grow the relationship?</a:t>
            </a:r>
            <a:endParaRPr lang="en-US" sz="1600" b="1" noProof="0"/>
          </a:p>
        </p:txBody>
      </p:sp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6C83A21E-44D8-C330-A70A-99955A49DE1E}"/>
              </a:ext>
            </a:extLst>
          </p:cNvPr>
          <p:cNvSpPr>
            <a:spLocks/>
          </p:cNvSpPr>
          <p:nvPr/>
        </p:nvSpPr>
        <p:spPr>
          <a:xfrm>
            <a:off x="6406391" y="5373680"/>
            <a:ext cx="2500989" cy="984885"/>
          </a:xfrm>
          <a:prstGeom prst="roundRect">
            <a:avLst>
              <a:gd name="adj" fmla="val 0"/>
            </a:avLst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 noProof="0">
                <a:solidFill>
                  <a:schemeClr val="tx1"/>
                </a:solidFill>
              </a:rPr>
              <a:t>Layering beyond-banking / VAS module onto the platform to embed PBA in clients' daily operations</a:t>
            </a:r>
          </a:p>
        </p:txBody>
      </p:sp>
      <p:sp>
        <p:nvSpPr>
          <p:cNvPr id="87" name="Rectangle: Rounded Corners 86">
            <a:extLst>
              <a:ext uri="{FF2B5EF4-FFF2-40B4-BE49-F238E27FC236}">
                <a16:creationId xmlns:a16="http://schemas.microsoft.com/office/drawing/2014/main" id="{2CAD6A3A-6BE3-5A2C-0875-B3153FA839DA}"/>
              </a:ext>
            </a:extLst>
          </p:cNvPr>
          <p:cNvSpPr>
            <a:spLocks/>
          </p:cNvSpPr>
          <p:nvPr/>
        </p:nvSpPr>
        <p:spPr>
          <a:xfrm>
            <a:off x="9076220" y="5373680"/>
            <a:ext cx="2561042" cy="738664"/>
          </a:xfrm>
          <a:prstGeom prst="roundRect">
            <a:avLst>
              <a:gd name="adj" fmla="val 0"/>
            </a:avLst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>
                <a:solidFill>
                  <a:schemeClr val="tx1"/>
                </a:solidFill>
              </a:rPr>
              <a:t>Increase stickiness of SME/commercial clients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>
                <a:solidFill>
                  <a:schemeClr val="tx1"/>
                </a:solidFill>
              </a:rPr>
              <a:t>Reduces churn</a:t>
            </a:r>
          </a:p>
        </p:txBody>
      </p:sp>
      <p:cxnSp>
        <p:nvCxnSpPr>
          <p:cNvPr id="88" name="LineBasicStrong 86">
            <a:extLst>
              <a:ext uri="{FF2B5EF4-FFF2-40B4-BE49-F238E27FC236}">
                <a16:creationId xmlns:a16="http://schemas.microsoft.com/office/drawing/2014/main" id="{801366AC-85F0-17CB-99AB-44849B595F9C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4628050" y="5317942"/>
            <a:ext cx="7009212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04412E3C-ECFF-484E-BE4F-3E67DAA3421A}"/>
              </a:ext>
            </a:extLst>
          </p:cNvPr>
          <p:cNvSpPr txBox="1"/>
          <p:nvPr/>
        </p:nvSpPr>
        <p:spPr>
          <a:xfrm>
            <a:off x="522785" y="1580715"/>
            <a:ext cx="3911302" cy="73866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Clr>
                <a:schemeClr val="tx1"/>
              </a:buClr>
            </a:pPr>
            <a:r>
              <a:rPr lang="en-US" sz="1600" b="1" i="1">
                <a:solidFill>
                  <a:schemeClr val="bg1"/>
                </a:solidFill>
                <a:latin typeface="+mn-lt"/>
              </a:rPr>
              <a:t>Supply chain module will target domestic value chains and ecosystem banking products will be offered</a:t>
            </a:r>
          </a:p>
        </p:txBody>
      </p:sp>
      <p:cxnSp>
        <p:nvCxnSpPr>
          <p:cNvPr id="72" name="LineBasicStrong 86">
            <a:extLst>
              <a:ext uri="{FF2B5EF4-FFF2-40B4-BE49-F238E27FC236}">
                <a16:creationId xmlns:a16="http://schemas.microsoft.com/office/drawing/2014/main" id="{FF7C7994-21B3-7E46-22B0-6F466F24ABB2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554734" y="3825652"/>
            <a:ext cx="3843339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rackerNumBlue 164">
            <a:extLst>
              <a:ext uri="{FF2B5EF4-FFF2-40B4-BE49-F238E27FC236}">
                <a16:creationId xmlns:a16="http://schemas.microsoft.com/office/drawing/2014/main" id="{8397C851-ED08-EF2F-024D-9974BC2AC255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21444" y="165068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298525814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E42B9CC9-D906-DAC6-3DC2-1640CD48612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7194896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0" imgW="606" imgH="608" progId="TCLayout.ActiveDocument.1">
                  <p:embed/>
                </p:oleObj>
              </mc:Choice>
              <mc:Fallback>
                <p:oleObj name="think-cell Slide" r:id="rId60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E42B9CC9-D906-DAC6-3DC2-1640CD48612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0" name="Rectangle: Top Corners Rounded 339">
            <a:extLst>
              <a:ext uri="{FF2B5EF4-FFF2-40B4-BE49-F238E27FC236}">
                <a16:creationId xmlns:a16="http://schemas.microsoft.com/office/drawing/2014/main" id="{74B3456B-F43B-5756-A0C4-97A8C9451F7D}"/>
              </a:ext>
            </a:extLst>
          </p:cNvPr>
          <p:cNvSpPr/>
          <p:nvPr/>
        </p:nvSpPr>
        <p:spPr>
          <a:xfrm rot="16200000">
            <a:off x="7857288" y="2123230"/>
            <a:ext cx="5253131" cy="3416297"/>
          </a:xfrm>
          <a:prstGeom prst="round2SameRect">
            <a:avLst>
              <a:gd name="adj1" fmla="val 4634"/>
              <a:gd name="adj2" fmla="val 0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" name="2. Slide Title">
            <a:extLst>
              <a:ext uri="{FF2B5EF4-FFF2-40B4-BE49-F238E27FC236}">
                <a16:creationId xmlns:a16="http://schemas.microsoft.com/office/drawing/2014/main" id="{709B054F-1C42-B142-BEFA-A2558574A430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r>
              <a:rPr lang="en-US">
                <a:latin typeface="+mj-lt"/>
              </a:rPr>
              <a:t>Activating B2B ecosystem will unlock new pools of value through targeted acquisition of SME customers</a:t>
            </a:r>
          </a:p>
        </p:txBody>
      </p:sp>
      <p:sp>
        <p:nvSpPr>
          <p:cNvPr id="325" name="3. Subtitle">
            <a:extLst>
              <a:ext uri="{FF2B5EF4-FFF2-40B4-BE49-F238E27FC236}">
                <a16:creationId xmlns:a16="http://schemas.microsoft.com/office/drawing/2014/main" id="{808A14AA-3B39-079D-1491-4D69A494FDDB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/>
        <p:txBody>
          <a:bodyPr/>
          <a:lstStyle/>
          <a:p>
            <a:r>
              <a:rPr lang="en-US"/>
              <a:t> </a:t>
            </a:r>
          </a:p>
        </p:txBody>
      </p:sp>
      <p:sp>
        <p:nvSpPr>
          <p:cNvPr id="326" name="1. On-page tracker">
            <a:extLst>
              <a:ext uri="{FF2B5EF4-FFF2-40B4-BE49-F238E27FC236}">
                <a16:creationId xmlns:a16="http://schemas.microsoft.com/office/drawing/2014/main" id="{C0D55781-59EE-6D8B-CBD5-BA07A8BF7EC3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/>
        <p:txBody>
          <a:bodyPr/>
          <a:lstStyle/>
          <a:p>
            <a:r>
              <a:rPr lang="en-US"/>
              <a:t> 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20E17687-154D-4FD6-7B58-139F29DF439F}"/>
              </a:ext>
            </a:extLst>
          </p:cNvPr>
          <p:cNvSpPr txBox="1"/>
          <p:nvPr/>
        </p:nvSpPr>
        <p:spPr>
          <a:xfrm>
            <a:off x="554735" y="1633698"/>
            <a:ext cx="3023490" cy="246221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600" b="1"/>
              <a:t># of SME counterparties, </a:t>
            </a:r>
            <a:r>
              <a:rPr lang="en-US" sz="1600"/>
              <a:t>‘000</a:t>
            </a:r>
          </a:p>
        </p:txBody>
      </p:sp>
      <p:cxnSp>
        <p:nvCxnSpPr>
          <p:cNvPr id="198" name="LineBasicDefault 198">
            <a:extLst>
              <a:ext uri="{FF2B5EF4-FFF2-40B4-BE49-F238E27FC236}">
                <a16:creationId xmlns:a16="http://schemas.microsoft.com/office/drawing/2014/main" id="{ACA17890-F5F5-0DD6-C325-725441EF6F45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554734" y="1927225"/>
            <a:ext cx="791870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2" name="TextBox 281">
            <a:extLst>
              <a:ext uri="{FF2B5EF4-FFF2-40B4-BE49-F238E27FC236}">
                <a16:creationId xmlns:a16="http://schemas.microsoft.com/office/drawing/2014/main" id="{46189EC1-EC59-8DB3-532B-8A7427B91EFE}"/>
              </a:ext>
            </a:extLst>
          </p:cNvPr>
          <p:cNvSpPr txBox="1">
            <a:spLocks/>
          </p:cNvSpPr>
          <p:nvPr/>
        </p:nvSpPr>
        <p:spPr>
          <a:xfrm>
            <a:off x="4064000" y="1633698"/>
            <a:ext cx="4409438" cy="246221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600" b="1"/>
              <a:t>Sub-segment level results</a:t>
            </a:r>
          </a:p>
        </p:txBody>
      </p:sp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32B91E72-F41F-2F89-204A-7B9AFB76B340}"/>
              </a:ext>
            </a:extLst>
          </p:cNvPr>
          <p:cNvGraphicFramePr/>
          <p:nvPr>
            <p:custDataLst>
              <p:tags r:id="rId6"/>
            </p:custDataLst>
          </p:nvPr>
        </p:nvGraphicFramePr>
        <p:xfrm>
          <a:off x="471488" y="2889250"/>
          <a:ext cx="3106737" cy="3184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2"/>
          </a:graphicData>
        </a:graphic>
      </p:graphicFrame>
      <p:sp useBgFill="1">
        <p:nvSpPr>
          <p:cNvPr id="10" name="Freeform: Shape 9">
            <a:extLst>
              <a:ext uri="{FF2B5EF4-FFF2-40B4-BE49-F238E27FC236}">
                <a16:creationId xmlns:a16="http://schemas.microsoft.com/office/drawing/2014/main" id="{4D426886-395D-135D-B01A-F6ECE236C23C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585788" y="5556250"/>
            <a:ext cx="973138" cy="319089"/>
          </a:xfrm>
          <a:custGeom>
            <a:avLst/>
            <a:gdLst/>
            <a:ahLst/>
            <a:cxnLst/>
            <a:rect l="0" t="0" r="0" b="0"/>
            <a:pathLst>
              <a:path w="973138" h="319089">
                <a:moveTo>
                  <a:pt x="0" y="261938"/>
                </a:moveTo>
                <a:lnTo>
                  <a:pt x="973137" y="0"/>
                </a:lnTo>
                <a:lnTo>
                  <a:pt x="973137" y="57150"/>
                </a:lnTo>
                <a:lnTo>
                  <a:pt x="0" y="319088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dirty="0" err="1">
              <a:solidFill>
                <a:schemeClr val="bg1"/>
              </a:solidFill>
            </a:endParaRPr>
          </a:p>
        </p:txBody>
      </p:sp>
      <p:sp useBgFill="1">
        <p:nvSpPr>
          <p:cNvPr id="13" name="Freeform: Shape 12">
            <a:extLst>
              <a:ext uri="{FF2B5EF4-FFF2-40B4-BE49-F238E27FC236}">
                <a16:creationId xmlns:a16="http://schemas.microsoft.com/office/drawing/2014/main" id="{07042021-D99F-C78F-A676-1FF9B8BC3803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2057400" y="5556250"/>
            <a:ext cx="973139" cy="319089"/>
          </a:xfrm>
          <a:custGeom>
            <a:avLst/>
            <a:gdLst/>
            <a:ahLst/>
            <a:cxnLst/>
            <a:rect l="0" t="0" r="0" b="0"/>
            <a:pathLst>
              <a:path w="973139" h="319089">
                <a:moveTo>
                  <a:pt x="0" y="261938"/>
                </a:moveTo>
                <a:lnTo>
                  <a:pt x="973138" y="0"/>
                </a:lnTo>
                <a:lnTo>
                  <a:pt x="973138" y="57150"/>
                </a:lnTo>
                <a:lnTo>
                  <a:pt x="0" y="319088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dirty="0" err="1">
              <a:solidFill>
                <a:schemeClr val="bg1"/>
              </a:solidFill>
            </a:endParaRPr>
          </a:p>
        </p:txBody>
      </p:sp>
      <p:sp useBgFill="1">
        <p:nvSpPr>
          <p:cNvPr id="16" name="Freeform: Shape 15">
            <a:extLst>
              <a:ext uri="{FF2B5EF4-FFF2-40B4-BE49-F238E27FC236}">
                <a16:creationId xmlns:a16="http://schemas.microsoft.com/office/drawing/2014/main" id="{EAE5FF30-809A-F696-223C-5D79183E4FCE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1019175" y="4481513"/>
            <a:ext cx="539751" cy="203201"/>
          </a:xfrm>
          <a:custGeom>
            <a:avLst/>
            <a:gdLst/>
            <a:ahLst/>
            <a:cxnLst/>
            <a:rect l="0" t="0" r="0" b="0"/>
            <a:pathLst>
              <a:path w="539751" h="203201">
                <a:moveTo>
                  <a:pt x="0" y="146050"/>
                </a:moveTo>
                <a:lnTo>
                  <a:pt x="539750" y="0"/>
                </a:lnTo>
                <a:lnTo>
                  <a:pt x="539750" y="57150"/>
                </a:lnTo>
                <a:lnTo>
                  <a:pt x="0" y="20320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dirty="0" err="1">
              <a:solidFill>
                <a:schemeClr val="bg1"/>
              </a:solidFill>
            </a:endParaRPr>
          </a:p>
        </p:txBody>
      </p:sp>
      <p:sp useBgFill="1">
        <p:nvSpPr>
          <p:cNvPr id="19" name="Freeform: Shape 18">
            <a:extLst>
              <a:ext uri="{FF2B5EF4-FFF2-40B4-BE49-F238E27FC236}">
                <a16:creationId xmlns:a16="http://schemas.microsoft.com/office/drawing/2014/main" id="{E3BEFE59-E804-D549-ACB8-7D02DD51A74B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2490788" y="4481513"/>
            <a:ext cx="539751" cy="203201"/>
          </a:xfrm>
          <a:custGeom>
            <a:avLst/>
            <a:gdLst/>
            <a:ahLst/>
            <a:cxnLst/>
            <a:rect l="0" t="0" r="0" b="0"/>
            <a:pathLst>
              <a:path w="539751" h="203201">
                <a:moveTo>
                  <a:pt x="0" y="146050"/>
                </a:moveTo>
                <a:lnTo>
                  <a:pt x="539750" y="0"/>
                </a:lnTo>
                <a:lnTo>
                  <a:pt x="539750" y="57150"/>
                </a:lnTo>
                <a:lnTo>
                  <a:pt x="0" y="20320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dirty="0" err="1">
              <a:solidFill>
                <a:schemeClr val="bg1"/>
              </a:solidFill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830BF317-D6AD-936F-9A9B-53AC8565FB19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585788" y="5556250"/>
            <a:ext cx="973138" cy="261939"/>
          </a:xfrm>
          <a:custGeom>
            <a:avLst/>
            <a:gdLst/>
            <a:ahLst/>
            <a:cxnLst/>
            <a:rect l="0" t="0" r="0" b="0"/>
            <a:pathLst>
              <a:path w="973138" h="261939">
                <a:moveTo>
                  <a:pt x="0" y="261938"/>
                </a:moveTo>
                <a:lnTo>
                  <a:pt x="973137" y="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70A29FD-D466-FEDF-06D6-2C3015BD6B85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585788" y="5613400"/>
            <a:ext cx="973138" cy="261939"/>
          </a:xfrm>
          <a:custGeom>
            <a:avLst/>
            <a:gdLst/>
            <a:ahLst/>
            <a:cxnLst/>
            <a:rect l="0" t="0" r="0" b="0"/>
            <a:pathLst>
              <a:path w="973138" h="261939">
                <a:moveTo>
                  <a:pt x="0" y="261938"/>
                </a:moveTo>
                <a:lnTo>
                  <a:pt x="973137" y="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258771FA-2EBE-E288-C860-F1520D940EF6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2057400" y="5556250"/>
            <a:ext cx="973139" cy="261939"/>
          </a:xfrm>
          <a:custGeom>
            <a:avLst/>
            <a:gdLst/>
            <a:ahLst/>
            <a:cxnLst/>
            <a:rect l="0" t="0" r="0" b="0"/>
            <a:pathLst>
              <a:path w="973139" h="261939">
                <a:moveTo>
                  <a:pt x="0" y="261938"/>
                </a:moveTo>
                <a:lnTo>
                  <a:pt x="973138" y="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B12677E-ADD9-6C18-07CC-711DEB37DACE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2057400" y="5613400"/>
            <a:ext cx="973139" cy="261939"/>
          </a:xfrm>
          <a:custGeom>
            <a:avLst/>
            <a:gdLst/>
            <a:ahLst/>
            <a:cxnLst/>
            <a:rect l="0" t="0" r="0" b="0"/>
            <a:pathLst>
              <a:path w="973139" h="261939">
                <a:moveTo>
                  <a:pt x="0" y="261938"/>
                </a:moveTo>
                <a:lnTo>
                  <a:pt x="973138" y="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3D0D9E97-1BD0-4898-215F-93D5EC064284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1019175" y="4481513"/>
            <a:ext cx="539751" cy="146051"/>
          </a:xfrm>
          <a:custGeom>
            <a:avLst/>
            <a:gdLst/>
            <a:ahLst/>
            <a:cxnLst/>
            <a:rect l="0" t="0" r="0" b="0"/>
            <a:pathLst>
              <a:path w="539751" h="146051">
                <a:moveTo>
                  <a:pt x="0" y="146050"/>
                </a:moveTo>
                <a:lnTo>
                  <a:pt x="539750" y="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B6FD268-AF05-9C58-9676-9C6E9E5AA029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1019175" y="4538663"/>
            <a:ext cx="539751" cy="146051"/>
          </a:xfrm>
          <a:custGeom>
            <a:avLst/>
            <a:gdLst/>
            <a:ahLst/>
            <a:cxnLst/>
            <a:rect l="0" t="0" r="0" b="0"/>
            <a:pathLst>
              <a:path w="539751" h="146051">
                <a:moveTo>
                  <a:pt x="0" y="146050"/>
                </a:moveTo>
                <a:lnTo>
                  <a:pt x="539750" y="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CD675A7-4446-615A-E8E9-2476CAC741FE}"/>
              </a:ext>
            </a:extLst>
          </p:cNvPr>
          <p:cNvSpPr/>
          <p:nvPr>
            <p:custDataLst>
              <p:tags r:id="rId17"/>
            </p:custDataLst>
          </p:nvPr>
        </p:nvSpPr>
        <p:spPr bwMode="auto">
          <a:xfrm>
            <a:off x="2490788" y="4481513"/>
            <a:ext cx="539751" cy="146051"/>
          </a:xfrm>
          <a:custGeom>
            <a:avLst/>
            <a:gdLst/>
            <a:ahLst/>
            <a:cxnLst/>
            <a:rect l="0" t="0" r="0" b="0"/>
            <a:pathLst>
              <a:path w="539751" h="146051">
                <a:moveTo>
                  <a:pt x="0" y="146050"/>
                </a:moveTo>
                <a:lnTo>
                  <a:pt x="539750" y="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E16543A4-11DD-8888-9BAC-D6657C2B3AE9}"/>
              </a:ext>
            </a:extLst>
          </p:cNvPr>
          <p:cNvSpPr/>
          <p:nvPr>
            <p:custDataLst>
              <p:tags r:id="rId18"/>
            </p:custDataLst>
          </p:nvPr>
        </p:nvSpPr>
        <p:spPr bwMode="auto">
          <a:xfrm>
            <a:off x="2490788" y="4538663"/>
            <a:ext cx="539751" cy="146051"/>
          </a:xfrm>
          <a:custGeom>
            <a:avLst/>
            <a:gdLst/>
            <a:ahLst/>
            <a:cxnLst/>
            <a:rect l="0" t="0" r="0" b="0"/>
            <a:pathLst>
              <a:path w="539751" h="146051">
                <a:moveTo>
                  <a:pt x="0" y="146050"/>
                </a:moveTo>
                <a:lnTo>
                  <a:pt x="539750" y="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auto">
          <a:xfrm>
            <a:off x="1089025" y="6049963"/>
            <a:ext cx="4000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8980349-DE1F-4550-BF3E-56C7EC63D58F}" type="datetime'''''''2''''''''''''''''''0''''''''''''2''''''''''5'''''''">
              <a:rPr lang="en-US" altLang="en-US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>
              <a:latin typeface="+mn-lt"/>
              <a:ea typeface="+mn-ea"/>
              <a:cs typeface="+mn-cs"/>
            </a:endParaRPr>
          </a:p>
        </p:txBody>
      </p:sp>
      <p:sp>
        <p:nvSpPr>
          <p:cNvPr id="21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auto">
          <a:xfrm>
            <a:off x="2560638" y="6049963"/>
            <a:ext cx="4000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127D98A-7DC5-4ACB-87D5-DB3502A5AB7D}" type="datetime'''''''''''''''2''''''''''''''''''''''02''''''''''9'''">
              <a:rPr lang="en-US" altLang="en-US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2029</a:t>
            </a:fld>
            <a:endParaRPr lang="en-US">
              <a:latin typeface="+mn-lt"/>
              <a:ea typeface="+mn-ea"/>
              <a:cs typeface="+mn-cs"/>
            </a:endParaRPr>
          </a:p>
        </p:txBody>
      </p:sp>
      <p:sp>
        <p:nvSpPr>
          <p:cNvPr id="24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660400" y="5292725"/>
            <a:ext cx="390525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AF54F61-C4E8-4E7F-B7D6-8E6FF4E954FF}" type="datetime'8''''2.''''''''''7'''''''''''">
              <a:rPr lang="en-US" altLang="en-US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82.7</a:t>
            </a:fld>
            <a:endParaRPr lang="en-US">
              <a:latin typeface="+mn-lt"/>
              <a:ea typeface="+mn-ea"/>
              <a:cs typeface="+mn-cs"/>
            </a:endParaRPr>
          </a:p>
        </p:txBody>
      </p:sp>
      <p:sp>
        <p:nvSpPr>
          <p:cNvPr id="24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gray">
          <a:xfrm>
            <a:off x="1042988" y="4217988"/>
            <a:ext cx="492125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9226022-2D98-4428-AA6B-6A00790DE39A}" type="datetime'''''''''''''1''''4''''9''.''''''''''''''''''''''''''''''''''8'">
              <a:rPr lang="en-US" altLang="en-US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149.8</a:t>
            </a:fld>
            <a:endParaRPr lang="en-US">
              <a:latin typeface="+mn-lt"/>
              <a:ea typeface="+mn-ea"/>
              <a:cs typeface="+mn-cs"/>
            </a:endParaRP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1571625" y="5675314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0F060D1-3DFC-4D53-86D0-0921A42CFD51}" type="datetime'''''''''''1''''''.''''''''''''''''''''''''3'">
              <a:rPr lang="en-US" altLang="en-US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1.3</a:t>
            </a:fld>
            <a:endParaRPr lang="en-US" dirty="0">
              <a:latin typeface="+mn-lt"/>
              <a:ea typeface="+mn-ea"/>
              <a:cs typeface="+mn-cs"/>
            </a:endParaRPr>
          </a:p>
        </p:txBody>
      </p:sp>
      <p:sp useBgFill="1">
        <p:nvSpPr>
          <p:cNvPr id="24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2130425" y="4471988"/>
            <a:ext cx="395288" cy="212725"/>
          </a:xfrm>
          <a:prstGeom prst="rect">
            <a:avLst/>
          </a:prstGeom>
          <a:ln>
            <a:noFill/>
          </a:ln>
          <a:effectLst/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BF41C58-54A9-4004-ACE1-02834120126D}" type="datetime'''''''''''''''9''''''''6''''''''''''''''''''.''4'''''''''">
              <a:rPr lang="en-US" altLang="en-US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96.4</a:t>
            </a:fld>
            <a:endParaRPr lang="en-US">
              <a:latin typeface="+mn-lt"/>
              <a:ea typeface="+mn-ea"/>
              <a:cs typeface="+mn-cs"/>
            </a:endParaRPr>
          </a:p>
        </p:txBody>
      </p:sp>
      <p:sp>
        <p:nvSpPr>
          <p:cNvPr id="24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2517775" y="2733675"/>
            <a:ext cx="485775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9B5E23A-BD7D-4121-BAEA-E790703FF7FA}" type="datetime'''1''''''''7''''''''''''''''''4''''''''''''''.7'''''''''''''''">
              <a:rPr lang="en-US" altLang="en-US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174.7</a:t>
            </a:fld>
            <a:endParaRPr lang="en-US">
              <a:latin typeface="+mn-lt"/>
              <a:ea typeface="+mn-ea"/>
              <a:cs typeface="+mn-cs"/>
            </a:endParaRP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3043238" y="5662614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09C4665-0199-4056-969E-FB616063A8E9}" type="datetime'''''''''''''''''''1''''''''''''''''.5'''''''''''''''''">
              <a:rPr lang="en-US" altLang="en-US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1.5</a:t>
            </a:fld>
            <a:endParaRPr lang="en-US" dirty="0">
              <a:latin typeface="+mn-lt"/>
              <a:ea typeface="+mn-ea"/>
              <a:cs typeface="+mn-cs"/>
            </a:endParaRPr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746A4C3B-D405-C557-6E5D-844E2EC534DD}"/>
              </a:ext>
            </a:extLst>
          </p:cNvPr>
          <p:cNvSpPr txBox="1"/>
          <p:nvPr/>
        </p:nvSpPr>
        <p:spPr>
          <a:xfrm>
            <a:off x="5029057" y="1981199"/>
            <a:ext cx="1177369" cy="646331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/>
              <a:t># of SMEs customers acquired, </a:t>
            </a:r>
            <a:r>
              <a:rPr lang="en-US" b="1" err="1"/>
              <a:t>ths</a:t>
            </a:r>
            <a:endParaRPr lang="en-US" b="1"/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11E8DFF6-72C5-D336-6A9D-01D855C684D8}"/>
              </a:ext>
            </a:extLst>
          </p:cNvPr>
          <p:cNvSpPr txBox="1">
            <a:spLocks/>
          </p:cNvSpPr>
          <p:nvPr/>
        </p:nvSpPr>
        <p:spPr>
          <a:xfrm>
            <a:off x="6423811" y="2196643"/>
            <a:ext cx="852812" cy="430887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/>
              <a:t>Avg NBI, </a:t>
            </a:r>
            <a:r>
              <a:rPr lang="en-US" b="1" err="1"/>
              <a:t>ths</a:t>
            </a:r>
            <a:r>
              <a:rPr lang="en-US" b="1"/>
              <a:t> AZN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D4864F15-6774-21CE-655C-007AE4DFC93C}"/>
              </a:ext>
            </a:extLst>
          </p:cNvPr>
          <p:cNvSpPr txBox="1"/>
          <p:nvPr/>
        </p:nvSpPr>
        <p:spPr>
          <a:xfrm>
            <a:off x="7494009" y="1981199"/>
            <a:ext cx="979429" cy="646331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/>
              <a:t>2029 NBI increment, </a:t>
            </a:r>
            <a:r>
              <a:rPr lang="en-US" b="1" err="1"/>
              <a:t>mn</a:t>
            </a:r>
            <a:r>
              <a:rPr lang="en-US" b="1"/>
              <a:t> AZN</a:t>
            </a:r>
          </a:p>
        </p:txBody>
      </p:sp>
      <p:cxnSp>
        <p:nvCxnSpPr>
          <p:cNvPr id="348" name="LineBasicDefault 198">
            <a:extLst>
              <a:ext uri="{FF2B5EF4-FFF2-40B4-BE49-F238E27FC236}">
                <a16:creationId xmlns:a16="http://schemas.microsoft.com/office/drawing/2014/main" id="{19F43E6F-F54C-57DA-DC30-6B3F61F7FD5D}"/>
              </a:ext>
            </a:extLst>
          </p:cNvPr>
          <p:cNvCxnSpPr>
            <a:cxnSpLocks/>
          </p:cNvCxnSpPr>
          <p:nvPr>
            <p:custDataLst>
              <p:tags r:id="rId27"/>
            </p:custDataLst>
          </p:nvPr>
        </p:nvCxnSpPr>
        <p:spPr>
          <a:xfrm>
            <a:off x="4064000" y="2671503"/>
            <a:ext cx="4409438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37AB227F-D3D6-BC4E-DFF8-3F999818D199}"/>
              </a:ext>
            </a:extLst>
          </p:cNvPr>
          <p:cNvCxnSpPr/>
          <p:nvPr>
            <p:custDataLst>
              <p:tags r:id="rId28"/>
            </p:custDataLst>
          </p:nvPr>
        </p:nvCxnSpPr>
        <p:spPr bwMode="auto">
          <a:xfrm>
            <a:off x="5883275" y="3467100"/>
            <a:ext cx="0" cy="25241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4853328F-4C37-C5F0-BE60-625CC4278B1F}"/>
              </a:ext>
            </a:extLst>
          </p:cNvPr>
          <p:cNvCxnSpPr/>
          <p:nvPr>
            <p:custDataLst>
              <p:tags r:id="rId29"/>
            </p:custDataLst>
          </p:nvPr>
        </p:nvCxnSpPr>
        <p:spPr bwMode="auto">
          <a:xfrm>
            <a:off x="5721350" y="4354512"/>
            <a:ext cx="0" cy="25400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4" name="Straight Connector 373">
            <a:extLst>
              <a:ext uri="{FF2B5EF4-FFF2-40B4-BE49-F238E27FC236}">
                <a16:creationId xmlns:a16="http://schemas.microsoft.com/office/drawing/2014/main" id="{A277B8BA-1834-A0C3-36D4-AFF5987701D7}"/>
              </a:ext>
            </a:extLst>
          </p:cNvPr>
          <p:cNvCxnSpPr/>
          <p:nvPr>
            <p:custDataLst>
              <p:tags r:id="rId30"/>
            </p:custDataLst>
          </p:nvPr>
        </p:nvCxnSpPr>
        <p:spPr bwMode="auto">
          <a:xfrm>
            <a:off x="5335588" y="5243513"/>
            <a:ext cx="0" cy="25241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30" name="Chart 29">
            <a:extLst>
              <a:ext uri="{FF2B5EF4-FFF2-40B4-BE49-F238E27FC236}">
                <a16:creationId xmlns:a16="http://schemas.microsoft.com/office/drawing/2014/main" id="{56B5332A-842E-596E-2090-83A2234DBC20}"/>
              </a:ext>
            </a:extLst>
          </p:cNvPr>
          <p:cNvGraphicFramePr/>
          <p:nvPr>
            <p:custDataLst>
              <p:tags r:id="rId31"/>
            </p:custDataLst>
          </p:nvPr>
        </p:nvGraphicFramePr>
        <p:xfrm>
          <a:off x="4946650" y="2622550"/>
          <a:ext cx="1019175" cy="37179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3"/>
          </a:graphicData>
        </a:graphic>
      </p:graphicFrame>
      <p:sp useBgFill="1">
        <p:nvSpPr>
          <p:cNvPr id="25" name="Freeform: Shape 24">
            <a:extLst>
              <a:ext uri="{FF2B5EF4-FFF2-40B4-BE49-F238E27FC236}">
                <a16:creationId xmlns:a16="http://schemas.microsoft.com/office/drawing/2014/main" id="{B65FF720-AEF0-7C54-6540-11010CDB0783}"/>
              </a:ext>
            </a:extLst>
          </p:cNvPr>
          <p:cNvSpPr/>
          <p:nvPr>
            <p:custDataLst>
              <p:tags r:id="rId32"/>
            </p:custDataLst>
          </p:nvPr>
        </p:nvSpPr>
        <p:spPr bwMode="auto">
          <a:xfrm>
            <a:off x="5056188" y="2781300"/>
            <a:ext cx="255588" cy="736601"/>
          </a:xfrm>
          <a:custGeom>
            <a:avLst/>
            <a:gdLst/>
            <a:ahLst/>
            <a:cxnLst/>
            <a:rect l="0" t="0" r="0" b="0"/>
            <a:pathLst>
              <a:path w="255588" h="736601">
                <a:moveTo>
                  <a:pt x="255587" y="0"/>
                </a:moveTo>
                <a:lnTo>
                  <a:pt x="57150" y="736600"/>
                </a:lnTo>
                <a:lnTo>
                  <a:pt x="0" y="736600"/>
                </a:lnTo>
                <a:lnTo>
                  <a:pt x="198437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dirty="0" err="1">
              <a:solidFill>
                <a:schemeClr val="bg1"/>
              </a:solidFill>
            </a:endParaRPr>
          </a:p>
        </p:txBody>
      </p:sp>
      <p:sp useBgFill="1">
        <p:nvSpPr>
          <p:cNvPr id="28" name="Freeform: Shape 27">
            <a:extLst>
              <a:ext uri="{FF2B5EF4-FFF2-40B4-BE49-F238E27FC236}">
                <a16:creationId xmlns:a16="http://schemas.microsoft.com/office/drawing/2014/main" id="{B222029C-2F64-6D37-0D1F-144381BB7C3D}"/>
              </a:ext>
            </a:extLst>
          </p:cNvPr>
          <p:cNvSpPr/>
          <p:nvPr>
            <p:custDataLst>
              <p:tags r:id="rId33"/>
            </p:custDataLst>
          </p:nvPr>
        </p:nvSpPr>
        <p:spPr bwMode="auto">
          <a:xfrm>
            <a:off x="5056188" y="5445125"/>
            <a:ext cx="255588" cy="736601"/>
          </a:xfrm>
          <a:custGeom>
            <a:avLst/>
            <a:gdLst/>
            <a:ahLst/>
            <a:cxnLst/>
            <a:rect l="0" t="0" r="0" b="0"/>
            <a:pathLst>
              <a:path w="255588" h="736601">
                <a:moveTo>
                  <a:pt x="255587" y="0"/>
                </a:moveTo>
                <a:lnTo>
                  <a:pt x="57150" y="736600"/>
                </a:lnTo>
                <a:lnTo>
                  <a:pt x="0" y="736600"/>
                </a:lnTo>
                <a:lnTo>
                  <a:pt x="198437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dirty="0" err="1">
              <a:solidFill>
                <a:schemeClr val="bg1"/>
              </a:solidFill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A6259489-267D-0477-BDC4-FACC89EECCEA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5056188" y="2781300"/>
            <a:ext cx="198438" cy="736601"/>
          </a:xfrm>
          <a:custGeom>
            <a:avLst/>
            <a:gdLst/>
            <a:ahLst/>
            <a:cxnLst/>
            <a:rect l="0" t="0" r="0" b="0"/>
            <a:pathLst>
              <a:path w="198438" h="736601">
                <a:moveTo>
                  <a:pt x="198437" y="0"/>
                </a:moveTo>
                <a:lnTo>
                  <a:pt x="0" y="73660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23C6FA4B-187F-33AB-8B01-EE8AE1A7DC3F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5113338" y="2781300"/>
            <a:ext cx="198438" cy="736601"/>
          </a:xfrm>
          <a:custGeom>
            <a:avLst/>
            <a:gdLst/>
            <a:ahLst/>
            <a:cxnLst/>
            <a:rect l="0" t="0" r="0" b="0"/>
            <a:pathLst>
              <a:path w="198438" h="736601">
                <a:moveTo>
                  <a:pt x="198437" y="0"/>
                </a:moveTo>
                <a:lnTo>
                  <a:pt x="0" y="73660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80E94F76-150D-DB48-6531-058F8EB54F80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5056188" y="5445125"/>
            <a:ext cx="198438" cy="736601"/>
          </a:xfrm>
          <a:custGeom>
            <a:avLst/>
            <a:gdLst/>
            <a:ahLst/>
            <a:cxnLst/>
            <a:rect l="0" t="0" r="0" b="0"/>
            <a:pathLst>
              <a:path w="198438" h="736601">
                <a:moveTo>
                  <a:pt x="198437" y="0"/>
                </a:moveTo>
                <a:lnTo>
                  <a:pt x="0" y="73660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CCF5E1FA-CC10-9E5C-50F9-60DF9EE120BF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5113338" y="5445125"/>
            <a:ext cx="198438" cy="736601"/>
          </a:xfrm>
          <a:custGeom>
            <a:avLst/>
            <a:gdLst/>
            <a:ahLst/>
            <a:cxnLst/>
            <a:rect l="0" t="0" r="0" b="0"/>
            <a:pathLst>
              <a:path w="198438" h="736601">
                <a:moveTo>
                  <a:pt x="198437" y="0"/>
                </a:moveTo>
                <a:lnTo>
                  <a:pt x="0" y="73660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8"/>
            </p:custDataLst>
          </p:nvPr>
        </p:nvSpPr>
        <p:spPr bwMode="gray">
          <a:xfrm>
            <a:off x="5675313" y="3946525"/>
            <a:ext cx="255588" cy="1825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B75B122-4405-4D48-877C-9BE2FD7F83D1}" type="datetime'0''''.''''''''''1''''''''''''''''''''''''''''''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0.1</a:t>
            </a:fld>
            <a:endParaRPr lang="en-US" sz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9"/>
            </p:custDataLst>
          </p:nvPr>
        </p:nvSpPr>
        <p:spPr bwMode="gray">
          <a:xfrm>
            <a:off x="5400675" y="4835526"/>
            <a:ext cx="2555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3BD75B3-9A26-4310-A001-1E7A35740F29}" type="datetime'''''''''''''''''''''0''''''.''''''''''''''3''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0.3</a:t>
            </a:fld>
            <a:endParaRPr lang="en-US" sz="1200" dirty="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40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gray">
          <a:xfrm>
            <a:off x="5908675" y="3059113"/>
            <a:ext cx="3381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3E14D5AB-F3AA-4551-AA4B-382F67E7A778}" type="datetime'''''''''''1''''''''''''''''5''''.''''''0'''''''''''''''''''">
              <a:rPr lang="en-US" altLang="en-US" sz="1200" smtClean="0">
                <a:effectLst/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15.0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sp>
        <p:nvSpPr>
          <p:cNvPr id="41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1"/>
            </p:custDataLst>
          </p:nvPr>
        </p:nvSpPr>
        <p:spPr bwMode="gray">
          <a:xfrm>
            <a:off x="5360988" y="5722938"/>
            <a:ext cx="336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43D29848-5849-4A88-B31F-6A01CF3BFBB6}" type="datetime'''''''1''4''''''.''''''''''''6'''''''''">
              <a:rPr lang="en-US" altLang="en-US" sz="1200" smtClean="0">
                <a:effectLst/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14.6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cxnSp>
        <p:nvCxnSpPr>
          <p:cNvPr id="387" name="Straight Connector 386">
            <a:extLst>
              <a:ext uri="{FF2B5EF4-FFF2-40B4-BE49-F238E27FC236}">
                <a16:creationId xmlns:a16="http://schemas.microsoft.com/office/drawing/2014/main" id="{EDC19ED7-0AAD-6CFD-9973-ACCE6236B16B}"/>
              </a:ext>
            </a:extLst>
          </p:cNvPr>
          <p:cNvCxnSpPr/>
          <p:nvPr>
            <p:custDataLst>
              <p:tags r:id="rId42"/>
            </p:custDataLst>
          </p:nvPr>
        </p:nvCxnSpPr>
        <p:spPr bwMode="auto">
          <a:xfrm>
            <a:off x="8348663" y="3467100"/>
            <a:ext cx="0" cy="25241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8" name="Straight Connector 387">
            <a:extLst>
              <a:ext uri="{FF2B5EF4-FFF2-40B4-BE49-F238E27FC236}">
                <a16:creationId xmlns:a16="http://schemas.microsoft.com/office/drawing/2014/main" id="{1A7CAABA-373C-69A2-41A0-3DD7E8FAA689}"/>
              </a:ext>
            </a:extLst>
          </p:cNvPr>
          <p:cNvCxnSpPr/>
          <p:nvPr>
            <p:custDataLst>
              <p:tags r:id="rId43"/>
            </p:custDataLst>
          </p:nvPr>
        </p:nvCxnSpPr>
        <p:spPr bwMode="auto">
          <a:xfrm>
            <a:off x="8078788" y="4354513"/>
            <a:ext cx="0" cy="25400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9" name="Straight Connector 388">
            <a:extLst>
              <a:ext uri="{FF2B5EF4-FFF2-40B4-BE49-F238E27FC236}">
                <a16:creationId xmlns:a16="http://schemas.microsoft.com/office/drawing/2014/main" id="{1CF0691D-B7B4-6DFB-38D3-C30A9DBE41D3}"/>
              </a:ext>
            </a:extLst>
          </p:cNvPr>
          <p:cNvCxnSpPr/>
          <p:nvPr>
            <p:custDataLst>
              <p:tags r:id="rId44"/>
            </p:custDataLst>
          </p:nvPr>
        </p:nvCxnSpPr>
        <p:spPr bwMode="auto">
          <a:xfrm>
            <a:off x="7966075" y="5243513"/>
            <a:ext cx="0" cy="25241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39" name="Chart 38">
            <a:extLst>
              <a:ext uri="{FF2B5EF4-FFF2-40B4-BE49-F238E27FC236}">
                <a16:creationId xmlns:a16="http://schemas.microsoft.com/office/drawing/2014/main" id="{94C7AE22-E457-5C3D-897A-BEAE3E19601E}"/>
              </a:ext>
            </a:extLst>
          </p:cNvPr>
          <p:cNvGraphicFramePr/>
          <p:nvPr>
            <p:custDataLst>
              <p:tags r:id="rId45"/>
            </p:custDataLst>
          </p:nvPr>
        </p:nvGraphicFramePr>
        <p:xfrm>
          <a:off x="7412038" y="2622550"/>
          <a:ext cx="1019175" cy="37179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4"/>
          </a:graphicData>
        </a:graphic>
      </p:graphicFrame>
      <p:sp>
        <p:nvSpPr>
          <p:cNvPr id="3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6"/>
            </p:custDataLst>
          </p:nvPr>
        </p:nvSpPr>
        <p:spPr bwMode="gray">
          <a:xfrm>
            <a:off x="8086724" y="3946526"/>
            <a:ext cx="2555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B2FE9DA-102D-4B98-9988-522DEE283504}" type="datetime'''''2''''''''''''''.''''''5'''''''''''">
              <a:rPr lang="en-US" altLang="en-US" sz="12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/>
              <a:t>2.5</a:t>
            </a:fld>
            <a:endParaRPr lang="en-US" sz="1200" dirty="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43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7"/>
            </p:custDataLst>
          </p:nvPr>
        </p:nvSpPr>
        <p:spPr bwMode="gray">
          <a:xfrm>
            <a:off x="7894638" y="4835525"/>
            <a:ext cx="255588" cy="182563"/>
          </a:xfrm>
          <a:prstGeom prst="rect">
            <a:avLst/>
          </a:prstGeom>
          <a:solidFill>
            <a:srgbClr val="405F5B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D02652C-4909-44AD-91D7-4152DC78DFB1}" type="datetime'''''1''''.1''''''''''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/>
              <a:t>1.1</a:t>
            </a:fld>
            <a:endParaRPr lang="en-US" sz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3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8"/>
            </p:custDataLst>
          </p:nvPr>
        </p:nvSpPr>
        <p:spPr bwMode="gray">
          <a:xfrm>
            <a:off x="8374062" y="3059114"/>
            <a:ext cx="2857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1F266B7-7189-4428-9943-DAF68C662266}" type="datetime'''''''''''7''.''''''''''''''''9'''''''''''''''''''''''''''''''">
              <a:rPr lang="en-US" altLang="en-US" sz="1200" b="1" smtClean="0">
                <a:latin typeface="+mn-lt"/>
                <a:ea typeface="+mn-ea"/>
                <a:cs typeface="+mn-cs"/>
              </a:rPr>
              <a:pPr/>
              <a:t>7.9</a:t>
            </a:fld>
            <a:endParaRPr lang="en-US" sz="1200" b="1" dirty="0">
              <a:latin typeface="+mn-lt"/>
              <a:ea typeface="+mn-ea"/>
              <a:cs typeface="+mn-cs"/>
            </a:endParaRPr>
          </a:p>
        </p:txBody>
      </p:sp>
      <p:sp>
        <p:nvSpPr>
          <p:cNvPr id="3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9"/>
            </p:custDataLst>
          </p:nvPr>
        </p:nvSpPr>
        <p:spPr bwMode="gray">
          <a:xfrm>
            <a:off x="7991475" y="5722939"/>
            <a:ext cx="254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C47BA16F-2039-4F58-ACC8-15D4A65B536C}" type="datetime'''4''''''''''''''''''''''''''''''''''''.''''''''4'''''''''">
              <a:rPr lang="en-US" altLang="en-US" sz="1200" smtClean="0">
                <a:latin typeface="+mn-lt"/>
                <a:ea typeface="+mn-ea"/>
                <a:cs typeface="+mn-cs"/>
              </a:rPr>
              <a:pPr/>
              <a:t>4.4</a:t>
            </a:fld>
            <a:endParaRPr lang="en-US" sz="1200" dirty="0">
              <a:latin typeface="+mn-lt"/>
              <a:ea typeface="+mn-ea"/>
              <a:cs typeface="+mn-cs"/>
            </a:endParaRP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FF11D818-D172-6982-4AB1-7C2C08661BD7}"/>
              </a:ext>
            </a:extLst>
          </p:cNvPr>
          <p:cNvGrpSpPr>
            <a:grpSpLocks/>
          </p:cNvGrpSpPr>
          <p:nvPr/>
        </p:nvGrpSpPr>
        <p:grpSpPr>
          <a:xfrm>
            <a:off x="4064000" y="2989659"/>
            <a:ext cx="3212623" cy="319088"/>
            <a:chOff x="4064000" y="3278187"/>
            <a:chExt cx="3212623" cy="319088"/>
          </a:xfrm>
        </p:grpSpPr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72672C9-EF0F-257A-76DB-4EEC72068FCE}"/>
                </a:ext>
              </a:extLst>
            </p:cNvPr>
            <p:cNvSpPr txBox="1">
              <a:spLocks/>
            </p:cNvSpPr>
            <p:nvPr/>
          </p:nvSpPr>
          <p:spPr>
            <a:xfrm>
              <a:off x="4064000" y="3345398"/>
              <a:ext cx="747672" cy="184666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 b="1"/>
                <a:t>Total</a:t>
              </a:r>
            </a:p>
          </p:txBody>
        </p:sp>
        <p:sp>
          <p:nvSpPr>
            <p:cNvPr id="422" name="Oval 421">
              <a:extLst>
                <a:ext uri="{FF2B5EF4-FFF2-40B4-BE49-F238E27FC236}">
                  <a16:creationId xmlns:a16="http://schemas.microsoft.com/office/drawing/2014/main" id="{ACA43586-5DAA-10B5-1282-06006C16CC99}"/>
                </a:ext>
              </a:extLst>
            </p:cNvPr>
            <p:cNvSpPr>
              <a:spLocks/>
            </p:cNvSpPr>
            <p:nvPr/>
          </p:nvSpPr>
          <p:spPr>
            <a:xfrm>
              <a:off x="6423811" y="3278187"/>
              <a:ext cx="852812" cy="319088"/>
            </a:xfrm>
            <a:prstGeom prst="ellipse">
              <a:avLst/>
            </a:pr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dirty="0">
                  <a:solidFill>
                    <a:schemeClr val="bg1"/>
                  </a:solidFill>
                </a:rPr>
                <a:t>0.5</a:t>
              </a: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B9FB3340-3A0B-A8E9-945D-0277299F96AF}"/>
              </a:ext>
            </a:extLst>
          </p:cNvPr>
          <p:cNvGrpSpPr>
            <a:grpSpLocks/>
          </p:cNvGrpSpPr>
          <p:nvPr/>
        </p:nvGrpSpPr>
        <p:grpSpPr>
          <a:xfrm>
            <a:off x="4064000" y="3877865"/>
            <a:ext cx="3212623" cy="319088"/>
            <a:chOff x="4064000" y="4003674"/>
            <a:chExt cx="3212623" cy="319088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2FF0F9AF-5410-E200-2EE2-CCD89C381388}"/>
                </a:ext>
              </a:extLst>
            </p:cNvPr>
            <p:cNvSpPr txBox="1">
              <a:spLocks/>
            </p:cNvSpPr>
            <p:nvPr/>
          </p:nvSpPr>
          <p:spPr>
            <a:xfrm>
              <a:off x="4064000" y="4070885"/>
              <a:ext cx="747672" cy="184666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/>
                <a:t>Medium</a:t>
              </a:r>
            </a:p>
          </p:txBody>
        </p:sp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FE4EA7E7-182C-EB0F-A349-1E0DECB4EC17}"/>
                </a:ext>
              </a:extLst>
            </p:cNvPr>
            <p:cNvSpPr>
              <a:spLocks/>
            </p:cNvSpPr>
            <p:nvPr/>
          </p:nvSpPr>
          <p:spPr>
            <a:xfrm>
              <a:off x="6423811" y="4003674"/>
              <a:ext cx="852812" cy="319088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dirty="0">
                  <a:solidFill>
                    <a:schemeClr val="bg1"/>
                  </a:solidFill>
                </a:rPr>
                <a:t>21.0</a:t>
              </a:r>
            </a:p>
          </p:txBody>
        </p: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8AE63475-D1C1-2307-7535-77B08BEA283A}"/>
              </a:ext>
            </a:extLst>
          </p:cNvPr>
          <p:cNvGrpSpPr>
            <a:grpSpLocks/>
          </p:cNvGrpSpPr>
          <p:nvPr/>
        </p:nvGrpSpPr>
        <p:grpSpPr>
          <a:xfrm>
            <a:off x="4064000" y="4766071"/>
            <a:ext cx="3212623" cy="319088"/>
            <a:chOff x="4064000" y="4727574"/>
            <a:chExt cx="3212623" cy="319088"/>
          </a:xfrm>
        </p:grpSpPr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12651E0A-4D18-DE07-C3A8-610261CB7097}"/>
                </a:ext>
              </a:extLst>
            </p:cNvPr>
            <p:cNvSpPr txBox="1">
              <a:spLocks/>
            </p:cNvSpPr>
            <p:nvPr/>
          </p:nvSpPr>
          <p:spPr>
            <a:xfrm>
              <a:off x="4064000" y="4794785"/>
              <a:ext cx="747672" cy="184666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/>
                <a:t>Small</a:t>
              </a:r>
            </a:p>
          </p:txBody>
        </p: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1156181B-A179-880C-A855-D4CBDB1BF032}"/>
                </a:ext>
              </a:extLst>
            </p:cNvPr>
            <p:cNvSpPr>
              <a:spLocks/>
            </p:cNvSpPr>
            <p:nvPr/>
          </p:nvSpPr>
          <p:spPr>
            <a:xfrm>
              <a:off x="6423811" y="4727574"/>
              <a:ext cx="852812" cy="319088"/>
            </a:xfrm>
            <a:prstGeom prst="ellipse">
              <a:avLst/>
            </a:prstGeom>
            <a:solidFill>
              <a:srgbClr val="405F5B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dirty="0">
                  <a:solidFill>
                    <a:schemeClr val="bg1"/>
                  </a:solidFill>
                </a:rPr>
                <a:t>3.7</a:t>
              </a:r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B5469394-0EB3-B6AF-F720-81C132100D9D}"/>
              </a:ext>
            </a:extLst>
          </p:cNvPr>
          <p:cNvGrpSpPr>
            <a:grpSpLocks/>
          </p:cNvGrpSpPr>
          <p:nvPr/>
        </p:nvGrpSpPr>
        <p:grpSpPr>
          <a:xfrm>
            <a:off x="4064000" y="5654278"/>
            <a:ext cx="3212623" cy="319088"/>
            <a:chOff x="4064000" y="5453062"/>
            <a:chExt cx="3212623" cy="319088"/>
          </a:xfrm>
        </p:grpSpPr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87F0801-1D9C-D5C2-472B-269D1AA598E4}"/>
                </a:ext>
              </a:extLst>
            </p:cNvPr>
            <p:cNvSpPr txBox="1">
              <a:spLocks/>
            </p:cNvSpPr>
            <p:nvPr/>
          </p:nvSpPr>
          <p:spPr>
            <a:xfrm>
              <a:off x="4064000" y="5520273"/>
              <a:ext cx="747672" cy="184666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/>
                <a:t>Micro</a:t>
              </a:r>
            </a:p>
          </p:txBody>
        </p:sp>
        <p:sp>
          <p:nvSpPr>
            <p:cNvPr id="425" name="Oval 424">
              <a:extLst>
                <a:ext uri="{FF2B5EF4-FFF2-40B4-BE49-F238E27FC236}">
                  <a16:creationId xmlns:a16="http://schemas.microsoft.com/office/drawing/2014/main" id="{7C901431-56C3-F741-175E-3983B4A62EDD}"/>
                </a:ext>
              </a:extLst>
            </p:cNvPr>
            <p:cNvSpPr>
              <a:spLocks/>
            </p:cNvSpPr>
            <p:nvPr/>
          </p:nvSpPr>
          <p:spPr>
            <a:xfrm>
              <a:off x="6423811" y="5453062"/>
              <a:ext cx="852812" cy="319088"/>
            </a:xfrm>
            <a:prstGeom prst="ellipse">
              <a:avLst/>
            </a:prstGeom>
            <a:solidFill>
              <a:schemeClr val="bg2">
                <a:lumMod val="95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>
                  <a:solidFill>
                    <a:schemeClr val="tx1"/>
                  </a:solidFill>
                </a:rPr>
                <a:t>0.3</a:t>
              </a:r>
            </a:p>
          </p:txBody>
        </p:sp>
      </p:grpSp>
      <p:sp>
        <p:nvSpPr>
          <p:cNvPr id="9" name="TrackerNumBlue 164">
            <a:extLst>
              <a:ext uri="{FF2B5EF4-FFF2-40B4-BE49-F238E27FC236}">
                <a16:creationId xmlns:a16="http://schemas.microsoft.com/office/drawing/2014/main" id="{7811C503-B86C-CC78-3E19-E1015799AD82}"/>
              </a:ext>
            </a:extLst>
          </p:cNvPr>
          <p:cNvSpPr/>
          <p:nvPr>
            <p:custDataLst>
              <p:tags r:id="rId50"/>
            </p:custDataLst>
          </p:nvPr>
        </p:nvSpPr>
        <p:spPr>
          <a:xfrm>
            <a:off x="121444" y="165068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1</a:t>
            </a: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28448F32-C090-1BA8-2CC7-3C79B820A3B9}"/>
              </a:ext>
            </a:extLst>
          </p:cNvPr>
          <p:cNvSpPr txBox="1">
            <a:spLocks/>
          </p:cNvSpPr>
          <p:nvPr/>
        </p:nvSpPr>
        <p:spPr>
          <a:xfrm>
            <a:off x="9110657" y="1387476"/>
            <a:ext cx="2524131" cy="492443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Clr>
                <a:schemeClr val="tx1"/>
              </a:buClr>
            </a:pPr>
            <a:endParaRPr lang="en-US" sz="1600" b="1">
              <a:solidFill>
                <a:schemeClr val="bg1"/>
              </a:solidFill>
            </a:endParaRP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BA5308AF-5DD9-1FEA-A02B-9749B63C77CE}"/>
              </a:ext>
            </a:extLst>
          </p:cNvPr>
          <p:cNvSpPr txBox="1">
            <a:spLocks/>
          </p:cNvSpPr>
          <p:nvPr/>
        </p:nvSpPr>
        <p:spPr>
          <a:xfrm>
            <a:off x="9167472" y="3600537"/>
            <a:ext cx="2433576" cy="64633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Clr>
                <a:schemeClr val="bg1"/>
              </a:buClr>
              <a:buNone/>
            </a:pPr>
            <a:r>
              <a:rPr lang="en-US" dirty="0">
                <a:solidFill>
                  <a:schemeClr val="bg1"/>
                </a:solidFill>
              </a:rPr>
              <a:t>can be acquired leveraging Transaction-banking led B2B Ecosystem</a:t>
            </a:r>
          </a:p>
        </p:txBody>
      </p:sp>
      <p:cxnSp>
        <p:nvCxnSpPr>
          <p:cNvPr id="36" name="LineBasicDefault 198">
            <a:extLst>
              <a:ext uri="{FF2B5EF4-FFF2-40B4-BE49-F238E27FC236}">
                <a16:creationId xmlns:a16="http://schemas.microsoft.com/office/drawing/2014/main" id="{5434D69D-0EE3-0F00-D9F5-672D71D9FC67}"/>
              </a:ext>
            </a:extLst>
          </p:cNvPr>
          <p:cNvCxnSpPr>
            <a:cxnSpLocks/>
          </p:cNvCxnSpPr>
          <p:nvPr>
            <p:custDataLst>
              <p:tags r:id="rId51"/>
            </p:custDataLst>
          </p:nvPr>
        </p:nvCxnSpPr>
        <p:spPr>
          <a:xfrm>
            <a:off x="9110657" y="1927225"/>
            <a:ext cx="2524131" cy="0"/>
          </a:xfrm>
          <a:prstGeom prst="straightConnector1">
            <a:avLst/>
          </a:prstGeom>
          <a:ln w="12700" cap="sq">
            <a:solidFill>
              <a:schemeClr val="bg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BCD2570E-38DE-9065-0541-70B324C89FA6}"/>
              </a:ext>
            </a:extLst>
          </p:cNvPr>
          <p:cNvGrpSpPr/>
          <p:nvPr/>
        </p:nvGrpSpPr>
        <p:grpSpPr>
          <a:xfrm>
            <a:off x="554735" y="2014022"/>
            <a:ext cx="2200491" cy="651391"/>
            <a:chOff x="863600" y="2139464"/>
            <a:chExt cx="2200491" cy="651391"/>
          </a:xfrm>
        </p:grpSpPr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8B86FDBA-FFD4-FFB9-5EDE-67D97E9D9D2D}"/>
                </a:ext>
              </a:extLst>
            </p:cNvPr>
            <p:cNvGrpSpPr/>
            <p:nvPr/>
          </p:nvGrpSpPr>
          <p:grpSpPr>
            <a:xfrm>
              <a:off x="863600" y="2372826"/>
              <a:ext cx="2200491" cy="184666"/>
              <a:chOff x="863600" y="2372827"/>
              <a:chExt cx="2200491" cy="184666"/>
            </a:xfrm>
          </p:grpSpPr>
          <p:sp>
            <p:nvSpPr>
              <p:cNvPr id="260" name="Rectangle 259">
                <a:extLst>
                  <a:ext uri="{FF2B5EF4-FFF2-40B4-BE49-F238E27FC236}">
                    <a16:creationId xmlns:a16="http://schemas.microsoft.com/office/drawing/2014/main" id="{84EBA0E5-990B-A1DE-D4D1-3BF86198B97C}"/>
                  </a:ext>
                </a:extLst>
              </p:cNvPr>
              <p:cNvSpPr>
                <a:spLocks/>
              </p:cNvSpPr>
              <p:nvPr>
                <p:custDataLst>
                  <p:tags r:id="rId57"/>
                </p:custDataLst>
              </p:nvPr>
            </p:nvSpPr>
            <p:spPr bwMode="auto">
              <a:xfrm>
                <a:off x="863600" y="2372827"/>
                <a:ext cx="183600" cy="184666"/>
              </a:xfrm>
              <a:prstGeom prst="rect">
                <a:avLst/>
              </a:prstGeom>
              <a:solidFill>
                <a:schemeClr val="accent6"/>
              </a:solidFill>
              <a:ln w="9525" cap="sq" cmpd="sng" algn="ctr">
                <a:noFill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600" err="1">
                  <a:solidFill>
                    <a:schemeClr val="bg1"/>
                  </a:solidFill>
                </a:endParaRPr>
              </a:p>
            </p:txBody>
          </p:sp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C07551A-5683-A67C-2EC1-6029A783E0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04900" y="2372827"/>
                <a:ext cx="1959191" cy="184666"/>
              </a:xfrm>
              <a:prstGeom prst="rect">
                <a:avLst/>
              </a:prstGeom>
            </p:spPr>
            <p:txBody>
              <a:bodyPr vert="horz" wrap="none" lIns="0" tIns="0" rIns="0" bIns="0" rtlCol="0" anchor="ctr" anchorCtr="0">
                <a:no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1pPr>
                <a:lvl2pPr marL="230396" lvl="1" indent="-226796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Wingdings" panose="05000000000000000000" pitchFamily="2" charset="2"/>
                  <a:buChar char="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2pPr>
                <a:lvl3pPr marL="442793" lvl="2" indent="-215997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Arial" panose="020B0604020202020204" pitchFamily="34" charset="0"/>
                  <a:buChar char="‒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3pPr>
                <a:lvl4pPr marL="597590" lvl="3" indent="-1511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•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4pPr>
                <a:lvl5pPr marL="817187" lvl="4" indent="-1475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̶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r>
                  <a:rPr lang="en-US" sz="1200">
                    <a:latin typeface="+mn-lt"/>
                  </a:rPr>
                  <a:t>PBA SME counterparties</a:t>
                </a:r>
              </a:p>
            </p:txBody>
          </p:sp>
        </p:grpSp>
        <p:grpSp>
          <p:nvGrpSpPr>
            <p:cNvPr id="199" name="Group 198">
              <a:extLst>
                <a:ext uri="{FF2B5EF4-FFF2-40B4-BE49-F238E27FC236}">
                  <a16:creationId xmlns:a16="http://schemas.microsoft.com/office/drawing/2014/main" id="{5F5ADCF8-0BD0-2E4C-6D3D-2F30FB4F5627}"/>
                </a:ext>
              </a:extLst>
            </p:cNvPr>
            <p:cNvGrpSpPr/>
            <p:nvPr/>
          </p:nvGrpSpPr>
          <p:grpSpPr>
            <a:xfrm>
              <a:off x="863600" y="2606189"/>
              <a:ext cx="2200491" cy="184666"/>
              <a:chOff x="863600" y="2606189"/>
              <a:chExt cx="2200491" cy="184666"/>
            </a:xfrm>
          </p:grpSpPr>
          <p:sp>
            <p:nvSpPr>
              <p:cNvPr id="266" name="Rectangle 265">
                <a:extLst>
                  <a:ext uri="{FF2B5EF4-FFF2-40B4-BE49-F238E27FC236}">
                    <a16:creationId xmlns:a16="http://schemas.microsoft.com/office/drawing/2014/main" id="{A1ADBEEB-E573-C3C7-53C8-8A20660EA563}"/>
                  </a:ext>
                </a:extLst>
              </p:cNvPr>
              <p:cNvSpPr>
                <a:spLocks/>
              </p:cNvSpPr>
              <p:nvPr>
                <p:custDataLst>
                  <p:tags r:id="rId56"/>
                </p:custDataLst>
              </p:nvPr>
            </p:nvSpPr>
            <p:spPr bwMode="auto">
              <a:xfrm>
                <a:off x="863600" y="2606189"/>
                <a:ext cx="183600" cy="184666"/>
              </a:xfrm>
              <a:prstGeom prst="rect">
                <a:avLst/>
              </a:prstGeom>
              <a:solidFill>
                <a:schemeClr val="accent2"/>
              </a:solidFill>
              <a:ln w="9525" cap="sq" cmpd="sng" algn="ctr">
                <a:noFill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600" err="1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AF26F078-E4B9-79E8-06C3-C159C6F8DD2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04900" y="2606189"/>
                <a:ext cx="1959191" cy="184666"/>
              </a:xfrm>
              <a:prstGeom prst="rect">
                <a:avLst/>
              </a:prstGeom>
            </p:spPr>
            <p:txBody>
              <a:bodyPr vert="horz" wrap="none" lIns="0" tIns="0" rIns="0" bIns="0" rtlCol="0" anchor="ctr" anchorCtr="0">
                <a:no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1pPr>
                <a:lvl2pPr marL="230396" lvl="1" indent="-226796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Wingdings" panose="05000000000000000000" pitchFamily="2" charset="2"/>
                  <a:buChar char="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2pPr>
                <a:lvl3pPr marL="442793" lvl="2" indent="-215997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Arial" panose="020B0604020202020204" pitchFamily="34" charset="0"/>
                  <a:buChar char="‒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3pPr>
                <a:lvl4pPr marL="597590" lvl="3" indent="-1511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•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4pPr>
                <a:lvl5pPr marL="817187" lvl="4" indent="-1475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̶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r>
                  <a:rPr lang="en-US" sz="1200">
                    <a:latin typeface="+mn-lt"/>
                  </a:rPr>
                  <a:t>CIB (active clients)</a:t>
                </a:r>
              </a:p>
            </p:txBody>
          </p:sp>
        </p:grp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5FEB099-6988-7B03-7D19-7AD95547156F}"/>
                </a:ext>
              </a:extLst>
            </p:cNvPr>
            <p:cNvGrpSpPr/>
            <p:nvPr/>
          </p:nvGrpSpPr>
          <p:grpSpPr>
            <a:xfrm>
              <a:off x="863600" y="2139464"/>
              <a:ext cx="2200491" cy="184666"/>
              <a:chOff x="863600" y="2139464"/>
              <a:chExt cx="2200491" cy="184666"/>
            </a:xfrm>
          </p:grpSpPr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10B0DF-7924-236F-8E7C-6853923A868E}"/>
                  </a:ext>
                </a:extLst>
              </p:cNvPr>
              <p:cNvSpPr>
                <a:spLocks/>
              </p:cNvSpPr>
              <p:nvPr>
                <p:custDataLst>
                  <p:tags r:id="rId55"/>
                </p:custDataLst>
              </p:nvPr>
            </p:nvSpPr>
            <p:spPr bwMode="auto">
              <a:xfrm>
                <a:off x="863600" y="2139464"/>
                <a:ext cx="183600" cy="184666"/>
              </a:xfrm>
              <a:prstGeom prst="rect">
                <a:avLst/>
              </a:prstGeom>
              <a:solidFill>
                <a:schemeClr val="accent5"/>
              </a:solidFill>
              <a:ln w="9525" cap="sq" cmpd="sng" algn="ctr">
                <a:noFill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600" err="1">
                  <a:solidFill>
                    <a:schemeClr val="bg1"/>
                  </a:solidFill>
                </a:endParaRPr>
              </a:p>
            </p:txBody>
          </p:sp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1B4332DB-148D-5981-FDFC-FFBB70E7D98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04900" y="2139464"/>
                <a:ext cx="1959191" cy="184666"/>
              </a:xfrm>
              <a:prstGeom prst="rect">
                <a:avLst/>
              </a:prstGeom>
            </p:spPr>
            <p:txBody>
              <a:bodyPr vert="horz" wrap="none" lIns="0" tIns="0" rIns="0" bIns="0" rtlCol="0" anchor="ctr" anchorCtr="0">
                <a:no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1pPr>
                <a:lvl2pPr marL="230396" lvl="1" indent="-226796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Wingdings" panose="05000000000000000000" pitchFamily="2" charset="2"/>
                  <a:buChar char="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2pPr>
                <a:lvl3pPr marL="442793" lvl="2" indent="-215997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Arial" panose="020B0604020202020204" pitchFamily="34" charset="0"/>
                  <a:buChar char="‒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3pPr>
                <a:lvl4pPr marL="597590" lvl="3" indent="-1511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•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4pPr>
                <a:lvl5pPr marL="817187" lvl="4" indent="-1475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̶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r>
                  <a:rPr lang="en-US" sz="1200">
                    <a:latin typeface="+mn-lt"/>
                  </a:rPr>
                  <a:t>Non-PBA SME counterparties</a:t>
                </a:r>
              </a:p>
            </p:txBody>
          </p:sp>
        </p:grpSp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BA73F1AC-A2C6-581F-951D-FD351A170578}"/>
              </a:ext>
            </a:extLst>
          </p:cNvPr>
          <p:cNvGrpSpPr/>
          <p:nvPr/>
        </p:nvGrpSpPr>
        <p:grpSpPr>
          <a:xfrm>
            <a:off x="3640871" y="1781026"/>
            <a:ext cx="277932" cy="4476899"/>
            <a:chOff x="3640871" y="1781026"/>
            <a:chExt cx="277932" cy="4476899"/>
          </a:xfrm>
        </p:grpSpPr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326B5C17-0548-283D-175B-F281D6B7FA12}"/>
                </a:ext>
              </a:extLst>
            </p:cNvPr>
            <p:cNvCxnSpPr>
              <a:cxnSpLocks/>
            </p:cNvCxnSpPr>
            <p:nvPr/>
          </p:nvCxnSpPr>
          <p:spPr>
            <a:xfrm>
              <a:off x="3779837" y="2009774"/>
              <a:ext cx="0" cy="4248151"/>
            </a:xfrm>
            <a:prstGeom prst="line">
              <a:avLst/>
            </a:prstGeom>
            <a:ln w="6350" cap="sq">
              <a:solidFill>
                <a:schemeClr val="bg1">
                  <a:lumMod val="75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0F9BED9B-FAC1-6FE3-A092-E92A829F1CE4}"/>
                </a:ext>
              </a:extLst>
            </p:cNvPr>
            <p:cNvGrpSpPr/>
            <p:nvPr/>
          </p:nvGrpSpPr>
          <p:grpSpPr>
            <a:xfrm>
              <a:off x="3640871" y="1781026"/>
              <a:ext cx="277932" cy="278116"/>
              <a:chOff x="3717931" y="1819277"/>
              <a:chExt cx="201480" cy="201613"/>
            </a:xfrm>
          </p:grpSpPr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C197D1C8-750B-C5B7-0EA7-8D4DE29D47EE}"/>
                  </a:ext>
                </a:extLst>
              </p:cNvPr>
              <p:cNvSpPr/>
              <p:nvPr/>
            </p:nvSpPr>
            <p:spPr>
              <a:xfrm>
                <a:off x="3717931" y="1819277"/>
                <a:ext cx="201480" cy="201613"/>
              </a:xfrm>
              <a:prstGeom prst="ellipse">
                <a:avLst/>
              </a:prstGeom>
              <a:solidFill>
                <a:schemeClr val="accent2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6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259" name="Graphic 258">
                <a:extLst>
                  <a:ext uri="{FF2B5EF4-FFF2-40B4-BE49-F238E27FC236}">
                    <a16:creationId xmlns:a16="http://schemas.microsoft.com/office/drawing/2014/main" id="{022C5BF7-64C3-9989-F027-02BABD5FF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5"/>
                  </a:ext>
                </a:extLst>
              </a:blip>
              <a:stretch>
                <a:fillRect/>
              </a:stretch>
            </p:blipFill>
            <p:spPr>
              <a:xfrm>
                <a:off x="3721803" y="1823151"/>
                <a:ext cx="193737" cy="193865"/>
              </a:xfrm>
              <a:prstGeom prst="rect">
                <a:avLst/>
              </a:prstGeom>
            </p:spPr>
          </p:pic>
        </p:grpSp>
      </p:grpSp>
      <p:cxnSp>
        <p:nvCxnSpPr>
          <p:cNvPr id="309" name="LineBasicDefault 198">
            <a:extLst>
              <a:ext uri="{FF2B5EF4-FFF2-40B4-BE49-F238E27FC236}">
                <a16:creationId xmlns:a16="http://schemas.microsoft.com/office/drawing/2014/main" id="{266D866B-13B0-4841-D00F-16D7FECCD26F}"/>
              </a:ext>
            </a:extLst>
          </p:cNvPr>
          <p:cNvCxnSpPr>
            <a:cxnSpLocks/>
          </p:cNvCxnSpPr>
          <p:nvPr>
            <p:custDataLst>
              <p:tags r:id="rId52"/>
            </p:custDataLst>
          </p:nvPr>
        </p:nvCxnSpPr>
        <p:spPr>
          <a:xfrm>
            <a:off x="4064000" y="3593306"/>
            <a:ext cx="4409438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LineBasicDefault 198">
            <a:extLst>
              <a:ext uri="{FF2B5EF4-FFF2-40B4-BE49-F238E27FC236}">
                <a16:creationId xmlns:a16="http://schemas.microsoft.com/office/drawing/2014/main" id="{962996EF-EA5F-DBF9-4D69-30ACCF2D9E48}"/>
              </a:ext>
            </a:extLst>
          </p:cNvPr>
          <p:cNvCxnSpPr>
            <a:cxnSpLocks/>
          </p:cNvCxnSpPr>
          <p:nvPr>
            <p:custDataLst>
              <p:tags r:id="rId53"/>
            </p:custDataLst>
          </p:nvPr>
        </p:nvCxnSpPr>
        <p:spPr>
          <a:xfrm>
            <a:off x="4064000" y="4481512"/>
            <a:ext cx="4409438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1" name="LineBasicDefault 198">
            <a:extLst>
              <a:ext uri="{FF2B5EF4-FFF2-40B4-BE49-F238E27FC236}">
                <a16:creationId xmlns:a16="http://schemas.microsoft.com/office/drawing/2014/main" id="{945B26F5-AA4B-E3E1-1C14-3F4A3D453830}"/>
              </a:ext>
            </a:extLst>
          </p:cNvPr>
          <p:cNvCxnSpPr>
            <a:cxnSpLocks/>
          </p:cNvCxnSpPr>
          <p:nvPr>
            <p:custDataLst>
              <p:tags r:id="rId54"/>
            </p:custDataLst>
          </p:nvPr>
        </p:nvCxnSpPr>
        <p:spPr>
          <a:xfrm>
            <a:off x="4064000" y="5369718"/>
            <a:ext cx="4409438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ABFF316A-8E0C-BF6F-368F-84A163C55814}"/>
              </a:ext>
            </a:extLst>
          </p:cNvPr>
          <p:cNvSpPr txBox="1">
            <a:spLocks/>
          </p:cNvSpPr>
          <p:nvPr/>
        </p:nvSpPr>
        <p:spPr>
          <a:xfrm>
            <a:off x="9167472" y="2086129"/>
            <a:ext cx="2433576" cy="116955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2400" b="1" dirty="0">
                <a:solidFill>
                  <a:schemeClr val="bg1"/>
                </a:solidFill>
              </a:rPr>
              <a:t>10% </a:t>
            </a:r>
            <a:r>
              <a:rPr lang="en-US" sz="1800" b="1" dirty="0">
                <a:solidFill>
                  <a:schemeClr val="bg1"/>
                </a:solidFill>
              </a:rPr>
              <a:t>of CIB counterparties base</a:t>
            </a:r>
          </a:p>
          <a:p>
            <a:r>
              <a:rPr lang="en-US" sz="1800" b="1" dirty="0">
                <a:solidFill>
                  <a:schemeClr val="bg1"/>
                </a:solidFill>
              </a:rPr>
              <a:t>or</a:t>
            </a:r>
            <a:endParaRPr lang="en-US" sz="1600" b="1" dirty="0">
              <a:solidFill>
                <a:schemeClr val="bg1"/>
              </a:solidFill>
            </a:endParaRPr>
          </a:p>
          <a:p>
            <a:r>
              <a:rPr lang="en-US" sz="2400" b="1" dirty="0">
                <a:solidFill>
                  <a:schemeClr val="bg1"/>
                </a:solidFill>
              </a:rPr>
              <a:t>15 </a:t>
            </a:r>
            <a:r>
              <a:rPr lang="en-US" sz="2400" b="1" dirty="0" err="1">
                <a:solidFill>
                  <a:schemeClr val="bg1"/>
                </a:solidFill>
              </a:rPr>
              <a:t>ths</a:t>
            </a:r>
            <a:r>
              <a:rPr lang="en-US" sz="1800" b="1" dirty="0">
                <a:solidFill>
                  <a:schemeClr val="bg1"/>
                </a:solidFill>
              </a:rPr>
              <a:t> new clients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99B7C5D-7993-2FD1-6EFC-BF4FE9203910}"/>
              </a:ext>
            </a:extLst>
          </p:cNvPr>
          <p:cNvSpPr txBox="1">
            <a:spLocks/>
          </p:cNvSpPr>
          <p:nvPr/>
        </p:nvSpPr>
        <p:spPr>
          <a:xfrm>
            <a:off x="9089347" y="1633698"/>
            <a:ext cx="2545441" cy="246221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600" b="1">
                <a:solidFill>
                  <a:schemeClr val="bg1"/>
                </a:solidFill>
              </a:rPr>
              <a:t>Key implications</a:t>
            </a:r>
          </a:p>
        </p:txBody>
      </p:sp>
      <p:sp>
        <p:nvSpPr>
          <p:cNvPr id="34" name="Sticker">
            <a:extLst>
              <a:ext uri="{FF2B5EF4-FFF2-40B4-BE49-F238E27FC236}">
                <a16:creationId xmlns:a16="http://schemas.microsoft.com/office/drawing/2014/main" id="{AB684721-8385-D84B-1C19-A9B89259895F}"/>
              </a:ext>
            </a:extLst>
          </p:cNvPr>
          <p:cNvSpPr txBox="1"/>
          <p:nvPr/>
        </p:nvSpPr>
        <p:spPr>
          <a:xfrm>
            <a:off x="582493" y="1047046"/>
            <a:ext cx="2200512" cy="123111"/>
          </a:xfrm>
          <a:prstGeom prst="rect">
            <a:avLst/>
          </a:prstGeom>
          <a:solidFill>
            <a:schemeClr val="bg1"/>
          </a:solidFill>
          <a:ln w="6350">
            <a:noFill/>
            <a:miter lim="800000"/>
          </a:ln>
        </p:spPr>
        <p:txBody>
          <a:bodyPr vert="horz" wrap="square" lIns="0" tIns="0" rIns="0" bIns="0" rtlCol="0" anchor="ctr" anchorCtr="0">
            <a:sp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rtl="0"/>
            <a:r>
              <a:rPr lang="en-US">
                <a:solidFill>
                  <a:srgbClr val="C00000"/>
                </a:solidFill>
                <a:latin typeface="+mn-lt"/>
              </a:rPr>
              <a:t>Preliminary - to be further verified</a:t>
            </a:r>
          </a:p>
        </p:txBody>
      </p:sp>
    </p:spTree>
    <p:extLst>
      <p:ext uri="{BB962C8B-B14F-4D97-AF65-F5344CB8AC3E}">
        <p14:creationId xmlns:p14="http://schemas.microsoft.com/office/powerpoint/2010/main" val="354558982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3646797-16C3-B616-9429-FB383F32F2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F1279367-33AE-D2C2-941A-102EC0905A4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3806753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606" imgH="608" progId="TCLayout.ActiveDocument.1">
                  <p:embed/>
                </p:oleObj>
              </mc:Choice>
              <mc:Fallback>
                <p:oleObj name="think-cell Slide" r:id="rId18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F1279367-33AE-D2C2-941A-102EC0905A4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DDF54043-C9D1-C3BA-F7AE-B91BCB0D7A39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Bank’s strategy in commercial and SME banking consists of 6 initiatives and 3 enablers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62DFA73-D23A-FF42-F4C5-C81C8A223E6F}"/>
              </a:ext>
            </a:extLst>
          </p:cNvPr>
          <p:cNvSpPr>
            <a:spLocks/>
          </p:cNvSpPr>
          <p:nvPr/>
        </p:nvSpPr>
        <p:spPr>
          <a:xfrm>
            <a:off x="554734" y="1638299"/>
            <a:ext cx="1312166" cy="2002652"/>
          </a:xfrm>
          <a:prstGeom prst="roundRect">
            <a:avLst/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Transaction banking-led ecosystem platform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BD630FB8-3EFD-AB61-B177-64F61022F4FF}"/>
              </a:ext>
            </a:extLst>
          </p:cNvPr>
          <p:cNvSpPr>
            <a:spLocks/>
          </p:cNvSpPr>
          <p:nvPr/>
        </p:nvSpPr>
        <p:spPr>
          <a:xfrm>
            <a:off x="554734" y="3728783"/>
            <a:ext cx="1312166" cy="203996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Optimize and selectively scale commercial and SME banking</a:t>
            </a:r>
          </a:p>
        </p:txBody>
      </p:sp>
      <p:cxnSp>
        <p:nvCxnSpPr>
          <p:cNvPr id="19" name="LineBasicDefault 299">
            <a:extLst>
              <a:ext uri="{FF2B5EF4-FFF2-40B4-BE49-F238E27FC236}">
                <a16:creationId xmlns:a16="http://schemas.microsoft.com/office/drawing/2014/main" id="{EEFADEA1-04AF-AF4A-F528-F807D9BAD033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038" y="1575177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761595A-7810-C618-044F-99802EE22095}"/>
              </a:ext>
            </a:extLst>
          </p:cNvPr>
          <p:cNvSpPr txBox="1"/>
          <p:nvPr/>
        </p:nvSpPr>
        <p:spPr>
          <a:xfrm>
            <a:off x="554039" y="1161649"/>
            <a:ext cx="1312862" cy="369332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Strategic programs</a:t>
            </a:r>
            <a:endParaRPr lang="en-US" sz="120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BB57734-FE98-3860-1427-D2D95BBB7FB7}"/>
              </a:ext>
            </a:extLst>
          </p:cNvPr>
          <p:cNvSpPr txBox="1"/>
          <p:nvPr/>
        </p:nvSpPr>
        <p:spPr>
          <a:xfrm>
            <a:off x="1956402" y="1346315"/>
            <a:ext cx="2653697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Initiatives</a:t>
            </a:r>
            <a:endParaRPr lang="en-US" sz="120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4887962-B3CF-EA85-84EC-00E14E726EA2}"/>
              </a:ext>
            </a:extLst>
          </p:cNvPr>
          <p:cNvSpPr txBox="1"/>
          <p:nvPr/>
        </p:nvSpPr>
        <p:spPr>
          <a:xfrm>
            <a:off x="4769149" y="1346315"/>
            <a:ext cx="6698950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Scope</a:t>
            </a:r>
            <a:endParaRPr lang="en-US" sz="1200"/>
          </a:p>
        </p:txBody>
      </p:sp>
      <p:cxnSp>
        <p:nvCxnSpPr>
          <p:cNvPr id="25" name="LineBasicDefault 299">
            <a:extLst>
              <a:ext uri="{FF2B5EF4-FFF2-40B4-BE49-F238E27FC236}">
                <a16:creationId xmlns:a16="http://schemas.microsoft.com/office/drawing/2014/main" id="{1FBFD007-4AA2-5D82-1A65-3B20D0D59DC8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3685148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8F51126B-5141-2971-1B78-F6ED7058001C}"/>
              </a:ext>
            </a:extLst>
          </p:cNvPr>
          <p:cNvSpPr/>
          <p:nvPr/>
        </p:nvSpPr>
        <p:spPr>
          <a:xfrm>
            <a:off x="2152651" y="1638298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CIB counterparties acquisition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6708752-7CCD-0AFE-56B1-70209ED4D9B2}"/>
              </a:ext>
            </a:extLst>
          </p:cNvPr>
          <p:cNvSpPr/>
          <p:nvPr/>
        </p:nvSpPr>
        <p:spPr>
          <a:xfrm>
            <a:off x="2152651" y="2335127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Supply chain / trade products double-down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E777411-FB9B-520B-796D-356D086EA792}"/>
              </a:ext>
            </a:extLst>
          </p:cNvPr>
          <p:cNvSpPr/>
          <p:nvPr/>
        </p:nvSpPr>
        <p:spPr>
          <a:xfrm>
            <a:off x="2152651" y="3031954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E2E business partnership beyond banking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BFCEE000-4846-20C8-91B3-09D67520B37B}"/>
              </a:ext>
            </a:extLst>
          </p:cNvPr>
          <p:cNvSpPr/>
          <p:nvPr/>
        </p:nvSpPr>
        <p:spPr>
          <a:xfrm>
            <a:off x="2152651" y="3728782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Commercial and micro reactivation program</a:t>
            </a:r>
          </a:p>
        </p:txBody>
      </p:sp>
      <p:cxnSp>
        <p:nvCxnSpPr>
          <p:cNvPr id="28" name="LineBasicDefault 299">
            <a:extLst>
              <a:ext uri="{FF2B5EF4-FFF2-40B4-BE49-F238E27FC236}">
                <a16:creationId xmlns:a16="http://schemas.microsoft.com/office/drawing/2014/main" id="{8D03BCA1-9850-7FF1-FA38-116905765E37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1956403" y="2974172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D5A96512-51A4-8291-F3EF-30371F9A308D}"/>
              </a:ext>
            </a:extLst>
          </p:cNvPr>
          <p:cNvSpPr txBox="1"/>
          <p:nvPr/>
        </p:nvSpPr>
        <p:spPr>
          <a:xfrm>
            <a:off x="4773262" y="166491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existing payment data and additional insights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captured via the Transaction banking-led ecosystem platform supply chain module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to identify vendors and distributors of existing PBA CIB customers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and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target them with tailored onboarding bundles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62B082B-D9ED-D6B5-A547-B76E4BB715BC}"/>
              </a:ext>
            </a:extLst>
          </p:cNvPr>
          <p:cNvSpPr txBox="1"/>
          <p:nvPr/>
        </p:nvSpPr>
        <p:spPr>
          <a:xfrm>
            <a:off x="4773262" y="246308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>
                <a:solidFill>
                  <a:schemeClr val="tx1"/>
                </a:solidFill>
              </a:rPr>
              <a:t>Leverage </a:t>
            </a:r>
            <a:r>
              <a:rPr lang="en-US" sz="1200" b="1">
                <a:solidFill>
                  <a:schemeClr val="tx1"/>
                </a:solidFill>
              </a:rPr>
              <a:t>existing cash flow data and additional insights </a:t>
            </a:r>
            <a:r>
              <a:rPr lang="en-US" sz="1200">
                <a:solidFill>
                  <a:schemeClr val="tx1"/>
                </a:solidFill>
              </a:rPr>
              <a:t>captured via the Transaction banking-led ecosystem to identify </a:t>
            </a:r>
            <a:r>
              <a:rPr lang="en-US" sz="1200" b="1">
                <a:solidFill>
                  <a:schemeClr val="tx1"/>
                </a:solidFill>
              </a:rPr>
              <a:t>customer needs and offer them trade related products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251F02E-8A99-A5AD-9E15-13073F4CE21E}"/>
              </a:ext>
            </a:extLst>
          </p:cNvPr>
          <p:cNvSpPr txBox="1"/>
          <p:nvPr/>
        </p:nvSpPr>
        <p:spPr>
          <a:xfrm>
            <a:off x="4773262" y="315683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Develop an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ecosystem of value-added services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, e.g. accounting, insurance etc., to support smaller customers, i.e. SMEs, with their beyond banking needs to generate additional income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6AD3720-EB7E-81E1-51CD-19C11B095BCD}"/>
              </a:ext>
            </a:extLst>
          </p:cNvPr>
          <p:cNvSpPr txBox="1"/>
          <p:nvPr/>
        </p:nvSpPr>
        <p:spPr>
          <a:xfrm>
            <a:off x="4773262" y="3850858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Double-down on commercial and micro SME segments with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tailored re-activation and churn prevention journeys and product offerings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to grow active customer base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9BFAFAE4-AC6A-E2B7-5AAA-157879B87B39}"/>
              </a:ext>
            </a:extLst>
          </p:cNvPr>
          <p:cNvSpPr/>
          <p:nvPr/>
        </p:nvSpPr>
        <p:spPr>
          <a:xfrm>
            <a:off x="2152651" y="4440823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Credit process transformation</a:t>
            </a:r>
          </a:p>
        </p:txBody>
      </p:sp>
      <p:cxnSp>
        <p:nvCxnSpPr>
          <p:cNvPr id="14" name="LineBasicDefault 299">
            <a:extLst>
              <a:ext uri="{FF2B5EF4-FFF2-40B4-BE49-F238E27FC236}">
                <a16:creationId xmlns:a16="http://schemas.microsoft.com/office/drawing/2014/main" id="{239964BE-1365-7967-BC1E-81B6AFFCB151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1956403" y="4386419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92464E0F-32C7-C939-7F04-DA260B759004}"/>
              </a:ext>
            </a:extLst>
          </p:cNvPr>
          <p:cNvSpPr/>
          <p:nvPr/>
        </p:nvSpPr>
        <p:spPr>
          <a:xfrm>
            <a:off x="2152651" y="5159190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Next-gen pricing and product bundling</a:t>
            </a:r>
          </a:p>
        </p:txBody>
      </p:sp>
      <p:cxnSp>
        <p:nvCxnSpPr>
          <p:cNvPr id="18" name="LineBasicDefault 299">
            <a:extLst>
              <a:ext uri="{FF2B5EF4-FFF2-40B4-BE49-F238E27FC236}">
                <a16:creationId xmlns:a16="http://schemas.microsoft.com/office/drawing/2014/main" id="{3A2DA574-41B6-C444-0EBE-3E050EF7A52A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1956403" y="5104786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827074CA-0D8D-DE57-8908-AC3628B71CA0}"/>
              </a:ext>
            </a:extLst>
          </p:cNvPr>
          <p:cNvSpPr txBox="1"/>
          <p:nvPr/>
        </p:nvSpPr>
        <p:spPr>
          <a:xfrm>
            <a:off x="4773262" y="444082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Revisit and transform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credit process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leveraging Agentic AI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to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1. increase efficiency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through the deployment of specific AI agents and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2. differentiate the process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based on the specific needs of each segment</a:t>
            </a:r>
            <a:endParaRPr lang="en-US" sz="1200" b="1">
              <a:solidFill>
                <a:schemeClr val="bg2">
                  <a:lumMod val="8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D3F5A1D-DFD3-6094-FD60-D5CD7844D7D2}"/>
              </a:ext>
            </a:extLst>
          </p:cNvPr>
          <p:cNvSpPr txBox="1"/>
          <p:nvPr/>
        </p:nvSpPr>
        <p:spPr>
          <a:xfrm>
            <a:off x="4773262" y="5187230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Optimize and personalize pricing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by incorporating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all-in sensitivity and relationship-based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pricing principles. Define a clear approach for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product bundling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, leveraging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actual customer data, AA, and AI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to deepen relationships</a:t>
            </a:r>
          </a:p>
        </p:txBody>
      </p:sp>
      <p:cxnSp>
        <p:nvCxnSpPr>
          <p:cNvPr id="51" name="LineBasicDefault 299">
            <a:extLst>
              <a:ext uri="{FF2B5EF4-FFF2-40B4-BE49-F238E27FC236}">
                <a16:creationId xmlns:a16="http://schemas.microsoft.com/office/drawing/2014/main" id="{C4C75136-698A-F66C-2E78-A9A45533BFA3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1956403" y="2288568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8E89E5BE-4BAF-1779-7F9C-EC04D44BC24F}"/>
              </a:ext>
            </a:extLst>
          </p:cNvPr>
          <p:cNvSpPr/>
          <p:nvPr/>
        </p:nvSpPr>
        <p:spPr>
          <a:xfrm>
            <a:off x="554734" y="5880165"/>
            <a:ext cx="10913365" cy="54647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>
              <a:solidFill>
                <a:schemeClr val="bg1"/>
              </a:solidFill>
            </a:endParaRPr>
          </a:p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4454BDE0-5BCC-E29C-5721-119E93F9A6D2}"/>
              </a:ext>
            </a:extLst>
          </p:cNvPr>
          <p:cNvGrpSpPr/>
          <p:nvPr/>
        </p:nvGrpSpPr>
        <p:grpSpPr>
          <a:xfrm>
            <a:off x="2477179" y="5984000"/>
            <a:ext cx="8907920" cy="373252"/>
            <a:chOff x="2477178" y="5984000"/>
            <a:chExt cx="8990921" cy="373252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18486BB-3F46-C692-AD8C-C32098802E2A}"/>
                </a:ext>
              </a:extLst>
            </p:cNvPr>
            <p:cNvSpPr/>
            <p:nvPr/>
          </p:nvSpPr>
          <p:spPr>
            <a:xfrm>
              <a:off x="247717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Best-in-class CX</a:t>
              </a:r>
            </a:p>
          </p:txBody>
        </p:sp>
        <p:sp>
          <p:nvSpPr>
            <p:cNvPr id="57" name="Rectangle: Rounded Corners 56">
              <a:extLst>
                <a:ext uri="{FF2B5EF4-FFF2-40B4-BE49-F238E27FC236}">
                  <a16:creationId xmlns:a16="http://schemas.microsoft.com/office/drawing/2014/main" id="{DD2C4117-AD89-07B6-9FDB-8518E8A0F0AD}"/>
                </a:ext>
              </a:extLst>
            </p:cNvPr>
            <p:cNvSpPr/>
            <p:nvPr/>
          </p:nvSpPr>
          <p:spPr>
            <a:xfrm>
              <a:off x="553644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Fit for future tech &amp; AI</a:t>
              </a:r>
            </a:p>
          </p:txBody>
        </p:sp>
        <p:sp>
          <p:nvSpPr>
            <p:cNvPr id="58" name="Rectangle: Rounded Corners 57">
              <a:extLst>
                <a:ext uri="{FF2B5EF4-FFF2-40B4-BE49-F238E27FC236}">
                  <a16:creationId xmlns:a16="http://schemas.microsoft.com/office/drawing/2014/main" id="{CDFCE340-6A69-6CE7-BA0F-880107D44F6D}"/>
                </a:ext>
              </a:extLst>
            </p:cNvPr>
            <p:cNvSpPr/>
            <p:nvPr/>
          </p:nvSpPr>
          <p:spPr>
            <a:xfrm>
              <a:off x="8595716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Robust risk management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34ECDD9E-216A-04AB-6E92-40BEFFBA32EE}"/>
              </a:ext>
            </a:extLst>
          </p:cNvPr>
          <p:cNvSpPr txBox="1"/>
          <p:nvPr/>
        </p:nvSpPr>
        <p:spPr>
          <a:xfrm>
            <a:off x="806902" y="5984000"/>
            <a:ext cx="1501113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i="1">
                <a:solidFill>
                  <a:schemeClr val="bg1">
                    <a:lumMod val="65000"/>
                  </a:schemeClr>
                </a:solidFill>
              </a:rPr>
              <a:t>Change to support growth</a:t>
            </a:r>
          </a:p>
        </p:txBody>
      </p:sp>
      <p:cxnSp>
        <p:nvCxnSpPr>
          <p:cNvPr id="60" name="LineBasicDefault 299">
            <a:extLst>
              <a:ext uri="{FF2B5EF4-FFF2-40B4-BE49-F238E27FC236}">
                <a16:creationId xmlns:a16="http://schemas.microsoft.com/office/drawing/2014/main" id="{F21B2098-19E8-C34A-4AFA-40F22465305A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554038" y="5823673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rackerNumBlue 42">
            <a:extLst>
              <a:ext uri="{FF2B5EF4-FFF2-40B4-BE49-F238E27FC236}">
                <a16:creationId xmlns:a16="http://schemas.microsoft.com/office/drawing/2014/main" id="{D25AC1CF-BC43-9214-F085-981515F593A8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1956401" y="1819047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44" name="TrackerNumBlue 42">
            <a:extLst>
              <a:ext uri="{FF2B5EF4-FFF2-40B4-BE49-F238E27FC236}">
                <a16:creationId xmlns:a16="http://schemas.microsoft.com/office/drawing/2014/main" id="{127C1398-0282-3C03-7AB4-439073D789B4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956401" y="2506488"/>
            <a:ext cx="279340" cy="27934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45" name="TrackerNumBlue 42">
            <a:extLst>
              <a:ext uri="{FF2B5EF4-FFF2-40B4-BE49-F238E27FC236}">
                <a16:creationId xmlns:a16="http://schemas.microsoft.com/office/drawing/2014/main" id="{6486F9A6-80A7-A46F-8615-3A0C02EDF42D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1956401" y="32253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46" name="TrackerNumBlue 42">
            <a:extLst>
              <a:ext uri="{FF2B5EF4-FFF2-40B4-BE49-F238E27FC236}">
                <a16:creationId xmlns:a16="http://schemas.microsoft.com/office/drawing/2014/main" id="{8A765BA0-1B52-4212-02A4-7D1C41484D13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1956401" y="3915492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15" name="TrackerNumBlue 42">
            <a:extLst>
              <a:ext uri="{FF2B5EF4-FFF2-40B4-BE49-F238E27FC236}">
                <a16:creationId xmlns:a16="http://schemas.microsoft.com/office/drawing/2014/main" id="{6F7E99A7-060E-5D68-ED33-2A3E57C5DCE4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1956401" y="4597259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20" name="TrackerNumBlue 42">
            <a:extLst>
              <a:ext uri="{FF2B5EF4-FFF2-40B4-BE49-F238E27FC236}">
                <a16:creationId xmlns:a16="http://schemas.microsoft.com/office/drawing/2014/main" id="{B35B1896-089E-777B-19C6-55806D4A3F73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1956401" y="53329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6626080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80839B-2F2F-E984-B22C-FEF07E182A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" name="Rectangle: Top Corners Rounded 468">
            <a:extLst>
              <a:ext uri="{FF2B5EF4-FFF2-40B4-BE49-F238E27FC236}">
                <a16:creationId xmlns:a16="http://schemas.microsoft.com/office/drawing/2014/main" id="{F7A0116E-65E5-4D60-A334-7BF6483B0425}"/>
              </a:ext>
            </a:extLst>
          </p:cNvPr>
          <p:cNvSpPr/>
          <p:nvPr/>
        </p:nvSpPr>
        <p:spPr>
          <a:xfrm rot="16200000">
            <a:off x="7857288" y="2123230"/>
            <a:ext cx="5253131" cy="3416297"/>
          </a:xfrm>
          <a:prstGeom prst="round2SameRect">
            <a:avLst>
              <a:gd name="adj1" fmla="val 4634"/>
              <a:gd name="adj2" fmla="val 0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DF8ACD24-66D4-858B-D075-E339DF90647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2938284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6" imgW="606" imgH="608" progId="TCLayout.ActiveDocument.1">
                  <p:embed/>
                </p:oleObj>
              </mc:Choice>
              <mc:Fallback>
                <p:oleObj name="think-cell Slide" r:id="rId36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DF8ACD24-66D4-858B-D075-E339DF90647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EA3D5921-D579-F93F-CD26-F69AAFB4F7A4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534400"/>
            <a:ext cx="11082528" cy="36933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r>
              <a:rPr lang="en-US">
                <a:latin typeface="+mj-lt"/>
              </a:rPr>
              <a:t>PBA can translate cash-flow insights into targeted trade product offers</a:t>
            </a:r>
          </a:p>
        </p:txBody>
      </p:sp>
      <p:sp>
        <p:nvSpPr>
          <p:cNvPr id="465" name="3. Subtitle">
            <a:extLst>
              <a:ext uri="{FF2B5EF4-FFF2-40B4-BE49-F238E27FC236}">
                <a16:creationId xmlns:a16="http://schemas.microsoft.com/office/drawing/2014/main" id="{D161AE75-D723-E864-24F1-1503341E7D57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>
                <a:latin typeface="+mn-lt"/>
              </a:rPr>
              <a:t> </a:t>
            </a:r>
          </a:p>
        </p:txBody>
      </p:sp>
      <p:sp>
        <p:nvSpPr>
          <p:cNvPr id="466" name="1. On-page tracker">
            <a:extLst>
              <a:ext uri="{FF2B5EF4-FFF2-40B4-BE49-F238E27FC236}">
                <a16:creationId xmlns:a16="http://schemas.microsoft.com/office/drawing/2014/main" id="{1F2A624B-2C83-7D84-1A73-69768695AADC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/>
        <p:txBody>
          <a:bodyPr/>
          <a:lstStyle/>
          <a:p>
            <a:r>
              <a:rPr lang="en-US"/>
              <a:t> 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96211AF0-068D-7351-AA94-B74B6F40B0D7}"/>
              </a:ext>
            </a:extLst>
          </p:cNvPr>
          <p:cNvSpPr txBox="1">
            <a:spLocks/>
          </p:cNvSpPr>
          <p:nvPr/>
        </p:nvSpPr>
        <p:spPr>
          <a:xfrm>
            <a:off x="1409502" y="1633698"/>
            <a:ext cx="3869051" cy="246221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/>
              <a:t>Key products penetration</a:t>
            </a:r>
          </a:p>
        </p:txBody>
      </p:sp>
      <p:sp>
        <p:nvSpPr>
          <p:cNvPr id="20" name="Sticker">
            <a:extLst>
              <a:ext uri="{FF2B5EF4-FFF2-40B4-BE49-F238E27FC236}">
                <a16:creationId xmlns:a16="http://schemas.microsoft.com/office/drawing/2014/main" id="{D60D89D1-67B5-C6B4-BEEA-1955A22DA685}"/>
              </a:ext>
            </a:extLst>
          </p:cNvPr>
          <p:cNvSpPr txBox="1"/>
          <p:nvPr/>
        </p:nvSpPr>
        <p:spPr>
          <a:xfrm>
            <a:off x="999067" y="0"/>
            <a:ext cx="11192933" cy="216513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36576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 rtl="0"/>
            <a:r>
              <a:rPr lang="en-US">
                <a:latin typeface="+mn-lt"/>
              </a:rPr>
              <a:t>detailed 2026 forecast figures have not been provided. Once the forecast is provided, ANALYSIS FIGURES CAN BE UPDATED </a:t>
            </a:r>
          </a:p>
        </p:txBody>
      </p:sp>
      <p:cxnSp>
        <p:nvCxnSpPr>
          <p:cNvPr id="25" name="LineBasicDefault 198">
            <a:extLst>
              <a:ext uri="{FF2B5EF4-FFF2-40B4-BE49-F238E27FC236}">
                <a16:creationId xmlns:a16="http://schemas.microsoft.com/office/drawing/2014/main" id="{EEE568BE-7F43-95AE-B3B2-57B308D910C2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1409502" y="1927225"/>
            <a:ext cx="7063939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E15FBD9E-D13F-BF05-0C21-A18D131BE1AA}"/>
              </a:ext>
            </a:extLst>
          </p:cNvPr>
          <p:cNvSpPr txBox="1">
            <a:spLocks/>
          </p:cNvSpPr>
          <p:nvPr/>
        </p:nvSpPr>
        <p:spPr>
          <a:xfrm>
            <a:off x="5769454" y="1633698"/>
            <a:ext cx="2703986" cy="246221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/>
              <a:t>Net-fee income</a:t>
            </a:r>
          </a:p>
        </p:txBody>
      </p:sp>
      <p:sp>
        <p:nvSpPr>
          <p:cNvPr id="10" name="TrackerNumBlue 164">
            <a:extLst>
              <a:ext uri="{FF2B5EF4-FFF2-40B4-BE49-F238E27FC236}">
                <a16:creationId xmlns:a16="http://schemas.microsoft.com/office/drawing/2014/main" id="{2133E372-B71A-02C3-E399-884DC56042F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1444" y="530336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2</a:t>
            </a:r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E79FF4C7-89F8-8938-53FA-8044726EF76D}"/>
              </a:ext>
            </a:extLst>
          </p:cNvPr>
          <p:cNvGrpSpPr/>
          <p:nvPr/>
        </p:nvGrpSpPr>
        <p:grpSpPr>
          <a:xfrm>
            <a:off x="5911117" y="1168326"/>
            <a:ext cx="2562323" cy="167594"/>
            <a:chOff x="8894177" y="1283396"/>
            <a:chExt cx="2562323" cy="167594"/>
          </a:xfrm>
        </p:grpSpPr>
        <p:sp>
          <p:nvSpPr>
            <p:cNvPr id="6" name="Legend2">
              <a:extLst>
                <a:ext uri="{FF2B5EF4-FFF2-40B4-BE49-F238E27FC236}">
                  <a16:creationId xmlns:a16="http://schemas.microsoft.com/office/drawing/2014/main" id="{D1FF4F57-A12C-53D9-7C81-BAABD99D84A1}"/>
                </a:ext>
              </a:extLst>
            </p:cNvPr>
            <p:cNvSpPr txBox="1"/>
            <p:nvPr/>
          </p:nvSpPr>
          <p:spPr>
            <a:xfrm>
              <a:off x="10517140" y="1283396"/>
              <a:ext cx="939360" cy="123111"/>
            </a:xfrm>
            <a:prstGeom prst="rect">
              <a:avLst/>
            </a:prstGeom>
            <a:noFill/>
            <a:ln>
              <a:noFill/>
              <a:miter lim="800000"/>
            </a:ln>
          </p:spPr>
          <p:txBody>
            <a:bodyPr wrap="square" lIns="0" tIns="0" rIns="0" bIns="0" rtlCol="0" anchor="ctr" anchorCtr="0">
              <a:spAutoFit/>
            </a:bodyPr>
            <a:lstStyle/>
            <a:p>
              <a:pPr>
                <a:spcAft>
                  <a:spcPts val="600"/>
                </a:spcAft>
              </a:pPr>
              <a:r>
                <a:rPr lang="en-US" sz="800"/>
                <a:t>2029 penetration, %</a:t>
              </a:r>
            </a:p>
          </p:txBody>
        </p:sp>
        <p:sp>
          <p:nvSpPr>
            <p:cNvPr id="16" name="Legend1">
              <a:extLst>
                <a:ext uri="{FF2B5EF4-FFF2-40B4-BE49-F238E27FC236}">
                  <a16:creationId xmlns:a16="http://schemas.microsoft.com/office/drawing/2014/main" id="{13E5E8A3-D2B7-366C-1F64-DE2978C4886F}"/>
                </a:ext>
              </a:extLst>
            </p:cNvPr>
            <p:cNvSpPr txBox="1">
              <a:spLocks/>
            </p:cNvSpPr>
            <p:nvPr/>
          </p:nvSpPr>
          <p:spPr>
            <a:xfrm>
              <a:off x="8894177" y="1327879"/>
              <a:ext cx="939360" cy="123111"/>
            </a:xfrm>
            <a:prstGeom prst="rect">
              <a:avLst/>
            </a:prstGeom>
            <a:noFill/>
            <a:ln>
              <a:noFill/>
              <a:miter lim="800000"/>
            </a:ln>
          </p:spPr>
          <p:txBody>
            <a:bodyPr wrap="square" lIns="0" tIns="0" rIns="0" bIns="0" rtlCol="0" anchor="ctr" anchorCtr="0">
              <a:spAutoFit/>
            </a:bodyPr>
            <a:lstStyle/>
            <a:p>
              <a:pPr>
                <a:spcAft>
                  <a:spcPts val="600"/>
                </a:spcAft>
              </a:pPr>
              <a:r>
                <a:rPr lang="en-US" sz="800"/>
                <a:t>2025 penetration, %</a:t>
              </a:r>
            </a:p>
          </p:txBody>
        </p: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A2AE3A94-7D0D-F403-6C17-51DA934B9B95}"/>
                </a:ext>
              </a:extLst>
            </p:cNvPr>
            <p:cNvGrpSpPr>
              <a:grpSpLocks/>
            </p:cNvGrpSpPr>
            <p:nvPr/>
          </p:nvGrpSpPr>
          <p:grpSpPr>
            <a:xfrm>
              <a:off x="10050512" y="1283396"/>
              <a:ext cx="360763" cy="167594"/>
              <a:chOff x="10050512" y="1298196"/>
              <a:chExt cx="360763" cy="155525"/>
            </a:xfrm>
          </p:grpSpPr>
          <p:sp>
            <p:nvSpPr>
              <p:cNvPr id="15" name="Right Triangle 14">
                <a:extLst>
                  <a:ext uri="{FF2B5EF4-FFF2-40B4-BE49-F238E27FC236}">
                    <a16:creationId xmlns:a16="http://schemas.microsoft.com/office/drawing/2014/main" id="{C9D68D0D-FB40-798D-28D4-D069D90DF4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57511" y="1298196"/>
                <a:ext cx="353764" cy="155525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" name="Right Triangle 16">
                <a:extLst>
                  <a:ext uri="{FF2B5EF4-FFF2-40B4-BE49-F238E27FC236}">
                    <a16:creationId xmlns:a16="http://schemas.microsoft.com/office/drawing/2014/main" id="{234BCB15-E23B-EB3B-9496-24D5E8E83831}"/>
                  </a:ext>
                </a:extLst>
              </p:cNvPr>
              <p:cNvSpPr>
                <a:spLocks/>
              </p:cNvSpPr>
              <p:nvPr/>
            </p:nvSpPr>
            <p:spPr>
              <a:xfrm rot="10800000">
                <a:off x="10050512" y="1298196"/>
                <a:ext cx="353764" cy="155525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400">
                  <a:solidFill>
                    <a:schemeClr val="bg1"/>
                  </a:solidFill>
                </a:endParaRPr>
              </a:p>
            </p:txBody>
          </p:sp>
        </p:grpSp>
        <p:cxnSp>
          <p:nvCxnSpPr>
            <p:cNvPr id="388" name="GreyLineSeparatorStrong 388">
              <a:extLst>
                <a:ext uri="{FF2B5EF4-FFF2-40B4-BE49-F238E27FC236}">
                  <a16:creationId xmlns:a16="http://schemas.microsoft.com/office/drawing/2014/main" id="{C7ABD52E-7E3B-8FFA-FB8E-9D2094396AC7}"/>
                </a:ext>
              </a:extLst>
            </p:cNvPr>
            <p:cNvCxnSpPr>
              <a:cxnSpLocks/>
              <a:stCxn id="16" idx="3"/>
            </p:cNvCxnSpPr>
            <p:nvPr>
              <p:custDataLst>
                <p:tags r:id="rId32"/>
              </p:custDataLst>
            </p:nvPr>
          </p:nvCxnSpPr>
          <p:spPr>
            <a:xfrm flipV="1">
              <a:off x="9833537" y="1389434"/>
              <a:ext cx="250745" cy="1"/>
            </a:xfrm>
            <a:prstGeom prst="straightConnector1">
              <a:avLst/>
            </a:prstGeom>
            <a:ln w="6350" cap="sq">
              <a:solidFill>
                <a:schemeClr val="tx1"/>
              </a:solidFill>
              <a:miter lim="800000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GreyLineSeparatorStrong 388">
              <a:extLst>
                <a:ext uri="{FF2B5EF4-FFF2-40B4-BE49-F238E27FC236}">
                  <a16:creationId xmlns:a16="http://schemas.microsoft.com/office/drawing/2014/main" id="{956D6013-F3C2-0992-225A-2D5633F66208}"/>
                </a:ext>
              </a:extLst>
            </p:cNvPr>
            <p:cNvCxnSpPr>
              <a:cxnSpLocks/>
            </p:cNvCxnSpPr>
            <p:nvPr>
              <p:custDataLst>
                <p:tags r:id="rId33"/>
              </p:custDataLst>
            </p:nvPr>
          </p:nvCxnSpPr>
          <p:spPr>
            <a:xfrm flipH="1" flipV="1">
              <a:off x="10371648" y="1344951"/>
              <a:ext cx="150306" cy="1"/>
            </a:xfrm>
            <a:prstGeom prst="straightConnector1">
              <a:avLst/>
            </a:prstGeom>
            <a:ln w="6350" cap="sq">
              <a:solidFill>
                <a:schemeClr val="tx1"/>
              </a:solidFill>
              <a:miter lim="800000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34" name="LineBasicDefault 198">
            <a:extLst>
              <a:ext uri="{FF2B5EF4-FFF2-40B4-BE49-F238E27FC236}">
                <a16:creationId xmlns:a16="http://schemas.microsoft.com/office/drawing/2014/main" id="{39567FCD-9D16-79A7-4E1C-9AA4FEB0AF05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494635" y="3076911"/>
            <a:ext cx="4801453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2" name="LineBasicDefault 198">
            <a:extLst>
              <a:ext uri="{FF2B5EF4-FFF2-40B4-BE49-F238E27FC236}">
                <a16:creationId xmlns:a16="http://schemas.microsoft.com/office/drawing/2014/main" id="{9AD10BD2-1542-A3EF-02D5-C9D21E2BCD89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494635" y="3741256"/>
            <a:ext cx="4801453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5" name="LineBasicDefault 198">
            <a:extLst>
              <a:ext uri="{FF2B5EF4-FFF2-40B4-BE49-F238E27FC236}">
                <a16:creationId xmlns:a16="http://schemas.microsoft.com/office/drawing/2014/main" id="{60953B23-2911-96DC-5606-64767CE4EA93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494635" y="4405601"/>
            <a:ext cx="4801453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8" name="LineBasicDefault 198">
            <a:extLst>
              <a:ext uri="{FF2B5EF4-FFF2-40B4-BE49-F238E27FC236}">
                <a16:creationId xmlns:a16="http://schemas.microsoft.com/office/drawing/2014/main" id="{57D753AE-2A89-E332-CA33-E3D3AAF9F918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494635" y="5069946"/>
            <a:ext cx="4801453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LineBasicDefault 198">
            <a:extLst>
              <a:ext uri="{FF2B5EF4-FFF2-40B4-BE49-F238E27FC236}">
                <a16:creationId xmlns:a16="http://schemas.microsoft.com/office/drawing/2014/main" id="{1F2A69D3-548B-9E3E-8104-4B6937A7927A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494635" y="5734291"/>
            <a:ext cx="4801453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LineBasicDefault 198">
            <a:extLst>
              <a:ext uri="{FF2B5EF4-FFF2-40B4-BE49-F238E27FC236}">
                <a16:creationId xmlns:a16="http://schemas.microsoft.com/office/drawing/2014/main" id="{D7F490CE-04EB-F7FB-0E28-4305E33A2061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>
          <a:xfrm>
            <a:off x="1409502" y="2466623"/>
            <a:ext cx="7063939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6" name="TextBox 305">
            <a:extLst>
              <a:ext uri="{FF2B5EF4-FFF2-40B4-BE49-F238E27FC236}">
                <a16:creationId xmlns:a16="http://schemas.microsoft.com/office/drawing/2014/main" id="{642B910C-9F16-E3EB-003B-302F598C9661}"/>
              </a:ext>
            </a:extLst>
          </p:cNvPr>
          <p:cNvSpPr txBox="1">
            <a:spLocks/>
          </p:cNvSpPr>
          <p:nvPr/>
        </p:nvSpPr>
        <p:spPr>
          <a:xfrm>
            <a:off x="2403386" y="2005792"/>
            <a:ext cx="887399" cy="430887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/>
              <a:t>Dom. Payments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EAA9ABB-A8F4-C2CB-F87B-CEBFCE6DAEFE}"/>
              </a:ext>
            </a:extLst>
          </p:cNvPr>
          <p:cNvSpPr txBox="1">
            <a:spLocks/>
          </p:cNvSpPr>
          <p:nvPr/>
        </p:nvSpPr>
        <p:spPr>
          <a:xfrm>
            <a:off x="3397270" y="2005792"/>
            <a:ext cx="887399" cy="430887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/>
              <a:t>Intl. Payments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136DCABF-B34D-41C3-D3F9-2BCDDE54970F}"/>
              </a:ext>
            </a:extLst>
          </p:cNvPr>
          <p:cNvSpPr txBox="1">
            <a:spLocks/>
          </p:cNvSpPr>
          <p:nvPr/>
        </p:nvSpPr>
        <p:spPr>
          <a:xfrm>
            <a:off x="1409502" y="2221235"/>
            <a:ext cx="887399" cy="215444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/>
              <a:t>LC/LG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539E8940-9D25-7A8E-7CC4-C4A2107D3697}"/>
              </a:ext>
            </a:extLst>
          </p:cNvPr>
          <p:cNvSpPr txBox="1">
            <a:spLocks/>
          </p:cNvSpPr>
          <p:nvPr/>
        </p:nvSpPr>
        <p:spPr>
          <a:xfrm>
            <a:off x="4391154" y="2221235"/>
            <a:ext cx="887399" cy="215444"/>
          </a:xfrm>
          <a:prstGeom prst="rect">
            <a:avLst/>
          </a:prstGeom>
        </p:spPr>
        <p:txBody>
          <a:bodyPr vert="horz" wrap="non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/>
              <a:t>FX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C8167DC9-02A8-07D1-E0B2-8A4A6A321B62}"/>
              </a:ext>
            </a:extLst>
          </p:cNvPr>
          <p:cNvSpPr txBox="1">
            <a:spLocks/>
          </p:cNvSpPr>
          <p:nvPr/>
        </p:nvSpPr>
        <p:spPr>
          <a:xfrm>
            <a:off x="6472073" y="1981199"/>
            <a:ext cx="596133" cy="215444"/>
          </a:xfrm>
          <a:prstGeom prst="rect">
            <a:avLst/>
          </a:prstGeom>
        </p:spPr>
        <p:txBody>
          <a:bodyPr vert="horz" wrap="non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/>
              <a:t>2029</a:t>
            </a: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C2E87C52-0B3B-296E-DF7A-F426F69104D5}"/>
              </a:ext>
            </a:extLst>
          </p:cNvPr>
          <p:cNvSpPr txBox="1">
            <a:spLocks/>
          </p:cNvSpPr>
          <p:nvPr/>
        </p:nvSpPr>
        <p:spPr>
          <a:xfrm>
            <a:off x="5769455" y="1981199"/>
            <a:ext cx="596133" cy="215444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/>
              <a:t>2025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B78B8A0B-5232-6FC6-7ED4-F02C2C200DAB}"/>
              </a:ext>
            </a:extLst>
          </p:cNvPr>
          <p:cNvSpPr txBox="1">
            <a:spLocks/>
          </p:cNvSpPr>
          <p:nvPr/>
        </p:nvSpPr>
        <p:spPr>
          <a:xfrm>
            <a:off x="7174691" y="2252013"/>
            <a:ext cx="1298750" cy="184666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None/>
            </a:pPr>
            <a:r>
              <a:rPr lang="en-US" sz="1200"/>
              <a:t>% of total NBI</a:t>
            </a: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EE80206F-37BC-2C56-9157-4B4CE4B5398E}"/>
              </a:ext>
            </a:extLst>
          </p:cNvPr>
          <p:cNvSpPr txBox="1">
            <a:spLocks/>
          </p:cNvSpPr>
          <p:nvPr/>
        </p:nvSpPr>
        <p:spPr>
          <a:xfrm>
            <a:off x="7174691" y="1981199"/>
            <a:ext cx="596133" cy="215444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/>
              <a:t>2025</a:t>
            </a: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B97B98C4-0B1B-76A2-4CD8-8478A5471F59}"/>
              </a:ext>
            </a:extLst>
          </p:cNvPr>
          <p:cNvSpPr txBox="1">
            <a:spLocks/>
          </p:cNvSpPr>
          <p:nvPr/>
        </p:nvSpPr>
        <p:spPr>
          <a:xfrm>
            <a:off x="5769455" y="2252013"/>
            <a:ext cx="596133" cy="184666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None/>
            </a:pPr>
            <a:r>
              <a:rPr lang="en-US" sz="1200"/>
              <a:t>MN AZN</a:t>
            </a: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F54081EE-601E-F4D9-7EAB-6A868F58C323}"/>
              </a:ext>
            </a:extLst>
          </p:cNvPr>
          <p:cNvSpPr txBox="1">
            <a:spLocks/>
          </p:cNvSpPr>
          <p:nvPr/>
        </p:nvSpPr>
        <p:spPr>
          <a:xfrm>
            <a:off x="7877308" y="1981199"/>
            <a:ext cx="596133" cy="215444"/>
          </a:xfrm>
          <a:prstGeom prst="rect">
            <a:avLst/>
          </a:prstGeom>
        </p:spPr>
        <p:txBody>
          <a:bodyPr vert="horz" wrap="non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/>
              <a:t>2029</a:t>
            </a:r>
          </a:p>
        </p:txBody>
      </p:sp>
      <p:cxnSp>
        <p:nvCxnSpPr>
          <p:cNvPr id="410" name="Straight Connector 409">
            <a:extLst>
              <a:ext uri="{FF2B5EF4-FFF2-40B4-BE49-F238E27FC236}">
                <a16:creationId xmlns:a16="http://schemas.microsoft.com/office/drawing/2014/main" id="{7192E4AB-6B3D-6C6D-A902-B457E49C4D49}"/>
              </a:ext>
            </a:extLst>
          </p:cNvPr>
          <p:cNvCxnSpPr>
            <a:cxnSpLocks/>
            <a:stCxn id="412" idx="4"/>
          </p:cNvCxnSpPr>
          <p:nvPr/>
        </p:nvCxnSpPr>
        <p:spPr>
          <a:xfrm>
            <a:off x="5524004" y="2605681"/>
            <a:ext cx="0" cy="3697701"/>
          </a:xfrm>
          <a:prstGeom prst="line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3688E7AB-0CE1-B431-42BC-A253BA2BD100}"/>
              </a:ext>
            </a:extLst>
          </p:cNvPr>
          <p:cNvGrpSpPr/>
          <p:nvPr/>
        </p:nvGrpSpPr>
        <p:grpSpPr>
          <a:xfrm>
            <a:off x="5385038" y="2327565"/>
            <a:ext cx="277932" cy="278116"/>
            <a:chOff x="3717931" y="1819277"/>
            <a:chExt cx="201480" cy="201613"/>
          </a:xfrm>
        </p:grpSpPr>
        <p:sp>
          <p:nvSpPr>
            <p:cNvPr id="412" name="Oval 411">
              <a:extLst>
                <a:ext uri="{FF2B5EF4-FFF2-40B4-BE49-F238E27FC236}">
                  <a16:creationId xmlns:a16="http://schemas.microsoft.com/office/drawing/2014/main" id="{5B4ECA7A-94F4-6C01-388D-FCB7AAA7A6C0}"/>
                </a:ext>
              </a:extLst>
            </p:cNvPr>
            <p:cNvSpPr/>
            <p:nvPr/>
          </p:nvSpPr>
          <p:spPr>
            <a:xfrm>
              <a:off x="3717931" y="1819277"/>
              <a:ext cx="201480" cy="201613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413" name="Graphic 412">
              <a:extLst>
                <a:ext uri="{FF2B5EF4-FFF2-40B4-BE49-F238E27FC236}">
                  <a16:creationId xmlns:a16="http://schemas.microsoft.com/office/drawing/2014/main" id="{39D04AE6-F1F2-004C-19E5-0E82A81226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3721803" y="1823151"/>
              <a:ext cx="193737" cy="193865"/>
            </a:xfrm>
            <a:prstGeom prst="rect">
              <a:avLst/>
            </a:prstGeom>
          </p:spPr>
        </p:pic>
      </p:grpSp>
      <p:sp>
        <p:nvSpPr>
          <p:cNvPr id="323" name="TextBox 322">
            <a:extLst>
              <a:ext uri="{FF2B5EF4-FFF2-40B4-BE49-F238E27FC236}">
                <a16:creationId xmlns:a16="http://schemas.microsoft.com/office/drawing/2014/main" id="{98393643-73CA-D514-098B-1466AB1ADEDF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6489608" y="2652406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22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F3F54B3A-3299-711E-088B-3EFA1D4684AB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5786990" y="2652406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12</a:t>
            </a:r>
          </a:p>
        </p:txBody>
      </p:sp>
      <p:sp>
        <p:nvSpPr>
          <p:cNvPr id="340" name="Oval 339">
            <a:extLst>
              <a:ext uri="{FF2B5EF4-FFF2-40B4-BE49-F238E27FC236}">
                <a16:creationId xmlns:a16="http://schemas.microsoft.com/office/drawing/2014/main" id="{FCF84198-2287-B9D2-8DF4-0B6FDE5578FD}"/>
              </a:ext>
            </a:extLst>
          </p:cNvPr>
          <p:cNvSpPr>
            <a:spLocks/>
          </p:cNvSpPr>
          <p:nvPr/>
        </p:nvSpPr>
        <p:spPr>
          <a:xfrm>
            <a:off x="7192226" y="2595293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37%</a:t>
            </a:r>
          </a:p>
        </p:txBody>
      </p:sp>
      <p:sp>
        <p:nvSpPr>
          <p:cNvPr id="341" name="Oval 340">
            <a:extLst>
              <a:ext uri="{FF2B5EF4-FFF2-40B4-BE49-F238E27FC236}">
                <a16:creationId xmlns:a16="http://schemas.microsoft.com/office/drawing/2014/main" id="{F5C8DF87-07F4-17BB-8EC0-444D5D68165C}"/>
              </a:ext>
            </a:extLst>
          </p:cNvPr>
          <p:cNvSpPr>
            <a:spLocks/>
          </p:cNvSpPr>
          <p:nvPr/>
        </p:nvSpPr>
        <p:spPr>
          <a:xfrm>
            <a:off x="7894843" y="2595293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36%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DA60E70A-F2E7-97E0-4A8B-A371CB7EE9AC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6472073" y="3316750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30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EC2C788C-6AA6-A12F-3349-34F5C25B8553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5769455" y="3316750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13</a:t>
            </a:r>
          </a:p>
        </p:txBody>
      </p:sp>
      <p:sp>
        <p:nvSpPr>
          <p:cNvPr id="342" name="Oval 341">
            <a:extLst>
              <a:ext uri="{FF2B5EF4-FFF2-40B4-BE49-F238E27FC236}">
                <a16:creationId xmlns:a16="http://schemas.microsoft.com/office/drawing/2014/main" id="{60F34B30-FDB6-1BE0-AC4B-46C0EFE1FDC1}"/>
              </a:ext>
            </a:extLst>
          </p:cNvPr>
          <p:cNvSpPr>
            <a:spLocks/>
          </p:cNvSpPr>
          <p:nvPr/>
        </p:nvSpPr>
        <p:spPr>
          <a:xfrm>
            <a:off x="7174691" y="3259637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46%</a:t>
            </a:r>
            <a:endParaRPr lang="en-US" sz="1200" err="1">
              <a:solidFill>
                <a:schemeClr val="tx1"/>
              </a:solidFill>
            </a:endParaRPr>
          </a:p>
        </p:txBody>
      </p:sp>
      <p:sp>
        <p:nvSpPr>
          <p:cNvPr id="343" name="Oval 342">
            <a:extLst>
              <a:ext uri="{FF2B5EF4-FFF2-40B4-BE49-F238E27FC236}">
                <a16:creationId xmlns:a16="http://schemas.microsoft.com/office/drawing/2014/main" id="{02EB2CDC-B20B-201A-F09C-BF831227F76B}"/>
              </a:ext>
            </a:extLst>
          </p:cNvPr>
          <p:cNvSpPr>
            <a:spLocks/>
          </p:cNvSpPr>
          <p:nvPr/>
        </p:nvSpPr>
        <p:spPr>
          <a:xfrm>
            <a:off x="7877308" y="3259637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50%</a:t>
            </a:r>
            <a:endParaRPr lang="en-US" sz="1200" err="1">
              <a:solidFill>
                <a:schemeClr val="tx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FE0032A-30B9-4DF9-B589-BAB9888E8935}"/>
              </a:ext>
            </a:extLst>
          </p:cNvPr>
          <p:cNvSpPr txBox="1">
            <a:spLocks/>
          </p:cNvSpPr>
          <p:nvPr/>
        </p:nvSpPr>
        <p:spPr>
          <a:xfrm>
            <a:off x="474159" y="3316751"/>
            <a:ext cx="921448" cy="1846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SME</a:t>
            </a: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F218B65F-3417-6311-66D9-B9AC9203F89C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6472073" y="3981095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22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C978DD36-9A88-0B79-7C43-8E6A004F9838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5769455" y="3981095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10</a:t>
            </a:r>
          </a:p>
        </p:txBody>
      </p:sp>
      <p:sp>
        <p:nvSpPr>
          <p:cNvPr id="344" name="Oval 343">
            <a:extLst>
              <a:ext uri="{FF2B5EF4-FFF2-40B4-BE49-F238E27FC236}">
                <a16:creationId xmlns:a16="http://schemas.microsoft.com/office/drawing/2014/main" id="{EDC31E99-8B4C-FDB0-754B-09257330A651}"/>
              </a:ext>
            </a:extLst>
          </p:cNvPr>
          <p:cNvSpPr>
            <a:spLocks/>
          </p:cNvSpPr>
          <p:nvPr/>
        </p:nvSpPr>
        <p:spPr>
          <a:xfrm>
            <a:off x="7174691" y="3923982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48%</a:t>
            </a:r>
            <a:endParaRPr lang="en-US" sz="1200" err="1">
              <a:solidFill>
                <a:schemeClr val="tx1"/>
              </a:solidFill>
            </a:endParaRPr>
          </a:p>
        </p:txBody>
      </p:sp>
      <p:sp>
        <p:nvSpPr>
          <p:cNvPr id="345" name="Oval 344">
            <a:extLst>
              <a:ext uri="{FF2B5EF4-FFF2-40B4-BE49-F238E27FC236}">
                <a16:creationId xmlns:a16="http://schemas.microsoft.com/office/drawing/2014/main" id="{3F2E83D2-4C31-4EE6-8F67-8AC2D9E7E7C6}"/>
              </a:ext>
            </a:extLst>
          </p:cNvPr>
          <p:cNvSpPr>
            <a:spLocks/>
          </p:cNvSpPr>
          <p:nvPr/>
        </p:nvSpPr>
        <p:spPr>
          <a:xfrm>
            <a:off x="7877308" y="3923982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53%</a:t>
            </a:r>
            <a:endParaRPr lang="en-US" sz="1200" err="1">
              <a:solidFill>
                <a:schemeClr val="tx1"/>
              </a:solidFill>
            </a:endParaRP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A73F12CA-CF76-A7AC-79C2-51EDBDE83B5D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6472073" y="4645440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6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DA8E6F48-8532-87FD-0825-7768768E766E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69455" y="4645440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</a:p>
        </p:txBody>
      </p:sp>
      <p:sp>
        <p:nvSpPr>
          <p:cNvPr id="346" name="Oval 345">
            <a:extLst>
              <a:ext uri="{FF2B5EF4-FFF2-40B4-BE49-F238E27FC236}">
                <a16:creationId xmlns:a16="http://schemas.microsoft.com/office/drawing/2014/main" id="{49350530-2BFC-2096-E719-EE450B2F116A}"/>
              </a:ext>
            </a:extLst>
          </p:cNvPr>
          <p:cNvSpPr>
            <a:spLocks/>
          </p:cNvSpPr>
          <p:nvPr/>
        </p:nvSpPr>
        <p:spPr>
          <a:xfrm>
            <a:off x="7174691" y="4588327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37%</a:t>
            </a:r>
            <a:endParaRPr lang="en-US" sz="1200" err="1">
              <a:solidFill>
                <a:schemeClr val="tx1"/>
              </a:solidFill>
            </a:endParaRPr>
          </a:p>
        </p:txBody>
      </p:sp>
      <p:sp>
        <p:nvSpPr>
          <p:cNvPr id="347" name="Oval 346">
            <a:extLst>
              <a:ext uri="{FF2B5EF4-FFF2-40B4-BE49-F238E27FC236}">
                <a16:creationId xmlns:a16="http://schemas.microsoft.com/office/drawing/2014/main" id="{464AB305-3B7A-6837-DC04-9BCB40BD3271}"/>
              </a:ext>
            </a:extLst>
          </p:cNvPr>
          <p:cNvSpPr>
            <a:spLocks/>
          </p:cNvSpPr>
          <p:nvPr/>
        </p:nvSpPr>
        <p:spPr>
          <a:xfrm>
            <a:off x="7877308" y="4588327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36%</a:t>
            </a:r>
            <a:endParaRPr lang="en-US" sz="1200" err="1">
              <a:solidFill>
                <a:schemeClr val="tx1"/>
              </a:solidFill>
            </a:endParaRPr>
          </a:p>
        </p:txBody>
      </p:sp>
      <p:sp>
        <p:nvSpPr>
          <p:cNvPr id="331" name="TextBox 330">
            <a:extLst>
              <a:ext uri="{FF2B5EF4-FFF2-40B4-BE49-F238E27FC236}">
                <a16:creationId xmlns:a16="http://schemas.microsoft.com/office/drawing/2014/main" id="{37A03ADE-2B6E-8804-F8C8-3B4C8567EB57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472073" y="5309785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2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C0280CC-C772-811E-7E81-176AE5D69E5E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5769455" y="5309785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1</a:t>
            </a:r>
          </a:p>
        </p:txBody>
      </p:sp>
      <p:sp>
        <p:nvSpPr>
          <p:cNvPr id="348" name="Oval 347">
            <a:extLst>
              <a:ext uri="{FF2B5EF4-FFF2-40B4-BE49-F238E27FC236}">
                <a16:creationId xmlns:a16="http://schemas.microsoft.com/office/drawing/2014/main" id="{B2D11AC9-41A1-BBA3-66B6-16A76B2EA84A}"/>
              </a:ext>
            </a:extLst>
          </p:cNvPr>
          <p:cNvSpPr>
            <a:spLocks/>
          </p:cNvSpPr>
          <p:nvPr/>
        </p:nvSpPr>
        <p:spPr>
          <a:xfrm>
            <a:off x="7174691" y="5252672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53%</a:t>
            </a:r>
            <a:endParaRPr lang="en-US" sz="1200" err="1">
              <a:solidFill>
                <a:schemeClr val="tx1"/>
              </a:solidFill>
            </a:endParaRPr>
          </a:p>
        </p:txBody>
      </p:sp>
      <p:sp>
        <p:nvSpPr>
          <p:cNvPr id="349" name="Oval 348">
            <a:extLst>
              <a:ext uri="{FF2B5EF4-FFF2-40B4-BE49-F238E27FC236}">
                <a16:creationId xmlns:a16="http://schemas.microsoft.com/office/drawing/2014/main" id="{40D7888C-308E-546E-648D-BEAB8F2722E7}"/>
              </a:ext>
            </a:extLst>
          </p:cNvPr>
          <p:cNvSpPr>
            <a:spLocks/>
          </p:cNvSpPr>
          <p:nvPr/>
        </p:nvSpPr>
        <p:spPr>
          <a:xfrm>
            <a:off x="7877308" y="5252672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79%</a:t>
            </a:r>
            <a:endParaRPr lang="en-US" sz="1200" err="1">
              <a:solidFill>
                <a:schemeClr val="tx1"/>
              </a:solidFill>
            </a:endParaRP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BBE6DA4B-3F39-04E0-BC62-1E33173DC7AB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6472073" y="5974130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52</a:t>
            </a: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9F79590E-194E-7DEE-9D68-A23E617A8507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69455" y="5974130"/>
            <a:ext cx="596133" cy="184666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25</a:t>
            </a:r>
          </a:p>
        </p:txBody>
      </p:sp>
      <p:sp>
        <p:nvSpPr>
          <p:cNvPr id="350" name="Oval 349">
            <a:extLst>
              <a:ext uri="{FF2B5EF4-FFF2-40B4-BE49-F238E27FC236}">
                <a16:creationId xmlns:a16="http://schemas.microsoft.com/office/drawing/2014/main" id="{ACE6AF37-C88C-8E53-3F92-B8CD9F7EB345}"/>
              </a:ext>
            </a:extLst>
          </p:cNvPr>
          <p:cNvSpPr>
            <a:spLocks/>
          </p:cNvSpPr>
          <p:nvPr/>
        </p:nvSpPr>
        <p:spPr>
          <a:xfrm>
            <a:off x="7174691" y="5917017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41%</a:t>
            </a:r>
          </a:p>
        </p:txBody>
      </p:sp>
      <p:sp>
        <p:nvSpPr>
          <p:cNvPr id="351" name="Oval 350">
            <a:extLst>
              <a:ext uri="{FF2B5EF4-FFF2-40B4-BE49-F238E27FC236}">
                <a16:creationId xmlns:a16="http://schemas.microsoft.com/office/drawing/2014/main" id="{23E20B21-C6DC-2F42-A5F3-C715F581CB19}"/>
              </a:ext>
            </a:extLst>
          </p:cNvPr>
          <p:cNvSpPr>
            <a:spLocks/>
          </p:cNvSpPr>
          <p:nvPr/>
        </p:nvSpPr>
        <p:spPr>
          <a:xfrm>
            <a:off x="7877308" y="5917017"/>
            <a:ext cx="596133" cy="298892"/>
          </a:xfrm>
          <a:prstGeom prst="ellipse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43%</a:t>
            </a:r>
          </a:p>
        </p:txBody>
      </p:sp>
      <p:cxnSp>
        <p:nvCxnSpPr>
          <p:cNvPr id="436" name="LineBasicDefault 198">
            <a:extLst>
              <a:ext uri="{FF2B5EF4-FFF2-40B4-BE49-F238E27FC236}">
                <a16:creationId xmlns:a16="http://schemas.microsoft.com/office/drawing/2014/main" id="{4B3155A2-9BDC-588F-CC04-7847079A6475}"/>
              </a:ext>
            </a:extLst>
          </p:cNvPr>
          <p:cNvCxnSpPr>
            <a:cxnSpLocks/>
          </p:cNvCxnSpPr>
          <p:nvPr>
            <p:custDataLst>
              <p:tags r:id="rId25"/>
            </p:custDataLst>
          </p:nvPr>
        </p:nvCxnSpPr>
        <p:spPr>
          <a:xfrm>
            <a:off x="5769454" y="3076911"/>
            <a:ext cx="2703986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3" name="LineBasicDefault 198">
            <a:extLst>
              <a:ext uri="{FF2B5EF4-FFF2-40B4-BE49-F238E27FC236}">
                <a16:creationId xmlns:a16="http://schemas.microsoft.com/office/drawing/2014/main" id="{56731365-AE49-D330-1A86-13FCCFE4CE71}"/>
              </a:ext>
            </a:extLst>
          </p:cNvPr>
          <p:cNvCxnSpPr>
            <a:cxnSpLocks/>
          </p:cNvCxnSpPr>
          <p:nvPr>
            <p:custDataLst>
              <p:tags r:id="rId26"/>
            </p:custDataLst>
          </p:nvPr>
        </p:nvCxnSpPr>
        <p:spPr>
          <a:xfrm>
            <a:off x="5769454" y="3741256"/>
            <a:ext cx="2703986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BasicDefault 198">
            <a:extLst>
              <a:ext uri="{FF2B5EF4-FFF2-40B4-BE49-F238E27FC236}">
                <a16:creationId xmlns:a16="http://schemas.microsoft.com/office/drawing/2014/main" id="{486D8AF3-224F-70D9-CD96-CDBE97DA10C5}"/>
              </a:ext>
            </a:extLst>
          </p:cNvPr>
          <p:cNvCxnSpPr>
            <a:cxnSpLocks/>
          </p:cNvCxnSpPr>
          <p:nvPr>
            <p:custDataLst>
              <p:tags r:id="rId27"/>
            </p:custDataLst>
          </p:nvPr>
        </p:nvCxnSpPr>
        <p:spPr>
          <a:xfrm>
            <a:off x="5769454" y="4405601"/>
            <a:ext cx="2703986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9" name="LineBasicDefault 198">
            <a:extLst>
              <a:ext uri="{FF2B5EF4-FFF2-40B4-BE49-F238E27FC236}">
                <a16:creationId xmlns:a16="http://schemas.microsoft.com/office/drawing/2014/main" id="{B0200E05-4360-7D9A-7E4C-8D3D5E7014E4}"/>
              </a:ext>
            </a:extLst>
          </p:cNvPr>
          <p:cNvCxnSpPr>
            <a:cxnSpLocks/>
          </p:cNvCxnSpPr>
          <p:nvPr>
            <p:custDataLst>
              <p:tags r:id="rId28"/>
            </p:custDataLst>
          </p:nvPr>
        </p:nvCxnSpPr>
        <p:spPr>
          <a:xfrm>
            <a:off x="5769454" y="5069946"/>
            <a:ext cx="2703986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LineBasicDefault 198">
            <a:extLst>
              <a:ext uri="{FF2B5EF4-FFF2-40B4-BE49-F238E27FC236}">
                <a16:creationId xmlns:a16="http://schemas.microsoft.com/office/drawing/2014/main" id="{775145A1-3A6D-50C2-E6C5-8EEA779616E3}"/>
              </a:ext>
            </a:extLst>
          </p:cNvPr>
          <p:cNvCxnSpPr>
            <a:cxnSpLocks/>
          </p:cNvCxnSpPr>
          <p:nvPr>
            <p:custDataLst>
              <p:tags r:id="rId29"/>
            </p:custDataLst>
          </p:nvPr>
        </p:nvCxnSpPr>
        <p:spPr>
          <a:xfrm>
            <a:off x="5769454" y="5734291"/>
            <a:ext cx="2703986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7" name="TextBox 456">
            <a:extLst>
              <a:ext uri="{FF2B5EF4-FFF2-40B4-BE49-F238E27FC236}">
                <a16:creationId xmlns:a16="http://schemas.microsoft.com/office/drawing/2014/main" id="{262DA286-9917-41CB-0ACE-21AA8244C172}"/>
              </a:ext>
            </a:extLst>
          </p:cNvPr>
          <p:cNvSpPr txBox="1">
            <a:spLocks/>
          </p:cNvSpPr>
          <p:nvPr/>
        </p:nvSpPr>
        <p:spPr>
          <a:xfrm>
            <a:off x="9110657" y="1387476"/>
            <a:ext cx="2524131" cy="492443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Clr>
                <a:schemeClr val="tx2"/>
              </a:buClr>
            </a:pPr>
            <a:r>
              <a:rPr lang="en-US" sz="1600" b="1">
                <a:solidFill>
                  <a:schemeClr val="bg1"/>
                </a:solidFill>
              </a:rPr>
              <a:t>Next-best-product mechanism</a:t>
            </a:r>
          </a:p>
        </p:txBody>
      </p:sp>
      <p:cxnSp>
        <p:nvCxnSpPr>
          <p:cNvPr id="459" name="LineBasicDefault 198">
            <a:extLst>
              <a:ext uri="{FF2B5EF4-FFF2-40B4-BE49-F238E27FC236}">
                <a16:creationId xmlns:a16="http://schemas.microsoft.com/office/drawing/2014/main" id="{DAA2D7F4-8076-E307-3F50-DAFCE2913BAF}"/>
              </a:ext>
            </a:extLst>
          </p:cNvPr>
          <p:cNvCxnSpPr>
            <a:cxnSpLocks/>
          </p:cNvCxnSpPr>
          <p:nvPr>
            <p:custDataLst>
              <p:tags r:id="rId30"/>
            </p:custDataLst>
          </p:nvPr>
        </p:nvCxnSpPr>
        <p:spPr>
          <a:xfrm>
            <a:off x="9110657" y="1927225"/>
            <a:ext cx="2524131" cy="0"/>
          </a:xfrm>
          <a:prstGeom prst="straightConnector1">
            <a:avLst/>
          </a:prstGeom>
          <a:ln w="12700" cap="sq">
            <a:solidFill>
              <a:schemeClr val="bg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3" name="TextBox 462">
            <a:extLst>
              <a:ext uri="{FF2B5EF4-FFF2-40B4-BE49-F238E27FC236}">
                <a16:creationId xmlns:a16="http://schemas.microsoft.com/office/drawing/2014/main" id="{CB5CD6F6-2CBC-5ABA-A564-291105C7C489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9110657" y="1981199"/>
            <a:ext cx="2524131" cy="415887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spcBef>
                <a:spcPts val="350"/>
              </a:spcBef>
              <a:buClr>
                <a:schemeClr val="bg1"/>
              </a:buClr>
            </a:pPr>
            <a:r>
              <a:rPr lang="en-US" sz="1300" spc="-20">
                <a:solidFill>
                  <a:schemeClr val="bg1"/>
                </a:solidFill>
              </a:rPr>
              <a:t>Cash-flow patterns predict product need (FX, trade finance, working capital loan) before the client applies for it</a:t>
            </a:r>
          </a:p>
          <a:p>
            <a:pPr lvl="1">
              <a:spcBef>
                <a:spcPts val="350"/>
              </a:spcBef>
              <a:buClr>
                <a:schemeClr val="bg1"/>
              </a:buClr>
            </a:pPr>
            <a:r>
              <a:rPr lang="en-US" sz="1300" spc="-20">
                <a:solidFill>
                  <a:schemeClr val="bg1"/>
                </a:solidFill>
              </a:rPr>
              <a:t>Codified thresholds can be applied to automatically send next-best-product offer, making cross-sell systematic and scalable</a:t>
            </a:r>
          </a:p>
          <a:p>
            <a:pPr lvl="1">
              <a:spcBef>
                <a:spcPts val="350"/>
              </a:spcBef>
              <a:buClr>
                <a:schemeClr val="bg1"/>
              </a:buClr>
            </a:pPr>
            <a:r>
              <a:rPr lang="en-US" sz="1300" spc="-20">
                <a:solidFill>
                  <a:schemeClr val="bg1"/>
                </a:solidFill>
              </a:rPr>
              <a:t>Capture begins with high-frequency, low-friction products (domestic payments, accounts) that generate the data, then expands into higher-margin products (LC/LG, intl. payments, FX) </a:t>
            </a:r>
          </a:p>
          <a:p>
            <a:pPr lvl="1">
              <a:spcBef>
                <a:spcPts val="350"/>
              </a:spcBef>
              <a:buClr>
                <a:schemeClr val="bg1"/>
              </a:buClr>
            </a:pPr>
            <a:r>
              <a:rPr lang="en-US" sz="1300" spc="-20">
                <a:solidFill>
                  <a:schemeClr val="bg1"/>
                </a:solidFill>
              </a:rPr>
              <a:t>Each incremental product increases non-interest income and stickiness simultaneously</a:t>
            </a:r>
          </a:p>
        </p:txBody>
      </p: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6C234A94-1413-DF06-2310-8D4865C62DD6}"/>
              </a:ext>
            </a:extLst>
          </p:cNvPr>
          <p:cNvGrpSpPr/>
          <p:nvPr/>
        </p:nvGrpSpPr>
        <p:grpSpPr>
          <a:xfrm>
            <a:off x="474159" y="3836510"/>
            <a:ext cx="4801453" cy="473837"/>
            <a:chOff x="477100" y="4500855"/>
            <a:chExt cx="4801453" cy="473837"/>
          </a:xfrm>
        </p:grpSpPr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B2DBAE50-1D97-F664-4446-D05F0C2ECA88}"/>
                </a:ext>
              </a:extLst>
            </p:cNvPr>
            <p:cNvSpPr txBox="1">
              <a:spLocks/>
            </p:cNvSpPr>
            <p:nvPr/>
          </p:nvSpPr>
          <p:spPr>
            <a:xfrm>
              <a:off x="477100" y="4645440"/>
              <a:ext cx="825917" cy="184666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lvl="1"/>
              <a:r>
                <a:rPr lang="en-US" sz="1200" i="1"/>
                <a:t>Medium</a:t>
              </a:r>
            </a:p>
          </p:txBody>
        </p:sp>
        <p:sp>
          <p:nvSpPr>
            <p:cNvPr id="258" name="Right Triangle 257">
              <a:extLst>
                <a:ext uri="{FF2B5EF4-FFF2-40B4-BE49-F238E27FC236}">
                  <a16:creationId xmlns:a16="http://schemas.microsoft.com/office/drawing/2014/main" id="{A58A0965-7C20-EFA4-E4C8-D7C505FB3E44}"/>
                </a:ext>
              </a:extLst>
            </p:cNvPr>
            <p:cNvSpPr/>
            <p:nvPr/>
          </p:nvSpPr>
          <p:spPr>
            <a:xfrm rot="10800000">
              <a:off x="1409502" y="4500855"/>
              <a:ext cx="882562" cy="460438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259" name="Right Triangle 258">
              <a:extLst>
                <a:ext uri="{FF2B5EF4-FFF2-40B4-BE49-F238E27FC236}">
                  <a16:creationId xmlns:a16="http://schemas.microsoft.com/office/drawing/2014/main" id="{900C1BB3-BFCF-8028-2CE4-E2523C7F3193}"/>
                </a:ext>
              </a:extLst>
            </p:cNvPr>
            <p:cNvSpPr/>
            <p:nvPr/>
          </p:nvSpPr>
          <p:spPr>
            <a:xfrm>
              <a:off x="1414339" y="4514254"/>
              <a:ext cx="882562" cy="460438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15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E29D0D47-EFFE-9621-0722-2AFF8216BC13}"/>
                </a:ext>
              </a:extLst>
            </p:cNvPr>
            <p:cNvGrpSpPr>
              <a:grpSpLocks/>
            </p:cNvGrpSpPr>
            <p:nvPr/>
          </p:nvGrpSpPr>
          <p:grpSpPr>
            <a:xfrm>
              <a:off x="2403386" y="4500855"/>
              <a:ext cx="887399" cy="473837"/>
              <a:chOff x="3008022" y="4510077"/>
              <a:chExt cx="781302" cy="351552"/>
            </a:xfrm>
          </p:grpSpPr>
          <p:sp>
            <p:nvSpPr>
              <p:cNvPr id="261" name="Right Triangle 260">
                <a:extLst>
                  <a:ext uri="{FF2B5EF4-FFF2-40B4-BE49-F238E27FC236}">
                    <a16:creationId xmlns:a16="http://schemas.microsoft.com/office/drawing/2014/main" id="{7B32A06B-5440-52CE-5E12-515DCBB32099}"/>
                  </a:ext>
                </a:extLst>
              </p:cNvPr>
              <p:cNvSpPr/>
              <p:nvPr/>
            </p:nvSpPr>
            <p:spPr>
              <a:xfrm rot="10800000">
                <a:off x="3008022" y="4510077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r>
                  <a:rPr lang="en-US" sz="1000">
                    <a:solidFill>
                      <a:schemeClr val="tx2"/>
                    </a:solidFill>
                  </a:rPr>
                  <a:t> </a:t>
                </a:r>
              </a:p>
            </p:txBody>
          </p:sp>
          <p:sp>
            <p:nvSpPr>
              <p:cNvPr id="262" name="Right Triangle 261">
                <a:extLst>
                  <a:ext uri="{FF2B5EF4-FFF2-40B4-BE49-F238E27FC236}">
                    <a16:creationId xmlns:a16="http://schemas.microsoft.com/office/drawing/2014/main" id="{3C31EDA8-CEAB-C136-F97B-258275327381}"/>
                  </a:ext>
                </a:extLst>
              </p:cNvPr>
              <p:cNvSpPr/>
              <p:nvPr/>
            </p:nvSpPr>
            <p:spPr>
              <a:xfrm>
                <a:off x="3012281" y="4520018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96</a:t>
                </a:r>
              </a:p>
            </p:txBody>
          </p:sp>
        </p:grpSp>
        <p:grpSp>
          <p:nvGrpSpPr>
            <p:cNvPr id="377" name="Group 376">
              <a:extLst>
                <a:ext uri="{FF2B5EF4-FFF2-40B4-BE49-F238E27FC236}">
                  <a16:creationId xmlns:a16="http://schemas.microsoft.com/office/drawing/2014/main" id="{9FA5F686-1609-3AE2-1FCE-C1B6D4253198}"/>
                </a:ext>
              </a:extLst>
            </p:cNvPr>
            <p:cNvGrpSpPr>
              <a:grpSpLocks/>
            </p:cNvGrpSpPr>
            <p:nvPr/>
          </p:nvGrpSpPr>
          <p:grpSpPr>
            <a:xfrm>
              <a:off x="3397270" y="4500855"/>
              <a:ext cx="887399" cy="473837"/>
              <a:chOff x="4039441" y="4510077"/>
              <a:chExt cx="781302" cy="351552"/>
            </a:xfrm>
          </p:grpSpPr>
          <p:sp>
            <p:nvSpPr>
              <p:cNvPr id="264" name="Right Triangle 263">
                <a:extLst>
                  <a:ext uri="{FF2B5EF4-FFF2-40B4-BE49-F238E27FC236}">
                    <a16:creationId xmlns:a16="http://schemas.microsoft.com/office/drawing/2014/main" id="{4A1DF3DB-C9C9-BDBC-8901-C67031F24307}"/>
                  </a:ext>
                </a:extLst>
              </p:cNvPr>
              <p:cNvSpPr/>
              <p:nvPr/>
            </p:nvSpPr>
            <p:spPr>
              <a:xfrm rot="10800000">
                <a:off x="4039441" y="4510077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265" name="Right Triangle 264">
                <a:extLst>
                  <a:ext uri="{FF2B5EF4-FFF2-40B4-BE49-F238E27FC236}">
                    <a16:creationId xmlns:a16="http://schemas.microsoft.com/office/drawing/2014/main" id="{185832FE-FF53-D960-4470-0ECF2A974535}"/>
                  </a:ext>
                </a:extLst>
              </p:cNvPr>
              <p:cNvSpPr/>
              <p:nvPr/>
            </p:nvSpPr>
            <p:spPr>
              <a:xfrm>
                <a:off x="4043700" y="4520018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43</a:t>
                </a:r>
              </a:p>
            </p:txBody>
          </p:sp>
        </p:grpSp>
        <p:grpSp>
          <p:nvGrpSpPr>
            <p:cNvPr id="378" name="Group 377">
              <a:extLst>
                <a:ext uri="{FF2B5EF4-FFF2-40B4-BE49-F238E27FC236}">
                  <a16:creationId xmlns:a16="http://schemas.microsoft.com/office/drawing/2014/main" id="{6153C029-D751-16D5-6C7A-81F8C6666691}"/>
                </a:ext>
              </a:extLst>
            </p:cNvPr>
            <p:cNvGrpSpPr>
              <a:grpSpLocks/>
            </p:cNvGrpSpPr>
            <p:nvPr/>
          </p:nvGrpSpPr>
          <p:grpSpPr>
            <a:xfrm>
              <a:off x="4391154" y="4500855"/>
              <a:ext cx="887399" cy="473837"/>
              <a:chOff x="5070861" y="4510077"/>
              <a:chExt cx="781302" cy="351552"/>
            </a:xfrm>
          </p:grpSpPr>
          <p:sp>
            <p:nvSpPr>
              <p:cNvPr id="267" name="Right Triangle 266">
                <a:extLst>
                  <a:ext uri="{FF2B5EF4-FFF2-40B4-BE49-F238E27FC236}">
                    <a16:creationId xmlns:a16="http://schemas.microsoft.com/office/drawing/2014/main" id="{AEB4CD32-58BB-DEA9-1AF5-9943E654EFF7}"/>
                  </a:ext>
                </a:extLst>
              </p:cNvPr>
              <p:cNvSpPr/>
              <p:nvPr/>
            </p:nvSpPr>
            <p:spPr>
              <a:xfrm rot="10800000">
                <a:off x="5070861" y="4510077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268" name="Right Triangle 267">
                <a:extLst>
                  <a:ext uri="{FF2B5EF4-FFF2-40B4-BE49-F238E27FC236}">
                    <a16:creationId xmlns:a16="http://schemas.microsoft.com/office/drawing/2014/main" id="{DB81CE3E-AB8C-363B-BC97-6E21D6E56E0C}"/>
                  </a:ext>
                </a:extLst>
              </p:cNvPr>
              <p:cNvSpPr/>
              <p:nvPr/>
            </p:nvSpPr>
            <p:spPr>
              <a:xfrm>
                <a:off x="5075120" y="4520018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48</a:t>
                </a:r>
              </a:p>
            </p:txBody>
          </p:sp>
        </p:grp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EB199F9-589E-4205-D67F-CF435375DE50}"/>
                </a:ext>
              </a:extLst>
            </p:cNvPr>
            <p:cNvSpPr txBox="1"/>
            <p:nvPr/>
          </p:nvSpPr>
          <p:spPr>
            <a:xfrm>
              <a:off x="2019426" y="4568496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35</a:t>
              </a:r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82F6E8-EB9A-A9B6-1C85-2A520E9F2737}"/>
                </a:ext>
              </a:extLst>
            </p:cNvPr>
            <p:cNvSpPr txBox="1"/>
            <p:nvPr/>
          </p:nvSpPr>
          <p:spPr>
            <a:xfrm>
              <a:off x="3019380" y="4568496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96</a:t>
              </a:r>
              <a:endParaRPr lang="en-US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E8F99B7-C285-97A2-42F7-B0DF539632B4}"/>
                </a:ext>
              </a:extLst>
            </p:cNvPr>
            <p:cNvSpPr txBox="1"/>
            <p:nvPr/>
          </p:nvSpPr>
          <p:spPr>
            <a:xfrm>
              <a:off x="4006726" y="4568496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48</a:t>
              </a:r>
              <a:endParaRPr lang="en-US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99372DA-166B-F37B-D460-493E21F3FBD2}"/>
                </a:ext>
              </a:extLst>
            </p:cNvPr>
            <p:cNvSpPr txBox="1"/>
            <p:nvPr/>
          </p:nvSpPr>
          <p:spPr>
            <a:xfrm>
              <a:off x="4998147" y="4568496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63</a:t>
              </a:r>
              <a:endParaRPr lang="en-US"/>
            </a:p>
          </p:txBody>
        </p:sp>
      </p:grpSp>
      <p:grpSp>
        <p:nvGrpSpPr>
          <p:cNvPr id="456" name="Group 455">
            <a:extLst>
              <a:ext uri="{FF2B5EF4-FFF2-40B4-BE49-F238E27FC236}">
                <a16:creationId xmlns:a16="http://schemas.microsoft.com/office/drawing/2014/main" id="{23A2BA7D-1C02-81B2-1938-734701B0E40B}"/>
              </a:ext>
            </a:extLst>
          </p:cNvPr>
          <p:cNvGrpSpPr/>
          <p:nvPr/>
        </p:nvGrpSpPr>
        <p:grpSpPr>
          <a:xfrm>
            <a:off x="477100" y="4500855"/>
            <a:ext cx="4801453" cy="473837"/>
            <a:chOff x="477100" y="5165200"/>
            <a:chExt cx="4801453" cy="473837"/>
          </a:xfrm>
        </p:grpSpPr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8C2A6042-7BF4-BB67-4EC2-06F54632FCEE}"/>
                </a:ext>
              </a:extLst>
            </p:cNvPr>
            <p:cNvSpPr txBox="1">
              <a:spLocks/>
            </p:cNvSpPr>
            <p:nvPr/>
          </p:nvSpPr>
          <p:spPr>
            <a:xfrm>
              <a:off x="477100" y="5309785"/>
              <a:ext cx="825917" cy="184666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lvl="1"/>
              <a:r>
                <a:rPr lang="en-US" sz="1200" i="1"/>
                <a:t>Small</a:t>
              </a:r>
            </a:p>
          </p:txBody>
        </p:sp>
        <p:sp>
          <p:nvSpPr>
            <p:cNvPr id="274" name="Right Triangle 273">
              <a:extLst>
                <a:ext uri="{FF2B5EF4-FFF2-40B4-BE49-F238E27FC236}">
                  <a16:creationId xmlns:a16="http://schemas.microsoft.com/office/drawing/2014/main" id="{9AB101A7-C046-6DE4-382D-3729B652D5AE}"/>
                </a:ext>
              </a:extLst>
            </p:cNvPr>
            <p:cNvSpPr/>
            <p:nvPr/>
          </p:nvSpPr>
          <p:spPr>
            <a:xfrm rot="10800000">
              <a:off x="1409502" y="5165200"/>
              <a:ext cx="882562" cy="460438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275" name="Right Triangle 274">
              <a:extLst>
                <a:ext uri="{FF2B5EF4-FFF2-40B4-BE49-F238E27FC236}">
                  <a16:creationId xmlns:a16="http://schemas.microsoft.com/office/drawing/2014/main" id="{E944F808-FCF8-CF6D-A6CB-400F3EDD1B52}"/>
                </a:ext>
              </a:extLst>
            </p:cNvPr>
            <p:cNvSpPr/>
            <p:nvPr/>
          </p:nvSpPr>
          <p:spPr>
            <a:xfrm>
              <a:off x="1414339" y="5178599"/>
              <a:ext cx="882562" cy="460438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5</a:t>
              </a:r>
            </a:p>
          </p:txBody>
        </p: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979B240B-8EC8-668F-FB2C-9FD0C36FE947}"/>
                </a:ext>
              </a:extLst>
            </p:cNvPr>
            <p:cNvGrpSpPr>
              <a:grpSpLocks/>
            </p:cNvGrpSpPr>
            <p:nvPr/>
          </p:nvGrpSpPr>
          <p:grpSpPr>
            <a:xfrm>
              <a:off x="2403386" y="5165200"/>
              <a:ext cx="887399" cy="473837"/>
              <a:chOff x="3008022" y="5176172"/>
              <a:chExt cx="781302" cy="351552"/>
            </a:xfrm>
          </p:grpSpPr>
          <p:sp>
            <p:nvSpPr>
              <p:cNvPr id="277" name="Right Triangle 276">
                <a:extLst>
                  <a:ext uri="{FF2B5EF4-FFF2-40B4-BE49-F238E27FC236}">
                    <a16:creationId xmlns:a16="http://schemas.microsoft.com/office/drawing/2014/main" id="{447763EB-CE47-1B8E-60BE-863C9377A831}"/>
                  </a:ext>
                </a:extLst>
              </p:cNvPr>
              <p:cNvSpPr/>
              <p:nvPr/>
            </p:nvSpPr>
            <p:spPr>
              <a:xfrm rot="10800000">
                <a:off x="3008022" y="5176172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278" name="Right Triangle 277">
                <a:extLst>
                  <a:ext uri="{FF2B5EF4-FFF2-40B4-BE49-F238E27FC236}">
                    <a16:creationId xmlns:a16="http://schemas.microsoft.com/office/drawing/2014/main" id="{91F18E5C-7630-13F6-ED49-B2C75E631178}"/>
                  </a:ext>
                </a:extLst>
              </p:cNvPr>
              <p:cNvSpPr/>
              <p:nvPr/>
            </p:nvSpPr>
            <p:spPr>
              <a:xfrm>
                <a:off x="3012281" y="5186113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92</a:t>
                </a:r>
              </a:p>
            </p:txBody>
          </p: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2B385900-5F78-83EF-A688-4C02AFABC0E6}"/>
                </a:ext>
              </a:extLst>
            </p:cNvPr>
            <p:cNvGrpSpPr>
              <a:grpSpLocks/>
            </p:cNvGrpSpPr>
            <p:nvPr/>
          </p:nvGrpSpPr>
          <p:grpSpPr>
            <a:xfrm>
              <a:off x="3397270" y="5165200"/>
              <a:ext cx="887399" cy="473837"/>
              <a:chOff x="4039441" y="5176172"/>
              <a:chExt cx="781302" cy="351552"/>
            </a:xfrm>
          </p:grpSpPr>
          <p:sp>
            <p:nvSpPr>
              <p:cNvPr id="280" name="Right Triangle 279">
                <a:extLst>
                  <a:ext uri="{FF2B5EF4-FFF2-40B4-BE49-F238E27FC236}">
                    <a16:creationId xmlns:a16="http://schemas.microsoft.com/office/drawing/2014/main" id="{9FD78D12-FF55-60E4-912A-5E55C85ABBCC}"/>
                  </a:ext>
                </a:extLst>
              </p:cNvPr>
              <p:cNvSpPr/>
              <p:nvPr/>
            </p:nvSpPr>
            <p:spPr>
              <a:xfrm rot="10800000">
                <a:off x="4039441" y="5176172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281" name="Right Triangle 280">
                <a:extLst>
                  <a:ext uri="{FF2B5EF4-FFF2-40B4-BE49-F238E27FC236}">
                    <a16:creationId xmlns:a16="http://schemas.microsoft.com/office/drawing/2014/main" id="{94DA04E5-9B13-6299-E1C8-B182E1CC3A22}"/>
                  </a:ext>
                </a:extLst>
              </p:cNvPr>
              <p:cNvSpPr/>
              <p:nvPr/>
            </p:nvSpPr>
            <p:spPr>
              <a:xfrm>
                <a:off x="4043700" y="5186113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15</a:t>
                </a:r>
              </a:p>
            </p:txBody>
          </p: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DCEADD0E-55C7-85F5-4CA8-2B233688EBA3}"/>
                </a:ext>
              </a:extLst>
            </p:cNvPr>
            <p:cNvGrpSpPr>
              <a:grpSpLocks/>
            </p:cNvGrpSpPr>
            <p:nvPr/>
          </p:nvGrpSpPr>
          <p:grpSpPr>
            <a:xfrm>
              <a:off x="4391154" y="5165200"/>
              <a:ext cx="887399" cy="473837"/>
              <a:chOff x="5070861" y="5176172"/>
              <a:chExt cx="781302" cy="351552"/>
            </a:xfrm>
          </p:grpSpPr>
          <p:sp>
            <p:nvSpPr>
              <p:cNvPr id="283" name="Right Triangle 282">
                <a:extLst>
                  <a:ext uri="{FF2B5EF4-FFF2-40B4-BE49-F238E27FC236}">
                    <a16:creationId xmlns:a16="http://schemas.microsoft.com/office/drawing/2014/main" id="{8998F0B7-5648-4A7F-AEAA-11FE8AC3E673}"/>
                  </a:ext>
                </a:extLst>
              </p:cNvPr>
              <p:cNvSpPr/>
              <p:nvPr/>
            </p:nvSpPr>
            <p:spPr>
              <a:xfrm rot="10800000">
                <a:off x="5070861" y="5176172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284" name="Right Triangle 283">
                <a:extLst>
                  <a:ext uri="{FF2B5EF4-FFF2-40B4-BE49-F238E27FC236}">
                    <a16:creationId xmlns:a16="http://schemas.microsoft.com/office/drawing/2014/main" id="{6B506392-035A-94BD-CDBC-9F59258D7E4E}"/>
                  </a:ext>
                </a:extLst>
              </p:cNvPr>
              <p:cNvSpPr/>
              <p:nvPr/>
            </p:nvSpPr>
            <p:spPr>
              <a:xfrm>
                <a:off x="5075120" y="5186113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21</a:t>
                </a:r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4A81A58-CFA1-087C-1432-7ED653B108C9}"/>
                </a:ext>
              </a:extLst>
            </p:cNvPr>
            <p:cNvSpPr txBox="1"/>
            <p:nvPr/>
          </p:nvSpPr>
          <p:spPr>
            <a:xfrm>
              <a:off x="2019426" y="5229115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25</a:t>
              </a:r>
              <a:endParaRPr lang="en-US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4BC668E-87EA-48E3-846A-59D5D5FC6170}"/>
                </a:ext>
              </a:extLst>
            </p:cNvPr>
            <p:cNvSpPr txBox="1"/>
            <p:nvPr/>
          </p:nvSpPr>
          <p:spPr>
            <a:xfrm>
              <a:off x="3019380" y="5229115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92</a:t>
              </a:r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0079C9D-56C9-A8E5-DB6C-25AB2D5A451E}"/>
                </a:ext>
              </a:extLst>
            </p:cNvPr>
            <p:cNvSpPr txBox="1"/>
            <p:nvPr/>
          </p:nvSpPr>
          <p:spPr>
            <a:xfrm>
              <a:off x="4006726" y="5229115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30</a:t>
              </a:r>
              <a:endParaRPr lang="en-US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FA07B6C-8696-819E-ED47-0FB2205E75EE}"/>
                </a:ext>
              </a:extLst>
            </p:cNvPr>
            <p:cNvSpPr txBox="1"/>
            <p:nvPr/>
          </p:nvSpPr>
          <p:spPr>
            <a:xfrm>
              <a:off x="4998147" y="5229115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21</a:t>
              </a:r>
              <a:endParaRPr lang="en-US"/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D6EF037D-9FB7-6502-D19C-C183F21F0D1F}"/>
              </a:ext>
            </a:extLst>
          </p:cNvPr>
          <p:cNvGrpSpPr/>
          <p:nvPr/>
        </p:nvGrpSpPr>
        <p:grpSpPr>
          <a:xfrm>
            <a:off x="477100" y="5165200"/>
            <a:ext cx="4801453" cy="473837"/>
            <a:chOff x="477100" y="5829545"/>
            <a:chExt cx="4801453" cy="473837"/>
          </a:xfrm>
        </p:grpSpPr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A03373BF-8A80-F513-AAFE-301425A503BD}"/>
                </a:ext>
              </a:extLst>
            </p:cNvPr>
            <p:cNvSpPr txBox="1">
              <a:spLocks/>
            </p:cNvSpPr>
            <p:nvPr/>
          </p:nvSpPr>
          <p:spPr>
            <a:xfrm>
              <a:off x="477100" y="5974130"/>
              <a:ext cx="825917" cy="184666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lvl="1"/>
              <a:r>
                <a:rPr lang="en-US" sz="1200" i="1"/>
                <a:t>Micro</a:t>
              </a:r>
            </a:p>
          </p:txBody>
        </p:sp>
        <p:sp>
          <p:nvSpPr>
            <p:cNvPr id="286" name="Right Triangle 285">
              <a:extLst>
                <a:ext uri="{FF2B5EF4-FFF2-40B4-BE49-F238E27FC236}">
                  <a16:creationId xmlns:a16="http://schemas.microsoft.com/office/drawing/2014/main" id="{454A5E99-98C6-7DF1-DB8C-27154DB0EC47}"/>
                </a:ext>
              </a:extLst>
            </p:cNvPr>
            <p:cNvSpPr/>
            <p:nvPr/>
          </p:nvSpPr>
          <p:spPr>
            <a:xfrm rot="10800000">
              <a:off x="1409502" y="5829545"/>
              <a:ext cx="882562" cy="460438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287" name="Right Triangle 286">
              <a:extLst>
                <a:ext uri="{FF2B5EF4-FFF2-40B4-BE49-F238E27FC236}">
                  <a16:creationId xmlns:a16="http://schemas.microsoft.com/office/drawing/2014/main" id="{C6818A95-93C1-B734-AF77-1D0F7F3FA6A7}"/>
                </a:ext>
              </a:extLst>
            </p:cNvPr>
            <p:cNvSpPr/>
            <p:nvPr/>
          </p:nvSpPr>
          <p:spPr>
            <a:xfrm>
              <a:off x="1414339" y="5842944"/>
              <a:ext cx="882562" cy="460438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0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B4DB46B1-01B1-36E2-A9E0-D444E4DF8FB3}"/>
                </a:ext>
              </a:extLst>
            </p:cNvPr>
            <p:cNvGrpSpPr>
              <a:grpSpLocks/>
            </p:cNvGrpSpPr>
            <p:nvPr/>
          </p:nvGrpSpPr>
          <p:grpSpPr>
            <a:xfrm>
              <a:off x="2403386" y="5829545"/>
              <a:ext cx="887399" cy="473837"/>
              <a:chOff x="3008022" y="5858750"/>
              <a:chExt cx="781302" cy="351552"/>
            </a:xfrm>
          </p:grpSpPr>
          <p:sp>
            <p:nvSpPr>
              <p:cNvPr id="289" name="Right Triangle 288">
                <a:extLst>
                  <a:ext uri="{FF2B5EF4-FFF2-40B4-BE49-F238E27FC236}">
                    <a16:creationId xmlns:a16="http://schemas.microsoft.com/office/drawing/2014/main" id="{1699A11A-4758-78BC-EEB5-E81CB2BC36A5}"/>
                  </a:ext>
                </a:extLst>
              </p:cNvPr>
              <p:cNvSpPr/>
              <p:nvPr/>
            </p:nvSpPr>
            <p:spPr>
              <a:xfrm rot="10800000">
                <a:off x="3008022" y="5858750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290" name="Right Triangle 289">
                <a:extLst>
                  <a:ext uri="{FF2B5EF4-FFF2-40B4-BE49-F238E27FC236}">
                    <a16:creationId xmlns:a16="http://schemas.microsoft.com/office/drawing/2014/main" id="{0DB31BD0-F0BA-60EE-A4D3-4C491E635637}"/>
                  </a:ext>
                </a:extLst>
              </p:cNvPr>
              <p:cNvSpPr/>
              <p:nvPr/>
            </p:nvSpPr>
            <p:spPr>
              <a:xfrm>
                <a:off x="3012281" y="5868691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22</a:t>
                </a: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6BC44D25-F576-CF05-3792-666A45413242}"/>
                </a:ext>
              </a:extLst>
            </p:cNvPr>
            <p:cNvGrpSpPr>
              <a:grpSpLocks/>
            </p:cNvGrpSpPr>
            <p:nvPr/>
          </p:nvGrpSpPr>
          <p:grpSpPr>
            <a:xfrm>
              <a:off x="3397270" y="5829545"/>
              <a:ext cx="887399" cy="473837"/>
              <a:chOff x="4039441" y="5858750"/>
              <a:chExt cx="781302" cy="351552"/>
            </a:xfrm>
          </p:grpSpPr>
          <p:sp>
            <p:nvSpPr>
              <p:cNvPr id="297" name="Right Triangle 296">
                <a:extLst>
                  <a:ext uri="{FF2B5EF4-FFF2-40B4-BE49-F238E27FC236}">
                    <a16:creationId xmlns:a16="http://schemas.microsoft.com/office/drawing/2014/main" id="{B79BD15E-068E-18CB-2A7E-94F7AA3F4354}"/>
                  </a:ext>
                </a:extLst>
              </p:cNvPr>
              <p:cNvSpPr/>
              <p:nvPr/>
            </p:nvSpPr>
            <p:spPr>
              <a:xfrm rot="10800000">
                <a:off x="4039441" y="5858750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299" name="Right Triangle 298">
                <a:extLst>
                  <a:ext uri="{FF2B5EF4-FFF2-40B4-BE49-F238E27FC236}">
                    <a16:creationId xmlns:a16="http://schemas.microsoft.com/office/drawing/2014/main" id="{9479320D-F422-419C-39C8-7630A4265BC0}"/>
                  </a:ext>
                </a:extLst>
              </p:cNvPr>
              <p:cNvSpPr/>
              <p:nvPr/>
            </p:nvSpPr>
            <p:spPr>
              <a:xfrm>
                <a:off x="4043700" y="5868691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1</a:t>
                </a:r>
              </a:p>
            </p:txBody>
          </p: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AF27A141-F315-453B-5E91-56C1DC4AE8A4}"/>
                </a:ext>
              </a:extLst>
            </p:cNvPr>
            <p:cNvGrpSpPr>
              <a:grpSpLocks/>
            </p:cNvGrpSpPr>
            <p:nvPr/>
          </p:nvGrpSpPr>
          <p:grpSpPr>
            <a:xfrm>
              <a:off x="4391154" y="5829545"/>
              <a:ext cx="887399" cy="473837"/>
              <a:chOff x="5070861" y="5858750"/>
              <a:chExt cx="781302" cy="351552"/>
            </a:xfrm>
          </p:grpSpPr>
          <p:sp>
            <p:nvSpPr>
              <p:cNvPr id="301" name="Right Triangle 300">
                <a:extLst>
                  <a:ext uri="{FF2B5EF4-FFF2-40B4-BE49-F238E27FC236}">
                    <a16:creationId xmlns:a16="http://schemas.microsoft.com/office/drawing/2014/main" id="{9870A9AB-4C80-0B90-71EF-C96A712739F4}"/>
                  </a:ext>
                </a:extLst>
              </p:cNvPr>
              <p:cNvSpPr/>
              <p:nvPr/>
            </p:nvSpPr>
            <p:spPr>
              <a:xfrm rot="10800000">
                <a:off x="5070861" y="5858750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302" name="Right Triangle 301">
                <a:extLst>
                  <a:ext uri="{FF2B5EF4-FFF2-40B4-BE49-F238E27FC236}">
                    <a16:creationId xmlns:a16="http://schemas.microsoft.com/office/drawing/2014/main" id="{7D7C7B9F-9B8D-1C37-1568-8D7B3EA5655A}"/>
                  </a:ext>
                </a:extLst>
              </p:cNvPr>
              <p:cNvSpPr/>
              <p:nvPr/>
            </p:nvSpPr>
            <p:spPr>
              <a:xfrm>
                <a:off x="5075120" y="5868691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1</a:t>
                </a:r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295D8BC-3096-03A5-0472-E9B23703C2BE}"/>
                </a:ext>
              </a:extLst>
            </p:cNvPr>
            <p:cNvSpPr txBox="1"/>
            <p:nvPr/>
          </p:nvSpPr>
          <p:spPr>
            <a:xfrm>
              <a:off x="2019426" y="5886299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0</a:t>
              </a:r>
              <a:endParaRPr lang="en-US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5C62D91-D1BF-6C60-5CB2-97FB65B5F9DC}"/>
                </a:ext>
              </a:extLst>
            </p:cNvPr>
            <p:cNvSpPr txBox="1"/>
            <p:nvPr/>
          </p:nvSpPr>
          <p:spPr>
            <a:xfrm>
              <a:off x="3019380" y="5886299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22</a:t>
              </a:r>
              <a:endParaRPr 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B47F61D-93B3-0835-D552-F81BAA65A2E0}"/>
                </a:ext>
              </a:extLst>
            </p:cNvPr>
            <p:cNvSpPr txBox="1"/>
            <p:nvPr/>
          </p:nvSpPr>
          <p:spPr>
            <a:xfrm>
              <a:off x="4006726" y="5886299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1</a:t>
              </a:r>
              <a:endParaRPr 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EBF7244-E874-4013-4C66-7092DD491A26}"/>
                </a:ext>
              </a:extLst>
            </p:cNvPr>
            <p:cNvSpPr txBox="1"/>
            <p:nvPr/>
          </p:nvSpPr>
          <p:spPr>
            <a:xfrm>
              <a:off x="4998147" y="5886299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1</a:t>
              </a:r>
              <a:endParaRPr lang="en-US"/>
            </a:p>
          </p:txBody>
        </p: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877B532-5618-10D0-25BD-23F9EE07AA24}"/>
              </a:ext>
            </a:extLst>
          </p:cNvPr>
          <p:cNvGrpSpPr/>
          <p:nvPr/>
        </p:nvGrpSpPr>
        <p:grpSpPr>
          <a:xfrm>
            <a:off x="474159" y="2507820"/>
            <a:ext cx="4804394" cy="473837"/>
            <a:chOff x="474159" y="3172165"/>
            <a:chExt cx="4804394" cy="473837"/>
          </a:xfrm>
        </p:grpSpPr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DE8CF5DD-066D-6B62-F37E-E4A2B1357555}"/>
                </a:ext>
              </a:extLst>
            </p:cNvPr>
            <p:cNvSpPr txBox="1">
              <a:spLocks/>
            </p:cNvSpPr>
            <p:nvPr/>
          </p:nvSpPr>
          <p:spPr>
            <a:xfrm>
              <a:off x="474159" y="3316750"/>
              <a:ext cx="921448" cy="184666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 b="1"/>
                <a:t>Commercial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5D9F2676-9F87-35C2-7202-7E98211719D3}"/>
                </a:ext>
              </a:extLst>
            </p:cNvPr>
            <p:cNvGrpSpPr>
              <a:grpSpLocks/>
            </p:cNvGrpSpPr>
            <p:nvPr/>
          </p:nvGrpSpPr>
          <p:grpSpPr>
            <a:xfrm>
              <a:off x="1409502" y="3172165"/>
              <a:ext cx="887399" cy="473837"/>
              <a:chOff x="1976603" y="3169654"/>
              <a:chExt cx="781302" cy="351552"/>
            </a:xfrm>
          </p:grpSpPr>
          <p:sp>
            <p:nvSpPr>
              <p:cNvPr id="41" name="Right Triangle 40">
                <a:extLst>
                  <a:ext uri="{FF2B5EF4-FFF2-40B4-BE49-F238E27FC236}">
                    <a16:creationId xmlns:a16="http://schemas.microsoft.com/office/drawing/2014/main" id="{9D0FB989-175A-BAB9-ECEF-AFC4D8541045}"/>
                  </a:ext>
                </a:extLst>
              </p:cNvPr>
              <p:cNvSpPr/>
              <p:nvPr/>
            </p:nvSpPr>
            <p:spPr>
              <a:xfrm rot="10800000">
                <a:off x="1976603" y="3169654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42" name="Right Triangle 41">
                <a:extLst>
                  <a:ext uri="{FF2B5EF4-FFF2-40B4-BE49-F238E27FC236}">
                    <a16:creationId xmlns:a16="http://schemas.microsoft.com/office/drawing/2014/main" id="{D0AE4293-0D59-2FFE-5E90-5A1FCEEA768F}"/>
                  </a:ext>
                </a:extLst>
              </p:cNvPr>
              <p:cNvSpPr/>
              <p:nvPr/>
            </p:nvSpPr>
            <p:spPr>
              <a:xfrm>
                <a:off x="1980862" y="3179595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14</a:t>
                </a:r>
              </a:p>
            </p:txBody>
          </p:sp>
        </p:grp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30FE3FCA-E45A-64B1-5FA1-87177603A4FA}"/>
                </a:ext>
              </a:extLst>
            </p:cNvPr>
            <p:cNvGrpSpPr>
              <a:grpSpLocks/>
            </p:cNvGrpSpPr>
            <p:nvPr/>
          </p:nvGrpSpPr>
          <p:grpSpPr>
            <a:xfrm>
              <a:off x="2403386" y="3172165"/>
              <a:ext cx="887399" cy="473837"/>
              <a:chOff x="3008022" y="3169654"/>
              <a:chExt cx="781302" cy="351552"/>
            </a:xfrm>
          </p:grpSpPr>
          <p:sp>
            <p:nvSpPr>
              <p:cNvPr id="44" name="Right Triangle 43">
                <a:extLst>
                  <a:ext uri="{FF2B5EF4-FFF2-40B4-BE49-F238E27FC236}">
                    <a16:creationId xmlns:a16="http://schemas.microsoft.com/office/drawing/2014/main" id="{EDEC5F2B-3E39-C488-51F7-9D1B528B7C91}"/>
                  </a:ext>
                </a:extLst>
              </p:cNvPr>
              <p:cNvSpPr/>
              <p:nvPr/>
            </p:nvSpPr>
            <p:spPr>
              <a:xfrm rot="10800000">
                <a:off x="3008022" y="3169654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45" name="Right Triangle 44">
                <a:extLst>
                  <a:ext uri="{FF2B5EF4-FFF2-40B4-BE49-F238E27FC236}">
                    <a16:creationId xmlns:a16="http://schemas.microsoft.com/office/drawing/2014/main" id="{1CE7CB69-110B-3806-EC2E-47A70B879921}"/>
                  </a:ext>
                </a:extLst>
              </p:cNvPr>
              <p:cNvSpPr/>
              <p:nvPr/>
            </p:nvSpPr>
            <p:spPr>
              <a:xfrm>
                <a:off x="3012281" y="3179595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60</a:t>
                </a:r>
              </a:p>
            </p:txBody>
          </p:sp>
        </p:grpSp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93AAF2E5-C133-A867-5E09-A8FDED6B9A57}"/>
                </a:ext>
              </a:extLst>
            </p:cNvPr>
            <p:cNvGrpSpPr>
              <a:grpSpLocks/>
            </p:cNvGrpSpPr>
            <p:nvPr/>
          </p:nvGrpSpPr>
          <p:grpSpPr>
            <a:xfrm>
              <a:off x="3397270" y="3172165"/>
              <a:ext cx="887399" cy="473837"/>
              <a:chOff x="4039441" y="3169654"/>
              <a:chExt cx="781302" cy="351552"/>
            </a:xfrm>
          </p:grpSpPr>
          <p:sp>
            <p:nvSpPr>
              <p:cNvPr id="47" name="Right Triangle 46">
                <a:extLst>
                  <a:ext uri="{FF2B5EF4-FFF2-40B4-BE49-F238E27FC236}">
                    <a16:creationId xmlns:a16="http://schemas.microsoft.com/office/drawing/2014/main" id="{B33920AC-6F4A-51F8-3FDD-F94F08F1D6C7}"/>
                  </a:ext>
                </a:extLst>
              </p:cNvPr>
              <p:cNvSpPr/>
              <p:nvPr/>
            </p:nvSpPr>
            <p:spPr>
              <a:xfrm rot="10800000">
                <a:off x="4039441" y="3169654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48" name="Right Triangle 47">
                <a:extLst>
                  <a:ext uri="{FF2B5EF4-FFF2-40B4-BE49-F238E27FC236}">
                    <a16:creationId xmlns:a16="http://schemas.microsoft.com/office/drawing/2014/main" id="{BF0A013D-6A86-85A2-001E-AA360B56C7FF}"/>
                  </a:ext>
                </a:extLst>
              </p:cNvPr>
              <p:cNvSpPr/>
              <p:nvPr/>
            </p:nvSpPr>
            <p:spPr>
              <a:xfrm>
                <a:off x="4043700" y="3179595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29</a:t>
                </a:r>
              </a:p>
            </p:txBody>
          </p:sp>
        </p:grpSp>
        <p:grpSp>
          <p:nvGrpSpPr>
            <p:cNvPr id="370" name="Group 369">
              <a:extLst>
                <a:ext uri="{FF2B5EF4-FFF2-40B4-BE49-F238E27FC236}">
                  <a16:creationId xmlns:a16="http://schemas.microsoft.com/office/drawing/2014/main" id="{61C19058-7431-BC7D-B6E8-B8BC30A7E9C2}"/>
                </a:ext>
              </a:extLst>
            </p:cNvPr>
            <p:cNvGrpSpPr>
              <a:grpSpLocks/>
            </p:cNvGrpSpPr>
            <p:nvPr/>
          </p:nvGrpSpPr>
          <p:grpSpPr>
            <a:xfrm>
              <a:off x="4391154" y="3172165"/>
              <a:ext cx="887399" cy="473837"/>
              <a:chOff x="5070861" y="3169654"/>
              <a:chExt cx="781302" cy="351552"/>
            </a:xfrm>
          </p:grpSpPr>
          <p:sp>
            <p:nvSpPr>
              <p:cNvPr id="50" name="Right Triangle 49">
                <a:extLst>
                  <a:ext uri="{FF2B5EF4-FFF2-40B4-BE49-F238E27FC236}">
                    <a16:creationId xmlns:a16="http://schemas.microsoft.com/office/drawing/2014/main" id="{F996EFD9-682F-29F1-1D3C-9ACF6625045E}"/>
                  </a:ext>
                </a:extLst>
              </p:cNvPr>
              <p:cNvSpPr/>
              <p:nvPr/>
            </p:nvSpPr>
            <p:spPr>
              <a:xfrm rot="10800000">
                <a:off x="5070861" y="3169654"/>
                <a:ext cx="777043" cy="341611"/>
              </a:xfrm>
              <a:prstGeom prst="rt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endParaRPr lang="en-US" sz="1000">
                  <a:solidFill>
                    <a:schemeClr val="tx2"/>
                  </a:solidFill>
                </a:endParaRPr>
              </a:p>
            </p:txBody>
          </p:sp>
          <p:sp>
            <p:nvSpPr>
              <p:cNvPr id="51" name="Right Triangle 50">
                <a:extLst>
                  <a:ext uri="{FF2B5EF4-FFF2-40B4-BE49-F238E27FC236}">
                    <a16:creationId xmlns:a16="http://schemas.microsoft.com/office/drawing/2014/main" id="{9000BDE8-FBE4-589C-FE44-2876AD3ACE37}"/>
                  </a:ext>
                </a:extLst>
              </p:cNvPr>
              <p:cNvSpPr/>
              <p:nvPr/>
            </p:nvSpPr>
            <p:spPr>
              <a:xfrm>
                <a:off x="5075120" y="3179595"/>
                <a:ext cx="777043" cy="341611"/>
              </a:xfrm>
              <a:prstGeom prst="rtTriangle">
                <a:avLst/>
              </a:prstGeom>
              <a:solidFill>
                <a:schemeClr val="accent3">
                  <a:lumMod val="9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tx1"/>
                  </a:buClr>
                </a:pPr>
                <a:r>
                  <a:rPr lang="en-US" sz="1000">
                    <a:solidFill>
                      <a:schemeClr val="tx1"/>
                    </a:solidFill>
                  </a:rPr>
                  <a:t>36</a:t>
                </a:r>
              </a:p>
            </p:txBody>
          </p: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2EBE0D18-83A8-7DAB-24AB-1F8357739964}"/>
                </a:ext>
              </a:extLst>
            </p:cNvPr>
            <p:cNvSpPr txBox="1"/>
            <p:nvPr/>
          </p:nvSpPr>
          <p:spPr>
            <a:xfrm>
              <a:off x="2019426" y="3239806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24</a:t>
              </a:r>
              <a:endParaRPr lang="en-US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53F9D02-7837-2EF8-D388-EDE84A96214A}"/>
                </a:ext>
              </a:extLst>
            </p:cNvPr>
            <p:cNvSpPr txBox="1"/>
            <p:nvPr/>
          </p:nvSpPr>
          <p:spPr>
            <a:xfrm>
              <a:off x="3024307" y="3239806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63</a:t>
              </a:r>
              <a:endParaRPr lang="en-US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CC747A7-D7E6-E85C-37E3-91B510892E5C}"/>
                </a:ext>
              </a:extLst>
            </p:cNvPr>
            <p:cNvSpPr txBox="1"/>
            <p:nvPr/>
          </p:nvSpPr>
          <p:spPr>
            <a:xfrm>
              <a:off x="3986073" y="3239806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32</a:t>
              </a:r>
              <a:endParaRPr 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D52A84E-B62E-6E17-6842-0240636DCE38}"/>
                </a:ext>
              </a:extLst>
            </p:cNvPr>
            <p:cNvSpPr txBox="1"/>
            <p:nvPr/>
          </p:nvSpPr>
          <p:spPr>
            <a:xfrm>
              <a:off x="5010606" y="3239806"/>
              <a:ext cx="176784" cy="153888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000"/>
                <a:t>46</a:t>
              </a:r>
              <a:endParaRPr lang="en-US"/>
            </a:p>
          </p:txBody>
        </p: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2219E54C-2A00-12D1-4FEF-C6BE00686C69}"/>
              </a:ext>
            </a:extLst>
          </p:cNvPr>
          <p:cNvSpPr txBox="1">
            <a:spLocks/>
          </p:cNvSpPr>
          <p:nvPr/>
        </p:nvSpPr>
        <p:spPr>
          <a:xfrm>
            <a:off x="477100" y="5974131"/>
            <a:ext cx="825917" cy="18466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Total</a:t>
            </a:r>
          </a:p>
        </p:txBody>
      </p: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BDF9CFD4-F904-FD0C-7EBF-1CB8572A961E}"/>
              </a:ext>
            </a:extLst>
          </p:cNvPr>
          <p:cNvGrpSpPr>
            <a:grpSpLocks/>
          </p:cNvGrpSpPr>
          <p:nvPr/>
        </p:nvGrpSpPr>
        <p:grpSpPr>
          <a:xfrm>
            <a:off x="3397270" y="5829545"/>
            <a:ext cx="887399" cy="473837"/>
            <a:chOff x="4039441" y="2478674"/>
            <a:chExt cx="781302" cy="351552"/>
          </a:xfrm>
        </p:grpSpPr>
        <p:sp>
          <p:nvSpPr>
            <p:cNvPr id="35" name="Right Triangle 34">
              <a:extLst>
                <a:ext uri="{FF2B5EF4-FFF2-40B4-BE49-F238E27FC236}">
                  <a16:creationId xmlns:a16="http://schemas.microsoft.com/office/drawing/2014/main" id="{BA031F32-8892-F624-BB03-42D8A8212C15}"/>
                </a:ext>
              </a:extLst>
            </p:cNvPr>
            <p:cNvSpPr/>
            <p:nvPr/>
          </p:nvSpPr>
          <p:spPr>
            <a:xfrm rot="10800000">
              <a:off x="4039441" y="2478674"/>
              <a:ext cx="777043" cy="341611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36" name="Right Triangle 35">
              <a:extLst>
                <a:ext uri="{FF2B5EF4-FFF2-40B4-BE49-F238E27FC236}">
                  <a16:creationId xmlns:a16="http://schemas.microsoft.com/office/drawing/2014/main" id="{0B29E69D-BC89-0984-5D3F-20DC85244DE2}"/>
                </a:ext>
              </a:extLst>
            </p:cNvPr>
            <p:cNvSpPr/>
            <p:nvPr/>
          </p:nvSpPr>
          <p:spPr>
            <a:xfrm>
              <a:off x="4043700" y="2488615"/>
              <a:ext cx="777043" cy="341611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4</a:t>
              </a:r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8600922-B448-458A-C209-A0986EE19837}"/>
              </a:ext>
            </a:extLst>
          </p:cNvPr>
          <p:cNvGrpSpPr>
            <a:grpSpLocks/>
          </p:cNvGrpSpPr>
          <p:nvPr/>
        </p:nvGrpSpPr>
        <p:grpSpPr>
          <a:xfrm>
            <a:off x="4391154" y="5829545"/>
            <a:ext cx="887399" cy="473837"/>
            <a:chOff x="5070861" y="2478674"/>
            <a:chExt cx="781302" cy="351552"/>
          </a:xfrm>
        </p:grpSpPr>
        <p:sp>
          <p:nvSpPr>
            <p:cNvPr id="38" name="Right Triangle 37">
              <a:extLst>
                <a:ext uri="{FF2B5EF4-FFF2-40B4-BE49-F238E27FC236}">
                  <a16:creationId xmlns:a16="http://schemas.microsoft.com/office/drawing/2014/main" id="{77CD3BC7-7145-50E7-8162-A7061A482C0F}"/>
                </a:ext>
              </a:extLst>
            </p:cNvPr>
            <p:cNvSpPr/>
            <p:nvPr/>
          </p:nvSpPr>
          <p:spPr>
            <a:xfrm rot="10800000">
              <a:off x="5070861" y="2478674"/>
              <a:ext cx="777043" cy="341611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39" name="Right Triangle 38">
              <a:extLst>
                <a:ext uri="{FF2B5EF4-FFF2-40B4-BE49-F238E27FC236}">
                  <a16:creationId xmlns:a16="http://schemas.microsoft.com/office/drawing/2014/main" id="{A9668759-6610-07B1-1BED-C11E639AA69C}"/>
                </a:ext>
              </a:extLst>
            </p:cNvPr>
            <p:cNvSpPr/>
            <p:nvPr/>
          </p:nvSpPr>
          <p:spPr>
            <a:xfrm>
              <a:off x="5075120" y="2488615"/>
              <a:ext cx="777043" cy="341611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5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2D89ED9A-5481-983C-CAAB-38ED0D1DBC5C}"/>
              </a:ext>
            </a:extLst>
          </p:cNvPr>
          <p:cNvGrpSpPr>
            <a:grpSpLocks/>
          </p:cNvGrpSpPr>
          <p:nvPr/>
        </p:nvGrpSpPr>
        <p:grpSpPr>
          <a:xfrm>
            <a:off x="2403386" y="5829545"/>
            <a:ext cx="887399" cy="473837"/>
            <a:chOff x="3008022" y="2478674"/>
            <a:chExt cx="781302" cy="351552"/>
          </a:xfrm>
        </p:grpSpPr>
        <p:sp>
          <p:nvSpPr>
            <p:cNvPr id="32" name="Right Triangle 31">
              <a:extLst>
                <a:ext uri="{FF2B5EF4-FFF2-40B4-BE49-F238E27FC236}">
                  <a16:creationId xmlns:a16="http://schemas.microsoft.com/office/drawing/2014/main" id="{E3F67D3D-4CCB-F3A1-EA70-E5A45D608413}"/>
                </a:ext>
              </a:extLst>
            </p:cNvPr>
            <p:cNvSpPr/>
            <p:nvPr/>
          </p:nvSpPr>
          <p:spPr>
            <a:xfrm rot="10800000">
              <a:off x="3008022" y="2478674"/>
              <a:ext cx="777043" cy="341611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33" name="Right Triangle 32">
              <a:extLst>
                <a:ext uri="{FF2B5EF4-FFF2-40B4-BE49-F238E27FC236}">
                  <a16:creationId xmlns:a16="http://schemas.microsoft.com/office/drawing/2014/main" id="{408F529D-339C-F3FC-136D-0BC8C5309BDD}"/>
                </a:ext>
              </a:extLst>
            </p:cNvPr>
            <p:cNvSpPr/>
            <p:nvPr/>
          </p:nvSpPr>
          <p:spPr>
            <a:xfrm>
              <a:off x="3012281" y="2488615"/>
              <a:ext cx="777043" cy="341611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30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0E9479D1-B946-A654-13ED-0FF7A18864AA}"/>
              </a:ext>
            </a:extLst>
          </p:cNvPr>
          <p:cNvGrpSpPr>
            <a:grpSpLocks/>
          </p:cNvGrpSpPr>
          <p:nvPr/>
        </p:nvGrpSpPr>
        <p:grpSpPr>
          <a:xfrm>
            <a:off x="1409500" y="5829545"/>
            <a:ext cx="887400" cy="473837"/>
            <a:chOff x="1976602" y="2478674"/>
            <a:chExt cx="781303" cy="351552"/>
          </a:xfrm>
        </p:grpSpPr>
        <p:sp>
          <p:nvSpPr>
            <p:cNvPr id="28" name="Right Triangle 27">
              <a:extLst>
                <a:ext uri="{FF2B5EF4-FFF2-40B4-BE49-F238E27FC236}">
                  <a16:creationId xmlns:a16="http://schemas.microsoft.com/office/drawing/2014/main" id="{7261174A-6C8B-9A15-4654-7BF5B8D52134}"/>
                </a:ext>
              </a:extLst>
            </p:cNvPr>
            <p:cNvSpPr/>
            <p:nvPr/>
          </p:nvSpPr>
          <p:spPr>
            <a:xfrm rot="10800000">
              <a:off x="1976602" y="2478674"/>
              <a:ext cx="777043" cy="341611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29" name="Right Triangle 28">
              <a:extLst>
                <a:ext uri="{FF2B5EF4-FFF2-40B4-BE49-F238E27FC236}">
                  <a16:creationId xmlns:a16="http://schemas.microsoft.com/office/drawing/2014/main" id="{76E438B6-2218-0E21-789C-EAE67F2699C4}"/>
                </a:ext>
              </a:extLst>
            </p:cNvPr>
            <p:cNvSpPr/>
            <p:nvPr/>
          </p:nvSpPr>
          <p:spPr>
            <a:xfrm>
              <a:off x="1980862" y="2488615"/>
              <a:ext cx="777043" cy="341611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1</a:t>
              </a: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E1DD946-6EE8-DA0B-0AB8-C9D5D94C1CA5}"/>
              </a:ext>
            </a:extLst>
          </p:cNvPr>
          <p:cNvSpPr txBox="1"/>
          <p:nvPr/>
        </p:nvSpPr>
        <p:spPr>
          <a:xfrm>
            <a:off x="2001891" y="5894415"/>
            <a:ext cx="1767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/>
              <a:t>3</a:t>
            </a:r>
            <a:endParaRPr 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2F95FE9D-7569-F997-F2FF-04D3FD17C351}"/>
              </a:ext>
            </a:extLst>
          </p:cNvPr>
          <p:cNvSpPr txBox="1"/>
          <p:nvPr/>
        </p:nvSpPr>
        <p:spPr>
          <a:xfrm>
            <a:off x="3006772" y="5894415"/>
            <a:ext cx="1767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/>
              <a:t>30</a:t>
            </a:r>
            <a:endParaRPr 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02C3E6CB-D966-F23A-7CAA-A008A6584803}"/>
              </a:ext>
            </a:extLst>
          </p:cNvPr>
          <p:cNvSpPr txBox="1"/>
          <p:nvPr/>
        </p:nvSpPr>
        <p:spPr>
          <a:xfrm>
            <a:off x="3968538" y="5894415"/>
            <a:ext cx="1767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/>
              <a:t>5</a:t>
            </a:r>
            <a:endParaRPr lang="en-US"/>
          </a:p>
        </p:txBody>
      </p:sp>
      <p:sp>
        <p:nvSpPr>
          <p:cNvPr id="450" name="TextBox 449">
            <a:extLst>
              <a:ext uri="{FF2B5EF4-FFF2-40B4-BE49-F238E27FC236}">
                <a16:creationId xmlns:a16="http://schemas.microsoft.com/office/drawing/2014/main" id="{58DB1558-9705-B948-FFF1-9BF575A5B6C0}"/>
              </a:ext>
            </a:extLst>
          </p:cNvPr>
          <p:cNvSpPr txBox="1"/>
          <p:nvPr/>
        </p:nvSpPr>
        <p:spPr>
          <a:xfrm>
            <a:off x="4993071" y="5894415"/>
            <a:ext cx="1767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/>
              <a:t>5</a:t>
            </a:r>
            <a:endParaRPr lang="en-US"/>
          </a:p>
        </p:txBody>
      </p: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3C13FA89-311C-1EA6-C7BE-71FF7A4746E8}"/>
              </a:ext>
            </a:extLst>
          </p:cNvPr>
          <p:cNvGrpSpPr>
            <a:grpSpLocks/>
          </p:cNvGrpSpPr>
          <p:nvPr/>
        </p:nvGrpSpPr>
        <p:grpSpPr>
          <a:xfrm>
            <a:off x="3397270" y="3138580"/>
            <a:ext cx="887399" cy="473837"/>
            <a:chOff x="4039441" y="2478674"/>
            <a:chExt cx="781302" cy="351552"/>
          </a:xfrm>
        </p:grpSpPr>
        <p:sp>
          <p:nvSpPr>
            <p:cNvPr id="461" name="Right Triangle 460">
              <a:extLst>
                <a:ext uri="{FF2B5EF4-FFF2-40B4-BE49-F238E27FC236}">
                  <a16:creationId xmlns:a16="http://schemas.microsoft.com/office/drawing/2014/main" id="{FDE0AFBF-62F4-0454-B7FD-0A5081A3EEB5}"/>
                </a:ext>
              </a:extLst>
            </p:cNvPr>
            <p:cNvSpPr/>
            <p:nvPr/>
          </p:nvSpPr>
          <p:spPr>
            <a:xfrm rot="10800000">
              <a:off x="4039441" y="2478674"/>
              <a:ext cx="777043" cy="341611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462" name="Right Triangle 461">
              <a:extLst>
                <a:ext uri="{FF2B5EF4-FFF2-40B4-BE49-F238E27FC236}">
                  <a16:creationId xmlns:a16="http://schemas.microsoft.com/office/drawing/2014/main" id="{B04006BE-DD79-5F0A-52C0-909E1C55FB10}"/>
                </a:ext>
              </a:extLst>
            </p:cNvPr>
            <p:cNvSpPr/>
            <p:nvPr/>
          </p:nvSpPr>
          <p:spPr>
            <a:xfrm>
              <a:off x="4043700" y="2488615"/>
              <a:ext cx="777043" cy="341611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3</a:t>
              </a:r>
            </a:p>
          </p:txBody>
        </p:sp>
      </p:grp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1406AFC9-9DC0-7019-6666-7E3A67DDC53D}"/>
              </a:ext>
            </a:extLst>
          </p:cNvPr>
          <p:cNvGrpSpPr>
            <a:grpSpLocks/>
          </p:cNvGrpSpPr>
          <p:nvPr/>
        </p:nvGrpSpPr>
        <p:grpSpPr>
          <a:xfrm>
            <a:off x="4391154" y="3138580"/>
            <a:ext cx="887399" cy="473837"/>
            <a:chOff x="5070861" y="2478674"/>
            <a:chExt cx="781302" cy="351552"/>
          </a:xfrm>
        </p:grpSpPr>
        <p:sp>
          <p:nvSpPr>
            <p:cNvPr id="467" name="Right Triangle 466">
              <a:extLst>
                <a:ext uri="{FF2B5EF4-FFF2-40B4-BE49-F238E27FC236}">
                  <a16:creationId xmlns:a16="http://schemas.microsoft.com/office/drawing/2014/main" id="{761BAA15-4089-1020-1D3C-D57C5F04273C}"/>
                </a:ext>
              </a:extLst>
            </p:cNvPr>
            <p:cNvSpPr/>
            <p:nvPr/>
          </p:nvSpPr>
          <p:spPr>
            <a:xfrm rot="10800000">
              <a:off x="5070861" y="2478674"/>
              <a:ext cx="777043" cy="341611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468" name="Right Triangle 467">
              <a:extLst>
                <a:ext uri="{FF2B5EF4-FFF2-40B4-BE49-F238E27FC236}">
                  <a16:creationId xmlns:a16="http://schemas.microsoft.com/office/drawing/2014/main" id="{C16E2854-1F80-D845-9BB8-858208C77134}"/>
                </a:ext>
              </a:extLst>
            </p:cNvPr>
            <p:cNvSpPr/>
            <p:nvPr/>
          </p:nvSpPr>
          <p:spPr>
            <a:xfrm>
              <a:off x="5075120" y="2488615"/>
              <a:ext cx="777043" cy="341611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5</a:t>
              </a:r>
            </a:p>
          </p:txBody>
        </p: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F192F9EE-D65B-D308-4F9E-5E99182047B6}"/>
              </a:ext>
            </a:extLst>
          </p:cNvPr>
          <p:cNvGrpSpPr>
            <a:grpSpLocks/>
          </p:cNvGrpSpPr>
          <p:nvPr/>
        </p:nvGrpSpPr>
        <p:grpSpPr>
          <a:xfrm>
            <a:off x="2403386" y="3138580"/>
            <a:ext cx="887399" cy="473837"/>
            <a:chOff x="3008022" y="2478674"/>
            <a:chExt cx="781302" cy="351552"/>
          </a:xfrm>
        </p:grpSpPr>
        <p:sp>
          <p:nvSpPr>
            <p:cNvPr id="471" name="Right Triangle 470">
              <a:extLst>
                <a:ext uri="{FF2B5EF4-FFF2-40B4-BE49-F238E27FC236}">
                  <a16:creationId xmlns:a16="http://schemas.microsoft.com/office/drawing/2014/main" id="{E0783AB3-FCFD-1EFA-FFDA-F9A321F187DB}"/>
                </a:ext>
              </a:extLst>
            </p:cNvPr>
            <p:cNvSpPr/>
            <p:nvPr/>
          </p:nvSpPr>
          <p:spPr>
            <a:xfrm rot="10800000">
              <a:off x="3008022" y="2478674"/>
              <a:ext cx="777043" cy="341611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472" name="Right Triangle 471">
              <a:extLst>
                <a:ext uri="{FF2B5EF4-FFF2-40B4-BE49-F238E27FC236}">
                  <a16:creationId xmlns:a16="http://schemas.microsoft.com/office/drawing/2014/main" id="{A3670CE7-1A57-C339-280D-F46DD14BE52E}"/>
                </a:ext>
              </a:extLst>
            </p:cNvPr>
            <p:cNvSpPr/>
            <p:nvPr/>
          </p:nvSpPr>
          <p:spPr>
            <a:xfrm>
              <a:off x="3012281" y="2488615"/>
              <a:ext cx="777043" cy="341611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30</a:t>
              </a:r>
            </a:p>
          </p:txBody>
        </p: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DC23504D-9CE5-C7D2-F383-7E9137E971B6}"/>
              </a:ext>
            </a:extLst>
          </p:cNvPr>
          <p:cNvGrpSpPr>
            <a:grpSpLocks/>
          </p:cNvGrpSpPr>
          <p:nvPr/>
        </p:nvGrpSpPr>
        <p:grpSpPr>
          <a:xfrm>
            <a:off x="1409500" y="3138580"/>
            <a:ext cx="887400" cy="473837"/>
            <a:chOff x="1976602" y="2478674"/>
            <a:chExt cx="781303" cy="351552"/>
          </a:xfrm>
        </p:grpSpPr>
        <p:sp>
          <p:nvSpPr>
            <p:cNvPr id="474" name="Right Triangle 473">
              <a:extLst>
                <a:ext uri="{FF2B5EF4-FFF2-40B4-BE49-F238E27FC236}">
                  <a16:creationId xmlns:a16="http://schemas.microsoft.com/office/drawing/2014/main" id="{2F592A5A-CB78-639D-B432-DE0DA0BCEA7E}"/>
                </a:ext>
              </a:extLst>
            </p:cNvPr>
            <p:cNvSpPr/>
            <p:nvPr/>
          </p:nvSpPr>
          <p:spPr>
            <a:xfrm rot="10800000">
              <a:off x="1976602" y="2478674"/>
              <a:ext cx="777043" cy="341611"/>
            </a:xfrm>
            <a:prstGeom prst="rt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2"/>
                </a:buClr>
              </a:pPr>
              <a:endParaRPr lang="en-US" sz="1000">
                <a:solidFill>
                  <a:schemeClr val="tx2"/>
                </a:solidFill>
              </a:endParaRPr>
            </a:p>
          </p:txBody>
        </p:sp>
        <p:sp>
          <p:nvSpPr>
            <p:cNvPr id="475" name="Right Triangle 474">
              <a:extLst>
                <a:ext uri="{FF2B5EF4-FFF2-40B4-BE49-F238E27FC236}">
                  <a16:creationId xmlns:a16="http://schemas.microsoft.com/office/drawing/2014/main" id="{7BED37DB-4CB8-AF53-72C6-BA1E1513D9F6}"/>
                </a:ext>
              </a:extLst>
            </p:cNvPr>
            <p:cNvSpPr/>
            <p:nvPr/>
          </p:nvSpPr>
          <p:spPr>
            <a:xfrm>
              <a:off x="1980862" y="2488615"/>
              <a:ext cx="777043" cy="341611"/>
            </a:xfrm>
            <a:prstGeom prst="rtTriangle">
              <a:avLst/>
            </a:prstGeom>
            <a:solidFill>
              <a:schemeClr val="accent3">
                <a:lumMod val="9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  <a:buClr>
                  <a:schemeClr val="tx1"/>
                </a:buClr>
              </a:pPr>
              <a:r>
                <a:rPr lang="en-US" sz="1000">
                  <a:solidFill>
                    <a:schemeClr val="tx1"/>
                  </a:solidFill>
                </a:rPr>
                <a:t>1</a:t>
              </a:r>
            </a:p>
          </p:txBody>
        </p:sp>
      </p:grpSp>
      <p:sp>
        <p:nvSpPr>
          <p:cNvPr id="476" name="TextBox 475">
            <a:extLst>
              <a:ext uri="{FF2B5EF4-FFF2-40B4-BE49-F238E27FC236}">
                <a16:creationId xmlns:a16="http://schemas.microsoft.com/office/drawing/2014/main" id="{B18E9961-E1C0-F52E-3601-89994BE28B6F}"/>
              </a:ext>
            </a:extLst>
          </p:cNvPr>
          <p:cNvSpPr txBox="1"/>
          <p:nvPr/>
        </p:nvSpPr>
        <p:spPr>
          <a:xfrm>
            <a:off x="2001891" y="3203450"/>
            <a:ext cx="1767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/>
              <a:t>3</a:t>
            </a:r>
            <a:endParaRPr lang="en-US"/>
          </a:p>
        </p:txBody>
      </p:sp>
      <p:sp>
        <p:nvSpPr>
          <p:cNvPr id="477" name="TextBox 476">
            <a:extLst>
              <a:ext uri="{FF2B5EF4-FFF2-40B4-BE49-F238E27FC236}">
                <a16:creationId xmlns:a16="http://schemas.microsoft.com/office/drawing/2014/main" id="{9B9D60FC-A1FB-A4E3-472B-9F0215E75F89}"/>
              </a:ext>
            </a:extLst>
          </p:cNvPr>
          <p:cNvSpPr txBox="1"/>
          <p:nvPr/>
        </p:nvSpPr>
        <p:spPr>
          <a:xfrm>
            <a:off x="3006772" y="3203450"/>
            <a:ext cx="1767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/>
              <a:t>29</a:t>
            </a:r>
            <a:endParaRPr lang="en-US"/>
          </a:p>
        </p:txBody>
      </p:sp>
      <p:sp>
        <p:nvSpPr>
          <p:cNvPr id="478" name="TextBox 477">
            <a:extLst>
              <a:ext uri="{FF2B5EF4-FFF2-40B4-BE49-F238E27FC236}">
                <a16:creationId xmlns:a16="http://schemas.microsoft.com/office/drawing/2014/main" id="{7AD4E97A-9DCF-A737-E42D-9ADB4871590D}"/>
              </a:ext>
            </a:extLst>
          </p:cNvPr>
          <p:cNvSpPr txBox="1"/>
          <p:nvPr/>
        </p:nvSpPr>
        <p:spPr>
          <a:xfrm>
            <a:off x="3968538" y="3203450"/>
            <a:ext cx="1767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/>
              <a:t>4</a:t>
            </a:r>
            <a:endParaRPr lang="en-US"/>
          </a:p>
        </p:txBody>
      </p:sp>
      <p:sp>
        <p:nvSpPr>
          <p:cNvPr id="479" name="TextBox 478">
            <a:extLst>
              <a:ext uri="{FF2B5EF4-FFF2-40B4-BE49-F238E27FC236}">
                <a16:creationId xmlns:a16="http://schemas.microsoft.com/office/drawing/2014/main" id="{EF1065CD-8388-82E8-DD25-2FBE1781831A}"/>
              </a:ext>
            </a:extLst>
          </p:cNvPr>
          <p:cNvSpPr txBox="1"/>
          <p:nvPr/>
        </p:nvSpPr>
        <p:spPr>
          <a:xfrm>
            <a:off x="4993071" y="3203450"/>
            <a:ext cx="1767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/>
              <a:t>5</a:t>
            </a:r>
            <a:endParaRPr lang="en-US"/>
          </a:p>
        </p:txBody>
      </p:sp>
      <p:sp>
        <p:nvSpPr>
          <p:cNvPr id="3" name="Sticker">
            <a:extLst>
              <a:ext uri="{FF2B5EF4-FFF2-40B4-BE49-F238E27FC236}">
                <a16:creationId xmlns:a16="http://schemas.microsoft.com/office/drawing/2014/main" id="{D6EF23FF-E89B-C77E-F68E-5D40A28FE1C2}"/>
              </a:ext>
            </a:extLst>
          </p:cNvPr>
          <p:cNvSpPr txBox="1"/>
          <p:nvPr/>
        </p:nvSpPr>
        <p:spPr>
          <a:xfrm>
            <a:off x="582493" y="991063"/>
            <a:ext cx="2200512" cy="123111"/>
          </a:xfrm>
          <a:prstGeom prst="rect">
            <a:avLst/>
          </a:prstGeom>
          <a:solidFill>
            <a:schemeClr val="bg1"/>
          </a:solidFill>
          <a:ln w="6350">
            <a:noFill/>
            <a:miter lim="800000"/>
          </a:ln>
        </p:spPr>
        <p:txBody>
          <a:bodyPr vert="horz" wrap="square" lIns="0" tIns="0" rIns="0" bIns="0" rtlCol="0" anchor="ctr" anchorCtr="0">
            <a:sp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rtl="0"/>
            <a:r>
              <a:rPr lang="en-US">
                <a:solidFill>
                  <a:srgbClr val="C00000"/>
                </a:solidFill>
                <a:latin typeface="+mn-lt"/>
              </a:rPr>
              <a:t>Preliminary - to be further verified</a:t>
            </a:r>
          </a:p>
        </p:txBody>
      </p:sp>
    </p:spTree>
    <p:extLst>
      <p:ext uri="{BB962C8B-B14F-4D97-AF65-F5344CB8AC3E}">
        <p14:creationId xmlns:p14="http://schemas.microsoft.com/office/powerpoint/2010/main" val="179125266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6" hidden="1">
            <a:extLst>
              <a:ext uri="{FF2B5EF4-FFF2-40B4-BE49-F238E27FC236}">
                <a16:creationId xmlns:a16="http://schemas.microsoft.com/office/drawing/2014/main" id="{CBE6262D-8883-4387-2976-3DFAD683B55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121847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3" imgW="404" imgH="405" progId="TCLayout.ActiveDocument.1">
                  <p:embed/>
                </p:oleObj>
              </mc:Choice>
              <mc:Fallback>
                <p:oleObj name="think-cell Slide" r:id="rId43" imgW="404" imgH="405" progId="TCLayout.ActiveDocument.1">
                  <p:embed/>
                  <p:pic>
                    <p:nvPicPr>
                      <p:cNvPr id="6" name="Object 6" hidden="1">
                        <a:extLst>
                          <a:ext uri="{FF2B5EF4-FFF2-40B4-BE49-F238E27FC236}">
                            <a16:creationId xmlns:a16="http://schemas.microsoft.com/office/drawing/2014/main" id="{CBE6262D-8883-4387-2976-3DFAD683B55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B51966CC-A2E4-6A95-EE20-7D9A47291204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/>
          <a:lstStyle/>
          <a:p>
            <a:r>
              <a:rPr lang="en-US">
                <a:latin typeface="+mj-lt"/>
              </a:rPr>
              <a:t>For Next-Product-To-Buy, banks use collaborative filtering and propensity models to drive a 10-15% revenue uplift</a:t>
            </a:r>
            <a:endParaRPr lang="en-GB">
              <a:latin typeface="+mj-lt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2A106749-82FB-7EE9-B862-6DC24C733D57}"/>
              </a:ext>
            </a:extLst>
          </p:cNvPr>
          <p:cNvSpPr txBox="1">
            <a:spLocks/>
          </p:cNvSpPr>
          <p:nvPr/>
        </p:nvSpPr>
        <p:spPr>
          <a:xfrm>
            <a:off x="578551" y="1081914"/>
            <a:ext cx="9724316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Next-Product-To-Buy Engine</a:t>
            </a:r>
          </a:p>
        </p:txBody>
      </p:sp>
      <p:cxnSp>
        <p:nvCxnSpPr>
          <p:cNvPr id="62" name="LineBasicStrong 56">
            <a:extLst>
              <a:ext uri="{FF2B5EF4-FFF2-40B4-BE49-F238E27FC236}">
                <a16:creationId xmlns:a16="http://schemas.microsoft.com/office/drawing/2014/main" id="{68CBF0FF-1F82-D61B-6362-6AF520814CEC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78552" y="1334622"/>
            <a:ext cx="11063520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93778C62-5238-0510-E0B9-B8410FC7B645}"/>
              </a:ext>
            </a:extLst>
          </p:cNvPr>
          <p:cNvGrpSpPr>
            <a:grpSpLocks/>
          </p:cNvGrpSpPr>
          <p:nvPr>
            <p:custDataLst>
              <p:tags r:id="rId4"/>
            </p:custDataLst>
          </p:nvPr>
        </p:nvGrpSpPr>
        <p:grpSpPr>
          <a:xfrm>
            <a:off x="578551" y="1395548"/>
            <a:ext cx="3661960" cy="290556"/>
            <a:chOff x="4704081" y="1436644"/>
            <a:chExt cx="2322715" cy="290556"/>
          </a:xfrm>
        </p:grpSpPr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04D3BF0-0E21-2766-6BDF-D90A57F29CBB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4704081" y="1436644"/>
              <a:ext cx="2322715" cy="290556"/>
            </a:xfrm>
            <a:custGeom>
              <a:avLst/>
              <a:gdLst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9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9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9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61683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61683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3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8762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87621" y="0"/>
                  </a:lnTo>
                  <a:lnTo>
                    <a:pt x="1828800" y="457200"/>
                  </a:lnTo>
                  <a:lnTo>
                    <a:pt x="1787621" y="914400"/>
                  </a:lnTo>
                  <a:lnTo>
                    <a:pt x="0" y="914400"/>
                  </a:lnTo>
                  <a:lnTo>
                    <a:pt x="0" y="457200"/>
                  </a:lnTo>
                  <a:close/>
                </a:path>
              </a:pathLst>
            </a:custGeom>
            <a:solidFill>
              <a:schemeClr val="accent5">
                <a:lumMod val="90000"/>
              </a:schemeClr>
            </a:solidFill>
            <a:ln w="6350" cap="sq">
              <a:solidFill>
                <a:schemeClr val="bg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AE12289-86E7-5FA3-50BC-2653A02650BE}"/>
                </a:ext>
              </a:extLst>
            </p:cNvPr>
            <p:cNvSpPr txBox="1"/>
            <p:nvPr>
              <p:custDataLst>
                <p:tags r:id="rId40"/>
              </p:custDataLst>
            </p:nvPr>
          </p:nvSpPr>
          <p:spPr>
            <a:xfrm>
              <a:off x="4767581" y="1456822"/>
              <a:ext cx="2206915" cy="250201"/>
            </a:xfrm>
            <a:prstGeom prst="rect">
              <a:avLst/>
            </a:prstGeom>
            <a:solidFill>
              <a:schemeClr val="accent5">
                <a:lumMod val="90000"/>
              </a:schemeClr>
            </a:solidFill>
          </p:spPr>
          <p:txBody>
            <a:bodyPr vert="horz" wrap="square" lIns="0" tIns="0" rIns="0" bIns="0" rtlCol="0" anchor="ctr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111918"/>
                </a:buClr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Tahoma" panose="020B0604030504040204" pitchFamily="34" charset="0"/>
                  <a:cs typeface="Tahoma" panose="020B0604030504040204" pitchFamily="34" charset="0"/>
                </a:rPr>
                <a:t>Input</a:t>
              </a:r>
              <a:endPara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1FFAF3CD-05A8-F4D0-A0F3-498D76877AEF}"/>
              </a:ext>
            </a:extLst>
          </p:cNvPr>
          <p:cNvGrpSpPr>
            <a:grpSpLocks/>
          </p:cNvGrpSpPr>
          <p:nvPr>
            <p:custDataLst>
              <p:tags r:id="rId5"/>
            </p:custDataLst>
          </p:nvPr>
        </p:nvGrpSpPr>
        <p:grpSpPr>
          <a:xfrm>
            <a:off x="4279331" y="1395548"/>
            <a:ext cx="3661960" cy="290556"/>
            <a:chOff x="7009315" y="1436644"/>
            <a:chExt cx="2322715" cy="290556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A19F7C7-5358-B1A7-60DD-D5AD8DA552C3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7009315" y="1436644"/>
              <a:ext cx="2322715" cy="290556"/>
            </a:xfrm>
            <a:custGeom>
              <a:avLst/>
              <a:gdLst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87621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87621" y="0"/>
                  </a:lnTo>
                  <a:lnTo>
                    <a:pt x="1828800" y="457200"/>
                  </a:lnTo>
                  <a:lnTo>
                    <a:pt x="1787621" y="914400"/>
                  </a:lnTo>
                  <a:lnTo>
                    <a:pt x="0" y="914400"/>
                  </a:lnTo>
                  <a:lnTo>
                    <a:pt x="41179" y="457200"/>
                  </a:lnTo>
                  <a:close/>
                </a:path>
              </a:pathLst>
            </a:custGeom>
            <a:solidFill>
              <a:schemeClr val="accent5">
                <a:lumMod val="90000"/>
              </a:schemeClr>
            </a:solidFill>
            <a:ln w="6350" cap="sq">
              <a:solidFill>
                <a:schemeClr val="bg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CFF19081-8F73-41A3-6E62-79C28D88A8DA}"/>
                </a:ext>
              </a:extLst>
            </p:cNvPr>
            <p:cNvSpPr txBox="1"/>
            <p:nvPr>
              <p:custDataLst>
                <p:tags r:id="rId38"/>
              </p:custDataLst>
            </p:nvPr>
          </p:nvSpPr>
          <p:spPr>
            <a:xfrm>
              <a:off x="7112415" y="1456822"/>
              <a:ext cx="2167315" cy="250201"/>
            </a:xfrm>
            <a:prstGeom prst="rect">
              <a:avLst/>
            </a:prstGeom>
            <a:solidFill>
              <a:schemeClr val="accent5">
                <a:lumMod val="90000"/>
              </a:schemeClr>
            </a:solidFill>
          </p:spPr>
          <p:txBody>
            <a:bodyPr vert="horz" wrap="square" lIns="0" tIns="0" rIns="0" bIns="0" rtlCol="0" anchor="ctr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111918"/>
                </a:buClr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Tahoma" panose="020B0604030504040204" pitchFamily="34" charset="0"/>
                  <a:cs typeface="Tahoma" panose="020B0604030504040204" pitchFamily="34" charset="0"/>
                </a:rPr>
                <a:t>Model</a:t>
              </a:r>
              <a:endPara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510B655D-1BCE-1F29-8CCC-338E4293AA31}"/>
              </a:ext>
            </a:extLst>
          </p:cNvPr>
          <p:cNvGrpSpPr>
            <a:grpSpLocks/>
          </p:cNvGrpSpPr>
          <p:nvPr>
            <p:custDataLst>
              <p:tags r:id="rId6"/>
            </p:custDataLst>
          </p:nvPr>
        </p:nvGrpSpPr>
        <p:grpSpPr>
          <a:xfrm>
            <a:off x="7980112" y="1395548"/>
            <a:ext cx="3661960" cy="290556"/>
            <a:chOff x="9314548" y="1436644"/>
            <a:chExt cx="2322715" cy="290556"/>
          </a:xfrm>
        </p:grpSpPr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F49C876-DE34-A20F-F510-1E5B4698B33B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9314548" y="1436644"/>
              <a:ext cx="2322715" cy="290556"/>
            </a:xfrm>
            <a:custGeom>
              <a:avLst/>
              <a:gdLst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87621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87621" y="0"/>
                  </a:lnTo>
                  <a:lnTo>
                    <a:pt x="1828800" y="457200"/>
                  </a:lnTo>
                  <a:lnTo>
                    <a:pt x="1787621" y="914400"/>
                  </a:lnTo>
                  <a:lnTo>
                    <a:pt x="0" y="914400"/>
                  </a:lnTo>
                  <a:lnTo>
                    <a:pt x="41179" y="457200"/>
                  </a:lnTo>
                  <a:close/>
                </a:path>
              </a:pathLst>
            </a:custGeom>
            <a:solidFill>
              <a:schemeClr val="accent5">
                <a:lumMod val="90000"/>
              </a:schemeClr>
            </a:solidFill>
            <a:ln w="6350" cap="sq">
              <a:solidFill>
                <a:schemeClr val="bg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160280AC-03D7-6270-69F1-3756E01FA71D}"/>
                </a:ext>
              </a:extLst>
            </p:cNvPr>
            <p:cNvSpPr txBox="1"/>
            <p:nvPr>
              <p:custDataLst>
                <p:tags r:id="rId36"/>
              </p:custDataLst>
            </p:nvPr>
          </p:nvSpPr>
          <p:spPr>
            <a:xfrm>
              <a:off x="9417648" y="1456822"/>
              <a:ext cx="2167315" cy="250201"/>
            </a:xfrm>
            <a:prstGeom prst="rect">
              <a:avLst/>
            </a:prstGeom>
            <a:solidFill>
              <a:schemeClr val="accent5">
                <a:lumMod val="90000"/>
              </a:schemeClr>
            </a:solidFill>
          </p:spPr>
          <p:txBody>
            <a:bodyPr vert="horz" wrap="square" lIns="0" tIns="0" rIns="0" bIns="0" rtlCol="0" anchor="ctr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111918"/>
                </a:buClr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Tahoma" panose="020B0604030504040204" pitchFamily="34" charset="0"/>
                  <a:cs typeface="Tahoma" panose="020B0604030504040204" pitchFamily="34" charset="0"/>
                </a:rPr>
                <a:t>Output</a:t>
              </a:r>
              <a:endPara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362EE540-8E3E-D2F7-BED6-4431EBFF55E6}"/>
              </a:ext>
            </a:extLst>
          </p:cNvPr>
          <p:cNvSpPr txBox="1">
            <a:spLocks/>
          </p:cNvSpPr>
          <p:nvPr/>
        </p:nvSpPr>
        <p:spPr>
          <a:xfrm>
            <a:off x="1772604" y="1826439"/>
            <a:ext cx="2313106" cy="2839852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Client information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(Industry, coverage)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Credit information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volume by maturity, drawn)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Product revenue/volume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with +40 categories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Commercial activities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client meetings, opportunities)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Business flow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payments)</a:t>
            </a:r>
          </a:p>
        </p:txBody>
      </p:sp>
      <p:sp>
        <p:nvSpPr>
          <p:cNvPr id="89" name="Rectangle: Rounded Corners 88">
            <a:extLst>
              <a:ext uri="{FF2B5EF4-FFF2-40B4-BE49-F238E27FC236}">
                <a16:creationId xmlns:a16="http://schemas.microsoft.com/office/drawing/2014/main" id="{C81CC595-A8CB-0877-9754-BC75D0119E66}"/>
              </a:ext>
            </a:extLst>
          </p:cNvPr>
          <p:cNvSpPr>
            <a:spLocks/>
          </p:cNvSpPr>
          <p:nvPr/>
        </p:nvSpPr>
        <p:spPr>
          <a:xfrm>
            <a:off x="578550" y="1742414"/>
            <a:ext cx="1109140" cy="2923877"/>
          </a:xfrm>
          <a:prstGeom prst="roundRect">
            <a:avLst>
              <a:gd name="adj" fmla="val 10069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en-GB" sz="1400" b="1">
                <a:solidFill>
                  <a:schemeClr val="bg1"/>
                </a:solidFill>
              </a:rPr>
              <a:t>Internal data</a:t>
            </a:r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D553502D-04A2-73F8-4844-80AD2A30EAB6}"/>
              </a:ext>
            </a:extLst>
          </p:cNvPr>
          <p:cNvSpPr>
            <a:spLocks/>
          </p:cNvSpPr>
          <p:nvPr/>
        </p:nvSpPr>
        <p:spPr>
          <a:xfrm>
            <a:off x="578550" y="4822004"/>
            <a:ext cx="1109140" cy="1340658"/>
          </a:xfrm>
          <a:prstGeom prst="roundRect">
            <a:avLst>
              <a:gd name="adj" fmla="val 11314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en-GB" sz="1400" b="1">
                <a:solidFill>
                  <a:schemeClr val="bg1"/>
                </a:solidFill>
              </a:rPr>
              <a:t>External data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9DA552FD-DDB4-C33E-2F57-AF4D0A13C477}"/>
              </a:ext>
            </a:extLst>
          </p:cNvPr>
          <p:cNvSpPr txBox="1">
            <a:spLocks/>
          </p:cNvSpPr>
          <p:nvPr/>
        </p:nvSpPr>
        <p:spPr>
          <a:xfrm>
            <a:off x="1772604" y="4822003"/>
            <a:ext cx="2313106" cy="11849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Client financials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turnover, EBITDA, ROE)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Industry data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sector growth and profitability)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Non client information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(financials and product)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FAB5DDF8-4CFF-C725-7D39-68E45B274B3E}"/>
              </a:ext>
            </a:extLst>
          </p:cNvPr>
          <p:cNvSpPr/>
          <p:nvPr/>
        </p:nvSpPr>
        <p:spPr>
          <a:xfrm>
            <a:off x="5091331" y="3090389"/>
            <a:ext cx="1996736" cy="972691"/>
          </a:xfrm>
          <a:custGeom>
            <a:avLst/>
            <a:gdLst>
              <a:gd name="csX0" fmla="*/ 843976 w 1687952"/>
              <a:gd name="csY0" fmla="*/ 0 h 822270"/>
              <a:gd name="csX1" fmla="*/ 1684743 w 1687952"/>
              <a:gd name="csY1" fmla="*/ 758720 h 822270"/>
              <a:gd name="csX2" fmla="*/ 1687952 w 1687952"/>
              <a:gd name="csY2" fmla="*/ 822270 h 822270"/>
              <a:gd name="csX3" fmla="*/ 0 w 1687952"/>
              <a:gd name="csY3" fmla="*/ 822270 h 822270"/>
              <a:gd name="csX4" fmla="*/ 3209 w 1687952"/>
              <a:gd name="csY4" fmla="*/ 758720 h 822270"/>
              <a:gd name="csX5" fmla="*/ 843976 w 1687952"/>
              <a:gd name="csY5" fmla="*/ 0 h 82227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1687952" h="822270">
                <a:moveTo>
                  <a:pt x="843976" y="0"/>
                </a:moveTo>
                <a:cubicBezTo>
                  <a:pt x="1281556" y="0"/>
                  <a:pt x="1641464" y="332559"/>
                  <a:pt x="1684743" y="758720"/>
                </a:cubicBezTo>
                <a:lnTo>
                  <a:pt x="1687952" y="822270"/>
                </a:lnTo>
                <a:lnTo>
                  <a:pt x="0" y="822270"/>
                </a:lnTo>
                <a:lnTo>
                  <a:pt x="3209" y="758720"/>
                </a:lnTo>
                <a:cubicBezTo>
                  <a:pt x="46489" y="332559"/>
                  <a:pt x="406396" y="0"/>
                  <a:pt x="843976" y="0"/>
                </a:cubicBezTo>
                <a:close/>
              </a:path>
            </a:pathLst>
          </a:cu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8EECD2E7-1082-DF9F-858A-9DE3C7741594}"/>
              </a:ext>
            </a:extLst>
          </p:cNvPr>
          <p:cNvSpPr/>
          <p:nvPr/>
        </p:nvSpPr>
        <p:spPr>
          <a:xfrm>
            <a:off x="5091331" y="4117163"/>
            <a:ext cx="1996736" cy="972692"/>
          </a:xfrm>
          <a:custGeom>
            <a:avLst/>
            <a:gdLst>
              <a:gd name="csX0" fmla="*/ 0 w 1687952"/>
              <a:gd name="csY0" fmla="*/ 0 h 822271"/>
              <a:gd name="csX1" fmla="*/ 1687952 w 1687952"/>
              <a:gd name="csY1" fmla="*/ 0 h 822271"/>
              <a:gd name="csX2" fmla="*/ 1684743 w 1687952"/>
              <a:gd name="csY2" fmla="*/ 63551 h 822271"/>
              <a:gd name="csX3" fmla="*/ 843976 w 1687952"/>
              <a:gd name="csY3" fmla="*/ 822271 h 822271"/>
              <a:gd name="csX4" fmla="*/ 3209 w 1687952"/>
              <a:gd name="csY4" fmla="*/ 63551 h 822271"/>
              <a:gd name="csX5" fmla="*/ 0 w 1687952"/>
              <a:gd name="csY5" fmla="*/ 0 h 822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1687952" h="822271">
                <a:moveTo>
                  <a:pt x="0" y="0"/>
                </a:moveTo>
                <a:lnTo>
                  <a:pt x="1687952" y="0"/>
                </a:lnTo>
                <a:lnTo>
                  <a:pt x="1684743" y="63551"/>
                </a:lnTo>
                <a:cubicBezTo>
                  <a:pt x="1641464" y="489712"/>
                  <a:pt x="1281556" y="822271"/>
                  <a:pt x="843976" y="822271"/>
                </a:cubicBezTo>
                <a:cubicBezTo>
                  <a:pt x="406396" y="822271"/>
                  <a:pt x="46489" y="489712"/>
                  <a:pt x="3209" y="6355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grpSp>
        <p:nvGrpSpPr>
          <p:cNvPr id="105" name="PlusSignBlue 105">
            <a:extLst>
              <a:ext uri="{FF2B5EF4-FFF2-40B4-BE49-F238E27FC236}">
                <a16:creationId xmlns:a16="http://schemas.microsoft.com/office/drawing/2014/main" id="{E58E89C4-1830-F1D9-9040-DC5A96F30AF7}"/>
              </a:ext>
            </a:extLst>
          </p:cNvPr>
          <p:cNvGrpSpPr>
            <a:grpSpLocks noChangeAspect="1"/>
          </p:cNvGrpSpPr>
          <p:nvPr>
            <p:custDataLst>
              <p:tags r:id="rId7"/>
            </p:custDataLst>
          </p:nvPr>
        </p:nvGrpSpPr>
        <p:grpSpPr>
          <a:xfrm>
            <a:off x="5987080" y="4010601"/>
            <a:ext cx="227725" cy="227726"/>
            <a:chOff x="1138162" y="1062023"/>
            <a:chExt cx="325028" cy="325029"/>
          </a:xfrm>
        </p:grpSpPr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67557FBE-3DF1-19F0-EE5E-D881987FBD47}"/>
                </a:ext>
              </a:extLst>
            </p:cNvPr>
            <p:cNvSpPr/>
            <p:nvPr/>
          </p:nvSpPr>
          <p:spPr>
            <a:xfrm>
              <a:off x="1138162" y="1062023"/>
              <a:ext cx="325028" cy="325029"/>
            </a:xfrm>
            <a:prstGeom prst="ellipse">
              <a:avLst/>
            </a:pr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104" name="Graphic 103">
              <a:extLst>
                <a:ext uri="{FF2B5EF4-FFF2-40B4-BE49-F238E27FC236}">
                  <a16:creationId xmlns:a16="http://schemas.microsoft.com/office/drawing/2014/main" id="{C4957646-C174-8801-67A8-7A6675DD13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1144408" y="1068266"/>
              <a:ext cx="312541" cy="312540"/>
            </a:xfrm>
            <a:prstGeom prst="rect">
              <a:avLst/>
            </a:prstGeom>
          </p:spPr>
        </p:pic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3737E88F-10BC-471D-F12F-FDEC5A236376}"/>
              </a:ext>
            </a:extLst>
          </p:cNvPr>
          <p:cNvSpPr txBox="1"/>
          <p:nvPr/>
        </p:nvSpPr>
        <p:spPr>
          <a:xfrm>
            <a:off x="5294892" y="3258970"/>
            <a:ext cx="1612101" cy="70202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Collaborative </a:t>
            </a:r>
            <a:b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</a:b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filtering model </a:t>
            </a:r>
            <a:b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</a:b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based on product revenue/ volume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8415ECE7-0342-C0B5-8DE7-65DFB7C7308E}"/>
              </a:ext>
            </a:extLst>
          </p:cNvPr>
          <p:cNvSpPr txBox="1"/>
          <p:nvPr/>
        </p:nvSpPr>
        <p:spPr>
          <a:xfrm>
            <a:off x="5294892" y="4292410"/>
            <a:ext cx="1612101" cy="70202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111918"/>
              </a:buClr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Propensity model based on client info and external </a:t>
            </a:r>
            <a:b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</a:b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data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DCC5F1B9-3468-E242-64F9-88ED7F9872DB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9394354" y="2362911"/>
            <a:ext cx="1070917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/>
                <a:ea typeface="Tahoma"/>
                <a:cs typeface="Tahoma"/>
              </a:rPr>
              <a:t>Products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841F038F-C441-B049-3AD9-4C0F6C48BEDF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8187344" y="2362912"/>
            <a:ext cx="1366418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/>
                <a:ea typeface="Tahoma"/>
                <a:cs typeface="Tahoma"/>
              </a:rPr>
              <a:t>Group – Sub.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B6C1F450-49FD-7FA9-02C8-68FD9B74CA92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10628494" y="2362912"/>
            <a:ext cx="878425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/>
                <a:ea typeface="Tahoma"/>
                <a:cs typeface="Tahoma"/>
              </a:rPr>
              <a:t>Potential</a:t>
            </a:r>
          </a:p>
        </p:txBody>
      </p: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5287CF81-E7E1-9B74-7EB2-648F346412BA}"/>
              </a:ext>
            </a:extLst>
          </p:cNvPr>
          <p:cNvGrpSpPr/>
          <p:nvPr/>
        </p:nvGrpSpPr>
        <p:grpSpPr>
          <a:xfrm>
            <a:off x="8187344" y="2666381"/>
            <a:ext cx="3319575" cy="338554"/>
            <a:chOff x="9406381" y="2557095"/>
            <a:chExt cx="2164032" cy="381667"/>
          </a:xfrm>
        </p:grpSpPr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43B4BC34-308B-402F-BB99-5B3AC8E2D6E7}"/>
                </a:ext>
              </a:extLst>
            </p:cNvPr>
            <p:cNvSpPr txBox="1"/>
            <p:nvPr>
              <p:custDataLst>
                <p:tags r:id="rId32"/>
              </p:custDataLst>
            </p:nvPr>
          </p:nvSpPr>
          <p:spPr>
            <a:xfrm>
              <a:off x="9406381" y="2557095"/>
              <a:ext cx="677420" cy="381667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007 – Subsidiary UK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812D782E-99C1-AD77-A83E-F66360BD8D92}"/>
                </a:ext>
              </a:extLst>
            </p:cNvPr>
            <p:cNvSpPr txBox="1"/>
            <p:nvPr>
              <p:custDataLst>
                <p:tags r:id="rId33"/>
              </p:custDataLst>
            </p:nvPr>
          </p:nvSpPr>
          <p:spPr>
            <a:xfrm>
              <a:off x="10222014" y="2557095"/>
              <a:ext cx="698128" cy="190833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Import Finance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1B43737F-D4D2-E3EE-39C7-1CBD1A8A381F}"/>
                </a:ext>
              </a:extLst>
            </p:cNvPr>
            <p:cNvSpPr txBox="1"/>
            <p:nvPr>
              <p:custDataLst>
                <p:tags r:id="rId34"/>
              </p:custDataLst>
            </p:nvPr>
          </p:nvSpPr>
          <p:spPr>
            <a:xfrm>
              <a:off x="11058354" y="2557095"/>
              <a:ext cx="512059" cy="190833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20k€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9F175740-3C6C-606E-122A-BD309659160D}"/>
              </a:ext>
            </a:extLst>
          </p:cNvPr>
          <p:cNvGrpSpPr/>
          <p:nvPr/>
        </p:nvGrpSpPr>
        <p:grpSpPr>
          <a:xfrm>
            <a:off x="8187344" y="3177473"/>
            <a:ext cx="3319575" cy="507831"/>
            <a:chOff x="9406381" y="3112814"/>
            <a:chExt cx="2164032" cy="572499"/>
          </a:xfrm>
        </p:grpSpPr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9FB2E9EB-BB5B-14CD-F9D5-410EA2FC16B1}"/>
                </a:ext>
              </a:extLst>
            </p:cNvPr>
            <p:cNvSpPr txBox="1"/>
            <p:nvPr>
              <p:custDataLst>
                <p:tags r:id="rId29"/>
              </p:custDataLst>
            </p:nvPr>
          </p:nvSpPr>
          <p:spPr>
            <a:xfrm>
              <a:off x="9406381" y="3112814"/>
              <a:ext cx="677420" cy="572499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007 – Subsidiary New York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92F12218-4A70-FF69-A310-400F025B0A76}"/>
                </a:ext>
              </a:extLst>
            </p:cNvPr>
            <p:cNvSpPr txBox="1"/>
            <p:nvPr>
              <p:custDataLst>
                <p:tags r:id="rId30"/>
              </p:custDataLst>
            </p:nvPr>
          </p:nvSpPr>
          <p:spPr>
            <a:xfrm>
              <a:off x="10222014" y="3112814"/>
              <a:ext cx="698128" cy="381666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DCM (Dollar issuance)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AB52D96-D1C8-D109-7355-D26E031E0B02}"/>
                </a:ext>
              </a:extLst>
            </p:cNvPr>
            <p:cNvSpPr txBox="1"/>
            <p:nvPr>
              <p:custDataLst>
                <p:tags r:id="rId31"/>
              </p:custDataLst>
            </p:nvPr>
          </p:nvSpPr>
          <p:spPr>
            <a:xfrm>
              <a:off x="11058354" y="3112814"/>
              <a:ext cx="512059" cy="190833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50k€</a:t>
              </a: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BE4A5D5C-BF70-9D65-55CF-133EEA4D70CF}"/>
              </a:ext>
            </a:extLst>
          </p:cNvPr>
          <p:cNvGrpSpPr/>
          <p:nvPr/>
        </p:nvGrpSpPr>
        <p:grpSpPr>
          <a:xfrm>
            <a:off x="8187344" y="3857842"/>
            <a:ext cx="3319575" cy="338554"/>
            <a:chOff x="9406381" y="3686461"/>
            <a:chExt cx="2164032" cy="381667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E85D22B6-6DBB-3CC5-CBFC-2A91CF6588D4}"/>
                </a:ext>
              </a:extLst>
            </p:cNvPr>
            <p:cNvSpPr txBox="1"/>
            <p:nvPr>
              <p:custDataLst>
                <p:tags r:id="rId26"/>
              </p:custDataLst>
            </p:nvPr>
          </p:nvSpPr>
          <p:spPr>
            <a:xfrm>
              <a:off x="9406381" y="3686461"/>
              <a:ext cx="677420" cy="381667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010 – Head-quarter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3AC33B36-9F0B-12F1-8C4C-3194D638BA3B}"/>
                </a:ext>
              </a:extLst>
            </p:cNvPr>
            <p:cNvSpPr txBox="1"/>
            <p:nvPr>
              <p:custDataLst>
                <p:tags r:id="rId27"/>
              </p:custDataLst>
            </p:nvPr>
          </p:nvSpPr>
          <p:spPr>
            <a:xfrm>
              <a:off x="10222014" y="3686461"/>
              <a:ext cx="698128" cy="190834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Factoring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BACF288E-F93A-DA17-9787-568D0A4C00CD}"/>
                </a:ext>
              </a:extLst>
            </p:cNvPr>
            <p:cNvSpPr txBox="1"/>
            <p:nvPr>
              <p:custDataLst>
                <p:tags r:id="rId28"/>
              </p:custDataLst>
            </p:nvPr>
          </p:nvSpPr>
          <p:spPr>
            <a:xfrm>
              <a:off x="11058354" y="3686461"/>
              <a:ext cx="512059" cy="190834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65k€</a:t>
              </a:r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085F10F3-2BD5-1DBA-2D90-4AD946C98346}"/>
              </a:ext>
            </a:extLst>
          </p:cNvPr>
          <p:cNvGrpSpPr/>
          <p:nvPr/>
        </p:nvGrpSpPr>
        <p:grpSpPr>
          <a:xfrm>
            <a:off x="8187344" y="4368934"/>
            <a:ext cx="3319575" cy="338554"/>
            <a:chOff x="9406381" y="4260107"/>
            <a:chExt cx="2164032" cy="381667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67E761-5BD1-81FF-F9B5-B6E058DB5FD6}"/>
                </a:ext>
              </a:extLst>
            </p:cNvPr>
            <p:cNvSpPr txBox="1"/>
            <p:nvPr>
              <p:custDataLst>
                <p:tags r:id="rId23"/>
              </p:custDataLst>
            </p:nvPr>
          </p:nvSpPr>
          <p:spPr>
            <a:xfrm>
              <a:off x="9406381" y="4260107"/>
              <a:ext cx="677420" cy="381667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012 – Head-quarter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61A4628F-32C6-6A42-2FE0-C4FA1439905E}"/>
                </a:ext>
              </a:extLst>
            </p:cNvPr>
            <p:cNvSpPr txBox="1"/>
            <p:nvPr>
              <p:custDataLst>
                <p:tags r:id="rId24"/>
              </p:custDataLst>
            </p:nvPr>
          </p:nvSpPr>
          <p:spPr>
            <a:xfrm>
              <a:off x="10222014" y="4260107"/>
              <a:ext cx="698128" cy="190834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Cash pooling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B28AE55E-B497-EE7F-2C24-D7A3C133B833}"/>
                </a:ext>
              </a:extLst>
            </p:cNvPr>
            <p:cNvSpPr txBox="1"/>
            <p:nvPr>
              <p:custDataLst>
                <p:tags r:id="rId25"/>
              </p:custDataLst>
            </p:nvPr>
          </p:nvSpPr>
          <p:spPr>
            <a:xfrm>
              <a:off x="11058354" y="4260107"/>
              <a:ext cx="512059" cy="190834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10k€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C8D2797F-C8D5-D581-316A-431137FEA42B}"/>
              </a:ext>
            </a:extLst>
          </p:cNvPr>
          <p:cNvGrpSpPr>
            <a:grpSpLocks/>
          </p:cNvGrpSpPr>
          <p:nvPr/>
        </p:nvGrpSpPr>
        <p:grpSpPr>
          <a:xfrm>
            <a:off x="8187344" y="4880030"/>
            <a:ext cx="3319575" cy="338554"/>
            <a:chOff x="9406381" y="4833753"/>
            <a:chExt cx="2164032" cy="38166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90653162-063D-3B14-86F5-93B96CAAC755}"/>
                </a:ext>
              </a:extLst>
            </p:cNvPr>
            <p:cNvSpPr txBox="1"/>
            <p:nvPr>
              <p:custDataLst>
                <p:tags r:id="rId20"/>
              </p:custDataLst>
            </p:nvPr>
          </p:nvSpPr>
          <p:spPr>
            <a:xfrm>
              <a:off x="9406381" y="4833753"/>
              <a:ext cx="677420" cy="381667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2123 – Head-quarter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82C70075-8457-7E77-C86E-F3F1AC45F32D}"/>
                </a:ext>
              </a:extLst>
            </p:cNvPr>
            <p:cNvSpPr txBox="1"/>
            <p:nvPr>
              <p:custDataLst>
                <p:tags r:id="rId21"/>
              </p:custDataLst>
            </p:nvPr>
          </p:nvSpPr>
          <p:spPr>
            <a:xfrm>
              <a:off x="10222014" y="4833753"/>
              <a:ext cx="698128" cy="381667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Rates derivatives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A93E48FA-4589-ED4E-395D-9351E168AE78}"/>
                </a:ext>
              </a:extLst>
            </p:cNvPr>
            <p:cNvSpPr txBox="1"/>
            <p:nvPr>
              <p:custDataLst>
                <p:tags r:id="rId22"/>
              </p:custDataLst>
            </p:nvPr>
          </p:nvSpPr>
          <p:spPr>
            <a:xfrm>
              <a:off x="11058354" y="4833753"/>
              <a:ext cx="512059" cy="190834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35k€</a:t>
              </a:r>
            </a:p>
          </p:txBody>
        </p:sp>
      </p:grpSp>
      <p:cxnSp>
        <p:nvCxnSpPr>
          <p:cNvPr id="131" name="Straight Arrow Connector 130">
            <a:extLst>
              <a:ext uri="{FF2B5EF4-FFF2-40B4-BE49-F238E27FC236}">
                <a16:creationId xmlns:a16="http://schemas.microsoft.com/office/drawing/2014/main" id="{406DECBC-5C7D-3F81-B744-725BA7478AFE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8187344" y="2580112"/>
            <a:ext cx="3319575" cy="0"/>
          </a:xfrm>
          <a:prstGeom prst="straightConnector1">
            <a:avLst/>
          </a:prstGeom>
          <a:ln w="1270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Arrow Connector 131">
            <a:extLst>
              <a:ext uri="{FF2B5EF4-FFF2-40B4-BE49-F238E27FC236}">
                <a16:creationId xmlns:a16="http://schemas.microsoft.com/office/drawing/2014/main" id="{62A9366E-5B10-24A1-F51A-1079301A941F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>
          <a:xfrm>
            <a:off x="8187344" y="3091204"/>
            <a:ext cx="3319575" cy="0"/>
          </a:xfrm>
          <a:prstGeom prst="straightConnector1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Arrow Connector 132">
            <a:extLst>
              <a:ext uri="{FF2B5EF4-FFF2-40B4-BE49-F238E27FC236}">
                <a16:creationId xmlns:a16="http://schemas.microsoft.com/office/drawing/2014/main" id="{ED428459-769F-FB7E-E129-1AE613066C5D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>
          <a:xfrm>
            <a:off x="8187344" y="3771573"/>
            <a:ext cx="3319575" cy="0"/>
          </a:xfrm>
          <a:prstGeom prst="straightConnector1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Arrow Connector 133">
            <a:extLst>
              <a:ext uri="{FF2B5EF4-FFF2-40B4-BE49-F238E27FC236}">
                <a16:creationId xmlns:a16="http://schemas.microsoft.com/office/drawing/2014/main" id="{7D2A351E-D3CC-AC2E-9BA2-FFEEB705A36A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>
          <a:xfrm>
            <a:off x="8187344" y="4282665"/>
            <a:ext cx="3319575" cy="0"/>
          </a:xfrm>
          <a:prstGeom prst="straightConnector1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Arrow Connector 134">
            <a:extLst>
              <a:ext uri="{FF2B5EF4-FFF2-40B4-BE49-F238E27FC236}">
                <a16:creationId xmlns:a16="http://schemas.microsoft.com/office/drawing/2014/main" id="{4F8FD5CC-5041-AAB4-497B-2D93AD0A5AF0}"/>
              </a:ext>
            </a:extLst>
          </p:cNvPr>
          <p:cNvCxnSpPr>
            <a:cxnSpLocks/>
          </p:cNvCxnSpPr>
          <p:nvPr>
            <p:custDataLst>
              <p:tags r:id="rId15"/>
            </p:custDataLst>
          </p:nvPr>
        </p:nvCxnSpPr>
        <p:spPr>
          <a:xfrm>
            <a:off x="8187344" y="4793757"/>
            <a:ext cx="3319575" cy="0"/>
          </a:xfrm>
          <a:prstGeom prst="straightConnector1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B429DEA2-70AB-4FA5-7C0E-E3DF3CB56779}"/>
              </a:ext>
            </a:extLst>
          </p:cNvPr>
          <p:cNvCxnSpPr>
            <a:cxnSpLocks/>
          </p:cNvCxnSpPr>
          <p:nvPr/>
        </p:nvCxnSpPr>
        <p:spPr>
          <a:xfrm>
            <a:off x="4240511" y="1742414"/>
            <a:ext cx="0" cy="4695416"/>
          </a:xfrm>
          <a:prstGeom prst="line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5BD9A872-3480-0E7D-AC8E-547EBF93C86D}"/>
              </a:ext>
            </a:extLst>
          </p:cNvPr>
          <p:cNvCxnSpPr>
            <a:cxnSpLocks/>
          </p:cNvCxnSpPr>
          <p:nvPr/>
        </p:nvCxnSpPr>
        <p:spPr>
          <a:xfrm>
            <a:off x="7938887" y="1742414"/>
            <a:ext cx="0" cy="4695416"/>
          </a:xfrm>
          <a:prstGeom prst="line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Connector 182">
            <a:extLst>
              <a:ext uri="{FF2B5EF4-FFF2-40B4-BE49-F238E27FC236}">
                <a16:creationId xmlns:a16="http://schemas.microsoft.com/office/drawing/2014/main" id="{25AA117E-F665-22C9-B848-2D76D507D886}"/>
              </a:ext>
            </a:extLst>
          </p:cNvPr>
          <p:cNvCxnSpPr>
            <a:cxnSpLocks/>
          </p:cNvCxnSpPr>
          <p:nvPr/>
        </p:nvCxnSpPr>
        <p:spPr>
          <a:xfrm>
            <a:off x="578550" y="4744147"/>
            <a:ext cx="3507160" cy="0"/>
          </a:xfrm>
          <a:prstGeom prst="line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8D22A569-1088-445F-EFA1-F596F426D805}"/>
              </a:ext>
            </a:extLst>
          </p:cNvPr>
          <p:cNvGrpSpPr/>
          <p:nvPr/>
        </p:nvGrpSpPr>
        <p:grpSpPr>
          <a:xfrm>
            <a:off x="8187344" y="1866015"/>
            <a:ext cx="3319575" cy="247978"/>
            <a:chOff x="9406381" y="1919216"/>
            <a:chExt cx="2164032" cy="247978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2EDB01B6-2631-A4E5-F35C-059B601DCBED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406381" y="1919216"/>
              <a:ext cx="2164032" cy="215444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b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Opportunity by client</a:t>
              </a:r>
            </a:p>
          </p:txBody>
        </p:sp>
        <p:cxnSp>
          <p:nvCxnSpPr>
            <p:cNvPr id="187" name="Straight Arrow Connector 186">
              <a:extLst>
                <a:ext uri="{FF2B5EF4-FFF2-40B4-BE49-F238E27FC236}">
                  <a16:creationId xmlns:a16="http://schemas.microsoft.com/office/drawing/2014/main" id="{F1EC182D-E7C9-7AF6-EB86-8DC2D055D2F2}"/>
                </a:ext>
              </a:extLst>
            </p:cNvPr>
            <p:cNvCxnSpPr>
              <a:cxnSpLocks/>
            </p:cNvCxnSpPr>
            <p:nvPr>
              <p:custDataLst>
                <p:tags r:id="rId19"/>
              </p:custDataLst>
            </p:nvPr>
          </p:nvCxnSpPr>
          <p:spPr>
            <a:xfrm>
              <a:off x="9406381" y="2167194"/>
              <a:ext cx="2164032" cy="0"/>
            </a:xfrm>
            <a:prstGeom prst="straightConnector1">
              <a:avLst/>
            </a:prstGeom>
            <a:ln w="12700" cap="sq" cmpd="sng" algn="ctr">
              <a:solidFill>
                <a:srgbClr val="808080"/>
              </a:solidFill>
              <a:prstDash val="solid"/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98" name="Straight Arrow Connector 197">
            <a:extLst>
              <a:ext uri="{FF2B5EF4-FFF2-40B4-BE49-F238E27FC236}">
                <a16:creationId xmlns:a16="http://schemas.microsoft.com/office/drawing/2014/main" id="{F5E0D593-10E5-0CF2-043E-3DB917DE1EFE}"/>
              </a:ext>
            </a:extLst>
          </p:cNvPr>
          <p:cNvCxnSpPr>
            <a:cxnSpLocks/>
          </p:cNvCxnSpPr>
          <p:nvPr/>
        </p:nvCxnSpPr>
        <p:spPr>
          <a:xfrm>
            <a:off x="4240511" y="4090122"/>
            <a:ext cx="520304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Straight Arrow Connector 200">
            <a:extLst>
              <a:ext uri="{FF2B5EF4-FFF2-40B4-BE49-F238E27FC236}">
                <a16:creationId xmlns:a16="http://schemas.microsoft.com/office/drawing/2014/main" id="{2CD5E84D-AA38-5345-7518-78E66C333AE1}"/>
              </a:ext>
            </a:extLst>
          </p:cNvPr>
          <p:cNvCxnSpPr>
            <a:cxnSpLocks/>
          </p:cNvCxnSpPr>
          <p:nvPr/>
        </p:nvCxnSpPr>
        <p:spPr>
          <a:xfrm flipH="1">
            <a:off x="7418583" y="4090122"/>
            <a:ext cx="520304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5. Source">
            <a:extLst>
              <a:ext uri="{FF2B5EF4-FFF2-40B4-BE49-F238E27FC236}">
                <a16:creationId xmlns:a16="http://schemas.microsoft.com/office/drawing/2014/main" id="{8903E7C3-B256-494B-3568-F78570241BF1}"/>
              </a:ext>
            </a:extLst>
          </p:cNvPr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54734" y="6514142"/>
            <a:ext cx="10637141" cy="1231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 anchor="t">
            <a:spAutoFit/>
          </a:bodyPr>
          <a:lstStyle/>
          <a:p>
            <a:pPr marL="0" marR="0" lvl="0" indent="0" algn="l" defTabSz="91342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Tx/>
              <a:buNone/>
              <a:tabLst>
                <a:tab pos="625148" algn="l"/>
              </a:tabLst>
              <a:defRPr/>
            </a:pPr>
            <a:r>
              <a:rPr kumimoji="0" lang="en-CA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/>
                <a:ea typeface="+mn-ea"/>
                <a:cs typeface="+mn-cs"/>
                <a:sym typeface="Arial"/>
              </a:rPr>
              <a:t>Source: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/>
                <a:ea typeface="+mn-ea"/>
                <a:cs typeface="+mn-cs"/>
                <a:sym typeface="Arial"/>
              </a:rPr>
              <a:t>Team analysis</a:t>
            </a:r>
          </a:p>
        </p:txBody>
      </p:sp>
      <p:sp>
        <p:nvSpPr>
          <p:cNvPr id="3" name="TrackerNumBlue 164">
            <a:extLst>
              <a:ext uri="{FF2B5EF4-FFF2-40B4-BE49-F238E27FC236}">
                <a16:creationId xmlns:a16="http://schemas.microsoft.com/office/drawing/2014/main" id="{C4C08D61-6CCE-09C8-AB47-97EABA2FB238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>
            <a:off x="121444" y="165068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77B6B4-DA1F-E4CF-3AAD-FBBD79BF4884}"/>
              </a:ext>
            </a:extLst>
          </p:cNvPr>
          <p:cNvSpPr txBox="1">
            <a:spLocks/>
          </p:cNvSpPr>
          <p:nvPr/>
        </p:nvSpPr>
        <p:spPr>
          <a:xfrm>
            <a:off x="4847147" y="2340708"/>
            <a:ext cx="2507591" cy="63077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6350">
            <a:noFill/>
            <a:miter lim="800000"/>
          </a:ln>
        </p:spPr>
        <p:txBody>
          <a:bodyPr wrap="square" anchor="ctr">
            <a:noAutofit/>
          </a:bodyPr>
          <a:lstStyle/>
          <a:p>
            <a:pPr algn="ctr"/>
            <a:r>
              <a:rPr kumimoji="0" lang="en-US" sz="1100" b="0" i="1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us</a:t>
            </a:r>
            <a:r>
              <a:rPr lang="en-US" sz="1100" i="1">
                <a:solidFill>
                  <a:srgbClr val="191C1E"/>
                </a:solidFill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es</a:t>
            </a:r>
            <a:r>
              <a:rPr kumimoji="0" lang="en-US" sz="1100" b="0" i="1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1100" b="0" i="1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behaviour</a:t>
            </a:r>
            <a:r>
              <a:rPr kumimoji="0" lang="en-US" sz="1100" b="0" i="1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 of similar customers to inform what customer may like</a:t>
            </a:r>
            <a:endParaRPr lang="en-US" sz="1100" i="1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70F4566-C58B-48FD-7636-E65304843167}"/>
              </a:ext>
            </a:extLst>
          </p:cNvPr>
          <p:cNvSpPr txBox="1">
            <a:spLocks/>
          </p:cNvSpPr>
          <p:nvPr/>
        </p:nvSpPr>
        <p:spPr>
          <a:xfrm>
            <a:off x="4847147" y="5310609"/>
            <a:ext cx="2507591" cy="63077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6350">
            <a:noFill/>
            <a:miter lim="800000"/>
          </a:ln>
        </p:spPr>
        <p:txBody>
          <a:bodyPr wrap="square" anchor="ctr">
            <a:noAutofit/>
          </a:bodyPr>
          <a:lstStyle/>
          <a:p>
            <a:pPr algn="ctr"/>
            <a:r>
              <a:rPr kumimoji="0" lang="en-US" sz="1100" b="0" i="1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uses the internal and external data sources and applying machine learning</a:t>
            </a:r>
            <a:endParaRPr lang="en-US" sz="1100" i="1"/>
          </a:p>
        </p:txBody>
      </p:sp>
    </p:spTree>
    <p:extLst>
      <p:ext uri="{BB962C8B-B14F-4D97-AF65-F5344CB8AC3E}">
        <p14:creationId xmlns:p14="http://schemas.microsoft.com/office/powerpoint/2010/main" val="72026947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Rectangle: Top Corners Rounded 74">
            <a:extLst>
              <a:ext uri="{FF2B5EF4-FFF2-40B4-BE49-F238E27FC236}">
                <a16:creationId xmlns:a16="http://schemas.microsoft.com/office/drawing/2014/main" id="{4057ADE6-507A-5B7F-2E40-D7AA0FC3808A}"/>
              </a:ext>
            </a:extLst>
          </p:cNvPr>
          <p:cNvSpPr/>
          <p:nvPr/>
        </p:nvSpPr>
        <p:spPr>
          <a:xfrm rot="16200000">
            <a:off x="7857288" y="2123230"/>
            <a:ext cx="5253131" cy="3416297"/>
          </a:xfrm>
          <a:prstGeom prst="round2SameRect">
            <a:avLst>
              <a:gd name="adj1" fmla="val 4634"/>
              <a:gd name="adj2" fmla="val 0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graphicFrame>
        <p:nvGraphicFramePr>
          <p:cNvPr id="6" name="Object 6" hidden="1">
            <a:extLst>
              <a:ext uri="{FF2B5EF4-FFF2-40B4-BE49-F238E27FC236}">
                <a16:creationId xmlns:a16="http://schemas.microsoft.com/office/drawing/2014/main" id="{EF1DB76D-9126-9398-BD5F-BE079146AD2D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65094984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04" imgH="405" progId="TCLayout.ActiveDocument.1">
                  <p:embed/>
                </p:oleObj>
              </mc:Choice>
              <mc:Fallback>
                <p:oleObj name="think-cell Slide" r:id="rId11" imgW="404" imgH="405" progId="TCLayout.ActiveDocument.1">
                  <p:embed/>
                  <p:pic>
                    <p:nvPicPr>
                      <p:cNvPr id="6" name="Object 6" hidden="1">
                        <a:extLst>
                          <a:ext uri="{FF2B5EF4-FFF2-40B4-BE49-F238E27FC236}">
                            <a16:creationId xmlns:a16="http://schemas.microsoft.com/office/drawing/2014/main" id="{EF1DB76D-9126-9398-BD5F-BE079146AD2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8" name="Picture 47">
            <a:extLst>
              <a:ext uri="{FF2B5EF4-FFF2-40B4-BE49-F238E27FC236}">
                <a16:creationId xmlns:a16="http://schemas.microsoft.com/office/drawing/2014/main" id="{E659CB03-6B3F-4EB9-0979-67DAE71C8D8D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901955" y="1437549"/>
            <a:ext cx="1571485" cy="442370"/>
          </a:xfrm>
          <a:prstGeom prst="rect">
            <a:avLst/>
          </a:prstGeom>
        </p:spPr>
      </p:pic>
      <p:sp>
        <p:nvSpPr>
          <p:cNvPr id="2" name="2. Slide Title">
            <a:extLst>
              <a:ext uri="{FF2B5EF4-FFF2-40B4-BE49-F238E27FC236}">
                <a16:creationId xmlns:a16="http://schemas.microsoft.com/office/drawing/2014/main" id="{AFC8183B-968B-860D-F038-7FE4B3CBAF3F}"/>
              </a:ext>
            </a:extLst>
          </p:cNvPr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>
            <a:noAutofit/>
          </a:bodyPr>
          <a:lstStyle/>
          <a:p>
            <a:r>
              <a:rPr lang="en-US"/>
              <a:t>Halyk bank built B2B Ecosystem, centered around FMCG trade,  connecting wholesale distributors and grocery stores</a:t>
            </a:r>
          </a:p>
        </p:txBody>
      </p:sp>
      <p:sp>
        <p:nvSpPr>
          <p:cNvPr id="45" name="1. On-page tracker">
            <a:extLst>
              <a:ext uri="{FF2B5EF4-FFF2-40B4-BE49-F238E27FC236}">
                <a16:creationId xmlns:a16="http://schemas.microsoft.com/office/drawing/2014/main" id="{C5A982B6-38B0-3F3C-0E98-DC1FF513C5D6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/>
        <p:txBody>
          <a:bodyPr/>
          <a:lstStyle/>
          <a:p>
            <a:r>
              <a:rPr lang="en-GB"/>
              <a:t>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EB492EE-89EA-574D-99AE-D6B2544A3810}"/>
              </a:ext>
            </a:extLst>
          </p:cNvPr>
          <p:cNvPicPr>
            <a:picLocks/>
          </p:cNvPicPr>
          <p:nvPr/>
        </p:nvPicPr>
        <p:blipFill>
          <a:blip r:embed="rId14"/>
          <a:srcRect l="5958" r="7751"/>
          <a:stretch>
            <a:fillRect/>
          </a:stretch>
        </p:blipFill>
        <p:spPr>
          <a:xfrm>
            <a:off x="554736" y="3337540"/>
            <a:ext cx="1491698" cy="292894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16B9169F-42AD-5F42-BCEB-9F7923AA7696}"/>
              </a:ext>
            </a:extLst>
          </p:cNvPr>
          <p:cNvPicPr>
            <a:picLocks/>
          </p:cNvPicPr>
          <p:nvPr/>
        </p:nvPicPr>
        <p:blipFill>
          <a:blip r:embed="rId15"/>
          <a:srcRect l="6061" r="7494"/>
          <a:stretch>
            <a:fillRect/>
          </a:stretch>
        </p:blipFill>
        <p:spPr>
          <a:xfrm>
            <a:off x="2080926" y="3337540"/>
            <a:ext cx="1494394" cy="2928940"/>
          </a:xfrm>
          <a:prstGeom prst="rect">
            <a:avLst/>
          </a:prstGeom>
        </p:spPr>
      </p:pic>
      <p:grpSp>
        <p:nvGrpSpPr>
          <p:cNvPr id="72" name="Group 71">
            <a:extLst>
              <a:ext uri="{FF2B5EF4-FFF2-40B4-BE49-F238E27FC236}">
                <a16:creationId xmlns:a16="http://schemas.microsoft.com/office/drawing/2014/main" id="{3A50C586-9741-BF0E-2B26-16D60AFD0016}"/>
              </a:ext>
            </a:extLst>
          </p:cNvPr>
          <p:cNvGrpSpPr>
            <a:grpSpLocks/>
          </p:cNvGrpSpPr>
          <p:nvPr/>
        </p:nvGrpSpPr>
        <p:grpSpPr>
          <a:xfrm>
            <a:off x="5149752" y="3337540"/>
            <a:ext cx="1512224" cy="2928940"/>
            <a:chOff x="6645774" y="2271710"/>
            <a:chExt cx="1998891" cy="3875861"/>
          </a:xfrm>
        </p:grpSpPr>
        <p:sp>
          <p:nvSpPr>
            <p:cNvPr id="14" name="object 78"/>
            <p:cNvSpPr/>
            <p:nvPr/>
          </p:nvSpPr>
          <p:spPr>
            <a:xfrm>
              <a:off x="6645774" y="2271710"/>
              <a:ext cx="1998891" cy="3875861"/>
            </a:xfrm>
            <a:custGeom>
              <a:avLst/>
              <a:gdLst/>
              <a:ahLst/>
              <a:cxnLst/>
              <a:rect l="l" t="t" r="r" b="b"/>
              <a:pathLst>
                <a:path w="3419475" h="6838315">
                  <a:moveTo>
                    <a:pt x="2890747" y="0"/>
                  </a:moveTo>
                  <a:lnTo>
                    <a:pt x="528488" y="0"/>
                  </a:lnTo>
                  <a:lnTo>
                    <a:pt x="479903" y="2298"/>
                  </a:lnTo>
                  <a:lnTo>
                    <a:pt x="432625" y="9053"/>
                  </a:lnTo>
                  <a:lnTo>
                    <a:pt x="386864" y="20054"/>
                  </a:lnTo>
                  <a:lnTo>
                    <a:pt x="342833" y="35092"/>
                  </a:lnTo>
                  <a:lnTo>
                    <a:pt x="300743" y="53954"/>
                  </a:lnTo>
                  <a:lnTo>
                    <a:pt x="260806" y="76432"/>
                  </a:lnTo>
                  <a:lnTo>
                    <a:pt x="223232" y="102314"/>
                  </a:lnTo>
                  <a:lnTo>
                    <a:pt x="188233" y="131391"/>
                  </a:lnTo>
                  <a:lnTo>
                    <a:pt x="156020" y="163451"/>
                  </a:lnTo>
                  <a:lnTo>
                    <a:pt x="126806" y="198284"/>
                  </a:lnTo>
                  <a:lnTo>
                    <a:pt x="100801" y="235681"/>
                  </a:lnTo>
                  <a:lnTo>
                    <a:pt x="78217" y="275430"/>
                  </a:lnTo>
                  <a:lnTo>
                    <a:pt x="59264" y="317321"/>
                  </a:lnTo>
                  <a:lnTo>
                    <a:pt x="44156" y="361144"/>
                  </a:lnTo>
                  <a:lnTo>
                    <a:pt x="33102" y="406688"/>
                  </a:lnTo>
                  <a:lnTo>
                    <a:pt x="26315" y="453743"/>
                  </a:lnTo>
                  <a:lnTo>
                    <a:pt x="24006" y="502098"/>
                  </a:lnTo>
                  <a:lnTo>
                    <a:pt x="24006" y="916482"/>
                  </a:lnTo>
                  <a:lnTo>
                    <a:pt x="14669" y="918371"/>
                  </a:lnTo>
                  <a:lnTo>
                    <a:pt x="7037" y="923513"/>
                  </a:lnTo>
                  <a:lnTo>
                    <a:pt x="1888" y="931136"/>
                  </a:lnTo>
                  <a:lnTo>
                    <a:pt x="0" y="940469"/>
                  </a:lnTo>
                  <a:lnTo>
                    <a:pt x="0" y="1147529"/>
                  </a:lnTo>
                  <a:lnTo>
                    <a:pt x="1888" y="1156863"/>
                  </a:lnTo>
                  <a:lnTo>
                    <a:pt x="7037" y="1164485"/>
                  </a:lnTo>
                  <a:lnTo>
                    <a:pt x="14669" y="1169627"/>
                  </a:lnTo>
                  <a:lnTo>
                    <a:pt x="24006" y="1171516"/>
                  </a:lnTo>
                  <a:lnTo>
                    <a:pt x="24006" y="1410732"/>
                  </a:lnTo>
                  <a:lnTo>
                    <a:pt x="14669" y="1412621"/>
                  </a:lnTo>
                  <a:lnTo>
                    <a:pt x="7037" y="1417763"/>
                  </a:lnTo>
                  <a:lnTo>
                    <a:pt x="1888" y="1425386"/>
                  </a:lnTo>
                  <a:lnTo>
                    <a:pt x="0" y="1434719"/>
                  </a:lnTo>
                  <a:lnTo>
                    <a:pt x="0" y="1880874"/>
                  </a:lnTo>
                  <a:lnTo>
                    <a:pt x="1888" y="1890207"/>
                  </a:lnTo>
                  <a:lnTo>
                    <a:pt x="7037" y="1897830"/>
                  </a:lnTo>
                  <a:lnTo>
                    <a:pt x="14669" y="1902972"/>
                  </a:lnTo>
                  <a:lnTo>
                    <a:pt x="24006" y="1904861"/>
                  </a:lnTo>
                  <a:lnTo>
                    <a:pt x="24006" y="2032269"/>
                  </a:lnTo>
                  <a:lnTo>
                    <a:pt x="14669" y="2034159"/>
                  </a:lnTo>
                  <a:lnTo>
                    <a:pt x="7037" y="2039300"/>
                  </a:lnTo>
                  <a:lnTo>
                    <a:pt x="1888" y="2046923"/>
                  </a:lnTo>
                  <a:lnTo>
                    <a:pt x="0" y="2056257"/>
                  </a:lnTo>
                  <a:lnTo>
                    <a:pt x="0" y="2502411"/>
                  </a:lnTo>
                  <a:lnTo>
                    <a:pt x="1888" y="2511745"/>
                  </a:lnTo>
                  <a:lnTo>
                    <a:pt x="7037" y="2519368"/>
                  </a:lnTo>
                  <a:lnTo>
                    <a:pt x="14669" y="2524509"/>
                  </a:lnTo>
                  <a:lnTo>
                    <a:pt x="24006" y="2526398"/>
                  </a:lnTo>
                  <a:lnTo>
                    <a:pt x="24006" y="6336008"/>
                  </a:lnTo>
                  <a:lnTo>
                    <a:pt x="26263" y="6383270"/>
                  </a:lnTo>
                  <a:lnTo>
                    <a:pt x="26315" y="6384363"/>
                  </a:lnTo>
                  <a:lnTo>
                    <a:pt x="33102" y="6431418"/>
                  </a:lnTo>
                  <a:lnTo>
                    <a:pt x="44156" y="6476963"/>
                  </a:lnTo>
                  <a:lnTo>
                    <a:pt x="59264" y="6520785"/>
                  </a:lnTo>
                  <a:lnTo>
                    <a:pt x="78217" y="6562677"/>
                  </a:lnTo>
                  <a:lnTo>
                    <a:pt x="100801" y="6602426"/>
                  </a:lnTo>
                  <a:lnTo>
                    <a:pt x="126806" y="6639822"/>
                  </a:lnTo>
                  <a:lnTo>
                    <a:pt x="156020" y="6674656"/>
                  </a:lnTo>
                  <a:lnTo>
                    <a:pt x="188233" y="6706716"/>
                  </a:lnTo>
                  <a:lnTo>
                    <a:pt x="223232" y="6735792"/>
                  </a:lnTo>
                  <a:lnTo>
                    <a:pt x="260806" y="6761674"/>
                  </a:lnTo>
                  <a:lnTo>
                    <a:pt x="300743" y="6784152"/>
                  </a:lnTo>
                  <a:lnTo>
                    <a:pt x="342833" y="6803015"/>
                  </a:lnTo>
                  <a:lnTo>
                    <a:pt x="386864" y="6818052"/>
                  </a:lnTo>
                  <a:lnTo>
                    <a:pt x="432625" y="6829053"/>
                  </a:lnTo>
                  <a:lnTo>
                    <a:pt x="479903" y="6835808"/>
                  </a:lnTo>
                  <a:lnTo>
                    <a:pt x="528488" y="6838107"/>
                  </a:lnTo>
                  <a:lnTo>
                    <a:pt x="2890747" y="6838107"/>
                  </a:lnTo>
                  <a:lnTo>
                    <a:pt x="2939332" y="6835808"/>
                  </a:lnTo>
                  <a:lnTo>
                    <a:pt x="2986611" y="6829053"/>
                  </a:lnTo>
                  <a:lnTo>
                    <a:pt x="3032371" y="6818052"/>
                  </a:lnTo>
                  <a:lnTo>
                    <a:pt x="3076402" y="6803015"/>
                  </a:lnTo>
                  <a:lnTo>
                    <a:pt x="3087017" y="6798258"/>
                  </a:lnTo>
                  <a:lnTo>
                    <a:pt x="528488" y="6798258"/>
                  </a:lnTo>
                  <a:lnTo>
                    <a:pt x="481001" y="6795871"/>
                  </a:lnTo>
                  <a:lnTo>
                    <a:pt x="434886" y="6788866"/>
                  </a:lnTo>
                  <a:lnTo>
                    <a:pt x="390377" y="6777476"/>
                  </a:lnTo>
                  <a:lnTo>
                    <a:pt x="347705" y="6761932"/>
                  </a:lnTo>
                  <a:lnTo>
                    <a:pt x="307106" y="6742467"/>
                  </a:lnTo>
                  <a:lnTo>
                    <a:pt x="268813" y="6719313"/>
                  </a:lnTo>
                  <a:lnTo>
                    <a:pt x="233058" y="6692702"/>
                  </a:lnTo>
                  <a:lnTo>
                    <a:pt x="200076" y="6662868"/>
                  </a:lnTo>
                  <a:lnTo>
                    <a:pt x="170100" y="6630042"/>
                  </a:lnTo>
                  <a:lnTo>
                    <a:pt x="143364" y="6594456"/>
                  </a:lnTo>
                  <a:lnTo>
                    <a:pt x="120100" y="6556344"/>
                  </a:lnTo>
                  <a:lnTo>
                    <a:pt x="100542" y="6515937"/>
                  </a:lnTo>
                  <a:lnTo>
                    <a:pt x="84924" y="6473467"/>
                  </a:lnTo>
                  <a:lnTo>
                    <a:pt x="73480" y="6429168"/>
                  </a:lnTo>
                  <a:lnTo>
                    <a:pt x="66442" y="6383270"/>
                  </a:lnTo>
                  <a:lnTo>
                    <a:pt x="64044" y="6336008"/>
                  </a:lnTo>
                  <a:lnTo>
                    <a:pt x="64044" y="502098"/>
                  </a:lnTo>
                  <a:lnTo>
                    <a:pt x="66442" y="454836"/>
                  </a:lnTo>
                  <a:lnTo>
                    <a:pt x="73480" y="408939"/>
                  </a:lnTo>
                  <a:lnTo>
                    <a:pt x="84924" y="364639"/>
                  </a:lnTo>
                  <a:lnTo>
                    <a:pt x="100542" y="322170"/>
                  </a:lnTo>
                  <a:lnTo>
                    <a:pt x="120100" y="281763"/>
                  </a:lnTo>
                  <a:lnTo>
                    <a:pt x="143364" y="243650"/>
                  </a:lnTo>
                  <a:lnTo>
                    <a:pt x="170100" y="208065"/>
                  </a:lnTo>
                  <a:lnTo>
                    <a:pt x="200076" y="175238"/>
                  </a:lnTo>
                  <a:lnTo>
                    <a:pt x="233058" y="145404"/>
                  </a:lnTo>
                  <a:lnTo>
                    <a:pt x="268813" y="118794"/>
                  </a:lnTo>
                  <a:lnTo>
                    <a:pt x="307106" y="95640"/>
                  </a:lnTo>
                  <a:lnTo>
                    <a:pt x="347705" y="76175"/>
                  </a:lnTo>
                  <a:lnTo>
                    <a:pt x="390377" y="60631"/>
                  </a:lnTo>
                  <a:lnTo>
                    <a:pt x="434886" y="49240"/>
                  </a:lnTo>
                  <a:lnTo>
                    <a:pt x="481001" y="42235"/>
                  </a:lnTo>
                  <a:lnTo>
                    <a:pt x="528488" y="39849"/>
                  </a:lnTo>
                  <a:lnTo>
                    <a:pt x="3087017" y="39849"/>
                  </a:lnTo>
                  <a:lnTo>
                    <a:pt x="3076402" y="35092"/>
                  </a:lnTo>
                  <a:lnTo>
                    <a:pt x="3032371" y="20054"/>
                  </a:lnTo>
                  <a:lnTo>
                    <a:pt x="2986611" y="9053"/>
                  </a:lnTo>
                  <a:lnTo>
                    <a:pt x="2939332" y="2298"/>
                  </a:lnTo>
                  <a:lnTo>
                    <a:pt x="2890747" y="0"/>
                  </a:lnTo>
                  <a:close/>
                </a:path>
                <a:path w="3419475" h="6838315">
                  <a:moveTo>
                    <a:pt x="3087017" y="39849"/>
                  </a:moveTo>
                  <a:lnTo>
                    <a:pt x="2890747" y="39849"/>
                  </a:lnTo>
                  <a:lnTo>
                    <a:pt x="2938234" y="42235"/>
                  </a:lnTo>
                  <a:lnTo>
                    <a:pt x="2984349" y="49240"/>
                  </a:lnTo>
                  <a:lnTo>
                    <a:pt x="3028859" y="60631"/>
                  </a:lnTo>
                  <a:lnTo>
                    <a:pt x="3071530" y="76175"/>
                  </a:lnTo>
                  <a:lnTo>
                    <a:pt x="3112129" y="95640"/>
                  </a:lnTo>
                  <a:lnTo>
                    <a:pt x="3150423" y="118794"/>
                  </a:lnTo>
                  <a:lnTo>
                    <a:pt x="3186177" y="145404"/>
                  </a:lnTo>
                  <a:lnTo>
                    <a:pt x="3219159" y="175238"/>
                  </a:lnTo>
                  <a:lnTo>
                    <a:pt x="3249135" y="208065"/>
                  </a:lnTo>
                  <a:lnTo>
                    <a:pt x="3275872" y="243650"/>
                  </a:lnTo>
                  <a:lnTo>
                    <a:pt x="3299136" y="281763"/>
                  </a:lnTo>
                  <a:lnTo>
                    <a:pt x="3318693" y="322170"/>
                  </a:lnTo>
                  <a:lnTo>
                    <a:pt x="3334311" y="364639"/>
                  </a:lnTo>
                  <a:lnTo>
                    <a:pt x="3345756" y="408939"/>
                  </a:lnTo>
                  <a:lnTo>
                    <a:pt x="3352794" y="454836"/>
                  </a:lnTo>
                  <a:lnTo>
                    <a:pt x="3355192" y="502098"/>
                  </a:lnTo>
                  <a:lnTo>
                    <a:pt x="3355192" y="6336008"/>
                  </a:lnTo>
                  <a:lnTo>
                    <a:pt x="3352794" y="6383270"/>
                  </a:lnTo>
                  <a:lnTo>
                    <a:pt x="3345756" y="6429168"/>
                  </a:lnTo>
                  <a:lnTo>
                    <a:pt x="3334311" y="6473467"/>
                  </a:lnTo>
                  <a:lnTo>
                    <a:pt x="3318693" y="6515937"/>
                  </a:lnTo>
                  <a:lnTo>
                    <a:pt x="3299136" y="6556344"/>
                  </a:lnTo>
                  <a:lnTo>
                    <a:pt x="3275872" y="6594456"/>
                  </a:lnTo>
                  <a:lnTo>
                    <a:pt x="3249135" y="6630042"/>
                  </a:lnTo>
                  <a:lnTo>
                    <a:pt x="3219159" y="6662868"/>
                  </a:lnTo>
                  <a:lnTo>
                    <a:pt x="3186177" y="6692702"/>
                  </a:lnTo>
                  <a:lnTo>
                    <a:pt x="3150423" y="6719313"/>
                  </a:lnTo>
                  <a:lnTo>
                    <a:pt x="3112129" y="6742467"/>
                  </a:lnTo>
                  <a:lnTo>
                    <a:pt x="3071530" y="6761932"/>
                  </a:lnTo>
                  <a:lnTo>
                    <a:pt x="3028859" y="6777476"/>
                  </a:lnTo>
                  <a:lnTo>
                    <a:pt x="2984349" y="6788866"/>
                  </a:lnTo>
                  <a:lnTo>
                    <a:pt x="2938234" y="6795871"/>
                  </a:lnTo>
                  <a:lnTo>
                    <a:pt x="2890747" y="6798258"/>
                  </a:lnTo>
                  <a:lnTo>
                    <a:pt x="3087017" y="6798258"/>
                  </a:lnTo>
                  <a:lnTo>
                    <a:pt x="3158430" y="6761674"/>
                  </a:lnTo>
                  <a:lnTo>
                    <a:pt x="3196004" y="6735792"/>
                  </a:lnTo>
                  <a:lnTo>
                    <a:pt x="3231003" y="6706716"/>
                  </a:lnTo>
                  <a:lnTo>
                    <a:pt x="3263215" y="6674656"/>
                  </a:lnTo>
                  <a:lnTo>
                    <a:pt x="3292429" y="6639822"/>
                  </a:lnTo>
                  <a:lnTo>
                    <a:pt x="3318435" y="6602426"/>
                  </a:lnTo>
                  <a:lnTo>
                    <a:pt x="3341019" y="6562677"/>
                  </a:lnTo>
                  <a:lnTo>
                    <a:pt x="3359971" y="6520785"/>
                  </a:lnTo>
                  <a:lnTo>
                    <a:pt x="3375080" y="6476963"/>
                  </a:lnTo>
                  <a:lnTo>
                    <a:pt x="3386133" y="6431418"/>
                  </a:lnTo>
                  <a:lnTo>
                    <a:pt x="3392920" y="6384363"/>
                  </a:lnTo>
                  <a:lnTo>
                    <a:pt x="3395230" y="6336008"/>
                  </a:lnTo>
                  <a:lnTo>
                    <a:pt x="3395230" y="502098"/>
                  </a:lnTo>
                  <a:lnTo>
                    <a:pt x="3392973" y="454836"/>
                  </a:lnTo>
                  <a:lnTo>
                    <a:pt x="3392920" y="453743"/>
                  </a:lnTo>
                  <a:lnTo>
                    <a:pt x="3386133" y="406688"/>
                  </a:lnTo>
                  <a:lnTo>
                    <a:pt x="3375080" y="361144"/>
                  </a:lnTo>
                  <a:lnTo>
                    <a:pt x="3359971" y="317321"/>
                  </a:lnTo>
                  <a:lnTo>
                    <a:pt x="3341019" y="275430"/>
                  </a:lnTo>
                  <a:lnTo>
                    <a:pt x="3318435" y="235681"/>
                  </a:lnTo>
                  <a:lnTo>
                    <a:pt x="3292429" y="198284"/>
                  </a:lnTo>
                  <a:lnTo>
                    <a:pt x="3263215" y="163451"/>
                  </a:lnTo>
                  <a:lnTo>
                    <a:pt x="3231003" y="131391"/>
                  </a:lnTo>
                  <a:lnTo>
                    <a:pt x="3196004" y="102314"/>
                  </a:lnTo>
                  <a:lnTo>
                    <a:pt x="3158430" y="76432"/>
                  </a:lnTo>
                  <a:lnTo>
                    <a:pt x="3118492" y="53954"/>
                  </a:lnTo>
                  <a:lnTo>
                    <a:pt x="3087017" y="39849"/>
                  </a:lnTo>
                  <a:close/>
                </a:path>
                <a:path w="3419475" h="6838315">
                  <a:moveTo>
                    <a:pt x="3395253" y="1570066"/>
                  </a:moveTo>
                  <a:lnTo>
                    <a:pt x="3395253" y="2367048"/>
                  </a:lnTo>
                  <a:lnTo>
                    <a:pt x="3404595" y="2365163"/>
                  </a:lnTo>
                  <a:lnTo>
                    <a:pt x="3412231" y="2360022"/>
                  </a:lnTo>
                  <a:lnTo>
                    <a:pt x="3417384" y="2352398"/>
                  </a:lnTo>
                  <a:lnTo>
                    <a:pt x="3419274" y="2343061"/>
                  </a:lnTo>
                  <a:lnTo>
                    <a:pt x="3419274" y="1594053"/>
                  </a:lnTo>
                  <a:lnTo>
                    <a:pt x="3417384" y="1584716"/>
                  </a:lnTo>
                  <a:lnTo>
                    <a:pt x="3412231" y="1577092"/>
                  </a:lnTo>
                  <a:lnTo>
                    <a:pt x="3404595" y="1571951"/>
                  </a:lnTo>
                  <a:lnTo>
                    <a:pt x="3395253" y="1570066"/>
                  </a:lnTo>
                  <a:close/>
                </a:path>
              </a:pathLst>
            </a:custGeom>
            <a:solidFill>
              <a:srgbClr val="AABACC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" name="object 79"/>
            <p:cNvSpPr/>
            <p:nvPr/>
          </p:nvSpPr>
          <p:spPr>
            <a:xfrm>
              <a:off x="6764749" y="2407781"/>
              <a:ext cx="1756871" cy="3644080"/>
            </a:xfrm>
            <a:custGeom>
              <a:avLst/>
              <a:gdLst/>
              <a:ahLst/>
              <a:cxnLst/>
              <a:rect l="l" t="t" r="r" b="b"/>
              <a:pathLst>
                <a:path w="3005455" h="6429375">
                  <a:moveTo>
                    <a:pt x="3005144" y="0"/>
                  </a:moveTo>
                  <a:lnTo>
                    <a:pt x="0" y="0"/>
                  </a:lnTo>
                  <a:lnTo>
                    <a:pt x="0" y="6429123"/>
                  </a:lnTo>
                  <a:lnTo>
                    <a:pt x="3005144" y="6429123"/>
                  </a:lnTo>
                  <a:lnTo>
                    <a:pt x="3005144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16" name="object 8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842838" y="2824132"/>
              <a:ext cx="1600521" cy="339071"/>
            </a:xfrm>
            <a:prstGeom prst="rect">
              <a:avLst/>
            </a:prstGeom>
          </p:spPr>
        </p:pic>
        <p:pic>
          <p:nvPicPr>
            <p:cNvPr id="17" name="object 8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848047" y="2691656"/>
              <a:ext cx="746554" cy="605602"/>
            </a:xfrm>
            <a:prstGeom prst="rect">
              <a:avLst/>
            </a:prstGeom>
          </p:spPr>
        </p:pic>
        <p:pic>
          <p:nvPicPr>
            <p:cNvPr id="18" name="object 8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332193" y="2943710"/>
              <a:ext cx="154528" cy="147242"/>
            </a:xfrm>
            <a:prstGeom prst="rect">
              <a:avLst/>
            </a:prstGeom>
          </p:spPr>
        </p:pic>
        <p:pic>
          <p:nvPicPr>
            <p:cNvPr id="19" name="object 8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338904" y="2945107"/>
              <a:ext cx="138426" cy="134217"/>
            </a:xfrm>
            <a:prstGeom prst="rect">
              <a:avLst/>
            </a:prstGeom>
          </p:spPr>
        </p:pic>
        <p:pic>
          <p:nvPicPr>
            <p:cNvPr id="20" name="object 8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181753" y="2884978"/>
              <a:ext cx="133817" cy="195019"/>
            </a:xfrm>
            <a:prstGeom prst="rect">
              <a:avLst/>
            </a:prstGeom>
          </p:spPr>
        </p:pic>
        <p:pic>
          <p:nvPicPr>
            <p:cNvPr id="21" name="object 8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970010" y="2880667"/>
              <a:ext cx="146131" cy="198999"/>
            </a:xfrm>
            <a:prstGeom prst="rect">
              <a:avLst/>
            </a:prstGeom>
          </p:spPr>
        </p:pic>
        <p:pic>
          <p:nvPicPr>
            <p:cNvPr id="22" name="object 8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130444" y="3042521"/>
              <a:ext cx="37217" cy="36085"/>
            </a:xfrm>
            <a:prstGeom prst="rect">
              <a:avLst/>
            </a:prstGeom>
          </p:spPr>
        </p:pic>
        <p:sp>
          <p:nvSpPr>
            <p:cNvPr id="23" name="object 87"/>
            <p:cNvSpPr/>
            <p:nvPr/>
          </p:nvSpPr>
          <p:spPr>
            <a:xfrm>
              <a:off x="6842838" y="3238902"/>
              <a:ext cx="1600597" cy="288647"/>
            </a:xfrm>
            <a:custGeom>
              <a:avLst/>
              <a:gdLst/>
              <a:ahLst/>
              <a:cxnLst/>
              <a:rect l="l" t="t" r="r" b="b"/>
              <a:pathLst>
                <a:path w="2738119" h="509270">
                  <a:moveTo>
                    <a:pt x="2737990" y="0"/>
                  </a:moveTo>
                  <a:lnTo>
                    <a:pt x="0" y="0"/>
                  </a:lnTo>
                  <a:lnTo>
                    <a:pt x="0" y="509199"/>
                  </a:lnTo>
                  <a:lnTo>
                    <a:pt x="2737990" y="509199"/>
                  </a:lnTo>
                  <a:lnTo>
                    <a:pt x="27379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object 88"/>
            <p:cNvSpPr/>
            <p:nvPr/>
          </p:nvSpPr>
          <p:spPr>
            <a:xfrm>
              <a:off x="6920902" y="3295678"/>
              <a:ext cx="175947" cy="170597"/>
            </a:xfrm>
            <a:custGeom>
              <a:avLst/>
              <a:gdLst/>
              <a:ahLst/>
              <a:cxnLst/>
              <a:rect l="l" t="t" r="r" b="b"/>
              <a:pathLst>
                <a:path w="300990" h="300989">
                  <a:moveTo>
                    <a:pt x="200340" y="0"/>
                  </a:moveTo>
                  <a:lnTo>
                    <a:pt x="100170" y="0"/>
                  </a:lnTo>
                  <a:lnTo>
                    <a:pt x="61179" y="7871"/>
                  </a:lnTo>
                  <a:lnTo>
                    <a:pt x="29339" y="29339"/>
                  </a:lnTo>
                  <a:lnTo>
                    <a:pt x="7871" y="61179"/>
                  </a:lnTo>
                  <a:lnTo>
                    <a:pt x="0" y="100170"/>
                  </a:lnTo>
                  <a:lnTo>
                    <a:pt x="0" y="200340"/>
                  </a:lnTo>
                  <a:lnTo>
                    <a:pt x="7871" y="239331"/>
                  </a:lnTo>
                  <a:lnTo>
                    <a:pt x="29339" y="271171"/>
                  </a:lnTo>
                  <a:lnTo>
                    <a:pt x="61179" y="292639"/>
                  </a:lnTo>
                  <a:lnTo>
                    <a:pt x="100170" y="300511"/>
                  </a:lnTo>
                  <a:lnTo>
                    <a:pt x="200340" y="300511"/>
                  </a:lnTo>
                  <a:lnTo>
                    <a:pt x="239331" y="292639"/>
                  </a:lnTo>
                  <a:lnTo>
                    <a:pt x="271171" y="271171"/>
                  </a:lnTo>
                  <a:lnTo>
                    <a:pt x="292639" y="239331"/>
                  </a:lnTo>
                  <a:lnTo>
                    <a:pt x="300511" y="200340"/>
                  </a:lnTo>
                  <a:lnTo>
                    <a:pt x="300511" y="100170"/>
                  </a:lnTo>
                  <a:lnTo>
                    <a:pt x="292639" y="61179"/>
                  </a:lnTo>
                  <a:lnTo>
                    <a:pt x="271171" y="29339"/>
                  </a:lnTo>
                  <a:lnTo>
                    <a:pt x="239331" y="7871"/>
                  </a:lnTo>
                  <a:lnTo>
                    <a:pt x="200340" y="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25" name="object 8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963987" y="3337471"/>
              <a:ext cx="89460" cy="86740"/>
            </a:xfrm>
            <a:prstGeom prst="rect">
              <a:avLst/>
            </a:prstGeom>
          </p:spPr>
        </p:pic>
        <p:pic>
          <p:nvPicPr>
            <p:cNvPr id="26" name="object 9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160611" y="3354875"/>
              <a:ext cx="639930" cy="73807"/>
            </a:xfrm>
            <a:prstGeom prst="rect">
              <a:avLst/>
            </a:prstGeom>
          </p:spPr>
        </p:pic>
        <p:sp>
          <p:nvSpPr>
            <p:cNvPr id="27" name="object 91"/>
            <p:cNvSpPr/>
            <p:nvPr/>
          </p:nvSpPr>
          <p:spPr>
            <a:xfrm>
              <a:off x="8291619" y="3356722"/>
              <a:ext cx="30437" cy="48588"/>
            </a:xfrm>
            <a:custGeom>
              <a:avLst/>
              <a:gdLst/>
              <a:ahLst/>
              <a:cxnLst/>
              <a:rect l="l" t="t" r="r" b="b"/>
              <a:pathLst>
                <a:path w="52069" h="85725">
                  <a:moveTo>
                    <a:pt x="42552" y="42552"/>
                  </a:moveTo>
                  <a:lnTo>
                    <a:pt x="48455" y="48455"/>
                  </a:lnTo>
                  <a:lnTo>
                    <a:pt x="51715" y="45195"/>
                  </a:lnTo>
                  <a:lnTo>
                    <a:pt x="51715" y="39909"/>
                  </a:lnTo>
                  <a:lnTo>
                    <a:pt x="48455" y="36650"/>
                  </a:lnTo>
                  <a:lnTo>
                    <a:pt x="42552" y="42552"/>
                  </a:lnTo>
                  <a:close/>
                </a:path>
                <a:path w="52069" h="85725">
                  <a:moveTo>
                    <a:pt x="3259" y="70040"/>
                  </a:moveTo>
                  <a:lnTo>
                    <a:pt x="15065" y="81845"/>
                  </a:lnTo>
                  <a:lnTo>
                    <a:pt x="48455" y="48455"/>
                  </a:lnTo>
                  <a:lnTo>
                    <a:pt x="42552" y="42552"/>
                  </a:lnTo>
                  <a:lnTo>
                    <a:pt x="36650" y="48455"/>
                  </a:lnTo>
                  <a:lnTo>
                    <a:pt x="30747" y="42552"/>
                  </a:lnTo>
                  <a:lnTo>
                    <a:pt x="3259" y="70040"/>
                  </a:lnTo>
                  <a:close/>
                </a:path>
                <a:path w="52069" h="85725">
                  <a:moveTo>
                    <a:pt x="3259" y="15065"/>
                  </a:moveTo>
                  <a:lnTo>
                    <a:pt x="30747" y="42552"/>
                  </a:lnTo>
                  <a:lnTo>
                    <a:pt x="36650" y="36650"/>
                  </a:lnTo>
                  <a:lnTo>
                    <a:pt x="42552" y="42552"/>
                  </a:lnTo>
                  <a:lnTo>
                    <a:pt x="48455" y="36650"/>
                  </a:lnTo>
                  <a:lnTo>
                    <a:pt x="15065" y="3259"/>
                  </a:lnTo>
                  <a:lnTo>
                    <a:pt x="3259" y="15065"/>
                  </a:lnTo>
                  <a:close/>
                </a:path>
                <a:path w="52069" h="85725">
                  <a:moveTo>
                    <a:pt x="30747" y="42552"/>
                  </a:moveTo>
                  <a:lnTo>
                    <a:pt x="36650" y="48455"/>
                  </a:lnTo>
                  <a:lnTo>
                    <a:pt x="42552" y="42552"/>
                  </a:lnTo>
                  <a:lnTo>
                    <a:pt x="36650" y="36650"/>
                  </a:lnTo>
                  <a:lnTo>
                    <a:pt x="30747" y="42552"/>
                  </a:lnTo>
                  <a:close/>
                </a:path>
                <a:path w="52069" h="85725">
                  <a:moveTo>
                    <a:pt x="0" y="73300"/>
                  </a:moveTo>
                  <a:lnTo>
                    <a:pt x="0" y="78585"/>
                  </a:lnTo>
                  <a:lnTo>
                    <a:pt x="6519" y="85105"/>
                  </a:lnTo>
                  <a:lnTo>
                    <a:pt x="11805" y="85105"/>
                  </a:lnTo>
                  <a:lnTo>
                    <a:pt x="15065" y="81845"/>
                  </a:lnTo>
                  <a:lnTo>
                    <a:pt x="3259" y="70040"/>
                  </a:lnTo>
                  <a:lnTo>
                    <a:pt x="0" y="73300"/>
                  </a:lnTo>
                  <a:close/>
                </a:path>
                <a:path w="52069" h="85725">
                  <a:moveTo>
                    <a:pt x="0" y="6519"/>
                  </a:moveTo>
                  <a:lnTo>
                    <a:pt x="0" y="11805"/>
                  </a:lnTo>
                  <a:lnTo>
                    <a:pt x="3259" y="15065"/>
                  </a:lnTo>
                  <a:lnTo>
                    <a:pt x="15065" y="3259"/>
                  </a:lnTo>
                  <a:lnTo>
                    <a:pt x="11805" y="0"/>
                  </a:lnTo>
                  <a:lnTo>
                    <a:pt x="6519" y="0"/>
                  </a:lnTo>
                  <a:lnTo>
                    <a:pt x="0" y="6519"/>
                  </a:lnTo>
                  <a:close/>
                </a:path>
              </a:pathLst>
            </a:custGeom>
            <a:solidFill>
              <a:srgbClr val="526067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" name="object 92"/>
            <p:cNvSpPr/>
            <p:nvPr/>
          </p:nvSpPr>
          <p:spPr>
            <a:xfrm>
              <a:off x="6920902" y="3522779"/>
              <a:ext cx="1522646" cy="5038"/>
            </a:xfrm>
            <a:custGeom>
              <a:avLst/>
              <a:gdLst/>
              <a:ahLst/>
              <a:cxnLst/>
              <a:rect l="l" t="t" r="r" b="b"/>
              <a:pathLst>
                <a:path w="2604769" h="8889">
                  <a:moveTo>
                    <a:pt x="2604430" y="0"/>
                  </a:moveTo>
                  <a:lnTo>
                    <a:pt x="0" y="0"/>
                  </a:lnTo>
                  <a:lnTo>
                    <a:pt x="0" y="8347"/>
                  </a:lnTo>
                  <a:lnTo>
                    <a:pt x="2604430" y="8347"/>
                  </a:lnTo>
                  <a:lnTo>
                    <a:pt x="2604430" y="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29" name="object 9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842838" y="3603209"/>
              <a:ext cx="1600521" cy="339071"/>
            </a:xfrm>
            <a:prstGeom prst="rect">
              <a:avLst/>
            </a:prstGeom>
          </p:spPr>
        </p:pic>
        <p:pic>
          <p:nvPicPr>
            <p:cNvPr id="30" name="object 9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7962455" y="3465740"/>
              <a:ext cx="625380" cy="606390"/>
            </a:xfrm>
            <a:prstGeom prst="rect">
              <a:avLst/>
            </a:prstGeom>
          </p:spPr>
        </p:pic>
        <p:pic>
          <p:nvPicPr>
            <p:cNvPr id="31" name="object 9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8293101" y="3741714"/>
              <a:ext cx="154528" cy="147242"/>
            </a:xfrm>
            <a:prstGeom prst="rect">
              <a:avLst/>
            </a:prstGeom>
          </p:spPr>
        </p:pic>
        <p:pic>
          <p:nvPicPr>
            <p:cNvPr id="32" name="object 9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8299860" y="3743110"/>
              <a:ext cx="138426" cy="134217"/>
            </a:xfrm>
            <a:prstGeom prst="rect">
              <a:avLst/>
            </a:prstGeom>
          </p:spPr>
        </p:pic>
        <p:pic>
          <p:nvPicPr>
            <p:cNvPr id="33" name="object 9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8123844" y="3655443"/>
              <a:ext cx="152713" cy="222558"/>
            </a:xfrm>
            <a:prstGeom prst="rect">
              <a:avLst/>
            </a:prstGeom>
          </p:spPr>
        </p:pic>
        <p:pic>
          <p:nvPicPr>
            <p:cNvPr id="34" name="object 9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683219" y="2294256"/>
              <a:ext cx="1923875" cy="3830572"/>
            </a:xfrm>
            <a:prstGeom prst="rect">
              <a:avLst/>
            </a:prstGeom>
          </p:spPr>
        </p:pic>
      </p:grpSp>
      <p:pic>
        <p:nvPicPr>
          <p:cNvPr id="11" name="Picture 10">
            <a:extLst>
              <a:ext uri="{FF2B5EF4-FFF2-40B4-BE49-F238E27FC236}">
                <a16:creationId xmlns:a16="http://schemas.microsoft.com/office/drawing/2014/main" id="{2E13953E-906F-A148-8A21-83C5A4A9FEE6}"/>
              </a:ext>
            </a:extLst>
          </p:cNvPr>
          <p:cNvPicPr>
            <a:picLocks/>
          </p:cNvPicPr>
          <p:nvPr/>
        </p:nvPicPr>
        <p:blipFill>
          <a:blip r:embed="rId31"/>
          <a:srcRect l="5489" r="7426"/>
          <a:stretch>
            <a:fillRect/>
          </a:stretch>
        </p:blipFill>
        <p:spPr>
          <a:xfrm>
            <a:off x="3609812" y="3337540"/>
            <a:ext cx="1505448" cy="2928940"/>
          </a:xfrm>
          <a:prstGeom prst="rect">
            <a:avLst/>
          </a:prstGeom>
        </p:spPr>
      </p:pic>
      <p:sp>
        <p:nvSpPr>
          <p:cNvPr id="59" name="TextBox 58">
            <a:extLst>
              <a:ext uri="{FF2B5EF4-FFF2-40B4-BE49-F238E27FC236}">
                <a16:creationId xmlns:a16="http://schemas.microsoft.com/office/drawing/2014/main" id="{ED799F43-B451-5015-BB03-C9ABF8CDC494}"/>
              </a:ext>
            </a:extLst>
          </p:cNvPr>
          <p:cNvSpPr txBox="1">
            <a:spLocks/>
          </p:cNvSpPr>
          <p:nvPr/>
        </p:nvSpPr>
        <p:spPr>
          <a:xfrm>
            <a:off x="554736" y="2779440"/>
            <a:ext cx="3020584" cy="43088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fr-FR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70+ </a:t>
            </a:r>
            <a:r>
              <a:rPr kumimoji="0" lang="fr-FR" b="1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wholesale</a:t>
            </a:r>
            <a:r>
              <a:rPr kumimoji="0" lang="fr-FR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 </a:t>
            </a:r>
            <a:r>
              <a:rPr kumimoji="0" lang="fr-FR" b="1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distributors</a:t>
            </a:r>
            <a:r>
              <a:rPr kumimoji="0" lang="fr-FR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’ </a:t>
            </a:r>
            <a:r>
              <a:rPr kumimoji="0" lang="fr-FR" b="1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product</a:t>
            </a:r>
            <a:r>
              <a:rPr kumimoji="0" lang="fr-FR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 catalogue </a:t>
            </a:r>
            <a:r>
              <a:rPr kumimoji="0" lang="fr-FR" b="1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available</a:t>
            </a:r>
            <a:endParaRPr kumimoji="0" lang="en-GB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0D9818D-6D35-6625-F2EB-B0F061652B67}"/>
              </a:ext>
            </a:extLst>
          </p:cNvPr>
          <p:cNvSpPr txBox="1">
            <a:spLocks/>
          </p:cNvSpPr>
          <p:nvPr/>
        </p:nvSpPr>
        <p:spPr>
          <a:xfrm>
            <a:off x="5149752" y="2779440"/>
            <a:ext cx="1512224" cy="43088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GB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Loyalty program for merchants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DAACF81-F8CD-6939-2131-7BDEE8BEDC01}"/>
              </a:ext>
            </a:extLst>
          </p:cNvPr>
          <p:cNvSpPr txBox="1">
            <a:spLocks/>
          </p:cNvSpPr>
          <p:nvPr/>
        </p:nvSpPr>
        <p:spPr>
          <a:xfrm>
            <a:off x="3609812" y="2563996"/>
            <a:ext cx="1505448" cy="646331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GB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Embedded supply chain financing</a:t>
            </a:r>
          </a:p>
        </p:txBody>
      </p:sp>
      <p:cxnSp>
        <p:nvCxnSpPr>
          <p:cNvPr id="50" name="LineBasicDefault 198">
            <a:extLst>
              <a:ext uri="{FF2B5EF4-FFF2-40B4-BE49-F238E27FC236}">
                <a16:creationId xmlns:a16="http://schemas.microsoft.com/office/drawing/2014/main" id="{FF553119-74A9-3DA2-9B20-C0B01BD0F00E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554736" y="1927225"/>
            <a:ext cx="791870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>
            <a:extLst>
              <a:ext uri="{FF2B5EF4-FFF2-40B4-BE49-F238E27FC236}">
                <a16:creationId xmlns:a16="http://schemas.microsoft.com/office/drawing/2014/main" id="{B8BF1D30-F23B-D7FC-677C-67BF8D6037C7}"/>
              </a:ext>
            </a:extLst>
          </p:cNvPr>
          <p:cNvSpPr txBox="1">
            <a:spLocks/>
          </p:cNvSpPr>
          <p:nvPr/>
        </p:nvSpPr>
        <p:spPr>
          <a:xfrm>
            <a:off x="554736" y="1633698"/>
            <a:ext cx="7918704" cy="246221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GB" sz="1600" b="1" err="1"/>
              <a:t>OnlineDuken</a:t>
            </a:r>
            <a:r>
              <a:rPr lang="en-GB" sz="1600" b="1"/>
              <a:t> Case example</a:t>
            </a:r>
          </a:p>
        </p:txBody>
      </p:sp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EEA5A229-1B07-9FA9-1FC3-0E18C363F3A5}"/>
              </a:ext>
            </a:extLst>
          </p:cNvPr>
          <p:cNvSpPr/>
          <p:nvPr/>
        </p:nvSpPr>
        <p:spPr>
          <a:xfrm>
            <a:off x="6797002" y="1981199"/>
            <a:ext cx="1676438" cy="4268093"/>
          </a:xfrm>
          <a:prstGeom prst="roundRect">
            <a:avLst>
              <a:gd name="adj" fmla="val 7373"/>
            </a:avLst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GB" sz="1600" err="1">
              <a:solidFill>
                <a:schemeClr val="bg1"/>
              </a:solidFill>
            </a:endParaRPr>
          </a:p>
        </p:txBody>
      </p: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836928B-C258-8B81-1D63-78DED1E94025}"/>
              </a:ext>
            </a:extLst>
          </p:cNvPr>
          <p:cNvCxnSpPr>
            <a:cxnSpLocks/>
          </p:cNvCxnSpPr>
          <p:nvPr/>
        </p:nvCxnSpPr>
        <p:spPr>
          <a:xfrm>
            <a:off x="6925066" y="2934405"/>
            <a:ext cx="1420312" cy="0"/>
          </a:xfrm>
          <a:prstGeom prst="line">
            <a:avLst/>
          </a:prstGeom>
          <a:ln w="6350" cap="flat">
            <a:solidFill>
              <a:srgbClr val="B3B3B3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A2B1DF57-6916-86B3-E0DD-D23D1D85628D}"/>
              </a:ext>
            </a:extLst>
          </p:cNvPr>
          <p:cNvCxnSpPr>
            <a:cxnSpLocks/>
          </p:cNvCxnSpPr>
          <p:nvPr/>
        </p:nvCxnSpPr>
        <p:spPr>
          <a:xfrm>
            <a:off x="6925066" y="3864962"/>
            <a:ext cx="1420312" cy="0"/>
          </a:xfrm>
          <a:prstGeom prst="line">
            <a:avLst/>
          </a:prstGeom>
          <a:ln w="6350" cap="flat">
            <a:solidFill>
              <a:srgbClr val="B3B3B3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FE6CF399-F5CB-A197-AF84-7454AF070571}"/>
              </a:ext>
            </a:extLst>
          </p:cNvPr>
          <p:cNvCxnSpPr>
            <a:cxnSpLocks/>
          </p:cNvCxnSpPr>
          <p:nvPr/>
        </p:nvCxnSpPr>
        <p:spPr>
          <a:xfrm>
            <a:off x="6925066" y="4610853"/>
            <a:ext cx="1420312" cy="0"/>
          </a:xfrm>
          <a:prstGeom prst="line">
            <a:avLst/>
          </a:prstGeom>
          <a:ln w="6350" cap="flat">
            <a:solidFill>
              <a:srgbClr val="B3B3B3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A0CF1549-31A3-B021-84F9-6AB6305569E9}"/>
              </a:ext>
            </a:extLst>
          </p:cNvPr>
          <p:cNvCxnSpPr>
            <a:cxnSpLocks/>
          </p:cNvCxnSpPr>
          <p:nvPr/>
        </p:nvCxnSpPr>
        <p:spPr>
          <a:xfrm>
            <a:off x="6925066" y="5541410"/>
            <a:ext cx="1420312" cy="0"/>
          </a:xfrm>
          <a:prstGeom prst="line">
            <a:avLst/>
          </a:prstGeom>
          <a:ln w="6350" cap="flat">
            <a:solidFill>
              <a:srgbClr val="B3B3B3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78AA333E-120A-3EE1-5D7F-E87ADE3E27A1}"/>
              </a:ext>
            </a:extLst>
          </p:cNvPr>
          <p:cNvSpPr txBox="1">
            <a:spLocks/>
          </p:cNvSpPr>
          <p:nvPr/>
        </p:nvSpPr>
        <p:spPr>
          <a:xfrm>
            <a:off x="6925066" y="2438349"/>
            <a:ext cx="1420312" cy="43088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1C863F"/>
                </a:solidFill>
                <a:effectLst/>
                <a:uLnTx/>
                <a:uFillTx/>
                <a:latin typeface="Georgia"/>
                <a:ea typeface="Tahoma" panose="020B0604030504040204" pitchFamily="34" charset="0"/>
                <a:cs typeface="Arial" panose="020B0604020202020204" pitchFamily="34" charset="0"/>
              </a:rPr>
              <a:t>$85m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Georgia"/>
                <a:ea typeface="Tahoma" panose="020B0604030504040204" pitchFamily="34" charset="0"/>
                <a:cs typeface="Arial" panose="020B060402020202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GMV one year after launch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E9F0AF0-7E68-30AC-30AE-9642A5A541D2}"/>
              </a:ext>
            </a:extLst>
          </p:cNvPr>
          <p:cNvSpPr txBox="1">
            <a:spLocks/>
          </p:cNvSpPr>
          <p:nvPr/>
        </p:nvSpPr>
        <p:spPr>
          <a:xfrm>
            <a:off x="6925066" y="2999574"/>
            <a:ext cx="1420312" cy="800219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1C863F"/>
                </a:solidFill>
                <a:effectLst/>
                <a:uLnTx/>
                <a:uFillTx/>
                <a:latin typeface="Georgia"/>
                <a:ea typeface="Tahoma" panose="020B0604030504040204" pitchFamily="34" charset="0"/>
                <a:cs typeface="Arial" panose="020B0604020202020204" pitchFamily="34" charset="0"/>
              </a:rPr>
              <a:t>~10%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share of wholesale grocery market by end of year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31DEDC8-D095-B048-BC4D-18DDD9DC7D21}"/>
              </a:ext>
            </a:extLst>
          </p:cNvPr>
          <p:cNvSpPr txBox="1">
            <a:spLocks/>
          </p:cNvSpPr>
          <p:nvPr/>
        </p:nvSpPr>
        <p:spPr>
          <a:xfrm>
            <a:off x="6925066" y="3930131"/>
            <a:ext cx="1420312" cy="61555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1C863F"/>
                </a:solidFill>
                <a:effectLst/>
                <a:uLnTx/>
                <a:uFillTx/>
                <a:latin typeface="Georgia"/>
                <a:ea typeface="Tahoma" panose="020B0604030504040204" pitchFamily="34" charset="0"/>
                <a:cs typeface="Arial" panose="020B0604020202020204" pitchFamily="34" charset="0"/>
              </a:rPr>
              <a:t>~20%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of grocery shops in the country are users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6582A2D1-687B-D7DB-D335-D0DFB4682594}"/>
              </a:ext>
            </a:extLst>
          </p:cNvPr>
          <p:cNvSpPr txBox="1">
            <a:spLocks/>
          </p:cNvSpPr>
          <p:nvPr/>
        </p:nvSpPr>
        <p:spPr>
          <a:xfrm>
            <a:off x="6925066" y="4676022"/>
            <a:ext cx="1420312" cy="800219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1C863F"/>
                </a:solidFill>
                <a:effectLst/>
                <a:uLnTx/>
                <a:uFillTx/>
                <a:latin typeface="Georgia"/>
                <a:ea typeface="Tahoma" panose="020B0604030504040204" pitchFamily="34" charset="0"/>
                <a:cs typeface="Arial" panose="020B0604020202020204" pitchFamily="34" charset="0"/>
              </a:rPr>
              <a:t>+16%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in average </a:t>
            </a:r>
            <a:b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</a:b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bank balance per user </a:t>
            </a:r>
            <a:b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</a:b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vs non-user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0C124EF-3DAD-8FAD-904F-C668D293F907}"/>
              </a:ext>
            </a:extLst>
          </p:cNvPr>
          <p:cNvSpPr txBox="1">
            <a:spLocks/>
          </p:cNvSpPr>
          <p:nvPr/>
        </p:nvSpPr>
        <p:spPr>
          <a:xfrm>
            <a:off x="6925066" y="5606580"/>
            <a:ext cx="1420312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Arial" panose="020B0604020202020204" pitchFamily="34" charset="0"/>
              </a:rPr>
              <a:t>Launched in </a:t>
            </a: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srgbClr val="1C863F"/>
                </a:solidFill>
                <a:effectLst/>
                <a:uLnTx/>
                <a:uFillTx/>
                <a:latin typeface="Georgia"/>
                <a:ea typeface="Tahoma" panose="020B0604030504040204" pitchFamily="34" charset="0"/>
                <a:cs typeface="Arial" panose="020B0604020202020204" pitchFamily="34" charset="0"/>
              </a:rPr>
              <a:t>9 months</a:t>
            </a:r>
          </a:p>
        </p:txBody>
      </p:sp>
      <p:sp>
        <p:nvSpPr>
          <p:cNvPr id="62" name="Subtitle 55">
            <a:extLst>
              <a:ext uri="{FF2B5EF4-FFF2-40B4-BE49-F238E27FC236}">
                <a16:creationId xmlns:a16="http://schemas.microsoft.com/office/drawing/2014/main" id="{BB9B3836-82B3-7A25-0F28-C25150F97DC3}"/>
              </a:ext>
            </a:extLst>
          </p:cNvPr>
          <p:cNvSpPr txBox="1">
            <a:spLocks/>
          </p:cNvSpPr>
          <p:nvPr/>
        </p:nvSpPr>
        <p:spPr>
          <a:xfrm>
            <a:off x="6925066" y="2086664"/>
            <a:ext cx="1420312" cy="24622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b">
            <a:sp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ru-RU" sz="1600" b="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en-US" b="1">
                <a:solidFill>
                  <a:schemeClr val="accent2"/>
                </a:solidFill>
              </a:rPr>
              <a:t>Impact</a:t>
            </a:r>
            <a:endParaRPr lang="en-GB">
              <a:solidFill>
                <a:schemeClr val="accent2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5ABDBD0-BF45-D97A-3065-C380301C1992}"/>
              </a:ext>
            </a:extLst>
          </p:cNvPr>
          <p:cNvSpPr txBox="1">
            <a:spLocks/>
          </p:cNvSpPr>
          <p:nvPr/>
        </p:nvSpPr>
        <p:spPr>
          <a:xfrm>
            <a:off x="9110657" y="1633698"/>
            <a:ext cx="2524131" cy="246221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>
                <a:solidFill>
                  <a:schemeClr val="bg1"/>
                </a:solidFill>
              </a:rPr>
              <a:t>Key implications for PBA</a:t>
            </a:r>
          </a:p>
        </p:txBody>
      </p:sp>
      <p:cxnSp>
        <p:nvCxnSpPr>
          <p:cNvPr id="12" name="LineBasicDefault 198">
            <a:extLst>
              <a:ext uri="{FF2B5EF4-FFF2-40B4-BE49-F238E27FC236}">
                <a16:creationId xmlns:a16="http://schemas.microsoft.com/office/drawing/2014/main" id="{2494F88E-424E-22A9-7480-EEFF982F72F5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9110657" y="1927225"/>
            <a:ext cx="2524131" cy="0"/>
          </a:xfrm>
          <a:prstGeom prst="straightConnector1">
            <a:avLst/>
          </a:prstGeom>
          <a:ln w="12700" cap="sq">
            <a:solidFill>
              <a:schemeClr val="bg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CE1E06B0-D1A8-2884-A88F-0B0FAFA51CEA}"/>
              </a:ext>
            </a:extLst>
          </p:cNvPr>
          <p:cNvSpPr txBox="1">
            <a:spLocks/>
          </p:cNvSpPr>
          <p:nvPr/>
        </p:nvSpPr>
        <p:spPr>
          <a:xfrm>
            <a:off x="9110657" y="1981200"/>
            <a:ext cx="2524131" cy="330859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buClr>
                <a:schemeClr val="bg1"/>
              </a:buClr>
            </a:pPr>
            <a:r>
              <a:rPr lang="en-US">
                <a:solidFill>
                  <a:schemeClr val="bg1"/>
                </a:solidFill>
              </a:rPr>
              <a:t>Industry focus helps drive adoption, since offered products, terms and even VAS will be tailor to specific customer needs:</a:t>
            </a:r>
          </a:p>
          <a:p>
            <a:pPr lvl="2">
              <a:buClr>
                <a:schemeClr val="bg1"/>
              </a:buClr>
            </a:pPr>
            <a:r>
              <a:rPr lang="en-US">
                <a:solidFill>
                  <a:schemeClr val="bg1"/>
                </a:solidFill>
              </a:rPr>
              <a:t>Halyk specifically highlights distributors relevant for FMCG players</a:t>
            </a:r>
          </a:p>
          <a:p>
            <a:pPr lvl="1">
              <a:buClr>
                <a:schemeClr val="bg1"/>
              </a:buClr>
            </a:pPr>
            <a:r>
              <a:rPr lang="en-US">
                <a:solidFill>
                  <a:schemeClr val="bg1"/>
                </a:solidFill>
              </a:rPr>
              <a:t>Alongside fast adoption, PBA can expect higher stickiness, since sector-specific bundles (terms, limits, rewards tuned to the trade) are harder to replicate and harder to leave than commodity banking</a:t>
            </a:r>
          </a:p>
        </p:txBody>
      </p:sp>
      <p:sp>
        <p:nvSpPr>
          <p:cNvPr id="37" name="TrackerNumBlue 164">
            <a:extLst>
              <a:ext uri="{FF2B5EF4-FFF2-40B4-BE49-F238E27FC236}">
                <a16:creationId xmlns:a16="http://schemas.microsoft.com/office/drawing/2014/main" id="{13991922-6377-9CE5-CC13-DA08EB371645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21444" y="165068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2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44156697-8D17-6634-F66C-A25D32A0497F}"/>
              </a:ext>
            </a:extLst>
          </p:cNvPr>
          <p:cNvSpPr txBox="1">
            <a:spLocks/>
          </p:cNvSpPr>
          <p:nvPr/>
        </p:nvSpPr>
        <p:spPr>
          <a:xfrm>
            <a:off x="554736" y="1981200"/>
            <a:ext cx="6107240" cy="43088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 err="1">
                <a:latin typeface="+mn-lt"/>
              </a:rPr>
              <a:t>OnlineDuken</a:t>
            </a:r>
            <a:r>
              <a:rPr lang="en-US">
                <a:latin typeface="+mn-lt"/>
              </a:rPr>
              <a:t> digitizes the full cycle of ordering, deliveries and payments between wholesale distributors and grocery stores</a:t>
            </a:r>
            <a:endParaRPr lang="en-GB">
              <a:latin typeface="+mn-lt"/>
            </a:endParaRPr>
          </a:p>
        </p:txBody>
      </p:sp>
      <p:sp>
        <p:nvSpPr>
          <p:cNvPr id="73" name="3. Subtitle">
            <a:extLst>
              <a:ext uri="{FF2B5EF4-FFF2-40B4-BE49-F238E27FC236}">
                <a16:creationId xmlns:a16="http://schemas.microsoft.com/office/drawing/2014/main" id="{52E3AC8C-8682-7267-F4A7-51EBC155A5F5}"/>
              </a:ext>
            </a:extLst>
          </p:cNvPr>
          <p:cNvSpPr>
            <a:spLocks noGrp="1"/>
          </p:cNvSpPr>
          <p:nvPr>
            <p:ph type="subTitle" idx="1"/>
            <p:custDataLst>
              <p:tags r:id="rId8"/>
            </p:custDataLst>
          </p:nvPr>
        </p:nvSpPr>
        <p:spPr>
          <a:xfrm>
            <a:off x="554736" y="958596"/>
            <a:ext cx="11082528" cy="246221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GB">
                <a:latin typeface="+mn-lt"/>
              </a:rPr>
              <a:t>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782453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C14FC5-85F0-D639-E5AC-F3DCB93A80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6B727BE8-B870-FEE6-2148-4789B5B7FFB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0443740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606" imgH="608" progId="TCLayout.ActiveDocument.1">
                  <p:embed/>
                </p:oleObj>
              </mc:Choice>
              <mc:Fallback>
                <p:oleObj name="think-cell Slide" r:id="rId18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6B727BE8-B870-FEE6-2148-4789B5B7FF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928C4DDC-A260-74A0-464E-113A6673BEAA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Bank’s strategy in commercial and SME banking consists of 6 initiatives and 3 enablers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7ABC3B0D-5434-2638-1765-2358AE1B3C1D}"/>
              </a:ext>
            </a:extLst>
          </p:cNvPr>
          <p:cNvSpPr>
            <a:spLocks/>
          </p:cNvSpPr>
          <p:nvPr/>
        </p:nvSpPr>
        <p:spPr>
          <a:xfrm>
            <a:off x="554734" y="1638299"/>
            <a:ext cx="1312166" cy="2002652"/>
          </a:xfrm>
          <a:prstGeom prst="roundRect">
            <a:avLst/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Transaction banking-led ecosystem platform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88F89AF0-3A87-4221-5629-80DC25D68A69}"/>
              </a:ext>
            </a:extLst>
          </p:cNvPr>
          <p:cNvSpPr>
            <a:spLocks/>
          </p:cNvSpPr>
          <p:nvPr/>
        </p:nvSpPr>
        <p:spPr>
          <a:xfrm>
            <a:off x="554734" y="3728783"/>
            <a:ext cx="1312166" cy="203996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Optimize and selectively scale commercial and SME banking</a:t>
            </a:r>
          </a:p>
        </p:txBody>
      </p:sp>
      <p:cxnSp>
        <p:nvCxnSpPr>
          <p:cNvPr id="19" name="LineBasicDefault 299">
            <a:extLst>
              <a:ext uri="{FF2B5EF4-FFF2-40B4-BE49-F238E27FC236}">
                <a16:creationId xmlns:a16="http://schemas.microsoft.com/office/drawing/2014/main" id="{7B0DBD04-ED3E-6E64-D742-2AD22FF55C2E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038" y="1575177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F9BA4A68-B6B4-B1C0-3025-220C07B5BBA4}"/>
              </a:ext>
            </a:extLst>
          </p:cNvPr>
          <p:cNvSpPr txBox="1"/>
          <p:nvPr/>
        </p:nvSpPr>
        <p:spPr>
          <a:xfrm>
            <a:off x="554039" y="1161649"/>
            <a:ext cx="1312862" cy="369332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Strategic programs</a:t>
            </a:r>
            <a:endParaRPr lang="en-US" sz="120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EE4118F-0F95-9948-1F03-153C591B9E4D}"/>
              </a:ext>
            </a:extLst>
          </p:cNvPr>
          <p:cNvSpPr txBox="1"/>
          <p:nvPr/>
        </p:nvSpPr>
        <p:spPr>
          <a:xfrm>
            <a:off x="1956402" y="1346315"/>
            <a:ext cx="2653697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Initiatives</a:t>
            </a:r>
            <a:endParaRPr lang="en-US" sz="120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462BA95-6138-AFF1-0586-0D523CE67BC2}"/>
              </a:ext>
            </a:extLst>
          </p:cNvPr>
          <p:cNvSpPr txBox="1"/>
          <p:nvPr/>
        </p:nvSpPr>
        <p:spPr>
          <a:xfrm>
            <a:off x="4769149" y="1346315"/>
            <a:ext cx="6698950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Scope</a:t>
            </a:r>
            <a:endParaRPr lang="en-US" sz="1200"/>
          </a:p>
        </p:txBody>
      </p:sp>
      <p:cxnSp>
        <p:nvCxnSpPr>
          <p:cNvPr id="25" name="LineBasicDefault 299">
            <a:extLst>
              <a:ext uri="{FF2B5EF4-FFF2-40B4-BE49-F238E27FC236}">
                <a16:creationId xmlns:a16="http://schemas.microsoft.com/office/drawing/2014/main" id="{24CEC232-8F95-A249-CD42-460CC83FE233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3685148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F67BFE90-BF7F-9202-41A1-9EFBBB44E34B}"/>
              </a:ext>
            </a:extLst>
          </p:cNvPr>
          <p:cNvSpPr/>
          <p:nvPr/>
        </p:nvSpPr>
        <p:spPr>
          <a:xfrm>
            <a:off x="2152651" y="1638298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CIB counterparties acquisition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58EA0F95-BBC7-7F8D-0FE2-CCA25BD70C59}"/>
              </a:ext>
            </a:extLst>
          </p:cNvPr>
          <p:cNvSpPr/>
          <p:nvPr/>
        </p:nvSpPr>
        <p:spPr>
          <a:xfrm>
            <a:off x="2152651" y="2335127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Supply chain / trade products double-down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DBE31A7D-6B6B-25C8-8416-24D6105194AC}"/>
              </a:ext>
            </a:extLst>
          </p:cNvPr>
          <p:cNvSpPr/>
          <p:nvPr/>
        </p:nvSpPr>
        <p:spPr>
          <a:xfrm>
            <a:off x="2152651" y="3031954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E2E business partnership beyond banking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31EB252D-3C41-EA33-AF13-13B00F8EEB4D}"/>
              </a:ext>
            </a:extLst>
          </p:cNvPr>
          <p:cNvSpPr/>
          <p:nvPr/>
        </p:nvSpPr>
        <p:spPr>
          <a:xfrm>
            <a:off x="2152651" y="3728782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Commercial and micro reactivation program</a:t>
            </a:r>
          </a:p>
        </p:txBody>
      </p:sp>
      <p:cxnSp>
        <p:nvCxnSpPr>
          <p:cNvPr id="28" name="LineBasicDefault 299">
            <a:extLst>
              <a:ext uri="{FF2B5EF4-FFF2-40B4-BE49-F238E27FC236}">
                <a16:creationId xmlns:a16="http://schemas.microsoft.com/office/drawing/2014/main" id="{6105FBA4-1AB1-E3B3-0AAC-31B88DE995D1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1956403" y="2974172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E1946A9A-A92F-E1AB-7AC9-40BCA553DAE5}"/>
              </a:ext>
            </a:extLst>
          </p:cNvPr>
          <p:cNvSpPr txBox="1"/>
          <p:nvPr/>
        </p:nvSpPr>
        <p:spPr>
          <a:xfrm>
            <a:off x="4773262" y="166491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existing payment data and additional insights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captured via the Transaction banking-led ecosystem platform supply chain module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to identify vendors and distributors of existing PBA CIB customers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and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target them with tailored onboarding bundles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84B8C66-966A-E7FC-ABDC-2E8BF3A301F0}"/>
              </a:ext>
            </a:extLst>
          </p:cNvPr>
          <p:cNvSpPr txBox="1"/>
          <p:nvPr/>
        </p:nvSpPr>
        <p:spPr>
          <a:xfrm>
            <a:off x="4773262" y="246308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>
                <a:solidFill>
                  <a:schemeClr val="bg1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1">
                    <a:lumMod val="85000"/>
                  </a:schemeClr>
                </a:solidFill>
              </a:rPr>
              <a:t>existing cash flow data and additional insights </a:t>
            </a:r>
            <a:r>
              <a:rPr lang="en-US" sz="1200">
                <a:solidFill>
                  <a:schemeClr val="bg1">
                    <a:lumMod val="85000"/>
                  </a:schemeClr>
                </a:solidFill>
              </a:rPr>
              <a:t>captured via the Transaction banking-led ecosystem to identify </a:t>
            </a:r>
            <a:r>
              <a:rPr lang="en-US" sz="1200" b="1">
                <a:solidFill>
                  <a:schemeClr val="bg1">
                    <a:lumMod val="85000"/>
                  </a:schemeClr>
                </a:solidFill>
              </a:rPr>
              <a:t>customer needs and offer them trade related products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9948D6D-2698-23A2-D561-00D030DFC77B}"/>
              </a:ext>
            </a:extLst>
          </p:cNvPr>
          <p:cNvSpPr txBox="1"/>
          <p:nvPr/>
        </p:nvSpPr>
        <p:spPr>
          <a:xfrm>
            <a:off x="4773262" y="315683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tx1"/>
                </a:solidFill>
              </a:rPr>
              <a:t>Develop an </a:t>
            </a:r>
            <a:r>
              <a:rPr lang="en-US" sz="1200" b="1">
                <a:solidFill>
                  <a:schemeClr val="tx1"/>
                </a:solidFill>
              </a:rPr>
              <a:t>ecosystem of value-added services</a:t>
            </a:r>
            <a:r>
              <a:rPr lang="en-US" sz="1200">
                <a:solidFill>
                  <a:schemeClr val="tx1"/>
                </a:solidFill>
              </a:rPr>
              <a:t>, e.g. accounting, insurance etc., to support smaller customers, i.e. SMEs, with their beyond banking needs to generate additional income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5BAAFE8-D655-57D6-7DF9-1AF5E11F85D0}"/>
              </a:ext>
            </a:extLst>
          </p:cNvPr>
          <p:cNvSpPr txBox="1"/>
          <p:nvPr/>
        </p:nvSpPr>
        <p:spPr>
          <a:xfrm>
            <a:off x="4773262" y="3850858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Double-down on commercial and micro SME segments with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tailored re-activation and churn prevention journeys and product offerings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to grow active customer base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55F67111-FAF0-3457-FEAC-A64F593B53E7}"/>
              </a:ext>
            </a:extLst>
          </p:cNvPr>
          <p:cNvSpPr/>
          <p:nvPr/>
        </p:nvSpPr>
        <p:spPr>
          <a:xfrm>
            <a:off x="2152651" y="4440823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Credit process transformation</a:t>
            </a:r>
          </a:p>
        </p:txBody>
      </p:sp>
      <p:cxnSp>
        <p:nvCxnSpPr>
          <p:cNvPr id="14" name="LineBasicDefault 299">
            <a:extLst>
              <a:ext uri="{FF2B5EF4-FFF2-40B4-BE49-F238E27FC236}">
                <a16:creationId xmlns:a16="http://schemas.microsoft.com/office/drawing/2014/main" id="{0373193F-0565-E126-D92F-CD7082534C44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1956403" y="4386419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935CF1FB-5B66-F570-D622-7EFB56348270}"/>
              </a:ext>
            </a:extLst>
          </p:cNvPr>
          <p:cNvSpPr/>
          <p:nvPr/>
        </p:nvSpPr>
        <p:spPr>
          <a:xfrm>
            <a:off x="2152651" y="5159190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Next-gen pricing and product bundling</a:t>
            </a:r>
          </a:p>
        </p:txBody>
      </p:sp>
      <p:cxnSp>
        <p:nvCxnSpPr>
          <p:cNvPr id="18" name="LineBasicDefault 299">
            <a:extLst>
              <a:ext uri="{FF2B5EF4-FFF2-40B4-BE49-F238E27FC236}">
                <a16:creationId xmlns:a16="http://schemas.microsoft.com/office/drawing/2014/main" id="{B6AF9524-D8AF-2F1A-AF75-8DBC3B419BE2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1956403" y="5104786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9469DD9A-D150-BAD0-AB9A-702C522CBC0D}"/>
              </a:ext>
            </a:extLst>
          </p:cNvPr>
          <p:cNvSpPr txBox="1"/>
          <p:nvPr/>
        </p:nvSpPr>
        <p:spPr>
          <a:xfrm>
            <a:off x="4773262" y="444082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Revisit and transform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credit process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leveraging Agentic AI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to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1. increase efficiency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through the deployment of specific AI agents and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2. differentiate the process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based on the specific needs of each segment</a:t>
            </a:r>
            <a:endParaRPr lang="en-US" sz="1200" b="1">
              <a:solidFill>
                <a:schemeClr val="bg2">
                  <a:lumMod val="8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F7C8FC8-D759-1625-74E3-9614F8989917}"/>
              </a:ext>
            </a:extLst>
          </p:cNvPr>
          <p:cNvSpPr txBox="1"/>
          <p:nvPr/>
        </p:nvSpPr>
        <p:spPr>
          <a:xfrm>
            <a:off x="4773262" y="5187230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Optimize and personalize pricing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by incorporating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all-in sensitivity and relationship-based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pricing principles. Define a clear approach for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product bundling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, leveraging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actual customer data, AA, and AI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to deepen relationships</a:t>
            </a:r>
          </a:p>
        </p:txBody>
      </p:sp>
      <p:cxnSp>
        <p:nvCxnSpPr>
          <p:cNvPr id="51" name="LineBasicDefault 299">
            <a:extLst>
              <a:ext uri="{FF2B5EF4-FFF2-40B4-BE49-F238E27FC236}">
                <a16:creationId xmlns:a16="http://schemas.microsoft.com/office/drawing/2014/main" id="{BC0E32C2-FB25-EDC7-C651-E423F7731030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1956403" y="2288568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38718229-289F-B142-71AA-1CA6D39B8380}"/>
              </a:ext>
            </a:extLst>
          </p:cNvPr>
          <p:cNvSpPr/>
          <p:nvPr/>
        </p:nvSpPr>
        <p:spPr>
          <a:xfrm>
            <a:off x="554734" y="5880165"/>
            <a:ext cx="10913365" cy="54647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>
              <a:solidFill>
                <a:schemeClr val="bg1"/>
              </a:solidFill>
            </a:endParaRPr>
          </a:p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561C143A-5CE6-E5E6-B25B-8E1FD0B63897}"/>
              </a:ext>
            </a:extLst>
          </p:cNvPr>
          <p:cNvGrpSpPr/>
          <p:nvPr/>
        </p:nvGrpSpPr>
        <p:grpSpPr>
          <a:xfrm>
            <a:off x="2477179" y="5984000"/>
            <a:ext cx="8907920" cy="373252"/>
            <a:chOff x="2477178" y="5984000"/>
            <a:chExt cx="8990921" cy="373252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1614D767-202D-8153-4919-E3EFD833B114}"/>
                </a:ext>
              </a:extLst>
            </p:cNvPr>
            <p:cNvSpPr/>
            <p:nvPr/>
          </p:nvSpPr>
          <p:spPr>
            <a:xfrm>
              <a:off x="247717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Best-in-class CX</a:t>
              </a:r>
            </a:p>
          </p:txBody>
        </p:sp>
        <p:sp>
          <p:nvSpPr>
            <p:cNvPr id="57" name="Rectangle: Rounded Corners 56">
              <a:extLst>
                <a:ext uri="{FF2B5EF4-FFF2-40B4-BE49-F238E27FC236}">
                  <a16:creationId xmlns:a16="http://schemas.microsoft.com/office/drawing/2014/main" id="{946403BF-A45A-FF79-31B0-0C194E703542}"/>
                </a:ext>
              </a:extLst>
            </p:cNvPr>
            <p:cNvSpPr/>
            <p:nvPr/>
          </p:nvSpPr>
          <p:spPr>
            <a:xfrm>
              <a:off x="553644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Fit for future tech &amp; AI</a:t>
              </a:r>
            </a:p>
          </p:txBody>
        </p:sp>
        <p:sp>
          <p:nvSpPr>
            <p:cNvPr id="58" name="Rectangle: Rounded Corners 57">
              <a:extLst>
                <a:ext uri="{FF2B5EF4-FFF2-40B4-BE49-F238E27FC236}">
                  <a16:creationId xmlns:a16="http://schemas.microsoft.com/office/drawing/2014/main" id="{1200DB80-1E92-1E7A-7C28-30136A9E3F9C}"/>
                </a:ext>
              </a:extLst>
            </p:cNvPr>
            <p:cNvSpPr/>
            <p:nvPr/>
          </p:nvSpPr>
          <p:spPr>
            <a:xfrm>
              <a:off x="8595716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Robust risk management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C0FB07C4-8152-33B5-CD66-76CD4C1D4CAC}"/>
              </a:ext>
            </a:extLst>
          </p:cNvPr>
          <p:cNvSpPr txBox="1"/>
          <p:nvPr/>
        </p:nvSpPr>
        <p:spPr>
          <a:xfrm>
            <a:off x="806902" y="5984000"/>
            <a:ext cx="1501113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i="1">
                <a:solidFill>
                  <a:schemeClr val="bg1">
                    <a:lumMod val="65000"/>
                  </a:schemeClr>
                </a:solidFill>
              </a:rPr>
              <a:t>Change to support growth</a:t>
            </a:r>
          </a:p>
        </p:txBody>
      </p:sp>
      <p:cxnSp>
        <p:nvCxnSpPr>
          <p:cNvPr id="60" name="LineBasicDefault 299">
            <a:extLst>
              <a:ext uri="{FF2B5EF4-FFF2-40B4-BE49-F238E27FC236}">
                <a16:creationId xmlns:a16="http://schemas.microsoft.com/office/drawing/2014/main" id="{BE8ECA72-BB9B-F93F-8D1D-4D4BA09142B1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554038" y="5823673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rackerNumBlue 42">
            <a:extLst>
              <a:ext uri="{FF2B5EF4-FFF2-40B4-BE49-F238E27FC236}">
                <a16:creationId xmlns:a16="http://schemas.microsoft.com/office/drawing/2014/main" id="{85B52DC3-F647-7055-5FC2-9D60C6824EF7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1956401" y="1819047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44" name="TrackerNumBlue 42">
            <a:extLst>
              <a:ext uri="{FF2B5EF4-FFF2-40B4-BE49-F238E27FC236}">
                <a16:creationId xmlns:a16="http://schemas.microsoft.com/office/drawing/2014/main" id="{DB196416-0BF6-939E-A818-0B65251ADDE2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956401" y="2506488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45" name="TrackerNumBlue 42">
            <a:extLst>
              <a:ext uri="{FF2B5EF4-FFF2-40B4-BE49-F238E27FC236}">
                <a16:creationId xmlns:a16="http://schemas.microsoft.com/office/drawing/2014/main" id="{2B52B494-D3FF-74A3-9D45-65419647F80F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1956401" y="3225374"/>
            <a:ext cx="279340" cy="27934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46" name="TrackerNumBlue 42">
            <a:extLst>
              <a:ext uri="{FF2B5EF4-FFF2-40B4-BE49-F238E27FC236}">
                <a16:creationId xmlns:a16="http://schemas.microsoft.com/office/drawing/2014/main" id="{E226D156-7B55-7862-2B83-F2716C2B9E3A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1956401" y="3915492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15" name="TrackerNumBlue 42">
            <a:extLst>
              <a:ext uri="{FF2B5EF4-FFF2-40B4-BE49-F238E27FC236}">
                <a16:creationId xmlns:a16="http://schemas.microsoft.com/office/drawing/2014/main" id="{532B7FF3-B6F2-8DF7-AE5E-703FC20ABD45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1956401" y="4597259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20" name="TrackerNumBlue 42">
            <a:extLst>
              <a:ext uri="{FF2B5EF4-FFF2-40B4-BE49-F238E27FC236}">
                <a16:creationId xmlns:a16="http://schemas.microsoft.com/office/drawing/2014/main" id="{38446D46-7A88-ABC3-21EE-71CC42E22AD2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1956401" y="53329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387323611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BCEC8222-44EB-A06F-CF98-D9AB7963C6A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6309974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1" imgW="606" imgH="608" progId="TCLayout.ActiveDocument.1">
                  <p:embed/>
                </p:oleObj>
              </mc:Choice>
              <mc:Fallback>
                <p:oleObj name="think-cell Slide" r:id="rId71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BCEC8222-44EB-A06F-CF98-D9AB7963C6A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Rectangle 12">
            <a:extLst>
              <a:ext uri="{FF2B5EF4-FFF2-40B4-BE49-F238E27FC236}">
                <a16:creationId xmlns:a16="http://schemas.microsoft.com/office/drawing/2014/main" id="{6453EAC1-B0E5-81D5-DE1D-556FBD75CC89}"/>
              </a:ext>
            </a:extLst>
          </p:cNvPr>
          <p:cNvSpPr/>
          <p:nvPr/>
        </p:nvSpPr>
        <p:spPr>
          <a:xfrm>
            <a:off x="2653926" y="4559949"/>
            <a:ext cx="1271372" cy="225752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03E8D35-CF47-B34F-3982-E8A1FA3DB020}"/>
              </a:ext>
            </a:extLst>
          </p:cNvPr>
          <p:cNvSpPr>
            <a:spLocks/>
          </p:cNvSpPr>
          <p:nvPr/>
        </p:nvSpPr>
        <p:spPr>
          <a:xfrm>
            <a:off x="5394441" y="4187784"/>
            <a:ext cx="3748303" cy="41777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7" name="Rectangle: Top Corners Rounded 16">
            <a:extLst>
              <a:ext uri="{FF2B5EF4-FFF2-40B4-BE49-F238E27FC236}">
                <a16:creationId xmlns:a16="http://schemas.microsoft.com/office/drawing/2014/main" id="{9E20F675-7330-7630-4430-0E529FF278B1}"/>
              </a:ext>
            </a:extLst>
          </p:cNvPr>
          <p:cNvSpPr/>
          <p:nvPr/>
        </p:nvSpPr>
        <p:spPr>
          <a:xfrm rot="16200000">
            <a:off x="8081123" y="2347064"/>
            <a:ext cx="5253131" cy="2968627"/>
          </a:xfrm>
          <a:prstGeom prst="round2SameRect">
            <a:avLst>
              <a:gd name="adj1" fmla="val 4634"/>
              <a:gd name="adj2" fmla="val 0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A33946D-70DF-F54E-8E10-B3A2B7E52ADC}"/>
              </a:ext>
            </a:extLst>
          </p:cNvPr>
          <p:cNvSpPr>
            <a:spLocks/>
          </p:cNvSpPr>
          <p:nvPr/>
        </p:nvSpPr>
        <p:spPr>
          <a:xfrm>
            <a:off x="5394441" y="2865085"/>
            <a:ext cx="3748303" cy="8724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17AEA09-9622-608C-D8F2-698FA5EC7A0C}"/>
              </a:ext>
            </a:extLst>
          </p:cNvPr>
          <p:cNvSpPr/>
          <p:nvPr/>
        </p:nvSpPr>
        <p:spPr>
          <a:xfrm>
            <a:off x="2018393" y="3665539"/>
            <a:ext cx="2379680" cy="36036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" name="2. Slide Title">
            <a:extLst>
              <a:ext uri="{FF2B5EF4-FFF2-40B4-BE49-F238E27FC236}">
                <a16:creationId xmlns:a16="http://schemas.microsoft.com/office/drawing/2014/main" id="{17FA8346-2C14-A892-C228-888B77F0D807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/>
          <a:lstStyle/>
          <a:p>
            <a:r>
              <a:rPr lang="en-US">
                <a:latin typeface="+mj-lt"/>
              </a:rPr>
              <a:t>PBA can drive customer retention through value added services adoption</a:t>
            </a:r>
          </a:p>
        </p:txBody>
      </p:sp>
      <p:sp>
        <p:nvSpPr>
          <p:cNvPr id="3" name="3. Subtitle">
            <a:extLst>
              <a:ext uri="{FF2B5EF4-FFF2-40B4-BE49-F238E27FC236}">
                <a16:creationId xmlns:a16="http://schemas.microsoft.com/office/drawing/2014/main" id="{924F98E4-E39E-899B-25F1-807C948D3332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/>
        <p:txBody>
          <a:bodyPr/>
          <a:lstStyle/>
          <a:p>
            <a:r>
              <a:rPr lang="en-US"/>
              <a:t> </a:t>
            </a:r>
          </a:p>
        </p:txBody>
      </p:sp>
      <p:sp>
        <p:nvSpPr>
          <p:cNvPr id="4" name="1. On-page tracker">
            <a:extLst>
              <a:ext uri="{FF2B5EF4-FFF2-40B4-BE49-F238E27FC236}">
                <a16:creationId xmlns:a16="http://schemas.microsoft.com/office/drawing/2014/main" id="{E5DBAE4C-1FB0-73AE-3EC1-B9855EC49E40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/>
        <p:txBody>
          <a:bodyPr/>
          <a:lstStyle/>
          <a:p>
            <a:r>
              <a:rPr lang="en-US"/>
              <a:t> </a:t>
            </a:r>
          </a:p>
        </p:txBody>
      </p:sp>
      <p:graphicFrame>
        <p:nvGraphicFramePr>
          <p:cNvPr id="32" name="Chart 31">
            <a:extLst>
              <a:ext uri="{FF2B5EF4-FFF2-40B4-BE49-F238E27FC236}">
                <a16:creationId xmlns:a16="http://schemas.microsoft.com/office/drawing/2014/main" id="{12E29F2B-33F3-A0A1-3837-01216484D430}"/>
              </a:ext>
            </a:extLst>
          </p:cNvPr>
          <p:cNvGraphicFramePr/>
          <p:nvPr>
            <p:custDataLst>
              <p:tags r:id="rId5"/>
            </p:custDataLst>
            <p:extLst>
              <p:ext uri="{D42A27DB-BD31-4B8C-83A1-F6EECF244321}">
                <p14:modId xmlns:p14="http://schemas.microsoft.com/office/powerpoint/2010/main" val="2929745123"/>
              </p:ext>
            </p:extLst>
          </p:nvPr>
        </p:nvGraphicFramePr>
        <p:xfrm>
          <a:off x="757238" y="3490913"/>
          <a:ext cx="4330700" cy="24082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3"/>
          </a:graphicData>
        </a:graphic>
      </p:graphicFrame>
      <p:sp>
        <p:nvSpPr>
          <p:cNvPr id="18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6"/>
            </p:custDataLst>
          </p:nvPr>
        </p:nvSpPr>
        <p:spPr bwMode="gray">
          <a:xfrm>
            <a:off x="757238" y="58674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287E347-706E-442C-91EE-3096FC674D5A}" type="datetime'2''''9''''''''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29</a:t>
            </a:fld>
            <a:endParaRPr lang="en-US" sz="1200">
              <a:latin typeface="+mn-lt"/>
            </a:endParaRPr>
          </a:p>
        </p:txBody>
      </p:sp>
      <p:sp>
        <p:nvSpPr>
          <p:cNvPr id="7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gray">
          <a:xfrm>
            <a:off x="1277938" y="58674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5B4D90E-FB03-40CA-909D-C56282C1F559}" type="datetime'''''''''''''''''''''''30''''''''''''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30</a:t>
            </a:fld>
            <a:endParaRPr lang="en-US" sz="1200">
              <a:latin typeface="+mn-lt"/>
            </a:endParaRPr>
          </a:p>
        </p:txBody>
      </p:sp>
      <p:sp>
        <p:nvSpPr>
          <p:cNvPr id="19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gray">
          <a:xfrm>
            <a:off x="1798638" y="58674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862C5ED-6FC9-4B97-A3CE-BEDF3DF908C0}" type="datetime'''3''''''''''''''''''''''''''''''''''''1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31</a:t>
            </a:fld>
            <a:endParaRPr lang="en-US" sz="1200">
              <a:latin typeface="+mn-lt"/>
            </a:endParaRPr>
          </a:p>
        </p:txBody>
      </p:sp>
      <p:sp>
        <p:nvSpPr>
          <p:cNvPr id="17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gray">
          <a:xfrm>
            <a:off x="2319338" y="58674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139B0C9-C937-43BD-8D49-9D47D397D069}" type="datetime'''''''''''''''''''''''''''3''''''''''2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32</a:t>
            </a:fld>
            <a:endParaRPr lang="en-US" sz="1200">
              <a:latin typeface="+mn-lt"/>
            </a:endParaRPr>
          </a:p>
        </p:txBody>
      </p:sp>
      <p:sp>
        <p:nvSpPr>
          <p:cNvPr id="19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gray">
          <a:xfrm>
            <a:off x="2840038" y="58674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D5F0020-B321-4BB0-9D3B-F17AF43E612A}" type="datetime'''''''''3''''''''''''''''''''''''''''''3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33</a:t>
            </a:fld>
            <a:endParaRPr lang="en-US" sz="1200">
              <a:latin typeface="+mn-lt"/>
            </a:endParaRPr>
          </a:p>
        </p:txBody>
      </p:sp>
      <p:sp>
        <p:nvSpPr>
          <p:cNvPr id="17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gray">
          <a:xfrm>
            <a:off x="3360738" y="58674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6B3D1DA-20EB-4D87-A387-53C997FA68E8}" type="datetime'''''''''3''''''''''''''''''''''''''''''''4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34</a:t>
            </a:fld>
            <a:endParaRPr lang="en-US" sz="1200">
              <a:latin typeface="+mn-lt"/>
            </a:endParaRPr>
          </a:p>
        </p:txBody>
      </p:sp>
      <p:sp>
        <p:nvSpPr>
          <p:cNvPr id="19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gray">
          <a:xfrm>
            <a:off x="3881438" y="58674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9EC9F0A-89CA-4DC9-9C74-80ED25A7F07D}" type="datetime'''''''''''''''''''''''''''''3''''''''''5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35</a:t>
            </a:fld>
            <a:endParaRPr lang="en-US" sz="1200">
              <a:latin typeface="+mn-lt"/>
            </a:endParaRPr>
          </a:p>
        </p:txBody>
      </p:sp>
      <p:sp>
        <p:nvSpPr>
          <p:cNvPr id="17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gray">
          <a:xfrm>
            <a:off x="4402138" y="58674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A4E8566-DC4A-413E-85FD-25195006242A}" type="datetime'''''''''36''''''''''''''''''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36</a:t>
            </a:fld>
            <a:endParaRPr lang="en-US" sz="1200">
              <a:latin typeface="+mn-lt"/>
            </a:endParaRPr>
          </a:p>
        </p:txBody>
      </p:sp>
      <p:sp>
        <p:nvSpPr>
          <p:cNvPr id="21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gray">
          <a:xfrm>
            <a:off x="4922838" y="58674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BC10490-850C-4199-B09D-06B0C2B7B9CA}" type="datetime'''''3''''''''''''''''''''''''''''''''''''''''''7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37</a:t>
            </a:fld>
            <a:endParaRPr lang="en-US" sz="1200">
              <a:latin typeface="+mn-lt"/>
            </a:endParaRPr>
          </a:p>
        </p:txBody>
      </p:sp>
      <p:sp>
        <p:nvSpPr>
          <p:cNvPr id="12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5"/>
            </p:custDataLst>
          </p:nvPr>
        </p:nvSpPr>
        <p:spPr bwMode="gray">
          <a:xfrm>
            <a:off x="573088" y="5726113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ACA5C5C2-F144-488D-BB5C-86300BDEB01E}" type="datetime'''''''''''''''''''''''''''''''''3''''''''''''''''''''0'''''">
              <a:rPr lang="en-US" altLang="en-US" sz="1200" smtClean="0">
                <a:effectLst/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30</a:t>
            </a:fld>
            <a:endParaRPr lang="en-US" sz="1200">
              <a:latin typeface="+mn-lt"/>
            </a:endParaRPr>
          </a:p>
        </p:txBody>
      </p:sp>
      <p:sp>
        <p:nvSpPr>
          <p:cNvPr id="42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gray">
          <a:xfrm>
            <a:off x="573088" y="5405439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2FA5F261-2E78-4BB2-AC22-D5E3B0ED3168}" type="datetime'''''3''''''''''''''5'''''''''">
              <a:rPr lang="en-US" altLang="en-US" sz="1200" smtClean="0">
                <a:effectLst/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35</a:t>
            </a:fld>
            <a:endParaRPr lang="en-US" sz="1200">
              <a:latin typeface="+mn-lt"/>
            </a:endParaRPr>
          </a:p>
        </p:txBody>
      </p:sp>
      <p:sp>
        <p:nvSpPr>
          <p:cNvPr id="12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gray">
          <a:xfrm>
            <a:off x="573088" y="5084763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72F3F71A-B882-45B3-9D82-1D785C392509}" type="datetime'''''''''''''''''''''''''4''''''''''''''0'''''''''">
              <a:rPr lang="en-US" altLang="en-US" sz="1200" smtClean="0">
                <a:effectLst/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40</a:t>
            </a:fld>
            <a:endParaRPr lang="en-US" sz="1200">
              <a:latin typeface="+mn-lt"/>
            </a:endParaRPr>
          </a:p>
        </p:txBody>
      </p:sp>
      <p:sp>
        <p:nvSpPr>
          <p:cNvPr id="42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gray">
          <a:xfrm>
            <a:off x="573088" y="4764089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1EE858D0-93BC-4561-8DD6-151563572113}" type="datetime'''''''''''''4''5'''''''''''''''''">
              <a:rPr lang="en-US" altLang="en-US" sz="1200" smtClean="0">
                <a:effectLst/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45</a:t>
            </a:fld>
            <a:endParaRPr lang="en-US" sz="1200">
              <a:latin typeface="+mn-lt"/>
            </a:endParaRPr>
          </a:p>
        </p:txBody>
      </p:sp>
      <p:sp>
        <p:nvSpPr>
          <p:cNvPr id="12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gray">
          <a:xfrm>
            <a:off x="573088" y="444500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1803D8F5-E015-4821-B0D2-BD0F0F88F592}" type="datetime'''''''5''''''''''''''''''''''''''''''''0'''''''''">
              <a:rPr lang="en-US" altLang="en-US" sz="1200" smtClean="0">
                <a:effectLst/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50</a:t>
            </a:fld>
            <a:endParaRPr lang="en-US" sz="1200">
              <a:latin typeface="+mn-lt"/>
            </a:endParaRPr>
          </a:p>
        </p:txBody>
      </p:sp>
      <p:sp>
        <p:nvSpPr>
          <p:cNvPr id="43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gray">
          <a:xfrm>
            <a:off x="573088" y="4124326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D47BB411-F4AD-4E5D-9A69-6C5D4CC153B6}" type="datetime'''''5''''''''''''''''''''''''''''''''''5'''''''''''''''''">
              <a:rPr lang="en-US" altLang="en-US" sz="1200" smtClean="0">
                <a:effectLst/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55</a:t>
            </a:fld>
            <a:endParaRPr lang="en-US" sz="1200">
              <a:latin typeface="+mn-lt"/>
            </a:endParaRPr>
          </a:p>
        </p:txBody>
      </p:sp>
      <p:sp>
        <p:nvSpPr>
          <p:cNvPr id="12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573088" y="3803650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DD228E3F-533D-43DB-8C84-032108CC25A3}" type="datetime'6''''''''''''''''''''''''''''''''''''''''0'''">
              <a:rPr lang="en-US" altLang="en-US" sz="1200" smtClean="0">
                <a:effectLst/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60</a:t>
            </a:fld>
            <a:endParaRPr lang="en-US" sz="1200">
              <a:latin typeface="+mn-lt"/>
            </a:endParaRPr>
          </a:p>
        </p:txBody>
      </p:sp>
      <p:sp>
        <p:nvSpPr>
          <p:cNvPr id="43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gray">
          <a:xfrm>
            <a:off x="573088" y="3482976"/>
            <a:ext cx="165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55F5AF38-56F0-4537-89C1-072A5876149A}" type="datetime'''''''''''''''''''''''''6''''''''''''5'''">
              <a:rPr lang="en-US" altLang="en-US" sz="1200" smtClean="0">
                <a:effectLst/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65</a:t>
            </a:fld>
            <a:endParaRPr lang="en-US" sz="1200">
              <a:latin typeface="+mn-lt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auto">
          <a:xfrm>
            <a:off x="2273300" y="6172200"/>
            <a:ext cx="28146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15F0DC91-52D0-4BD2-B2DB-AC754F73618D}" type="datetime'Pr''''ovid''''ed ''by bank,'' w''''ill''''ing ''to pa''y (%)'">
              <a:rPr lang="en-US" altLang="en-US" sz="1200" b="1" smtClean="0"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Provided by bank, willing to pay (%)</a:t>
            </a:fld>
            <a:endParaRPr lang="en-US" sz="1200" b="1">
              <a:latin typeface="+mn-lt"/>
            </a:endParaRPr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auto">
          <a:xfrm>
            <a:off x="573088" y="3178175"/>
            <a:ext cx="15398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C18F6B4D-D664-49CA-B9F2-123E0DEA0DB1}" type="datetime'''''''''''C''u''r''ren''tl''''y u''''''''sin''''''g'''' (%)'">
              <a:rPr lang="en-US" altLang="en-US" sz="1200" b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Currently using (%)</a:t>
            </a:fld>
            <a:endParaRPr lang="en-US" sz="1200" b="1">
              <a:latin typeface="+mn-lt"/>
            </a:endParaRP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2146300" y="3744913"/>
            <a:ext cx="20716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AA693736-28F3-4EDD-B671-9D00445E8DB3}" type="datetime'''F''''inan''c''e ''and'' ac''c''ounting ''s''o''f''tw''ar''e'">
              <a:rPr lang="en-US" altLang="en-US" sz="11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Finance and accounting software</a:t>
            </a:fld>
            <a:endParaRPr lang="en-US" sz="1100">
              <a:latin typeface="+mn-lt"/>
            </a:endParaRP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1211264" y="4257675"/>
            <a:ext cx="19462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D1360EC7-929A-471F-8FF8-477235BCD7E7}" type="datetime'Exp''en''''''se'' tracki''''''n''g s''o''f''tware/to''o''l'">
              <a:rPr lang="en-US" altLang="en-US" sz="11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Expense tracking software/tool</a:t>
            </a:fld>
            <a:endParaRPr lang="en-US" sz="1100">
              <a:latin typeface="+mn-lt"/>
            </a:endParaRP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gray">
          <a:xfrm>
            <a:off x="2825750" y="4578350"/>
            <a:ext cx="10382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066309DB-7EA4-4261-93F8-B8ADB4DFD6E8}" type="datetime'''Pa''''yr''''''o''''ll ''''''''''so''''l''u''''''tio''''''ns'">
              <a:rPr lang="en-US" altLang="en-US" sz="11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Payroll solutions</a:t>
            </a:fld>
            <a:endParaRPr lang="en-US" sz="1100">
              <a:latin typeface="+mn-lt"/>
            </a:endParaRP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gray">
          <a:xfrm>
            <a:off x="1054101" y="4770438"/>
            <a:ext cx="25114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DDF329A-C624-42E6-9768-129286F423B2}" type="datetime'HR''/'' Pe''ople'' Management/ T''ime'''' Kee''p''in''g'''''">
              <a:rPr lang="en-US" altLang="en-US" sz="11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HR/ People Management/ Time Keeping</a:t>
            </a:fld>
            <a:endParaRPr lang="en-US" sz="1100">
              <a:latin typeface="+mn-lt"/>
            </a:endParaRPr>
          </a:p>
        </p:txBody>
      </p:sp>
      <p:sp>
        <p:nvSpPr>
          <p:cNvPr id="2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9"/>
            </p:custDataLst>
          </p:nvPr>
        </p:nvSpPr>
        <p:spPr bwMode="gray">
          <a:xfrm>
            <a:off x="992188" y="4964113"/>
            <a:ext cx="22875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392E3DD5-A296-481A-81F6-D47EEB837BDA}" type="datetime'I''nve''n''tory an''d l''ogist''''''ics manag''''''emen''''t'">
              <a:rPr lang="en-US" altLang="en-US" sz="11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Inventory and logistics management</a:t>
            </a:fld>
            <a:endParaRPr lang="en-US" sz="1100">
              <a:latin typeface="+mn-lt"/>
            </a:endParaRP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gray">
          <a:xfrm>
            <a:off x="1717675" y="5187950"/>
            <a:ext cx="17716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0896C887-5FE7-48A6-AF74-C11F5611B974}" type="datetime'''''M''''ark''eti''''ng ''''''and'' an''alyt''''i''cs tool'">
              <a:rPr lang="en-US" altLang="en-US" sz="11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Marketing and analytics tool</a:t>
            </a:fld>
            <a:endParaRPr lang="en-US" sz="1100">
              <a:latin typeface="+mn-lt"/>
            </a:endParaRPr>
          </a:p>
        </p:txBody>
      </p:sp>
      <p:sp>
        <p:nvSpPr>
          <p:cNvPr id="152" name="Text Placeholder 4">
            <a:extLst>
              <a:ext uri="{FF2B5EF4-FFF2-40B4-BE49-F238E27FC236}">
                <a16:creationId xmlns:a16="http://schemas.microsoft.com/office/drawing/2014/main" id="{D774FF96-0BE5-FC80-F076-0CE21475373D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gray">
          <a:xfrm>
            <a:off x="4097338" y="5140325"/>
            <a:ext cx="8794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E5257370-0D53-42E4-8A13-AC7EC2A82ECC}" type="datetime'Le''''''''g''a''''''''l'''''' ''s''u''''''''''p''po''''''''rt'">
              <a:rPr lang="en-US" altLang="en-US" sz="11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Legal support</a:t>
            </a:fld>
            <a:endParaRPr lang="en-US" sz="1100">
              <a:latin typeface="+mn-lt"/>
            </a:endParaRPr>
          </a:p>
        </p:txBody>
      </p:sp>
      <p:sp>
        <p:nvSpPr>
          <p:cNvPr id="158" name="Text Placeholder 4">
            <a:extLst>
              <a:ext uri="{FF2B5EF4-FFF2-40B4-BE49-F238E27FC236}">
                <a16:creationId xmlns:a16="http://schemas.microsoft.com/office/drawing/2014/main" id="{3CFE8502-E027-5B0E-D099-F00DFE881EAE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3294063" y="5476875"/>
            <a:ext cx="14255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A72B05BF-71B8-499B-940F-F00D7EF68AA5}" type="datetime'E''''R''''P'''''' So''''''ft''''ware'' P''''''''''''r''ovider'">
              <a:rPr lang="en-US" altLang="en-US" sz="11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ERP Software Provider</a:t>
            </a:fld>
            <a:endParaRPr lang="en-US" sz="1100">
              <a:latin typeface="+mn-lt"/>
            </a:endParaRP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A029A57E-BCB0-2A7B-36F6-457D207689FC}"/>
              </a:ext>
            </a:extLst>
          </p:cNvPr>
          <p:cNvSpPr txBox="1">
            <a:spLocks/>
          </p:cNvSpPr>
          <p:nvPr/>
        </p:nvSpPr>
        <p:spPr>
          <a:xfrm>
            <a:off x="554734" y="1449032"/>
            <a:ext cx="4604337" cy="430887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/>
              <a:t>Globally, 30% of SMEs are willing to use and pay for “beyond banking” services…</a:t>
            </a:r>
          </a:p>
        </p:txBody>
      </p:sp>
      <p:cxnSp>
        <p:nvCxnSpPr>
          <p:cNvPr id="420" name="LineBasicDefault 198">
            <a:extLst>
              <a:ext uri="{FF2B5EF4-FFF2-40B4-BE49-F238E27FC236}">
                <a16:creationId xmlns:a16="http://schemas.microsoft.com/office/drawing/2014/main" id="{26CED148-A209-BB6F-7FE8-08BAD5C21C7A}"/>
              </a:ext>
            </a:extLst>
          </p:cNvPr>
          <p:cNvCxnSpPr>
            <a:cxnSpLocks/>
          </p:cNvCxnSpPr>
          <p:nvPr>
            <p:custDataLst>
              <p:tags r:id="rId33"/>
            </p:custDataLst>
          </p:nvPr>
        </p:nvCxnSpPr>
        <p:spPr>
          <a:xfrm>
            <a:off x="554734" y="1927225"/>
            <a:ext cx="4604337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2" name="TextBox 421">
            <a:extLst>
              <a:ext uri="{FF2B5EF4-FFF2-40B4-BE49-F238E27FC236}">
                <a16:creationId xmlns:a16="http://schemas.microsoft.com/office/drawing/2014/main" id="{02C26003-D9BC-81D6-A0D5-1CC556263D6B}"/>
              </a:ext>
            </a:extLst>
          </p:cNvPr>
          <p:cNvSpPr txBox="1">
            <a:spLocks/>
          </p:cNvSpPr>
          <p:nvPr/>
        </p:nvSpPr>
        <p:spPr>
          <a:xfrm>
            <a:off x="554734" y="1981200"/>
            <a:ext cx="4604337" cy="954107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Willingness to use online/mobile business tools provided by bank </a:t>
            </a:r>
          </a:p>
          <a:p>
            <a:r>
              <a:rPr lang="en-US" sz="1100" i="1"/>
              <a:t>"How would you categorize your usage of the following types online/mobile tools in your business?" &amp;"Would it be valuable if any of these services would be provided by your bank?"</a:t>
            </a:r>
          </a:p>
        </p:txBody>
      </p:sp>
      <p:sp>
        <p:nvSpPr>
          <p:cNvPr id="435" name="5. Source">
            <a:extLst>
              <a:ext uri="{FF2B5EF4-FFF2-40B4-BE49-F238E27FC236}">
                <a16:creationId xmlns:a16="http://schemas.microsoft.com/office/drawing/2014/main" id="{83271C31-9427-232A-0C6D-92BB1461B73A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554734" y="6514142"/>
            <a:ext cx="10637141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sp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McKinsey and Company Europe SME survey, n=1989 </a:t>
            </a:r>
          </a:p>
        </p:txBody>
      </p:sp>
      <p:sp>
        <p:nvSpPr>
          <p:cNvPr id="442" name="TextBox 441">
            <a:extLst>
              <a:ext uri="{FF2B5EF4-FFF2-40B4-BE49-F238E27FC236}">
                <a16:creationId xmlns:a16="http://schemas.microsoft.com/office/drawing/2014/main" id="{0074B33E-3BBA-3EA7-139B-0407A6AC7832}"/>
              </a:ext>
            </a:extLst>
          </p:cNvPr>
          <p:cNvSpPr txBox="1">
            <a:spLocks/>
          </p:cNvSpPr>
          <p:nvPr/>
        </p:nvSpPr>
        <p:spPr>
          <a:xfrm>
            <a:off x="5422899" y="1449032"/>
            <a:ext cx="3674447" cy="430887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b="1"/>
              <a:t>…While locally  37% of SMEs expressed such interest</a:t>
            </a:r>
          </a:p>
        </p:txBody>
      </p:sp>
      <p:cxnSp>
        <p:nvCxnSpPr>
          <p:cNvPr id="443" name="LineBasicDefault 198">
            <a:extLst>
              <a:ext uri="{FF2B5EF4-FFF2-40B4-BE49-F238E27FC236}">
                <a16:creationId xmlns:a16="http://schemas.microsoft.com/office/drawing/2014/main" id="{D77F56D4-E6CB-40B5-DD47-B4ABDAF91369}"/>
              </a:ext>
            </a:extLst>
          </p:cNvPr>
          <p:cNvCxnSpPr>
            <a:cxnSpLocks/>
          </p:cNvCxnSpPr>
          <p:nvPr>
            <p:custDataLst>
              <p:tags r:id="rId35"/>
            </p:custDataLst>
          </p:nvPr>
        </p:nvCxnSpPr>
        <p:spPr>
          <a:xfrm>
            <a:off x="5422900" y="1927225"/>
            <a:ext cx="3674447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4" name="TextBox 443">
            <a:extLst>
              <a:ext uri="{FF2B5EF4-FFF2-40B4-BE49-F238E27FC236}">
                <a16:creationId xmlns:a16="http://schemas.microsoft.com/office/drawing/2014/main" id="{AEA395EC-B2C8-5D09-FF57-2BAABB488DBF}"/>
              </a:ext>
            </a:extLst>
          </p:cNvPr>
          <p:cNvSpPr txBox="1">
            <a:spLocks/>
          </p:cNvSpPr>
          <p:nvPr/>
        </p:nvSpPr>
        <p:spPr>
          <a:xfrm>
            <a:off x="5422899" y="1981200"/>
            <a:ext cx="3674447" cy="369332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defPPr>
              <a:defRPr lang="en-US"/>
            </a:defPPr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200" b="1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/>
              <a:t>Potential to use non-banking services, </a:t>
            </a:r>
            <a:r>
              <a:rPr lang="en-US" b="0"/>
              <a:t>% of responses</a:t>
            </a:r>
          </a:p>
        </p:txBody>
      </p:sp>
      <p:graphicFrame>
        <p:nvGraphicFramePr>
          <p:cNvPr id="450" name="Chart 449">
            <a:extLst>
              <a:ext uri="{FF2B5EF4-FFF2-40B4-BE49-F238E27FC236}">
                <a16:creationId xmlns:a16="http://schemas.microsoft.com/office/drawing/2014/main" id="{D8A4F0CF-B1C0-C65E-5255-53F9CC883DE6}"/>
              </a:ext>
            </a:extLst>
          </p:cNvPr>
          <p:cNvGraphicFramePr/>
          <p:nvPr>
            <p:custDataLst>
              <p:tags r:id="rId36"/>
            </p:custDataLst>
          </p:nvPr>
        </p:nvGraphicFramePr>
        <p:xfrm>
          <a:off x="7472363" y="2346325"/>
          <a:ext cx="1376362" cy="40909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4"/>
          </a:graphicData>
        </a:graphic>
      </p:graphicFrame>
      <p:sp useBgFill="1">
        <p:nvSpPr>
          <p:cNvPr id="449" name="Freeform: Shape 448">
            <a:extLst>
              <a:ext uri="{FF2B5EF4-FFF2-40B4-BE49-F238E27FC236}">
                <a16:creationId xmlns:a16="http://schemas.microsoft.com/office/drawing/2014/main" id="{89F861E3-E6C1-02AE-CF21-BB4B9E73AA12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8572500" y="5929313"/>
            <a:ext cx="168276" cy="414338"/>
          </a:xfrm>
          <a:custGeom>
            <a:avLst/>
            <a:gdLst/>
            <a:ahLst/>
            <a:cxnLst/>
            <a:rect l="0" t="0" r="0" b="0"/>
            <a:pathLst>
              <a:path w="168276" h="414338">
                <a:moveTo>
                  <a:pt x="168275" y="0"/>
                </a:moveTo>
                <a:lnTo>
                  <a:pt x="57150" y="414337"/>
                </a:lnTo>
                <a:lnTo>
                  <a:pt x="0" y="414337"/>
                </a:lnTo>
                <a:lnTo>
                  <a:pt x="111125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C0B7BB0A-5173-96CB-BDF7-54C0AC0825BA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8572500" y="5929313"/>
            <a:ext cx="111126" cy="414338"/>
          </a:xfrm>
          <a:custGeom>
            <a:avLst/>
            <a:gdLst/>
            <a:ahLst/>
            <a:cxnLst/>
            <a:rect l="0" t="0" r="0" b="0"/>
            <a:pathLst>
              <a:path w="111126" h="414338">
                <a:moveTo>
                  <a:pt x="111125" y="0"/>
                </a:moveTo>
                <a:lnTo>
                  <a:pt x="0" y="414337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" name="Freeform: Shape 447">
            <a:extLst>
              <a:ext uri="{FF2B5EF4-FFF2-40B4-BE49-F238E27FC236}">
                <a16:creationId xmlns:a16="http://schemas.microsoft.com/office/drawing/2014/main" id="{31421F3A-9D8D-F126-9966-9730EA2BAD11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8629650" y="5929313"/>
            <a:ext cx="111126" cy="414338"/>
          </a:xfrm>
          <a:custGeom>
            <a:avLst/>
            <a:gdLst/>
            <a:ahLst/>
            <a:cxnLst/>
            <a:rect l="0" t="0" r="0" b="0"/>
            <a:pathLst>
              <a:path w="111126" h="414338">
                <a:moveTo>
                  <a:pt x="111125" y="0"/>
                </a:moveTo>
                <a:lnTo>
                  <a:pt x="0" y="414337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auto">
          <a:xfrm>
            <a:off x="5418138" y="2555875"/>
            <a:ext cx="12144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59A203DF-3DF6-4C8C-A42B-3DD38343F050}" type="datetime'''''''C''''''us''''''t''''''omer'''' ''d''''e''l''ive''ry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Customer delivery</a:t>
            </a:fld>
            <a:endParaRPr lang="en-US" sz="1200">
              <a:latin typeface="+mn-lt"/>
            </a:endParaRPr>
          </a:p>
        </p:txBody>
      </p:sp>
      <p:sp>
        <p:nvSpPr>
          <p:cNvPr id="51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1"/>
            </p:custDataLst>
          </p:nvPr>
        </p:nvSpPr>
        <p:spPr bwMode="auto">
          <a:xfrm>
            <a:off x="5418138" y="2992438"/>
            <a:ext cx="20351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16B8D34-853D-4C5B-B6C7-229F1295FC20}" type="datetime'''Sales'' ''''increa''s''''e t''''''ra''ining/cl''as''se''''s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Sales increase training/classes</a:t>
            </a:fld>
            <a:endParaRPr lang="en-US" sz="1200">
              <a:latin typeface="+mn-lt"/>
            </a:endParaRPr>
          </a:p>
        </p:txBody>
      </p:sp>
      <p:sp>
        <p:nvSpPr>
          <p:cNvPr id="51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2"/>
            </p:custDataLst>
          </p:nvPr>
        </p:nvSpPr>
        <p:spPr bwMode="auto">
          <a:xfrm>
            <a:off x="5418138" y="3336925"/>
            <a:ext cx="1666875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CF814DD6-2DFF-4CE9-BAAE-B07837945457}" type="datetime'Onlin''e acco''unting/''&#10;ac''countant co''ns''ult''ation''s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Online accounting/
accountant consultations</a:t>
            </a:fld>
            <a:endParaRPr lang="en-US" sz="1200">
              <a:latin typeface="+mn-lt"/>
            </a:endParaRPr>
          </a:p>
        </p:txBody>
      </p:sp>
      <p:sp>
        <p:nvSpPr>
          <p:cNvPr id="52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3"/>
            </p:custDataLst>
          </p:nvPr>
        </p:nvSpPr>
        <p:spPr bwMode="auto">
          <a:xfrm>
            <a:off x="5418138" y="3863975"/>
            <a:ext cx="1927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DE7A5A0D-D303-4604-9B26-31C1D7FCC724}" type="datetime'T''arge''ted ''a''dv''er''t''i''''''si''ng s''''''uppor''''t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Targeted advertising support</a:t>
            </a:fld>
            <a:endParaRPr lang="en-US" sz="1200">
              <a:latin typeface="+mn-lt"/>
            </a:endParaRPr>
          </a:p>
        </p:txBody>
      </p:sp>
      <p:sp>
        <p:nvSpPr>
          <p:cNvPr id="52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4"/>
            </p:custDataLst>
          </p:nvPr>
        </p:nvSpPr>
        <p:spPr bwMode="auto">
          <a:xfrm>
            <a:off x="5418138" y="4300538"/>
            <a:ext cx="8286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8B6C6F5D-268A-4A1C-A19E-1EFABC74A2AF}" type="datetime'L''e''g''al'''''' ''''''ad''''''''''vi''''''''''''''''''ce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Legal advice</a:t>
            </a:fld>
            <a:endParaRPr lang="en-US" sz="1200">
              <a:latin typeface="+mn-lt"/>
            </a:endParaRPr>
          </a:p>
        </p:txBody>
      </p:sp>
      <p:sp>
        <p:nvSpPr>
          <p:cNvPr id="52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5"/>
            </p:custDataLst>
          </p:nvPr>
        </p:nvSpPr>
        <p:spPr bwMode="auto">
          <a:xfrm>
            <a:off x="5418138" y="4645025"/>
            <a:ext cx="1412875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929AFE48-46B9-4F03-975D-BA2F37A4827D}" type="datetime'Servi''c''''e fo''''r online &#10;r''egistr''a''tion of clients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Service for online 
registration of clients</a:t>
            </a:fld>
            <a:endParaRPr lang="en-US" sz="1200">
              <a:latin typeface="+mn-lt"/>
            </a:endParaRPr>
          </a:p>
        </p:txBody>
      </p:sp>
      <p:sp>
        <p:nvSpPr>
          <p:cNvPr id="52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6"/>
            </p:custDataLst>
          </p:nvPr>
        </p:nvSpPr>
        <p:spPr bwMode="auto">
          <a:xfrm>
            <a:off x="5418138" y="5173663"/>
            <a:ext cx="18367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3D1542E6-0972-4F75-B352-9CC61A000DDD}" type="datetime'Websi''t''e'''''' b''ui''l''''''der'''''', web ''p''a''ges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Website builder, web pages</a:t>
            </a:fld>
            <a:endParaRPr lang="en-US" sz="1200">
              <a:latin typeface="+mn-lt"/>
            </a:endParaRPr>
          </a:p>
        </p:txBody>
      </p:sp>
      <p:sp>
        <p:nvSpPr>
          <p:cNvPr id="52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7"/>
            </p:custDataLst>
          </p:nvPr>
        </p:nvSpPr>
        <p:spPr bwMode="auto">
          <a:xfrm>
            <a:off x="5418138" y="5608638"/>
            <a:ext cx="20288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8C09B6B-F6ED-4800-8A5F-F3F15CB3A37F}" type="datetime'Sa''''''''''''''l''e''s/''demand onl''i''ne ''a''nal''ytics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Sales/demand online analytics</a:t>
            </a:fld>
            <a:endParaRPr lang="en-US" sz="1200">
              <a:latin typeface="+mn-lt"/>
            </a:endParaRPr>
          </a:p>
        </p:txBody>
      </p:sp>
      <p:sp>
        <p:nvSpPr>
          <p:cNvPr id="52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8"/>
            </p:custDataLst>
          </p:nvPr>
        </p:nvSpPr>
        <p:spPr bwMode="auto">
          <a:xfrm>
            <a:off x="5418138" y="6045200"/>
            <a:ext cx="10414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BBE7EAB7-E467-492B-9344-4CCDC58EA31A}" type="datetime'''T''''''''''''ot''al int''''ere''s''''''ted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Total interested</a:t>
            </a:fld>
            <a:endParaRPr lang="en-US" sz="1200">
              <a:latin typeface="+mn-lt"/>
            </a:endParaRPr>
          </a:p>
        </p:txBody>
      </p:sp>
      <p:sp>
        <p:nvSpPr>
          <p:cNvPr id="54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9"/>
            </p:custDataLst>
          </p:nvPr>
        </p:nvSpPr>
        <p:spPr bwMode="gray">
          <a:xfrm>
            <a:off x="8572500" y="2555875"/>
            <a:ext cx="3587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1AD99E6F-1EE2-4AD5-9F3A-E223443CB936}" type="datetime'''''''''''''''1''''''''''''5''''%''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15%</a:t>
            </a:fld>
            <a:endParaRPr lang="en-US" sz="1200">
              <a:latin typeface="+mn-lt"/>
            </a:endParaRPr>
          </a:p>
        </p:txBody>
      </p:sp>
      <p:sp>
        <p:nvSpPr>
          <p:cNvPr id="54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0"/>
            </p:custDataLst>
          </p:nvPr>
        </p:nvSpPr>
        <p:spPr bwMode="gray">
          <a:xfrm>
            <a:off x="8242300" y="2992438"/>
            <a:ext cx="3587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E7F01A0D-B231-47BA-9471-2F0ED7111EEB}" type="datetime'1''''''''''''''0''''''''%''''''''''''''''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10%</a:t>
            </a:fld>
            <a:endParaRPr lang="en-US" sz="1200">
              <a:latin typeface="+mn-lt"/>
            </a:endParaRPr>
          </a:p>
        </p:txBody>
      </p:sp>
      <p:sp>
        <p:nvSpPr>
          <p:cNvPr id="54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1"/>
            </p:custDataLst>
          </p:nvPr>
        </p:nvSpPr>
        <p:spPr bwMode="gray">
          <a:xfrm>
            <a:off x="8043863" y="3429000"/>
            <a:ext cx="276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6C753615-7D9E-4C93-96DC-C75F605CC581}" type="datetime'''''''''''''''''''''''''''''''7''''''''''%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7%</a:t>
            </a:fld>
            <a:endParaRPr lang="en-US" sz="1200">
              <a:latin typeface="+mn-lt"/>
            </a:endParaRPr>
          </a:p>
        </p:txBody>
      </p:sp>
      <p:sp>
        <p:nvSpPr>
          <p:cNvPr id="54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2"/>
            </p:custDataLst>
          </p:nvPr>
        </p:nvSpPr>
        <p:spPr bwMode="gray">
          <a:xfrm>
            <a:off x="7910513" y="3863975"/>
            <a:ext cx="276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8ADB52FB-41D2-4148-9772-C20879D05801}" type="datetime'''''''''5''''''''''''''''''''''''''%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5%</a:t>
            </a:fld>
            <a:endParaRPr lang="en-US" sz="1200">
              <a:latin typeface="+mn-lt"/>
            </a:endParaRPr>
          </a:p>
        </p:txBody>
      </p:sp>
      <p:sp>
        <p:nvSpPr>
          <p:cNvPr id="54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3"/>
            </p:custDataLst>
          </p:nvPr>
        </p:nvSpPr>
        <p:spPr bwMode="gray">
          <a:xfrm>
            <a:off x="7845425" y="4300538"/>
            <a:ext cx="276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176E8E37-14AE-42B7-9BBF-910D661D3F67}" type="datetime'''''''''''''''''''''''''''''''''''''''''''''4''''%''''''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4%</a:t>
            </a:fld>
            <a:endParaRPr lang="en-US" sz="1200">
              <a:latin typeface="+mn-lt"/>
            </a:endParaRPr>
          </a:p>
        </p:txBody>
      </p:sp>
      <p:sp>
        <p:nvSpPr>
          <p:cNvPr id="54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4"/>
            </p:custDataLst>
          </p:nvPr>
        </p:nvSpPr>
        <p:spPr bwMode="gray">
          <a:xfrm>
            <a:off x="7712075" y="4737100"/>
            <a:ext cx="276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E05FF7E3-4453-4BAD-88E6-0A62A9D426BB}" type="datetime'''''''''''2''''''''''''''''%''''''''''''''''''''''''''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2%</a:t>
            </a:fld>
            <a:endParaRPr lang="en-US" sz="1200">
              <a:latin typeface="+mn-lt"/>
            </a:endParaRPr>
          </a:p>
        </p:txBody>
      </p:sp>
      <p:sp>
        <p:nvSpPr>
          <p:cNvPr id="55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5"/>
            </p:custDataLst>
          </p:nvPr>
        </p:nvSpPr>
        <p:spPr bwMode="gray">
          <a:xfrm>
            <a:off x="7712075" y="5173663"/>
            <a:ext cx="276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BADA29EA-8B53-4D25-B14B-D6A4D56AFF42}" type="datetime'''''''''''''''''''''''''''''''''''''''2''%''''''''''''''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2%</a:t>
            </a:fld>
            <a:endParaRPr lang="en-US" sz="1200">
              <a:latin typeface="+mn-lt"/>
            </a:endParaRPr>
          </a:p>
        </p:txBody>
      </p:sp>
      <p:sp>
        <p:nvSpPr>
          <p:cNvPr id="55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6"/>
            </p:custDataLst>
          </p:nvPr>
        </p:nvSpPr>
        <p:spPr bwMode="gray">
          <a:xfrm>
            <a:off x="7646988" y="5608638"/>
            <a:ext cx="276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DB5FB55C-1295-4FA8-A59A-2E5ECA8DD155}" type="datetime'''''''1''%''''''''''''''''''''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1%</a:t>
            </a:fld>
            <a:endParaRPr lang="en-US" sz="1200">
              <a:latin typeface="+mn-lt"/>
            </a:endParaRPr>
          </a:p>
        </p:txBody>
      </p:sp>
      <p:sp>
        <p:nvSpPr>
          <p:cNvPr id="49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7"/>
            </p:custDataLst>
          </p:nvPr>
        </p:nvSpPr>
        <p:spPr bwMode="gray">
          <a:xfrm>
            <a:off x="8791575" y="6045200"/>
            <a:ext cx="3587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674EB52-26AD-43BC-868C-D07801FC702B}" type="datetime'''3''''''''''''''''''''''''''''''''7''''''%''''''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37%</a:t>
            </a:fld>
            <a:endParaRPr lang="en-US" sz="1200">
              <a:latin typeface="+mn-lt"/>
            </a:endParaRPr>
          </a:p>
        </p:txBody>
      </p:sp>
      <p:cxnSp>
        <p:nvCxnSpPr>
          <p:cNvPr id="659" name="GreyLineSeparatorDefaultVertical 659">
            <a:extLst>
              <a:ext uri="{FF2B5EF4-FFF2-40B4-BE49-F238E27FC236}">
                <a16:creationId xmlns:a16="http://schemas.microsoft.com/office/drawing/2014/main" id="{1C4A667B-F36E-AAFD-7D6B-1755FA28C451}"/>
              </a:ext>
            </a:extLst>
          </p:cNvPr>
          <p:cNvCxnSpPr>
            <a:cxnSpLocks/>
          </p:cNvCxnSpPr>
          <p:nvPr>
            <p:custDataLst>
              <p:tags r:id="rId58"/>
            </p:custDataLst>
          </p:nvPr>
        </p:nvCxnSpPr>
        <p:spPr>
          <a:xfrm>
            <a:off x="5280130" y="1449032"/>
            <a:ext cx="0" cy="4905731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F5C7DBE2-7A28-91DF-C59D-5E3670A5C67A}"/>
              </a:ext>
            </a:extLst>
          </p:cNvPr>
          <p:cNvGrpSpPr/>
          <p:nvPr/>
        </p:nvGrpSpPr>
        <p:grpSpPr>
          <a:xfrm>
            <a:off x="10309400" y="765233"/>
            <a:ext cx="1327862" cy="138499"/>
            <a:chOff x="10309400" y="765233"/>
            <a:chExt cx="1327862" cy="138499"/>
          </a:xfrm>
        </p:grpSpPr>
        <p:sp>
          <p:nvSpPr>
            <p:cNvPr id="14" name="RectangleLegend1">
              <a:extLst>
                <a:ext uri="{FF2B5EF4-FFF2-40B4-BE49-F238E27FC236}">
                  <a16:creationId xmlns:a16="http://schemas.microsoft.com/office/drawing/2014/main" id="{199FD445-0FAE-30B5-DAF9-ACA5734412E7}"/>
                </a:ext>
              </a:extLst>
            </p:cNvPr>
            <p:cNvSpPr>
              <a:spLocks/>
            </p:cNvSpPr>
            <p:nvPr/>
          </p:nvSpPr>
          <p:spPr>
            <a:xfrm>
              <a:off x="10309400" y="765233"/>
              <a:ext cx="140400" cy="1384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100" err="1">
                <a:solidFill>
                  <a:schemeClr val="tx1"/>
                </a:solidFill>
              </a:endParaRPr>
            </a:p>
          </p:txBody>
        </p:sp>
        <p:sp>
          <p:nvSpPr>
            <p:cNvPr id="20" name="Legend1">
              <a:extLst>
                <a:ext uri="{FF2B5EF4-FFF2-40B4-BE49-F238E27FC236}">
                  <a16:creationId xmlns:a16="http://schemas.microsoft.com/office/drawing/2014/main" id="{6D17AB6A-8AF0-54BB-976D-ACB6A20CE9D8}"/>
                </a:ext>
              </a:extLst>
            </p:cNvPr>
            <p:cNvSpPr txBox="1">
              <a:spLocks/>
            </p:cNvSpPr>
            <p:nvPr/>
          </p:nvSpPr>
          <p:spPr>
            <a:xfrm>
              <a:off x="10487908" y="765233"/>
              <a:ext cx="1149354" cy="138499"/>
            </a:xfrm>
            <a:prstGeom prst="rect">
              <a:avLst/>
            </a:prstGeom>
            <a:noFill/>
            <a:ln>
              <a:noFill/>
              <a:miter lim="800000"/>
            </a:ln>
          </p:spPr>
          <p:txBody>
            <a:bodyPr wrap="none" lIns="0" tIns="0" rIns="0" bIns="0" rtlCol="0" anchor="ctr" anchorCtr="0"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sz="900"/>
                <a:t>Suggested focus areas</a:t>
              </a:r>
            </a:p>
          </p:txBody>
        </p:sp>
      </p:grpSp>
      <p:sp>
        <p:nvSpPr>
          <p:cNvPr id="16" name="TrackerNumBlue 164">
            <a:extLst>
              <a:ext uri="{FF2B5EF4-FFF2-40B4-BE49-F238E27FC236}">
                <a16:creationId xmlns:a16="http://schemas.microsoft.com/office/drawing/2014/main" id="{DAD3CFC0-72A5-3AEF-148B-BF92983A1B4E}"/>
              </a:ext>
            </a:extLst>
          </p:cNvPr>
          <p:cNvSpPr/>
          <p:nvPr>
            <p:custDataLst>
              <p:tags r:id="rId59"/>
            </p:custDataLst>
          </p:nvPr>
        </p:nvSpPr>
        <p:spPr>
          <a:xfrm>
            <a:off x="121444" y="165068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3</a:t>
            </a:r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88C9E14A-C946-E9BA-A929-2D48A39210C9}"/>
              </a:ext>
            </a:extLst>
          </p:cNvPr>
          <p:cNvSpPr txBox="1">
            <a:spLocks/>
          </p:cNvSpPr>
          <p:nvPr/>
        </p:nvSpPr>
        <p:spPr>
          <a:xfrm>
            <a:off x="9397474" y="1664475"/>
            <a:ext cx="2239788" cy="215444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b="1">
                <a:solidFill>
                  <a:schemeClr val="bg1"/>
                </a:solidFill>
              </a:rPr>
              <a:t>Key Implications for PBA</a:t>
            </a:r>
          </a:p>
        </p:txBody>
      </p:sp>
      <p:cxnSp>
        <p:nvCxnSpPr>
          <p:cNvPr id="625" name="LineBasicDefault 198">
            <a:extLst>
              <a:ext uri="{FF2B5EF4-FFF2-40B4-BE49-F238E27FC236}">
                <a16:creationId xmlns:a16="http://schemas.microsoft.com/office/drawing/2014/main" id="{5F59F1DE-2E67-6AFD-BD2A-3586C4EAD6F0}"/>
              </a:ext>
            </a:extLst>
          </p:cNvPr>
          <p:cNvCxnSpPr>
            <a:cxnSpLocks/>
          </p:cNvCxnSpPr>
          <p:nvPr>
            <p:custDataLst>
              <p:tags r:id="rId60"/>
            </p:custDataLst>
          </p:nvPr>
        </p:nvCxnSpPr>
        <p:spPr>
          <a:xfrm>
            <a:off x="9397474" y="1927225"/>
            <a:ext cx="2239788" cy="0"/>
          </a:xfrm>
          <a:prstGeom prst="straightConnector1">
            <a:avLst/>
          </a:prstGeom>
          <a:ln w="12700" cap="sq">
            <a:solidFill>
              <a:schemeClr val="bg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D6D3D07E-871B-339D-C704-A16ADCC502A3}"/>
              </a:ext>
            </a:extLst>
          </p:cNvPr>
          <p:cNvSpPr txBox="1">
            <a:spLocks/>
          </p:cNvSpPr>
          <p:nvPr/>
        </p:nvSpPr>
        <p:spPr>
          <a:xfrm>
            <a:off x="9397474" y="1981200"/>
            <a:ext cx="2239788" cy="4070345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1"/>
                </a:solidFill>
                <a:latin typeface="+mn-lt"/>
              </a:rPr>
              <a:t>PBA's </a:t>
            </a:r>
            <a:r>
              <a:rPr lang="en-US" sz="1200" b="1">
                <a:solidFill>
                  <a:schemeClr val="bg1"/>
                </a:solidFill>
                <a:latin typeface="+mn-lt"/>
              </a:rPr>
              <a:t>current offerings </a:t>
            </a:r>
            <a:r>
              <a:rPr lang="en-US" sz="1200">
                <a:solidFill>
                  <a:schemeClr val="bg1"/>
                </a:solidFill>
                <a:latin typeface="+mn-lt"/>
              </a:rPr>
              <a:t>already </a:t>
            </a:r>
            <a:r>
              <a:rPr lang="en-US" sz="1200" b="1">
                <a:solidFill>
                  <a:schemeClr val="bg1"/>
                </a:solidFill>
                <a:latin typeface="+mn-lt"/>
              </a:rPr>
              <a:t>serve corporate counterparty needs</a:t>
            </a:r>
            <a:r>
              <a:rPr lang="en-US" sz="1200">
                <a:solidFill>
                  <a:schemeClr val="bg1"/>
                </a:solidFill>
                <a:latin typeface="+mn-lt"/>
              </a:rPr>
              <a:t>:</a:t>
            </a:r>
          </a:p>
          <a:p>
            <a:pPr lvl="1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Counterparty check</a:t>
            </a:r>
          </a:p>
          <a:p>
            <a:pPr lvl="1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Cash management support</a:t>
            </a:r>
          </a:p>
          <a:p>
            <a:pPr lvl="1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Contract management</a:t>
            </a:r>
          </a:p>
          <a:p>
            <a:pPr lvl="1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Finance (Tax) Guide</a:t>
            </a:r>
          </a:p>
          <a:p>
            <a:pPr lvl="1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Payroll solutions</a:t>
            </a:r>
          </a:p>
          <a:p>
            <a:r>
              <a:rPr lang="en-US" sz="1200">
                <a:solidFill>
                  <a:schemeClr val="bg1"/>
                </a:solidFill>
                <a:latin typeface="+mn-lt"/>
              </a:rPr>
              <a:t>These can be </a:t>
            </a:r>
            <a:r>
              <a:rPr lang="en-US" sz="1200" b="1">
                <a:solidFill>
                  <a:schemeClr val="bg1"/>
                </a:solidFill>
                <a:latin typeface="+mn-lt"/>
              </a:rPr>
              <a:t>extended </a:t>
            </a:r>
            <a:r>
              <a:rPr lang="en-US" sz="1200">
                <a:solidFill>
                  <a:schemeClr val="bg1"/>
                </a:solidFill>
                <a:latin typeface="+mn-lt"/>
              </a:rPr>
              <a:t>with </a:t>
            </a:r>
            <a:r>
              <a:rPr lang="en-US" sz="1200" b="1">
                <a:solidFill>
                  <a:schemeClr val="bg1"/>
                </a:solidFill>
                <a:latin typeface="+mn-lt"/>
              </a:rPr>
              <a:t>two types of value-added services:</a:t>
            </a:r>
          </a:p>
          <a:p>
            <a:pPr lvl="1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Daily business support:</a:t>
            </a:r>
          </a:p>
          <a:p>
            <a:pPr lvl="2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Finance/accounting software</a:t>
            </a:r>
          </a:p>
          <a:p>
            <a:pPr lvl="2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Legal advisory</a:t>
            </a:r>
          </a:p>
          <a:p>
            <a:pPr lvl="1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Specialized on-demand services:</a:t>
            </a:r>
          </a:p>
          <a:p>
            <a:pPr lvl="2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Business consulting</a:t>
            </a:r>
          </a:p>
          <a:p>
            <a:pPr lvl="2">
              <a:buClr>
                <a:schemeClr val="bg1"/>
              </a:buClr>
            </a:pPr>
            <a:r>
              <a:rPr lang="en-US" sz="1200">
                <a:solidFill>
                  <a:schemeClr val="bg1"/>
                </a:solidFill>
                <a:latin typeface="+mn-lt"/>
              </a:rPr>
              <a:t>Operations consulting</a:t>
            </a:r>
          </a:p>
        </p:txBody>
      </p:sp>
      <p:cxnSp>
        <p:nvCxnSpPr>
          <p:cNvPr id="453" name="LineBasicDefault 198">
            <a:extLst>
              <a:ext uri="{FF2B5EF4-FFF2-40B4-BE49-F238E27FC236}">
                <a16:creationId xmlns:a16="http://schemas.microsoft.com/office/drawing/2014/main" id="{2AF66C5B-166A-B94F-93D8-BBB4230DC3FE}"/>
              </a:ext>
            </a:extLst>
          </p:cNvPr>
          <p:cNvCxnSpPr>
            <a:cxnSpLocks/>
          </p:cNvCxnSpPr>
          <p:nvPr>
            <p:custDataLst>
              <p:tags r:id="rId61"/>
            </p:custDataLst>
          </p:nvPr>
        </p:nvCxnSpPr>
        <p:spPr>
          <a:xfrm>
            <a:off x="5422900" y="3301295"/>
            <a:ext cx="3674447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LineBasicDefault 198">
            <a:extLst>
              <a:ext uri="{FF2B5EF4-FFF2-40B4-BE49-F238E27FC236}">
                <a16:creationId xmlns:a16="http://schemas.microsoft.com/office/drawing/2014/main" id="{FCF6BF46-5D11-50D9-B940-BCBFABF288F1}"/>
              </a:ext>
            </a:extLst>
          </p:cNvPr>
          <p:cNvCxnSpPr>
            <a:cxnSpLocks/>
          </p:cNvCxnSpPr>
          <p:nvPr>
            <p:custDataLst>
              <p:tags r:id="rId62"/>
            </p:custDataLst>
          </p:nvPr>
        </p:nvCxnSpPr>
        <p:spPr>
          <a:xfrm>
            <a:off x="5431369" y="2865085"/>
            <a:ext cx="3674447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LineBasicDefault 198">
            <a:extLst>
              <a:ext uri="{FF2B5EF4-FFF2-40B4-BE49-F238E27FC236}">
                <a16:creationId xmlns:a16="http://schemas.microsoft.com/office/drawing/2014/main" id="{14B8F2BA-B359-C307-2C89-C2533C3C22CC}"/>
              </a:ext>
            </a:extLst>
          </p:cNvPr>
          <p:cNvCxnSpPr>
            <a:cxnSpLocks/>
          </p:cNvCxnSpPr>
          <p:nvPr>
            <p:custDataLst>
              <p:tags r:id="rId63"/>
            </p:custDataLst>
          </p:nvPr>
        </p:nvCxnSpPr>
        <p:spPr>
          <a:xfrm>
            <a:off x="5431369" y="3737505"/>
            <a:ext cx="3674447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LineBasicDefault 198">
            <a:extLst>
              <a:ext uri="{FF2B5EF4-FFF2-40B4-BE49-F238E27FC236}">
                <a16:creationId xmlns:a16="http://schemas.microsoft.com/office/drawing/2014/main" id="{255591E1-F7F3-54D9-EC70-92C844396D86}"/>
              </a:ext>
            </a:extLst>
          </p:cNvPr>
          <p:cNvCxnSpPr>
            <a:cxnSpLocks/>
          </p:cNvCxnSpPr>
          <p:nvPr>
            <p:custDataLst>
              <p:tags r:id="rId64"/>
            </p:custDataLst>
          </p:nvPr>
        </p:nvCxnSpPr>
        <p:spPr>
          <a:xfrm>
            <a:off x="5422900" y="4173715"/>
            <a:ext cx="3674447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LineBasicDefault 198">
            <a:extLst>
              <a:ext uri="{FF2B5EF4-FFF2-40B4-BE49-F238E27FC236}">
                <a16:creationId xmlns:a16="http://schemas.microsoft.com/office/drawing/2014/main" id="{45C8A226-69A1-3672-47C6-C76369D35430}"/>
              </a:ext>
            </a:extLst>
          </p:cNvPr>
          <p:cNvCxnSpPr>
            <a:cxnSpLocks/>
          </p:cNvCxnSpPr>
          <p:nvPr>
            <p:custDataLst>
              <p:tags r:id="rId65"/>
            </p:custDataLst>
          </p:nvPr>
        </p:nvCxnSpPr>
        <p:spPr>
          <a:xfrm>
            <a:off x="5422900" y="4609925"/>
            <a:ext cx="3674447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7" name="LineBasicDefault 198">
            <a:extLst>
              <a:ext uri="{FF2B5EF4-FFF2-40B4-BE49-F238E27FC236}">
                <a16:creationId xmlns:a16="http://schemas.microsoft.com/office/drawing/2014/main" id="{66A75036-89F8-5AFE-3C92-083C43959F84}"/>
              </a:ext>
            </a:extLst>
          </p:cNvPr>
          <p:cNvCxnSpPr>
            <a:cxnSpLocks/>
          </p:cNvCxnSpPr>
          <p:nvPr>
            <p:custDataLst>
              <p:tags r:id="rId66"/>
            </p:custDataLst>
          </p:nvPr>
        </p:nvCxnSpPr>
        <p:spPr>
          <a:xfrm>
            <a:off x="5422900" y="5046135"/>
            <a:ext cx="3674447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8" name="LineBasicDefault 198">
            <a:extLst>
              <a:ext uri="{FF2B5EF4-FFF2-40B4-BE49-F238E27FC236}">
                <a16:creationId xmlns:a16="http://schemas.microsoft.com/office/drawing/2014/main" id="{044E509E-893B-A9CF-64F1-2F3F5DC5FA78}"/>
              </a:ext>
            </a:extLst>
          </p:cNvPr>
          <p:cNvCxnSpPr>
            <a:cxnSpLocks/>
          </p:cNvCxnSpPr>
          <p:nvPr>
            <p:custDataLst>
              <p:tags r:id="rId67"/>
            </p:custDataLst>
          </p:nvPr>
        </p:nvCxnSpPr>
        <p:spPr>
          <a:xfrm>
            <a:off x="5422900" y="5482345"/>
            <a:ext cx="3674447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9" name="LineBasicDefault 198">
            <a:extLst>
              <a:ext uri="{FF2B5EF4-FFF2-40B4-BE49-F238E27FC236}">
                <a16:creationId xmlns:a16="http://schemas.microsoft.com/office/drawing/2014/main" id="{11D38C74-6E00-3351-DA9E-749AA0704452}"/>
              </a:ext>
            </a:extLst>
          </p:cNvPr>
          <p:cNvCxnSpPr>
            <a:cxnSpLocks/>
          </p:cNvCxnSpPr>
          <p:nvPr>
            <p:custDataLst>
              <p:tags r:id="rId68"/>
            </p:custDataLst>
          </p:nvPr>
        </p:nvCxnSpPr>
        <p:spPr>
          <a:xfrm>
            <a:off x="5422900" y="5918555"/>
            <a:ext cx="3674447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Sticker">
            <a:extLst>
              <a:ext uri="{FF2B5EF4-FFF2-40B4-BE49-F238E27FC236}">
                <a16:creationId xmlns:a16="http://schemas.microsoft.com/office/drawing/2014/main" id="{69B45EF3-1B87-E637-3DA8-5B16A864E302}"/>
              </a:ext>
            </a:extLst>
          </p:cNvPr>
          <p:cNvSpPr txBox="1"/>
          <p:nvPr/>
        </p:nvSpPr>
        <p:spPr>
          <a:xfrm>
            <a:off x="582493" y="972403"/>
            <a:ext cx="2200512" cy="123111"/>
          </a:xfrm>
          <a:prstGeom prst="rect">
            <a:avLst/>
          </a:prstGeom>
          <a:solidFill>
            <a:schemeClr val="bg1"/>
          </a:solidFill>
          <a:ln w="6350">
            <a:noFill/>
            <a:miter lim="800000"/>
          </a:ln>
        </p:spPr>
        <p:txBody>
          <a:bodyPr vert="horz" wrap="square" lIns="0" tIns="0" rIns="0" bIns="0" rtlCol="0" anchor="ctr" anchorCtr="0">
            <a:sp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rtl="0"/>
            <a:r>
              <a:rPr lang="en-US">
                <a:solidFill>
                  <a:srgbClr val="C00000"/>
                </a:solidFill>
                <a:latin typeface="+mn-lt"/>
              </a:rPr>
              <a:t>Preliminary - to be further verified</a:t>
            </a:r>
          </a:p>
        </p:txBody>
      </p:sp>
    </p:spTree>
    <p:extLst>
      <p:ext uri="{BB962C8B-B14F-4D97-AF65-F5344CB8AC3E}">
        <p14:creationId xmlns:p14="http://schemas.microsoft.com/office/powerpoint/2010/main" val="374114685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76B199-55E3-7A68-F637-52B4CA0D42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811FD769-FD81-0FC6-87DB-BDBA7554A27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513746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606" imgH="608" progId="TCLayout.ActiveDocument.1">
                  <p:embed/>
                </p:oleObj>
              </mc:Choice>
              <mc:Fallback>
                <p:oleObj name="think-cell Slide" r:id="rId18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811FD769-FD81-0FC6-87DB-BDBA7554A27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B8DD125F-1E92-AA15-C535-886D7364BD41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Bank’s strategy in commercial and SME banking consists of 6 initiatives and 3 enablers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49A8C071-49D2-E61A-BA4F-00EB7F049F51}"/>
              </a:ext>
            </a:extLst>
          </p:cNvPr>
          <p:cNvSpPr>
            <a:spLocks/>
          </p:cNvSpPr>
          <p:nvPr/>
        </p:nvSpPr>
        <p:spPr>
          <a:xfrm>
            <a:off x="554734" y="1638299"/>
            <a:ext cx="1312166" cy="2002652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Transaction banking-led ecosystem platform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5F7586A8-8D03-CA9A-DAEA-EE9F9D41F50F}"/>
              </a:ext>
            </a:extLst>
          </p:cNvPr>
          <p:cNvSpPr>
            <a:spLocks/>
          </p:cNvSpPr>
          <p:nvPr/>
        </p:nvSpPr>
        <p:spPr>
          <a:xfrm>
            <a:off x="554734" y="3728783"/>
            <a:ext cx="1312166" cy="2039966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Optimize and selectively scale commercial and SME banking</a:t>
            </a:r>
          </a:p>
        </p:txBody>
      </p:sp>
      <p:cxnSp>
        <p:nvCxnSpPr>
          <p:cNvPr id="19" name="LineBasicDefault 299">
            <a:extLst>
              <a:ext uri="{FF2B5EF4-FFF2-40B4-BE49-F238E27FC236}">
                <a16:creationId xmlns:a16="http://schemas.microsoft.com/office/drawing/2014/main" id="{14A1C2A4-0272-94A8-5D60-621208A3EE84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038" y="1575177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1DFCBA3E-3333-D5A0-6906-84D20F8EFD21}"/>
              </a:ext>
            </a:extLst>
          </p:cNvPr>
          <p:cNvSpPr txBox="1"/>
          <p:nvPr/>
        </p:nvSpPr>
        <p:spPr>
          <a:xfrm>
            <a:off x="554039" y="1161649"/>
            <a:ext cx="1312862" cy="369332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Strategic programs</a:t>
            </a:r>
            <a:endParaRPr lang="en-US" sz="120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03A7542-408D-E1CE-5EA2-61949AE14EF4}"/>
              </a:ext>
            </a:extLst>
          </p:cNvPr>
          <p:cNvSpPr txBox="1"/>
          <p:nvPr/>
        </p:nvSpPr>
        <p:spPr>
          <a:xfrm>
            <a:off x="1956402" y="1346315"/>
            <a:ext cx="2653697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Initiatives</a:t>
            </a:r>
            <a:endParaRPr lang="en-US" sz="120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168C3F7-C4AF-2891-DC51-B7B67C5C2F94}"/>
              </a:ext>
            </a:extLst>
          </p:cNvPr>
          <p:cNvSpPr txBox="1"/>
          <p:nvPr/>
        </p:nvSpPr>
        <p:spPr>
          <a:xfrm>
            <a:off x="4769149" y="1346315"/>
            <a:ext cx="6698950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Scope</a:t>
            </a:r>
            <a:endParaRPr lang="en-US" sz="1200"/>
          </a:p>
        </p:txBody>
      </p:sp>
      <p:cxnSp>
        <p:nvCxnSpPr>
          <p:cNvPr id="25" name="LineBasicDefault 299">
            <a:extLst>
              <a:ext uri="{FF2B5EF4-FFF2-40B4-BE49-F238E27FC236}">
                <a16:creationId xmlns:a16="http://schemas.microsoft.com/office/drawing/2014/main" id="{55D49E92-A096-9D03-0389-F5A7F85DF2F3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3685148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987CFB1E-A271-EA40-D06F-15D6173CC899}"/>
              </a:ext>
            </a:extLst>
          </p:cNvPr>
          <p:cNvSpPr/>
          <p:nvPr/>
        </p:nvSpPr>
        <p:spPr>
          <a:xfrm>
            <a:off x="2152651" y="1638298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CIB counterparties acquisition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D52E933A-DFB3-5612-7BF1-748271D1E8A7}"/>
              </a:ext>
            </a:extLst>
          </p:cNvPr>
          <p:cNvSpPr/>
          <p:nvPr/>
        </p:nvSpPr>
        <p:spPr>
          <a:xfrm>
            <a:off x="2152651" y="2335127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Supply chain / trade products double-down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4691D768-C0E1-7CDB-23CC-4C810269C6D5}"/>
              </a:ext>
            </a:extLst>
          </p:cNvPr>
          <p:cNvSpPr/>
          <p:nvPr/>
        </p:nvSpPr>
        <p:spPr>
          <a:xfrm>
            <a:off x="2152651" y="3031954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E2E business partnership beyond banking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CEB7DED7-8F67-E3C5-E361-6143F7D38DDF}"/>
              </a:ext>
            </a:extLst>
          </p:cNvPr>
          <p:cNvSpPr/>
          <p:nvPr/>
        </p:nvSpPr>
        <p:spPr>
          <a:xfrm>
            <a:off x="2152651" y="3728782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Commercial and micro reactivation program</a:t>
            </a:r>
          </a:p>
        </p:txBody>
      </p:sp>
      <p:cxnSp>
        <p:nvCxnSpPr>
          <p:cNvPr id="28" name="LineBasicDefault 299">
            <a:extLst>
              <a:ext uri="{FF2B5EF4-FFF2-40B4-BE49-F238E27FC236}">
                <a16:creationId xmlns:a16="http://schemas.microsoft.com/office/drawing/2014/main" id="{2045487F-DA5F-CAB7-718C-C482926A412A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1956403" y="2974172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AACADBC2-0A16-3F6F-E6DD-5243D6824835}"/>
              </a:ext>
            </a:extLst>
          </p:cNvPr>
          <p:cNvSpPr txBox="1"/>
          <p:nvPr/>
        </p:nvSpPr>
        <p:spPr>
          <a:xfrm>
            <a:off x="4773262" y="166491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existing payment data and additional insights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captured via the Transaction banking-led ecosystem platform supply chain module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to identify vendors and distributors of existing PBA CIB customers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and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target them with tailored onboarding bundles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D64B68A7-1D4C-56DA-CFE3-8BF2C1EC0FDF}"/>
              </a:ext>
            </a:extLst>
          </p:cNvPr>
          <p:cNvSpPr txBox="1"/>
          <p:nvPr/>
        </p:nvSpPr>
        <p:spPr>
          <a:xfrm>
            <a:off x="4773262" y="246308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>
                <a:solidFill>
                  <a:schemeClr val="bg1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1">
                    <a:lumMod val="85000"/>
                  </a:schemeClr>
                </a:solidFill>
              </a:rPr>
              <a:t>existing cash flow data and additional insights </a:t>
            </a:r>
            <a:r>
              <a:rPr lang="en-US" sz="1200">
                <a:solidFill>
                  <a:schemeClr val="bg1">
                    <a:lumMod val="85000"/>
                  </a:schemeClr>
                </a:solidFill>
              </a:rPr>
              <a:t>captured via the Transaction banking-led ecosystem to identify </a:t>
            </a:r>
            <a:r>
              <a:rPr lang="en-US" sz="1200" b="1">
                <a:solidFill>
                  <a:schemeClr val="bg1">
                    <a:lumMod val="85000"/>
                  </a:schemeClr>
                </a:solidFill>
              </a:rPr>
              <a:t>customer needs and offer them trade related products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7397835-7467-3356-DAB9-53B698E71219}"/>
              </a:ext>
            </a:extLst>
          </p:cNvPr>
          <p:cNvSpPr txBox="1"/>
          <p:nvPr/>
        </p:nvSpPr>
        <p:spPr>
          <a:xfrm>
            <a:off x="4773262" y="315683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Develop an </a:t>
            </a:r>
            <a:r>
              <a:rPr lang="en-US" sz="1200" b="1">
                <a:solidFill>
                  <a:schemeClr val="bg1">
                    <a:lumMod val="75000"/>
                  </a:schemeClr>
                </a:solidFill>
              </a:rPr>
              <a:t>ecosystem of value-added services</a:t>
            </a:r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, e.g. accounting, insurance etc., to support smaller customers, i.e. SMEs, with their beyond banking needs to generate additional income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35A4D3E-E885-7A1A-BDAB-8B47B946D899}"/>
              </a:ext>
            </a:extLst>
          </p:cNvPr>
          <p:cNvSpPr txBox="1"/>
          <p:nvPr/>
        </p:nvSpPr>
        <p:spPr>
          <a:xfrm>
            <a:off x="4773262" y="3850858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tx1"/>
                </a:solidFill>
              </a:rPr>
              <a:t>Double-down on commercial and micro SME segments with </a:t>
            </a:r>
            <a:r>
              <a:rPr lang="en-US" sz="1200" b="1">
                <a:solidFill>
                  <a:schemeClr val="tx1"/>
                </a:solidFill>
              </a:rPr>
              <a:t>tailored re-activation and churn prevention journeys and product offerings</a:t>
            </a:r>
            <a:r>
              <a:rPr lang="en-US" sz="1200">
                <a:solidFill>
                  <a:schemeClr val="tx1"/>
                </a:solidFill>
              </a:rPr>
              <a:t> to grow active customer base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C147A9B1-8A23-48CD-6F89-019203B732EA}"/>
              </a:ext>
            </a:extLst>
          </p:cNvPr>
          <p:cNvSpPr/>
          <p:nvPr/>
        </p:nvSpPr>
        <p:spPr>
          <a:xfrm>
            <a:off x="2152651" y="4440823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Credit process transformation</a:t>
            </a:r>
          </a:p>
        </p:txBody>
      </p:sp>
      <p:cxnSp>
        <p:nvCxnSpPr>
          <p:cNvPr id="14" name="LineBasicDefault 299">
            <a:extLst>
              <a:ext uri="{FF2B5EF4-FFF2-40B4-BE49-F238E27FC236}">
                <a16:creationId xmlns:a16="http://schemas.microsoft.com/office/drawing/2014/main" id="{5B45F942-FB7A-FBEC-0750-4998B283AC76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1956403" y="4386419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394B86D9-CE46-2D26-3F66-6F51CEE83C4E}"/>
              </a:ext>
            </a:extLst>
          </p:cNvPr>
          <p:cNvSpPr/>
          <p:nvPr/>
        </p:nvSpPr>
        <p:spPr>
          <a:xfrm>
            <a:off x="2152651" y="5159190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Next-gen pricing and product bundling</a:t>
            </a:r>
          </a:p>
        </p:txBody>
      </p:sp>
      <p:cxnSp>
        <p:nvCxnSpPr>
          <p:cNvPr id="18" name="LineBasicDefault 299">
            <a:extLst>
              <a:ext uri="{FF2B5EF4-FFF2-40B4-BE49-F238E27FC236}">
                <a16:creationId xmlns:a16="http://schemas.microsoft.com/office/drawing/2014/main" id="{F039D4D2-8637-5A6E-E23B-E5D891AEB832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1956403" y="5104786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28427E36-4E53-3310-4891-B511868FAEE3}"/>
              </a:ext>
            </a:extLst>
          </p:cNvPr>
          <p:cNvSpPr txBox="1"/>
          <p:nvPr/>
        </p:nvSpPr>
        <p:spPr>
          <a:xfrm>
            <a:off x="4773262" y="444082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Revisit and transform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credit process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leveraging Agentic AI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to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1. increase efficiency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through the deployment of specific AI agents and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2. differentiate the process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based on the specific needs of each segment</a:t>
            </a:r>
            <a:endParaRPr lang="en-US" sz="1200" b="1">
              <a:solidFill>
                <a:schemeClr val="bg2">
                  <a:lumMod val="8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3C178F8-0FFA-90CA-B002-E7DFD17EF25F}"/>
              </a:ext>
            </a:extLst>
          </p:cNvPr>
          <p:cNvSpPr txBox="1"/>
          <p:nvPr/>
        </p:nvSpPr>
        <p:spPr>
          <a:xfrm>
            <a:off x="4773262" y="5187230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Optimize and personalize pricing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by incorporating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all-in sensitivity and relationship-based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pricing principles. Define a clear approach for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product bundling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, leveraging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actual customer data, AA, and AI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to deepen relationships</a:t>
            </a:r>
          </a:p>
        </p:txBody>
      </p:sp>
      <p:cxnSp>
        <p:nvCxnSpPr>
          <p:cNvPr id="51" name="LineBasicDefault 299">
            <a:extLst>
              <a:ext uri="{FF2B5EF4-FFF2-40B4-BE49-F238E27FC236}">
                <a16:creationId xmlns:a16="http://schemas.microsoft.com/office/drawing/2014/main" id="{81791317-3C2F-72A3-20D1-E26A1F5C5B99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1956403" y="2288568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44A57534-DED4-1583-9615-376CA5F01518}"/>
              </a:ext>
            </a:extLst>
          </p:cNvPr>
          <p:cNvSpPr/>
          <p:nvPr/>
        </p:nvSpPr>
        <p:spPr>
          <a:xfrm>
            <a:off x="554734" y="5880165"/>
            <a:ext cx="10913365" cy="54647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>
              <a:solidFill>
                <a:schemeClr val="bg1"/>
              </a:solidFill>
            </a:endParaRPr>
          </a:p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EBDA4C20-C30B-9A03-CC96-82FA0AA77F7A}"/>
              </a:ext>
            </a:extLst>
          </p:cNvPr>
          <p:cNvGrpSpPr/>
          <p:nvPr/>
        </p:nvGrpSpPr>
        <p:grpSpPr>
          <a:xfrm>
            <a:off x="2477179" y="5984000"/>
            <a:ext cx="8907920" cy="373252"/>
            <a:chOff x="2477178" y="5984000"/>
            <a:chExt cx="8990921" cy="373252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179C142E-3060-F9DE-14D7-14C2A2559341}"/>
                </a:ext>
              </a:extLst>
            </p:cNvPr>
            <p:cNvSpPr/>
            <p:nvPr/>
          </p:nvSpPr>
          <p:spPr>
            <a:xfrm>
              <a:off x="247717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Best-in-class CX</a:t>
              </a:r>
            </a:p>
          </p:txBody>
        </p:sp>
        <p:sp>
          <p:nvSpPr>
            <p:cNvPr id="57" name="Rectangle: Rounded Corners 56">
              <a:extLst>
                <a:ext uri="{FF2B5EF4-FFF2-40B4-BE49-F238E27FC236}">
                  <a16:creationId xmlns:a16="http://schemas.microsoft.com/office/drawing/2014/main" id="{BDE70584-614C-F878-6600-ED877A4CB149}"/>
                </a:ext>
              </a:extLst>
            </p:cNvPr>
            <p:cNvSpPr/>
            <p:nvPr/>
          </p:nvSpPr>
          <p:spPr>
            <a:xfrm>
              <a:off x="553644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Fit for future tech &amp; AI</a:t>
              </a:r>
            </a:p>
          </p:txBody>
        </p:sp>
        <p:sp>
          <p:nvSpPr>
            <p:cNvPr id="58" name="Rectangle: Rounded Corners 57">
              <a:extLst>
                <a:ext uri="{FF2B5EF4-FFF2-40B4-BE49-F238E27FC236}">
                  <a16:creationId xmlns:a16="http://schemas.microsoft.com/office/drawing/2014/main" id="{2A1675A2-DF3D-260B-EDC3-A9D0BEA7F6F5}"/>
                </a:ext>
              </a:extLst>
            </p:cNvPr>
            <p:cNvSpPr/>
            <p:nvPr/>
          </p:nvSpPr>
          <p:spPr>
            <a:xfrm>
              <a:off x="8595716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Robust risk management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41AAE80E-3B50-967B-12BC-62FC8029C5C8}"/>
              </a:ext>
            </a:extLst>
          </p:cNvPr>
          <p:cNvSpPr txBox="1"/>
          <p:nvPr/>
        </p:nvSpPr>
        <p:spPr>
          <a:xfrm>
            <a:off x="806902" y="5984000"/>
            <a:ext cx="1501113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i="1">
                <a:solidFill>
                  <a:schemeClr val="bg1">
                    <a:lumMod val="65000"/>
                  </a:schemeClr>
                </a:solidFill>
              </a:rPr>
              <a:t>Change to support growth</a:t>
            </a:r>
          </a:p>
        </p:txBody>
      </p:sp>
      <p:cxnSp>
        <p:nvCxnSpPr>
          <p:cNvPr id="60" name="LineBasicDefault 299">
            <a:extLst>
              <a:ext uri="{FF2B5EF4-FFF2-40B4-BE49-F238E27FC236}">
                <a16:creationId xmlns:a16="http://schemas.microsoft.com/office/drawing/2014/main" id="{411C5D3E-7DA4-23DB-82BC-002ECF4D46F2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554038" y="5823673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rackerNumBlue 42">
            <a:extLst>
              <a:ext uri="{FF2B5EF4-FFF2-40B4-BE49-F238E27FC236}">
                <a16:creationId xmlns:a16="http://schemas.microsoft.com/office/drawing/2014/main" id="{5DFA8B60-23A1-74ED-5CB7-1F0DA149815F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1956401" y="1819047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44" name="TrackerNumBlue 42">
            <a:extLst>
              <a:ext uri="{FF2B5EF4-FFF2-40B4-BE49-F238E27FC236}">
                <a16:creationId xmlns:a16="http://schemas.microsoft.com/office/drawing/2014/main" id="{4DCAC92E-56B8-848B-2991-CC4DB785A25D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956401" y="2506488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45" name="TrackerNumBlue 42">
            <a:extLst>
              <a:ext uri="{FF2B5EF4-FFF2-40B4-BE49-F238E27FC236}">
                <a16:creationId xmlns:a16="http://schemas.microsoft.com/office/drawing/2014/main" id="{AF31F725-60DC-74CF-DEB1-B6244FBDE685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1956401" y="32253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46" name="TrackerNumBlue 42">
            <a:extLst>
              <a:ext uri="{FF2B5EF4-FFF2-40B4-BE49-F238E27FC236}">
                <a16:creationId xmlns:a16="http://schemas.microsoft.com/office/drawing/2014/main" id="{1C7A9B2B-1FFC-20AF-16ED-5F781AAC3817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1956401" y="3915492"/>
            <a:ext cx="279340" cy="279340"/>
          </a:xfrm>
          <a:prstGeom prst="ellipse">
            <a:avLst/>
          </a:prstGeom>
          <a:solidFill>
            <a:schemeClr val="accent2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15" name="TrackerNumBlue 42">
            <a:extLst>
              <a:ext uri="{FF2B5EF4-FFF2-40B4-BE49-F238E27FC236}">
                <a16:creationId xmlns:a16="http://schemas.microsoft.com/office/drawing/2014/main" id="{76116D10-B6F2-58A6-8DC1-1094B124269F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1956401" y="4597259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20" name="TrackerNumBlue 42">
            <a:extLst>
              <a:ext uri="{FF2B5EF4-FFF2-40B4-BE49-F238E27FC236}">
                <a16:creationId xmlns:a16="http://schemas.microsoft.com/office/drawing/2014/main" id="{1FFD68BA-C844-F388-3DF6-2A2E95472D94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1956401" y="53329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167885876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1B23D8-427C-E1B5-4D51-CA65C66CAC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Object 6" hidden="1">
            <a:extLst>
              <a:ext uri="{FF2B5EF4-FFF2-40B4-BE49-F238E27FC236}">
                <a16:creationId xmlns:a16="http://schemas.microsoft.com/office/drawing/2014/main" id="{24A730DC-DB84-9E9D-9850-1F21F9CFD0F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8850958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6" imgW="473" imgH="476" progId="TCLayout.ActiveDocument.1">
                  <p:embed/>
                </p:oleObj>
              </mc:Choice>
              <mc:Fallback>
                <p:oleObj name="think-cell Slide" r:id="rId26" imgW="473" imgH="476" progId="TCLayout.ActiveDocument.1">
                  <p:embed/>
                  <p:pic>
                    <p:nvPicPr>
                      <p:cNvPr id="10" name="Object 6" hidden="1">
                        <a:extLst>
                          <a:ext uri="{FF2B5EF4-FFF2-40B4-BE49-F238E27FC236}">
                            <a16:creationId xmlns:a16="http://schemas.microsoft.com/office/drawing/2014/main" id="{24A730DC-DB84-9E9D-9850-1F21F9CFD0F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B3748FF3-2B9C-FB47-417B-B63B10509089}"/>
              </a:ext>
            </a:extLst>
          </p:cNvPr>
          <p:cNvSpPr/>
          <p:nvPr/>
        </p:nvSpPr>
        <p:spPr>
          <a:xfrm>
            <a:off x="491219" y="4704619"/>
            <a:ext cx="8045737" cy="67059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1071B7D-4862-A812-AE1C-03A5C2296DAD}"/>
              </a:ext>
            </a:extLst>
          </p:cNvPr>
          <p:cNvSpPr/>
          <p:nvPr/>
        </p:nvSpPr>
        <p:spPr>
          <a:xfrm>
            <a:off x="491219" y="2652776"/>
            <a:ext cx="8045737" cy="67059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3" name="Rectangle: Top Corners Rounded 12">
            <a:extLst>
              <a:ext uri="{FF2B5EF4-FFF2-40B4-BE49-F238E27FC236}">
                <a16:creationId xmlns:a16="http://schemas.microsoft.com/office/drawing/2014/main" id="{D5049E2F-45C6-C454-AC44-619E6EA8A924}"/>
              </a:ext>
            </a:extLst>
          </p:cNvPr>
          <p:cNvSpPr/>
          <p:nvPr/>
        </p:nvSpPr>
        <p:spPr>
          <a:xfrm rot="16200000">
            <a:off x="7857288" y="2123230"/>
            <a:ext cx="5253131" cy="3416297"/>
          </a:xfrm>
          <a:prstGeom prst="round2SameRect">
            <a:avLst>
              <a:gd name="adj1" fmla="val 4634"/>
              <a:gd name="adj2" fmla="val 0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7" name="2. Slide Title">
            <a:extLst>
              <a:ext uri="{FF2B5EF4-FFF2-40B4-BE49-F238E27FC236}">
                <a16:creationId xmlns:a16="http://schemas.microsoft.com/office/drawing/2014/main" id="{A23B22AB-9297-4658-D6D0-D1293BCC82CB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r>
              <a:rPr lang="en-US">
                <a:latin typeface="+mj-lt"/>
              </a:rPr>
              <a:t>Commercial and Micro demonstrate the largest share of inactive clients</a:t>
            </a:r>
          </a:p>
        </p:txBody>
      </p:sp>
      <p:sp>
        <p:nvSpPr>
          <p:cNvPr id="4" name="3. Subtitle">
            <a:extLst>
              <a:ext uri="{FF2B5EF4-FFF2-40B4-BE49-F238E27FC236}">
                <a16:creationId xmlns:a16="http://schemas.microsoft.com/office/drawing/2014/main" id="{6FCA158B-52FE-2E62-8991-B4BB85D43F1D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>
                <a:latin typeface="+mn-lt"/>
              </a:rPr>
              <a:t> </a:t>
            </a:r>
          </a:p>
        </p:txBody>
      </p:sp>
      <p:sp>
        <p:nvSpPr>
          <p:cNvPr id="8" name="1. On-page tracker">
            <a:extLst>
              <a:ext uri="{FF2B5EF4-FFF2-40B4-BE49-F238E27FC236}">
                <a16:creationId xmlns:a16="http://schemas.microsoft.com/office/drawing/2014/main" id="{7C596B90-95A8-007B-3298-8A1ED210196E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>
                <a:latin typeface="+mn-lt"/>
              </a:rPr>
              <a:t> </a:t>
            </a: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0A880160-734A-5A79-B2AA-9509BE7789DC}"/>
              </a:ext>
            </a:extLst>
          </p:cNvPr>
          <p:cNvSpPr>
            <a:spLocks/>
          </p:cNvSpPr>
          <p:nvPr/>
        </p:nvSpPr>
        <p:spPr>
          <a:xfrm>
            <a:off x="7286119" y="2445708"/>
            <a:ext cx="1098879" cy="400780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IN" sz="1100" b="1">
                <a:solidFill>
                  <a:srgbClr val="111918"/>
                </a:solidFill>
                <a:latin typeface="Tahoma"/>
              </a:rPr>
              <a:t>+5%</a:t>
            </a:r>
            <a:endParaRPr lang="en-US" sz="1100" b="1">
              <a:solidFill>
                <a:srgbClr val="111918"/>
              </a:solidFill>
              <a:latin typeface="Tahoma"/>
            </a:endParaRP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216B7072-2526-A0E6-DBFF-4671A4C211AA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3905250" y="2547939"/>
            <a:ext cx="0" cy="1952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E349A7B6-E76E-6CAC-8315-EB39FED4353E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4325938" y="3232151"/>
            <a:ext cx="0" cy="1952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F7F6F2BC-8EF5-6C4A-AEF7-67E71B687AC4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4365625" y="3916364"/>
            <a:ext cx="0" cy="1952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1CBBE52B-63C2-64FD-85A1-4A390D34397F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>
            <a:off x="4592638" y="4600576"/>
            <a:ext cx="0" cy="193675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692FFE28-EAF6-DAE7-D352-264165B3DC65}"/>
              </a:ext>
            </a:extLst>
          </p:cNvPr>
          <p:cNvCxnSpPr/>
          <p:nvPr>
            <p:custDataLst>
              <p:tags r:id="rId9"/>
            </p:custDataLst>
          </p:nvPr>
        </p:nvCxnSpPr>
        <p:spPr bwMode="auto">
          <a:xfrm>
            <a:off x="4859338" y="5283201"/>
            <a:ext cx="0" cy="1952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64" name="Chart 63">
            <a:extLst>
              <a:ext uri="{FF2B5EF4-FFF2-40B4-BE49-F238E27FC236}">
                <a16:creationId xmlns:a16="http://schemas.microsoft.com/office/drawing/2014/main" id="{D5F5EBAF-7C66-14AD-E38B-8B970876773E}"/>
              </a:ext>
            </a:extLst>
          </p:cNvPr>
          <p:cNvGraphicFramePr/>
          <p:nvPr>
            <p:custDataLst>
              <p:tags r:id="rId10"/>
            </p:custDataLst>
          </p:nvPr>
        </p:nvGraphicFramePr>
        <p:xfrm>
          <a:off x="3135313" y="1695450"/>
          <a:ext cx="1976437" cy="46370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8"/>
          </a:graphicData>
        </a:graphic>
      </p:graphicFrame>
      <p:sp useBgFill="1">
        <p:nvSpPr>
          <p:cNvPr id="60" name="Freeform: Shape 59">
            <a:extLst>
              <a:ext uri="{FF2B5EF4-FFF2-40B4-BE49-F238E27FC236}">
                <a16:creationId xmlns:a16="http://schemas.microsoft.com/office/drawing/2014/main" id="{46A3EABA-2700-93A0-2724-70DE22F14CB3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4618038" y="4743450"/>
            <a:ext cx="215901" cy="590551"/>
          </a:xfrm>
          <a:custGeom>
            <a:avLst/>
            <a:gdLst/>
            <a:ahLst/>
            <a:cxnLst/>
            <a:rect l="0" t="0" r="0" b="0"/>
            <a:pathLst>
              <a:path w="215901" h="590551">
                <a:moveTo>
                  <a:pt x="215900" y="0"/>
                </a:moveTo>
                <a:lnTo>
                  <a:pt x="57150" y="590550"/>
                </a:lnTo>
                <a:lnTo>
                  <a:pt x="0" y="590550"/>
                </a:lnTo>
                <a:lnTo>
                  <a:pt x="158750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 useBgFill="1">
        <p:nvSpPr>
          <p:cNvPr id="63" name="Freeform: Shape 62">
            <a:extLst>
              <a:ext uri="{FF2B5EF4-FFF2-40B4-BE49-F238E27FC236}">
                <a16:creationId xmlns:a16="http://schemas.microsoft.com/office/drawing/2014/main" id="{FDAD13CC-4E4B-5A8C-25A5-8F04A17F517D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4618038" y="5427663"/>
            <a:ext cx="215901" cy="590551"/>
          </a:xfrm>
          <a:custGeom>
            <a:avLst/>
            <a:gdLst/>
            <a:ahLst/>
            <a:cxnLst/>
            <a:rect l="0" t="0" r="0" b="0"/>
            <a:pathLst>
              <a:path w="215901" h="590551">
                <a:moveTo>
                  <a:pt x="215900" y="0"/>
                </a:moveTo>
                <a:lnTo>
                  <a:pt x="57150" y="590550"/>
                </a:lnTo>
                <a:lnTo>
                  <a:pt x="0" y="590550"/>
                </a:lnTo>
                <a:lnTo>
                  <a:pt x="158750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477BF3DF-5893-9C6A-F3E0-B3EA072E7200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4618038" y="4743450"/>
            <a:ext cx="158751" cy="590551"/>
          </a:xfrm>
          <a:custGeom>
            <a:avLst/>
            <a:gdLst/>
            <a:ahLst/>
            <a:cxnLst/>
            <a:rect l="0" t="0" r="0" b="0"/>
            <a:pathLst>
              <a:path w="158751" h="590551">
                <a:moveTo>
                  <a:pt x="158750" y="0"/>
                </a:moveTo>
                <a:lnTo>
                  <a:pt x="0" y="59055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E759722F-EA24-3077-8286-7B5B9B6DBD34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4675188" y="4743450"/>
            <a:ext cx="158751" cy="590551"/>
          </a:xfrm>
          <a:custGeom>
            <a:avLst/>
            <a:gdLst/>
            <a:ahLst/>
            <a:cxnLst/>
            <a:rect l="0" t="0" r="0" b="0"/>
            <a:pathLst>
              <a:path w="158751" h="590551">
                <a:moveTo>
                  <a:pt x="158750" y="0"/>
                </a:moveTo>
                <a:lnTo>
                  <a:pt x="0" y="59055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C0E1A836-DBDE-40EC-137B-62BA5F49BFAF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4618038" y="5427663"/>
            <a:ext cx="158751" cy="590551"/>
          </a:xfrm>
          <a:custGeom>
            <a:avLst/>
            <a:gdLst/>
            <a:ahLst/>
            <a:cxnLst/>
            <a:rect l="0" t="0" r="0" b="0"/>
            <a:pathLst>
              <a:path w="158751" h="590551">
                <a:moveTo>
                  <a:pt x="158750" y="0"/>
                </a:moveTo>
                <a:lnTo>
                  <a:pt x="0" y="59055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6E26D639-BB7C-7C9F-722C-F8EC2B6E7918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4675188" y="5427663"/>
            <a:ext cx="158751" cy="590551"/>
          </a:xfrm>
          <a:custGeom>
            <a:avLst/>
            <a:gdLst/>
            <a:ahLst/>
            <a:cxnLst/>
            <a:rect l="0" t="0" r="0" b="0"/>
            <a:pathLst>
              <a:path w="158751" h="590551">
                <a:moveTo>
                  <a:pt x="158750" y="0"/>
                </a:moveTo>
                <a:lnTo>
                  <a:pt x="0" y="590550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gray">
          <a:xfrm>
            <a:off x="4884738" y="4948238"/>
            <a:ext cx="5032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057286ED-657B-44CE-8BD4-02DE1C025880}" type="datetime'''''''''3''''''''''''0.''''''5''''''1''''''''''''''6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30.516</a:t>
            </a:fld>
            <a:endParaRPr lang="en-US" sz="1200">
              <a:latin typeface="+mn-lt"/>
            </a:endParaRPr>
          </a:p>
        </p:txBody>
      </p:sp>
      <p:sp>
        <p:nvSpPr>
          <p:cNvPr id="16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gray">
          <a:xfrm>
            <a:off x="4884738" y="5632450"/>
            <a:ext cx="5032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EB8F6214-F2F1-4A95-9905-AE6FCA1FA641}" type="datetime'31.''''''''''''''4''''''''''9''''''''3''''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31.493</a:t>
            </a:fld>
            <a:endParaRPr lang="en-US" sz="1200">
              <a:latin typeface="+mn-lt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1056365F-D714-78CD-C2C8-F010C9637DC8}"/>
              </a:ext>
            </a:extLst>
          </p:cNvPr>
          <p:cNvSpPr txBox="1"/>
          <p:nvPr/>
        </p:nvSpPr>
        <p:spPr>
          <a:xfrm>
            <a:off x="3388245" y="1449032"/>
            <a:ext cx="2211667" cy="430887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defRPr/>
            </a:pPr>
            <a:r>
              <a:rPr kumimoji="0" lang="en-US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Inactive </a:t>
            </a:r>
            <a:r>
              <a:rPr lang="en-US" b="1"/>
              <a:t>c</a:t>
            </a:r>
            <a:r>
              <a:rPr kumimoji="0" lang="en-US" b="1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ustomers</a:t>
            </a:r>
            <a:r>
              <a:rPr lang="en-US" b="1" baseline="30000"/>
              <a:t> 1</a:t>
            </a:r>
            <a:r>
              <a:rPr kumimoji="0" lang="en-US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2025, ‘000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44278F0-B13A-7DD4-30E0-67AA6B2BBE5F}"/>
              </a:ext>
            </a:extLst>
          </p:cNvPr>
          <p:cNvSpPr txBox="1">
            <a:spLocks/>
          </p:cNvSpPr>
          <p:nvPr/>
        </p:nvSpPr>
        <p:spPr>
          <a:xfrm>
            <a:off x="5760913" y="1233588"/>
            <a:ext cx="1275763" cy="646331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Inactive customers, </a:t>
            </a:r>
            <a:r>
              <a:rPr kumimoji="0" lang="en-US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%</a:t>
            </a:r>
            <a:r>
              <a:rPr kumimoji="0" lang="en-US" i="0" u="none" strike="noStrike" kern="1200" cap="none" spc="0" normalizeH="0" baseline="3000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</a:t>
            </a:r>
            <a:r>
              <a:rPr kumimoji="0" lang="en-US" i="0" u="none" strike="noStrike" kern="1200" cap="none" spc="0" normalizeH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9700BD5C-D4B2-AB03-B086-0AA282DCC52C}"/>
              </a:ext>
            </a:extLst>
          </p:cNvPr>
          <p:cNvSpPr txBox="1">
            <a:spLocks/>
          </p:cNvSpPr>
          <p:nvPr/>
        </p:nvSpPr>
        <p:spPr>
          <a:xfrm>
            <a:off x="554734" y="1664475"/>
            <a:ext cx="2672509" cy="215444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Segment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B05C67B8-5453-600A-01F5-6C1B0F4634DC}"/>
              </a:ext>
            </a:extLst>
          </p:cNvPr>
          <p:cNvSpPr txBox="1">
            <a:spLocks/>
          </p:cNvSpPr>
          <p:nvPr/>
        </p:nvSpPr>
        <p:spPr>
          <a:xfrm>
            <a:off x="7197676" y="1233588"/>
            <a:ext cx="1275763" cy="646331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CAGR, inactive, </a:t>
            </a:r>
            <a:br>
              <a:rPr kumimoji="0" lang="en-US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</a:br>
            <a:r>
              <a:rPr kumimoji="0" lang="en-US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2023-2025, </a:t>
            </a:r>
            <a:r>
              <a: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%</a:t>
            </a:r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2BC28CDB-029A-196E-CEE5-71D97BD25303}"/>
              </a:ext>
            </a:extLst>
          </p:cNvPr>
          <p:cNvSpPr>
            <a:spLocks/>
          </p:cNvSpPr>
          <p:nvPr/>
        </p:nvSpPr>
        <p:spPr>
          <a:xfrm>
            <a:off x="5849355" y="2103734"/>
            <a:ext cx="1098879" cy="400780"/>
          </a:xfrm>
          <a:prstGeom prst="ellipse">
            <a:avLst/>
          </a:prstGeom>
          <a:solidFill>
            <a:srgbClr val="FEDADA">
              <a:alpha val="54000"/>
            </a:srgb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sz="1100" b="1">
                <a:solidFill>
                  <a:schemeClr val="tx1"/>
                </a:solidFill>
                <a:latin typeface="Tahoma"/>
              </a:rPr>
              <a:t>32</a:t>
            </a: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%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1D491085-C4A4-9B20-57A0-C18F6B77B214}"/>
              </a:ext>
            </a:extLst>
          </p:cNvPr>
          <p:cNvSpPr txBox="1">
            <a:spLocks/>
          </p:cNvSpPr>
          <p:nvPr/>
        </p:nvSpPr>
        <p:spPr>
          <a:xfrm>
            <a:off x="554735" y="2103734"/>
            <a:ext cx="1018297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Corporate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4145E087-1417-6FA4-2860-729C9CC8815A}"/>
              </a:ext>
            </a:extLst>
          </p:cNvPr>
          <p:cNvSpPr txBox="1">
            <a:spLocks/>
          </p:cNvSpPr>
          <p:nvPr/>
        </p:nvSpPr>
        <p:spPr>
          <a:xfrm>
            <a:off x="1734033" y="2103734"/>
            <a:ext cx="1493211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&gt;100 Mn annual turnover</a:t>
            </a:r>
          </a:p>
        </p:txBody>
      </p:sp>
      <p:sp>
        <p:nvSpPr>
          <p:cNvPr id="264" name="Oval 263">
            <a:extLst>
              <a:ext uri="{FF2B5EF4-FFF2-40B4-BE49-F238E27FC236}">
                <a16:creationId xmlns:a16="http://schemas.microsoft.com/office/drawing/2014/main" id="{D4EE71D7-1F01-9D2B-124F-2DE7903E07B1}"/>
              </a:ext>
            </a:extLst>
          </p:cNvPr>
          <p:cNvSpPr>
            <a:spLocks/>
          </p:cNvSpPr>
          <p:nvPr/>
        </p:nvSpPr>
        <p:spPr>
          <a:xfrm>
            <a:off x="5849355" y="2787682"/>
            <a:ext cx="1098879" cy="400780"/>
          </a:xfrm>
          <a:prstGeom prst="ellipse">
            <a:avLst/>
          </a:prstGeom>
          <a:solidFill>
            <a:srgbClr val="FFE1E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chemeClr val="tx1"/>
                </a:solidFill>
                <a:latin typeface="Tahoma"/>
              </a:rPr>
              <a:t>44%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C38F4FCA-12ED-D3F3-E832-53B50F3D49BD}"/>
              </a:ext>
            </a:extLst>
          </p:cNvPr>
          <p:cNvSpPr txBox="1">
            <a:spLocks/>
          </p:cNvSpPr>
          <p:nvPr/>
        </p:nvSpPr>
        <p:spPr>
          <a:xfrm>
            <a:off x="554735" y="2787682"/>
            <a:ext cx="1018297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Commercial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5AC2A399-95BE-7DB9-4178-1DDD5FF85086}"/>
              </a:ext>
            </a:extLst>
          </p:cNvPr>
          <p:cNvSpPr txBox="1">
            <a:spLocks/>
          </p:cNvSpPr>
          <p:nvPr/>
        </p:nvSpPr>
        <p:spPr>
          <a:xfrm>
            <a:off x="1734033" y="2787682"/>
            <a:ext cx="1493211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&gt;15 Mn annual turnover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6690488C-E457-0387-47FD-B81324469633}"/>
              </a:ext>
            </a:extLst>
          </p:cNvPr>
          <p:cNvSpPr>
            <a:spLocks/>
          </p:cNvSpPr>
          <p:nvPr/>
        </p:nvSpPr>
        <p:spPr>
          <a:xfrm>
            <a:off x="7286119" y="4155578"/>
            <a:ext cx="1098879" cy="400780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-7%</a:t>
            </a:r>
          </a:p>
        </p:txBody>
      </p:sp>
      <p:sp>
        <p:nvSpPr>
          <p:cNvPr id="265" name="Oval 264">
            <a:extLst>
              <a:ext uri="{FF2B5EF4-FFF2-40B4-BE49-F238E27FC236}">
                <a16:creationId xmlns:a16="http://schemas.microsoft.com/office/drawing/2014/main" id="{7FEC0CCA-3B5B-F6E1-C07D-187B767998AA}"/>
              </a:ext>
            </a:extLst>
          </p:cNvPr>
          <p:cNvSpPr>
            <a:spLocks/>
          </p:cNvSpPr>
          <p:nvPr/>
        </p:nvSpPr>
        <p:spPr>
          <a:xfrm>
            <a:off x="5849355" y="4155578"/>
            <a:ext cx="1098879" cy="400780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sz="1100" b="1">
                <a:solidFill>
                  <a:schemeClr val="tx1"/>
                </a:solidFill>
                <a:latin typeface="Tahoma"/>
              </a:rPr>
              <a:t>5</a:t>
            </a: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%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2E242D0-7EFE-8CED-1B65-2EBBEC924D68}"/>
              </a:ext>
            </a:extLst>
          </p:cNvPr>
          <p:cNvSpPr txBox="1">
            <a:spLocks/>
          </p:cNvSpPr>
          <p:nvPr/>
        </p:nvSpPr>
        <p:spPr>
          <a:xfrm>
            <a:off x="554735" y="4263635"/>
            <a:ext cx="1018297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Small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62ECC1C0-F13D-4F31-24BE-2B1E8AE1E99C}"/>
              </a:ext>
            </a:extLst>
          </p:cNvPr>
          <p:cNvSpPr txBox="1">
            <a:spLocks/>
          </p:cNvSpPr>
          <p:nvPr/>
        </p:nvSpPr>
        <p:spPr>
          <a:xfrm>
            <a:off x="1734033" y="4263635"/>
            <a:ext cx="1493211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buSzPct val="100000"/>
            </a:pPr>
            <a:r>
              <a:rPr lang="en-US" sz="1200">
                <a:sym typeface=""/>
              </a:rPr>
              <a:t>200k-1 Mn turnover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sym typeface="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381DF8EB-97EA-1CEC-E3DE-9BBEABEB9EEB}"/>
              </a:ext>
            </a:extLst>
          </p:cNvPr>
          <p:cNvSpPr>
            <a:spLocks/>
          </p:cNvSpPr>
          <p:nvPr/>
        </p:nvSpPr>
        <p:spPr>
          <a:xfrm>
            <a:off x="7286119" y="3471630"/>
            <a:ext cx="1098879" cy="400780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-17%</a:t>
            </a:r>
          </a:p>
        </p:txBody>
      </p:sp>
      <p:sp>
        <p:nvSpPr>
          <p:cNvPr id="267" name="Oval 266">
            <a:extLst>
              <a:ext uri="{FF2B5EF4-FFF2-40B4-BE49-F238E27FC236}">
                <a16:creationId xmlns:a16="http://schemas.microsoft.com/office/drawing/2014/main" id="{96BBD695-629E-CB61-53F8-FAAA584650E4}"/>
              </a:ext>
            </a:extLst>
          </p:cNvPr>
          <p:cNvSpPr>
            <a:spLocks/>
          </p:cNvSpPr>
          <p:nvPr/>
        </p:nvSpPr>
        <p:spPr>
          <a:xfrm>
            <a:off x="5849355" y="3471630"/>
            <a:ext cx="1098879" cy="400780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sz="1100" b="1">
                <a:solidFill>
                  <a:schemeClr val="tx1"/>
                </a:solidFill>
                <a:latin typeface="Tahoma"/>
              </a:rPr>
              <a:t>2</a:t>
            </a: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%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5FF94695-ACF0-3EC4-A27A-38C0CDF545E1}"/>
              </a:ext>
            </a:extLst>
          </p:cNvPr>
          <p:cNvSpPr txBox="1">
            <a:spLocks/>
          </p:cNvSpPr>
          <p:nvPr/>
        </p:nvSpPr>
        <p:spPr>
          <a:xfrm>
            <a:off x="554735" y="3579687"/>
            <a:ext cx="1018297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Medium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9B868DF8-97B1-8B5F-C804-EA2B65C8F99F}"/>
              </a:ext>
            </a:extLst>
          </p:cNvPr>
          <p:cNvSpPr txBox="1">
            <a:spLocks/>
          </p:cNvSpPr>
          <p:nvPr/>
        </p:nvSpPr>
        <p:spPr>
          <a:xfrm>
            <a:off x="1734033" y="3579687"/>
            <a:ext cx="1493211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lang="en-US" sz="1200">
                <a:sym typeface=""/>
              </a:rPr>
              <a:t>1-15 Mn turnover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sym typeface="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6A51FEAA-798E-DA8F-6988-CFCC1295FB6F}"/>
              </a:ext>
            </a:extLst>
          </p:cNvPr>
          <p:cNvSpPr txBox="1">
            <a:spLocks/>
          </p:cNvSpPr>
          <p:nvPr/>
        </p:nvSpPr>
        <p:spPr>
          <a:xfrm>
            <a:off x="554735" y="5631531"/>
            <a:ext cx="2672509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Total</a:t>
            </a: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517F01CD-954C-070C-2022-A1D704A0879D}"/>
              </a:ext>
            </a:extLst>
          </p:cNvPr>
          <p:cNvSpPr>
            <a:spLocks/>
          </p:cNvSpPr>
          <p:nvPr/>
        </p:nvSpPr>
        <p:spPr>
          <a:xfrm>
            <a:off x="5849355" y="5523474"/>
            <a:ext cx="1098879" cy="400780"/>
          </a:xfrm>
          <a:prstGeom prst="ellipse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66</a:t>
            </a: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%</a:t>
            </a:r>
          </a:p>
        </p:txBody>
      </p:sp>
      <p:sp>
        <p:nvSpPr>
          <p:cNvPr id="281" name="Oval 280">
            <a:extLst>
              <a:ext uri="{FF2B5EF4-FFF2-40B4-BE49-F238E27FC236}">
                <a16:creationId xmlns:a16="http://schemas.microsoft.com/office/drawing/2014/main" id="{7AFA8E45-12EC-4AD0-AD10-89A2BF0F7206}"/>
              </a:ext>
            </a:extLst>
          </p:cNvPr>
          <p:cNvSpPr>
            <a:spLocks/>
          </p:cNvSpPr>
          <p:nvPr/>
        </p:nvSpPr>
        <p:spPr>
          <a:xfrm>
            <a:off x="7286119" y="5523474"/>
            <a:ext cx="1098879" cy="400780"/>
          </a:xfrm>
          <a:prstGeom prst="ellipse">
            <a:avLst/>
          </a:prstGeom>
          <a:solidFill>
            <a:srgbClr val="E4EAEA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+26%</a:t>
            </a:r>
          </a:p>
        </p:txBody>
      </p:sp>
      <p:sp>
        <p:nvSpPr>
          <p:cNvPr id="282" name="4. Footnote">
            <a:extLst>
              <a:ext uri="{FF2B5EF4-FFF2-40B4-BE49-F238E27FC236}">
                <a16:creationId xmlns:a16="http://schemas.microsoft.com/office/drawing/2014/main" id="{25A40324-C5F6-FA18-1B2B-8FB43FEFA13C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1.	Activity status is based on the number of transactions (e.g., 2+/month for CIB), active operations or account balance above threshold for the segment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520C5535-B331-BAA3-3F08-65FE9ECE051B}"/>
              </a:ext>
            </a:extLst>
          </p:cNvPr>
          <p:cNvCxnSpPr>
            <a:cxnSpLocks/>
          </p:cNvCxnSpPr>
          <p:nvPr/>
        </p:nvCxnSpPr>
        <p:spPr>
          <a:xfrm>
            <a:off x="554734" y="3330046"/>
            <a:ext cx="7918705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034850AF-842B-D202-5043-DBB72C2B63D3}"/>
              </a:ext>
            </a:extLst>
          </p:cNvPr>
          <p:cNvCxnSpPr>
            <a:cxnSpLocks/>
          </p:cNvCxnSpPr>
          <p:nvPr/>
        </p:nvCxnSpPr>
        <p:spPr>
          <a:xfrm>
            <a:off x="554734" y="4013994"/>
            <a:ext cx="7918705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9F75DC34-A46F-149E-781E-6B9C9B8EFA19}"/>
              </a:ext>
            </a:extLst>
          </p:cNvPr>
          <p:cNvCxnSpPr>
            <a:cxnSpLocks/>
          </p:cNvCxnSpPr>
          <p:nvPr/>
        </p:nvCxnSpPr>
        <p:spPr>
          <a:xfrm>
            <a:off x="554734" y="4697942"/>
            <a:ext cx="7918705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9782ADF4-7ECD-7892-FDDD-919265911924}"/>
              </a:ext>
            </a:extLst>
          </p:cNvPr>
          <p:cNvCxnSpPr>
            <a:cxnSpLocks/>
          </p:cNvCxnSpPr>
          <p:nvPr/>
        </p:nvCxnSpPr>
        <p:spPr>
          <a:xfrm>
            <a:off x="554734" y="5381890"/>
            <a:ext cx="7918705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565179A8-FDF8-E1EC-014C-CB9904AF744D}"/>
              </a:ext>
            </a:extLst>
          </p:cNvPr>
          <p:cNvCxnSpPr>
            <a:cxnSpLocks/>
          </p:cNvCxnSpPr>
          <p:nvPr/>
        </p:nvCxnSpPr>
        <p:spPr>
          <a:xfrm>
            <a:off x="554734" y="2646098"/>
            <a:ext cx="6481942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Oval 43">
            <a:extLst>
              <a:ext uri="{FF2B5EF4-FFF2-40B4-BE49-F238E27FC236}">
                <a16:creationId xmlns:a16="http://schemas.microsoft.com/office/drawing/2014/main" id="{A01BD4C7-28C3-8904-92D4-B8AE610688D4}"/>
              </a:ext>
            </a:extLst>
          </p:cNvPr>
          <p:cNvSpPr>
            <a:spLocks/>
          </p:cNvSpPr>
          <p:nvPr/>
        </p:nvSpPr>
        <p:spPr>
          <a:xfrm>
            <a:off x="7286119" y="4839526"/>
            <a:ext cx="1098879" cy="400780"/>
          </a:xfrm>
          <a:prstGeom prst="ellipse">
            <a:avLst/>
          </a:prstGeom>
          <a:solidFill>
            <a:srgbClr val="FEDADA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+26%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0E6BB6D-4DA3-F8FE-186A-7A76779F6C28}"/>
              </a:ext>
            </a:extLst>
          </p:cNvPr>
          <p:cNvSpPr txBox="1">
            <a:spLocks/>
          </p:cNvSpPr>
          <p:nvPr/>
        </p:nvSpPr>
        <p:spPr>
          <a:xfrm>
            <a:off x="554735" y="4839526"/>
            <a:ext cx="1018297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Micro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221EE67D-D8B0-9C08-ACF3-48A0068AF899}"/>
              </a:ext>
            </a:extLst>
          </p:cNvPr>
          <p:cNvSpPr txBox="1">
            <a:spLocks/>
          </p:cNvSpPr>
          <p:nvPr/>
        </p:nvSpPr>
        <p:spPr>
          <a:xfrm>
            <a:off x="1734033" y="4839526"/>
            <a:ext cx="1493211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buSzPct val="100000"/>
            </a:pPr>
            <a:r>
              <a:rPr lang="en-US" sz="1200">
                <a:sym typeface=""/>
              </a:rPr>
              <a:t>Less than 200k turnover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sym typeface=""/>
            </a:endParaRPr>
          </a:p>
        </p:txBody>
      </p:sp>
      <p:sp>
        <p:nvSpPr>
          <p:cNvPr id="166" name="Oval 165">
            <a:extLst>
              <a:ext uri="{FF2B5EF4-FFF2-40B4-BE49-F238E27FC236}">
                <a16:creationId xmlns:a16="http://schemas.microsoft.com/office/drawing/2014/main" id="{C9EC38D4-1970-54A7-06F6-3989635ED9BE}"/>
              </a:ext>
            </a:extLst>
          </p:cNvPr>
          <p:cNvSpPr>
            <a:spLocks/>
          </p:cNvSpPr>
          <p:nvPr/>
        </p:nvSpPr>
        <p:spPr>
          <a:xfrm>
            <a:off x="5849355" y="4839526"/>
            <a:ext cx="1098879" cy="400780"/>
          </a:xfrm>
          <a:prstGeom prst="ellipse">
            <a:avLst/>
          </a:prstGeom>
          <a:solidFill>
            <a:srgbClr val="FFBDBD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77%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A99CF85-4E78-6612-57A0-47E2DB99F6FA}"/>
              </a:ext>
            </a:extLst>
          </p:cNvPr>
          <p:cNvSpPr txBox="1">
            <a:spLocks/>
          </p:cNvSpPr>
          <p:nvPr/>
        </p:nvSpPr>
        <p:spPr>
          <a:xfrm>
            <a:off x="9110657" y="3566161"/>
            <a:ext cx="2524131" cy="492443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spcBef>
                <a:spcPts val="0"/>
              </a:spcBef>
              <a:spcAft>
                <a:spcPts val="1200"/>
              </a:spcAft>
              <a:buClr>
                <a:schemeClr val="tx2"/>
              </a:buClr>
              <a:buNone/>
              <a:defRPr/>
            </a:pPr>
            <a:r>
              <a:rPr lang="en-US" sz="1600">
                <a:solidFill>
                  <a:schemeClr val="bg1"/>
                </a:solidFill>
                <a:latin typeface="+mn-lt"/>
              </a:rPr>
              <a:t>of the dormant clients can be reactivated</a:t>
            </a:r>
            <a:endParaRPr lang="en-US" sz="1600" b="1">
              <a:solidFill>
                <a:schemeClr val="bg1"/>
              </a:solidFill>
              <a:latin typeface="+mn-l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C759CEB-3DE5-F8B9-FA68-A771058BAE1A}"/>
              </a:ext>
            </a:extLst>
          </p:cNvPr>
          <p:cNvSpPr txBox="1">
            <a:spLocks/>
          </p:cNvSpPr>
          <p:nvPr/>
        </p:nvSpPr>
        <p:spPr>
          <a:xfrm>
            <a:off x="9110657" y="1633698"/>
            <a:ext cx="2524131" cy="246221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>
                <a:solidFill>
                  <a:schemeClr val="bg1"/>
                </a:solidFill>
              </a:rPr>
              <a:t>Key implications</a:t>
            </a:r>
          </a:p>
        </p:txBody>
      </p:sp>
      <p:cxnSp>
        <p:nvCxnSpPr>
          <p:cNvPr id="16" name="LineBasicDefault 198">
            <a:extLst>
              <a:ext uri="{FF2B5EF4-FFF2-40B4-BE49-F238E27FC236}">
                <a16:creationId xmlns:a16="http://schemas.microsoft.com/office/drawing/2014/main" id="{1EE51DFA-DA2E-D28F-CCC4-0BC961DC6F79}"/>
              </a:ext>
            </a:extLst>
          </p:cNvPr>
          <p:cNvCxnSpPr>
            <a:cxnSpLocks/>
          </p:cNvCxnSpPr>
          <p:nvPr>
            <p:custDataLst>
              <p:tags r:id="rId20"/>
            </p:custDataLst>
          </p:nvPr>
        </p:nvCxnSpPr>
        <p:spPr>
          <a:xfrm>
            <a:off x="9110657" y="1927225"/>
            <a:ext cx="2524131" cy="0"/>
          </a:xfrm>
          <a:prstGeom prst="straightConnector1">
            <a:avLst/>
          </a:prstGeom>
          <a:ln w="12700" cap="sq">
            <a:solidFill>
              <a:schemeClr val="bg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rackerNumBlue 164">
            <a:extLst>
              <a:ext uri="{FF2B5EF4-FFF2-40B4-BE49-F238E27FC236}">
                <a16:creationId xmlns:a16="http://schemas.microsoft.com/office/drawing/2014/main" id="{2BA9E8F7-1948-C76F-BE06-6254A90C9582}"/>
              </a:ext>
            </a:extLst>
          </p:cNvPr>
          <p:cNvSpPr/>
          <p:nvPr>
            <p:custDataLst>
              <p:tags r:id="rId21"/>
            </p:custDataLst>
          </p:nvPr>
        </p:nvSpPr>
        <p:spPr>
          <a:xfrm>
            <a:off x="121444" y="165068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4</a:t>
            </a:r>
          </a:p>
        </p:txBody>
      </p:sp>
      <p:cxnSp>
        <p:nvCxnSpPr>
          <p:cNvPr id="22" name="LineBasicDefault 198">
            <a:extLst>
              <a:ext uri="{FF2B5EF4-FFF2-40B4-BE49-F238E27FC236}">
                <a16:creationId xmlns:a16="http://schemas.microsoft.com/office/drawing/2014/main" id="{E81A2181-BF9F-0EE4-D214-36F3951B8D62}"/>
              </a:ext>
            </a:extLst>
          </p:cNvPr>
          <p:cNvCxnSpPr>
            <a:cxnSpLocks/>
          </p:cNvCxnSpPr>
          <p:nvPr>
            <p:custDataLst>
              <p:tags r:id="rId22"/>
            </p:custDataLst>
          </p:nvPr>
        </p:nvCxnSpPr>
        <p:spPr>
          <a:xfrm>
            <a:off x="554736" y="1927225"/>
            <a:ext cx="791870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DC96EB4-0AA4-124E-8FFE-63F85C35C5D0}"/>
              </a:ext>
            </a:extLst>
          </p:cNvPr>
          <p:cNvGrpSpPr/>
          <p:nvPr/>
        </p:nvGrpSpPr>
        <p:grpSpPr>
          <a:xfrm>
            <a:off x="10658855" y="765233"/>
            <a:ext cx="978407" cy="138499"/>
            <a:chOff x="10309400" y="765233"/>
            <a:chExt cx="978407" cy="138499"/>
          </a:xfrm>
        </p:grpSpPr>
        <p:sp>
          <p:nvSpPr>
            <p:cNvPr id="24" name="RectangleLegend1">
              <a:extLst>
                <a:ext uri="{FF2B5EF4-FFF2-40B4-BE49-F238E27FC236}">
                  <a16:creationId xmlns:a16="http://schemas.microsoft.com/office/drawing/2014/main" id="{055450AA-50FB-4AB1-3D88-92B1776F8061}"/>
                </a:ext>
              </a:extLst>
            </p:cNvPr>
            <p:cNvSpPr>
              <a:spLocks/>
            </p:cNvSpPr>
            <p:nvPr/>
          </p:nvSpPr>
          <p:spPr>
            <a:xfrm>
              <a:off x="10309400" y="765233"/>
              <a:ext cx="140400" cy="1384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100" err="1">
                <a:solidFill>
                  <a:schemeClr val="tx1"/>
                </a:solidFill>
              </a:endParaRPr>
            </a:p>
          </p:txBody>
        </p:sp>
        <p:sp>
          <p:nvSpPr>
            <p:cNvPr id="25" name="Legend1">
              <a:extLst>
                <a:ext uri="{FF2B5EF4-FFF2-40B4-BE49-F238E27FC236}">
                  <a16:creationId xmlns:a16="http://schemas.microsoft.com/office/drawing/2014/main" id="{50CA1398-5364-5C27-9B0F-9B631CA898EC}"/>
                </a:ext>
              </a:extLst>
            </p:cNvPr>
            <p:cNvSpPr txBox="1">
              <a:spLocks/>
            </p:cNvSpPr>
            <p:nvPr/>
          </p:nvSpPr>
          <p:spPr>
            <a:xfrm>
              <a:off x="10487908" y="765233"/>
              <a:ext cx="799899" cy="138499"/>
            </a:xfrm>
            <a:prstGeom prst="rect">
              <a:avLst/>
            </a:prstGeom>
            <a:noFill/>
            <a:ln>
              <a:noFill/>
              <a:miter lim="800000"/>
            </a:ln>
          </p:spPr>
          <p:txBody>
            <a:bodyPr wrap="none" lIns="0" tIns="0" rIns="0" bIns="0" rtlCol="0" anchor="ctr" anchorCtr="0">
              <a:spAutoFit/>
            </a:bodyPr>
            <a:lstStyle/>
            <a:p>
              <a:pPr>
                <a:spcAft>
                  <a:spcPts val="600"/>
                </a:spcAft>
              </a:pPr>
              <a:r>
                <a:rPr lang="en-US" sz="900"/>
                <a:t>Detailed further</a:t>
              </a: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0D38539C-4067-B58D-A101-5A7158FB4963}"/>
              </a:ext>
            </a:extLst>
          </p:cNvPr>
          <p:cNvSpPr txBox="1">
            <a:spLocks/>
          </p:cNvSpPr>
          <p:nvPr/>
        </p:nvSpPr>
        <p:spPr>
          <a:xfrm>
            <a:off x="9110657" y="2086129"/>
            <a:ext cx="2524131" cy="116955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2400" b="1" dirty="0">
                <a:solidFill>
                  <a:schemeClr val="bg1"/>
                </a:solidFill>
              </a:rPr>
              <a:t>35-40 </a:t>
            </a:r>
            <a:r>
              <a:rPr lang="en-US" sz="1800" b="1" dirty="0">
                <a:solidFill>
                  <a:schemeClr val="bg1"/>
                </a:solidFill>
              </a:rPr>
              <a:t>commercial clients</a:t>
            </a:r>
          </a:p>
          <a:p>
            <a:r>
              <a:rPr lang="en-US" sz="1800" b="1" dirty="0">
                <a:solidFill>
                  <a:schemeClr val="bg1"/>
                </a:solidFill>
              </a:rPr>
              <a:t>and</a:t>
            </a:r>
            <a:endParaRPr lang="en-US" sz="1600" b="1" dirty="0">
              <a:solidFill>
                <a:schemeClr val="bg1"/>
              </a:solidFill>
            </a:endParaRPr>
          </a:p>
          <a:p>
            <a:r>
              <a:rPr lang="en-US" sz="2400" b="1" dirty="0">
                <a:solidFill>
                  <a:schemeClr val="bg1"/>
                </a:solidFill>
              </a:rPr>
              <a:t>2k+</a:t>
            </a:r>
            <a:r>
              <a:rPr lang="en-US" sz="1800" b="1" dirty="0">
                <a:solidFill>
                  <a:schemeClr val="bg1"/>
                </a:solidFill>
              </a:rPr>
              <a:t> Micro clients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76D5F3F-E681-EB7D-0CC8-0E691107B978}"/>
              </a:ext>
            </a:extLst>
          </p:cNvPr>
          <p:cNvSpPr txBox="1">
            <a:spLocks/>
          </p:cNvSpPr>
          <p:nvPr/>
        </p:nvSpPr>
        <p:spPr>
          <a:xfrm>
            <a:off x="9110657" y="5165965"/>
            <a:ext cx="2524131" cy="73866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spcBef>
                <a:spcPts val="0"/>
              </a:spcBef>
              <a:spcAft>
                <a:spcPts val="1200"/>
              </a:spcAft>
              <a:buClr>
                <a:schemeClr val="tx2"/>
              </a:buClr>
              <a:buNone/>
              <a:defRPr/>
            </a:pPr>
            <a:r>
              <a:rPr lang="en-US" sz="1600">
                <a:solidFill>
                  <a:schemeClr val="bg1"/>
                </a:solidFill>
                <a:latin typeface="+mn-lt"/>
              </a:rPr>
              <a:t>can be achieved as a result of reactivation and churn rate reduction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5D662B5-D6BB-C8B0-7205-B345FA5959A6}"/>
              </a:ext>
            </a:extLst>
          </p:cNvPr>
          <p:cNvSpPr txBox="1">
            <a:spLocks/>
          </p:cNvSpPr>
          <p:nvPr/>
        </p:nvSpPr>
        <p:spPr>
          <a:xfrm>
            <a:off x="9110657" y="4493786"/>
            <a:ext cx="2524131" cy="64633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2400" b="1" dirty="0">
                <a:solidFill>
                  <a:schemeClr val="bg1"/>
                </a:solidFill>
              </a:rPr>
              <a:t>5-7 Mn AZN </a:t>
            </a:r>
            <a:r>
              <a:rPr lang="en-US" sz="1800" b="1" dirty="0">
                <a:solidFill>
                  <a:schemeClr val="bg1"/>
                </a:solidFill>
              </a:rPr>
              <a:t>annual NBI uplift</a:t>
            </a:r>
          </a:p>
        </p:txBody>
      </p:sp>
      <p:cxnSp>
        <p:nvCxnSpPr>
          <p:cNvPr id="18" name="LineBasicDefault 198">
            <a:extLst>
              <a:ext uri="{FF2B5EF4-FFF2-40B4-BE49-F238E27FC236}">
                <a16:creationId xmlns:a16="http://schemas.microsoft.com/office/drawing/2014/main" id="{02F2DBB3-81D3-FAAA-1D2F-11CB8457B46F}"/>
              </a:ext>
            </a:extLst>
          </p:cNvPr>
          <p:cNvCxnSpPr>
            <a:cxnSpLocks/>
          </p:cNvCxnSpPr>
          <p:nvPr>
            <p:custDataLst>
              <p:tags r:id="rId23"/>
            </p:custDataLst>
          </p:nvPr>
        </p:nvCxnSpPr>
        <p:spPr>
          <a:xfrm>
            <a:off x="9110657" y="4283683"/>
            <a:ext cx="2524131" cy="0"/>
          </a:xfrm>
          <a:prstGeom prst="straightConnector1">
            <a:avLst/>
          </a:prstGeom>
          <a:ln w="12700" cap="sq">
            <a:solidFill>
              <a:schemeClr val="bg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6930518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Object 6" hidden="1">
            <a:extLst>
              <a:ext uri="{FF2B5EF4-FFF2-40B4-BE49-F238E27FC236}">
                <a16:creationId xmlns:a16="http://schemas.microsoft.com/office/drawing/2014/main" id="{9039EEDE-CA92-8417-0FC8-A30DEB89E656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9" imgW="425" imgH="424" progId="TCLayout.ActiveDocument.1">
                  <p:embed/>
                </p:oleObj>
              </mc:Choice>
              <mc:Fallback>
                <p:oleObj name="think-cell Slide" r:id="rId29" imgW="425" imgH="424" progId="TCLayout.ActiveDocument.1">
                  <p:embed/>
                  <p:pic>
                    <p:nvPicPr>
                      <p:cNvPr id="24" name="Object 6" hidden="1">
                        <a:extLst>
                          <a:ext uri="{FF2B5EF4-FFF2-40B4-BE49-F238E27FC236}">
                            <a16:creationId xmlns:a16="http://schemas.microsoft.com/office/drawing/2014/main" id="{9039EEDE-CA92-8417-0FC8-A30DEB89E65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1" name="Rectangle 90">
            <a:extLst>
              <a:ext uri="{FF2B5EF4-FFF2-40B4-BE49-F238E27FC236}">
                <a16:creationId xmlns:a16="http://schemas.microsoft.com/office/drawing/2014/main" id="{8395E7AF-4B7C-CEEE-F8F6-7BC716D0E89D}"/>
              </a:ext>
            </a:extLst>
          </p:cNvPr>
          <p:cNvSpPr>
            <a:spLocks/>
          </p:cNvSpPr>
          <p:nvPr/>
        </p:nvSpPr>
        <p:spPr>
          <a:xfrm>
            <a:off x="494635" y="3748088"/>
            <a:ext cx="5224847" cy="1081088"/>
          </a:xfrm>
          <a:prstGeom prst="rect">
            <a:avLst/>
          </a:prstGeom>
          <a:solidFill>
            <a:srgbClr val="FDF8E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  <p:sp>
        <p:nvSpPr>
          <p:cNvPr id="37" name="Rectangle: Top Corners Rounded 36">
            <a:extLst>
              <a:ext uri="{FF2B5EF4-FFF2-40B4-BE49-F238E27FC236}">
                <a16:creationId xmlns:a16="http://schemas.microsoft.com/office/drawing/2014/main" id="{010FFAF6-A7E9-58DC-9203-A80C972CE383}"/>
              </a:ext>
            </a:extLst>
          </p:cNvPr>
          <p:cNvSpPr/>
          <p:nvPr/>
        </p:nvSpPr>
        <p:spPr>
          <a:xfrm rot="16200000">
            <a:off x="8376901" y="2302117"/>
            <a:ext cx="4912406" cy="2717798"/>
          </a:xfrm>
          <a:prstGeom prst="round2SameRect">
            <a:avLst>
              <a:gd name="adj1" fmla="val 4634"/>
              <a:gd name="adj2" fmla="val 0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3B8AB79D-9B8E-70B2-940B-52795BBC6BDC}"/>
              </a:ext>
            </a:extLst>
          </p:cNvPr>
          <p:cNvSpPr/>
          <p:nvPr/>
        </p:nvSpPr>
        <p:spPr>
          <a:xfrm>
            <a:off x="0" y="4994276"/>
            <a:ext cx="9210672" cy="1122943"/>
          </a:xfrm>
          <a:custGeom>
            <a:avLst/>
            <a:gdLst>
              <a:gd name="csX0" fmla="*/ 0 w 12192000"/>
              <a:gd name="csY0" fmla="*/ 0 h 2286000"/>
              <a:gd name="csX1" fmla="*/ 12192000 w 12192000"/>
              <a:gd name="csY1" fmla="*/ 0 h 2286000"/>
              <a:gd name="csX2" fmla="*/ 12192000 w 12192000"/>
              <a:gd name="csY2" fmla="*/ 2286000 h 2286000"/>
              <a:gd name="csX3" fmla="*/ 0 w 12192000"/>
              <a:gd name="csY3" fmla="*/ 2286000 h 2286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12192000" h="2286000">
                <a:moveTo>
                  <a:pt x="0" y="0"/>
                </a:moveTo>
                <a:lnTo>
                  <a:pt x="12192000" y="0"/>
                </a:lnTo>
                <a:lnTo>
                  <a:pt x="12192000" y="2286000"/>
                </a:lnTo>
                <a:lnTo>
                  <a:pt x="0" y="2286000"/>
                </a:lnTo>
                <a:close/>
              </a:path>
            </a:pathLst>
          </a:cu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spcBef>
                <a:spcPts val="300"/>
              </a:spcBef>
              <a:spcAft>
                <a:spcPts val="300"/>
              </a:spcAft>
            </a:pPr>
            <a:endParaRPr lang="en-US" sz="1600" kern="1200">
              <a:solidFill>
                <a:schemeClr val="bg1"/>
              </a:solidFill>
            </a:endParaRPr>
          </a:p>
        </p:txBody>
      </p:sp>
      <p:sp>
        <p:nvSpPr>
          <p:cNvPr id="55" name="Slide Number">
            <a:extLst>
              <a:ext uri="{FF2B5EF4-FFF2-40B4-BE49-F238E27FC236}">
                <a16:creationId xmlns:a16="http://schemas.microsoft.com/office/drawing/2014/main" id="{605D772C-0891-7F19-12B9-E8885CF4192C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smtClean="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18</a:t>
            </a:fld>
            <a:endParaRPr lang="en-US" sz="800" b="0">
              <a:solidFill>
                <a:schemeClr val="bg1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554734" y="500416"/>
            <a:ext cx="11082528" cy="403316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33655" rIns="0" bIns="0" rtlCol="0">
            <a:spAutoFit/>
          </a:bodyPr>
          <a:lstStyle/>
          <a:p>
            <a:r>
              <a:rPr lang="en-US" dirty="0">
                <a:sym typeface="+mj-lt"/>
              </a:rPr>
              <a:t>Targeted dormant clients base: Commercial</a:t>
            </a: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F2E8B36-69CC-790B-6745-29C8B5EE0656}"/>
              </a:ext>
            </a:extLst>
          </p:cNvPr>
          <p:cNvCxnSpPr/>
          <p:nvPr>
            <p:custDataLst>
              <p:tags r:id="rId3"/>
            </p:custDataLst>
          </p:nvPr>
        </p:nvCxnSpPr>
        <p:spPr bwMode="gray">
          <a:xfrm>
            <a:off x="4719638" y="2514600"/>
            <a:ext cx="0" cy="307975"/>
          </a:xfrm>
          <a:prstGeom prst="line">
            <a:avLst/>
          </a:prstGeom>
          <a:ln w="9525" cap="flat" cmpd="sng" algn="ctr">
            <a:solidFill>
              <a:srgbClr val="E6E6E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9BBCBE32-0DD7-977A-7BB8-476A5FA4B8F8}"/>
              </a:ext>
            </a:extLst>
          </p:cNvPr>
          <p:cNvCxnSpPr/>
          <p:nvPr>
            <p:custDataLst>
              <p:tags r:id="rId4"/>
            </p:custDataLst>
          </p:nvPr>
        </p:nvCxnSpPr>
        <p:spPr bwMode="gray">
          <a:xfrm>
            <a:off x="4089400" y="3594100"/>
            <a:ext cx="0" cy="307975"/>
          </a:xfrm>
          <a:prstGeom prst="line">
            <a:avLst/>
          </a:prstGeom>
          <a:ln w="9525" cap="flat" cmpd="sng" algn="ctr">
            <a:solidFill>
              <a:srgbClr val="E6E6E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82" name="Chart 81">
            <a:extLst>
              <a:ext uri="{FF2B5EF4-FFF2-40B4-BE49-F238E27FC236}">
                <a16:creationId xmlns:a16="http://schemas.microsoft.com/office/drawing/2014/main" id="{BBD0E190-4212-4319-84BA-D4C2A633BCEE}"/>
              </a:ext>
            </a:extLst>
          </p:cNvPr>
          <p:cNvGraphicFramePr/>
          <p:nvPr>
            <p:custDataLst>
              <p:tags r:id="rId5"/>
            </p:custDataLst>
          </p:nvPr>
        </p:nvGraphicFramePr>
        <p:xfrm>
          <a:off x="2168525" y="1281113"/>
          <a:ext cx="2938463" cy="38544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1"/>
          </a:graphicData>
        </a:graphic>
      </p:graphicFrame>
      <p:sp>
        <p:nvSpPr>
          <p:cNvPr id="4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6"/>
            </p:custDataLst>
          </p:nvPr>
        </p:nvSpPr>
        <p:spPr bwMode="auto">
          <a:xfrm>
            <a:off x="566738" y="1914525"/>
            <a:ext cx="1084263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2303730-3455-47FE-81D4-EEA30B71DE90}" type="datetime'''Tot''''a''l'''' ina''''c''''''''''tiv''e ''''&#10;clients'''''''">
              <a:rPr lang="en-US" altLang="en-US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Total inactive 
clients</a:t>
            </a:fld>
            <a:endParaRPr lang="en-US">
              <a:latin typeface="+mn-lt"/>
            </a:endParaRPr>
          </a:p>
        </p:txBody>
      </p:sp>
      <p:sp>
        <p:nvSpPr>
          <p:cNvPr id="4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auto">
          <a:xfrm>
            <a:off x="566738" y="2995613"/>
            <a:ext cx="833438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EFBBF47-D6D9-4CC1-80A1-B2C5E64A64F2}" type="datetime'De''f''unct'' &#10;''co''''mp''''a''''''n''''''i''''''''e''s'''''">
              <a:rPr lang="en-US" altLang="en-US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Defunct 
companies</a:t>
            </a:fld>
            <a:endParaRPr lang="en-US">
              <a:latin typeface="+mn-lt"/>
            </a:endParaRPr>
          </a:p>
        </p:txBody>
      </p:sp>
      <p:sp>
        <p:nvSpPr>
          <p:cNvPr id="4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566738" y="4075113"/>
            <a:ext cx="1566863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6A16609F-99AB-490E-835B-00F6415EE376}" type="datetime'''Tar''ge''te''d ''g''roup &#10;(''''''d''ormant ''''clie''nt''s)'">
              <a:rPr lang="en-US" altLang="en-US" b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Targeted group 
(dormant clients)</a:t>
            </a:fld>
            <a:endParaRPr lang="en-US" b="1">
              <a:latin typeface="+mn-lt"/>
            </a:endParaRPr>
          </a:p>
        </p:txBody>
      </p:sp>
      <p:sp>
        <p:nvSpPr>
          <p:cNvPr id="89" name="3. Subtitle">
            <a:extLst>
              <a:ext uri="{FF2B5EF4-FFF2-40B4-BE49-F238E27FC236}">
                <a16:creationId xmlns:a16="http://schemas.microsoft.com/office/drawing/2014/main" id="{D6C90C15-8563-4F75-C6BA-09F7DA428B77}"/>
              </a:ext>
            </a:extLst>
          </p:cNvPr>
          <p:cNvSpPr>
            <a:spLocks noGrp="1"/>
          </p:cNvSpPr>
          <p:nvPr>
            <p:ph type="subTitle" idx="1"/>
            <p:custDataLst>
              <p:tags r:id="rId9"/>
            </p:custDataLst>
          </p:nvPr>
        </p:nvSpPr>
        <p:spPr>
          <a:xfrm>
            <a:off x="554736" y="958596"/>
            <a:ext cx="11082528" cy="246221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r>
              <a:rPr lang="en-US">
                <a:latin typeface="+mn-lt"/>
              </a:rPr>
              <a:t>2025, Commercial  </a:t>
            </a: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0ED1587E-9A79-5E15-4CB7-BA137E000066}"/>
              </a:ext>
            </a:extLst>
          </p:cNvPr>
          <p:cNvSpPr/>
          <p:nvPr/>
        </p:nvSpPr>
        <p:spPr>
          <a:xfrm>
            <a:off x="5415068" y="1277938"/>
            <a:ext cx="3795604" cy="3551238"/>
          </a:xfrm>
          <a:prstGeom prst="rect">
            <a:avLst/>
          </a:prstGeom>
          <a:solidFill>
            <a:srgbClr val="FDF8E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  <p:graphicFrame>
        <p:nvGraphicFramePr>
          <p:cNvPr id="83" name="Chart 82">
            <a:extLst>
              <a:ext uri="{FF2B5EF4-FFF2-40B4-BE49-F238E27FC236}">
                <a16:creationId xmlns:a16="http://schemas.microsoft.com/office/drawing/2014/main" id="{A3626B55-21A1-7777-9E14-D4F97872FE85}"/>
              </a:ext>
            </a:extLst>
          </p:cNvPr>
          <p:cNvGraphicFramePr/>
          <p:nvPr>
            <p:custDataLst>
              <p:tags r:id="rId10"/>
            </p:custDataLst>
          </p:nvPr>
        </p:nvGraphicFramePr>
        <p:xfrm>
          <a:off x="5988050" y="2005013"/>
          <a:ext cx="2717800" cy="271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2"/>
          </a:graphicData>
        </a:graphic>
      </p:graphicFrame>
      <p:sp>
        <p:nvSpPr>
          <p:cNvPr id="12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gray">
          <a:xfrm>
            <a:off x="8132762" y="3138488"/>
            <a:ext cx="477838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29BA327-711F-4E82-86CF-1004578D4B41}" type="datetime'''''''''''''5''''''0''''''''''''''''''''%'''">
              <a:rPr lang="en-US" altLang="en-US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50%</a:t>
            </a:fld>
            <a:b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t>(</a:t>
            </a:r>
            <a:fld id="{228C02B4-5400-41E5-8E6F-B360ABD00FF3}" type="datetime'''''''''''''''''''1''''''''''''''''''''''''2''6'''''''''''">
              <a:rPr lang="en-US" altLang="en-US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126</a:t>
            </a:fld>
            <a: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t>)</a:t>
            </a:r>
            <a:endParaRPr lang="en-US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4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gray">
          <a:xfrm>
            <a:off x="6513513" y="3903663"/>
            <a:ext cx="417513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A5463E2-6B6C-47BC-8E51-5566E68726E9}" type="datetime'''''''''''''''''''''2''''''''''''''''''''''3''''''''''%'''''">
              <a:rPr lang="en-US" altLang="en-US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23%</a:t>
            </a:fld>
            <a:b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t>(</a:t>
            </a:r>
            <a:fld id="{4A18CA18-5B1E-42A0-AD1F-E30832097A58}" type="datetime'''''''''5''''''''''''''''''''''''''''8'''''''''''''''''''">
              <a:rPr lang="en-US" altLang="en-US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58</a:t>
            </a:fld>
            <a: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t>)</a:t>
            </a:r>
            <a:endParaRPr lang="en-US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5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gray">
          <a:xfrm>
            <a:off x="6391275" y="2514600"/>
            <a:ext cx="417513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047018E-6C6A-4C9D-98A7-2C49316CF57D}" type="datetime'''''''''2''''''''''''''''8''''''''''''%'''''''''''''''''''''">
              <a:rPr lang="en-US" altLang="en-US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28%</a:t>
            </a:fld>
            <a:br>
              <a:rPr lang="en-US" altLang="en-US">
                <a:effectLst/>
                <a:latin typeface="+mn-lt"/>
                <a:ea typeface="+mn-ea"/>
                <a:cs typeface="+mn-cs"/>
              </a:rPr>
            </a:br>
            <a:r>
              <a:rPr lang="en-US" altLang="en-US">
                <a:effectLst/>
                <a:latin typeface="+mn-lt"/>
                <a:ea typeface="+mn-ea"/>
                <a:cs typeface="+mn-cs"/>
              </a:rPr>
              <a:t>(</a:t>
            </a:r>
            <a:fld id="{26F144F9-B7C3-4EF3-964C-83120E1A63BF}" type="datetime'''''''''''''''''''''''''7''''0'''''''''''''''''''''">
              <a:rPr lang="en-US" altLang="en-US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70</a:t>
            </a:fld>
            <a:r>
              <a:rPr lang="en-US" altLang="en-US">
                <a:effectLst/>
                <a:latin typeface="+mn-lt"/>
                <a:ea typeface="+mn-ea"/>
                <a:cs typeface="+mn-cs"/>
              </a:rPr>
              <a:t>)</a:t>
            </a:r>
            <a:endParaRPr lang="en-US">
              <a:latin typeface="+mn-lt"/>
              <a:ea typeface="+mn-ea"/>
              <a:cs typeface="+mn-cs"/>
            </a:endParaRPr>
          </a:p>
        </p:txBody>
      </p:sp>
      <p:sp>
        <p:nvSpPr>
          <p:cNvPr id="183" name="3. Subtitle">
            <a:extLst>
              <a:ext uri="{FF2B5EF4-FFF2-40B4-BE49-F238E27FC236}">
                <a16:creationId xmlns:a16="http://schemas.microsoft.com/office/drawing/2014/main" id="{A8A603FD-B36C-FF74-36B8-F938A6E60C56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7065963" y="3187700"/>
            <a:ext cx="565150" cy="3079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ru-RU" sz="1600" b="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2000" b="1">
                <a:solidFill>
                  <a:schemeClr val="accent4"/>
                </a:solidFill>
                <a:latin typeface="+mj-lt"/>
              </a:rPr>
              <a:t>254</a:t>
            </a:r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4F61872A-70E7-4FB3-2F86-E8C7D02D49FE}"/>
              </a:ext>
            </a:extLst>
          </p:cNvPr>
          <p:cNvSpPr/>
          <p:nvPr/>
        </p:nvSpPr>
        <p:spPr>
          <a:xfrm>
            <a:off x="1139279" y="5086388"/>
            <a:ext cx="7759066" cy="7386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spAutoFit/>
          </a:bodyPr>
          <a:lstStyle/>
          <a:p>
            <a:r>
              <a:rPr lang="en-US" sz="1600" b="1" dirty="0">
                <a:solidFill>
                  <a:schemeClr val="tx1"/>
                </a:solidFill>
              </a:rPr>
              <a:t>Reactivation of the current dormant client base</a:t>
            </a:r>
            <a:r>
              <a:rPr lang="en-US" sz="1600" b="1" baseline="30000" dirty="0">
                <a:solidFill>
                  <a:schemeClr val="tx1"/>
                </a:solidFill>
              </a:rPr>
              <a:t>2</a:t>
            </a:r>
            <a:r>
              <a:rPr lang="en-US" sz="1600" dirty="0">
                <a:solidFill>
                  <a:schemeClr val="tx1"/>
                </a:solidFill>
              </a:rPr>
              <a:t> (14%) will secure additionally </a:t>
            </a:r>
            <a:r>
              <a:rPr lang="en-US" sz="1600" b="1" dirty="0">
                <a:solidFill>
                  <a:schemeClr val="tx1"/>
                </a:solidFill>
              </a:rPr>
              <a:t>35-40 active customers</a:t>
            </a:r>
            <a:r>
              <a:rPr lang="en-US" sz="1600" dirty="0">
                <a:solidFill>
                  <a:schemeClr val="tx1"/>
                </a:solidFill>
              </a:rPr>
              <a:t> and </a:t>
            </a:r>
            <a:r>
              <a:rPr lang="en-US" sz="1600" b="1" dirty="0">
                <a:solidFill>
                  <a:schemeClr val="tx1"/>
                </a:solidFill>
              </a:rPr>
              <a:t>4-5 mn</a:t>
            </a:r>
            <a:r>
              <a:rPr lang="en-US" sz="1600" b="1" baseline="30000" dirty="0">
                <a:solidFill>
                  <a:schemeClr val="tx1"/>
                </a:solidFill>
              </a:rPr>
              <a:t>2</a:t>
            </a:r>
            <a:r>
              <a:rPr lang="en-US" sz="1600" b="1" dirty="0">
                <a:solidFill>
                  <a:schemeClr val="tx1"/>
                </a:solidFill>
              </a:rPr>
              <a:t> AZN</a:t>
            </a:r>
            <a:r>
              <a:rPr lang="en-US" sz="1600" dirty="0">
                <a:solidFill>
                  <a:schemeClr val="tx1"/>
                </a:solidFill>
              </a:rPr>
              <a:t> of the annual Net Banking Income   </a:t>
            </a:r>
          </a:p>
        </p:txBody>
      </p:sp>
      <p:grpSp>
        <p:nvGrpSpPr>
          <p:cNvPr id="188" name="CustomIcon">
            <a:extLst>
              <a:ext uri="{FF2B5EF4-FFF2-40B4-BE49-F238E27FC236}">
                <a16:creationId xmlns:a16="http://schemas.microsoft.com/office/drawing/2014/main" id="{216284B4-45DA-8D35-B00D-AB701F3C2321}"/>
              </a:ext>
            </a:extLst>
          </p:cNvPr>
          <p:cNvGrpSpPr>
            <a:grpSpLocks noChangeAspect="1"/>
          </p:cNvGrpSpPr>
          <p:nvPr>
            <p:custDataLst>
              <p:tags r:id="rId15"/>
            </p:custDataLst>
          </p:nvPr>
        </p:nvGrpSpPr>
        <p:grpSpPr>
          <a:xfrm>
            <a:off x="554734" y="5086388"/>
            <a:ext cx="486666" cy="486666"/>
            <a:chOff x="-205105" y="-205105"/>
            <a:chExt cx="1019810" cy="1019810"/>
          </a:xfrm>
          <a:noFill/>
        </p:grpSpPr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192FF42-2A9F-6AD6-6D54-B3C586F4B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205105" y="-205105"/>
              <a:ext cx="1019810" cy="1019810"/>
            </a:xfrm>
            <a:prstGeom prst="ellipse">
              <a:avLst/>
            </a:prstGeom>
            <a:grpFill/>
            <a:ln w="9525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87" name="Graphic 186">
              <a:extLst>
                <a:ext uri="{FF2B5EF4-FFF2-40B4-BE49-F238E27FC236}">
                  <a16:creationId xmlns:a16="http://schemas.microsoft.com/office/drawing/2014/main" id="{AD54C407-0DFE-39E8-DEE2-17D70D04C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0" y="0"/>
              <a:ext cx="609600" cy="609600"/>
            </a:xfrm>
            <a:prstGeom prst="rect">
              <a:avLst/>
            </a:prstGeom>
          </p:spPr>
        </p:pic>
      </p:grpSp>
      <p:sp>
        <p:nvSpPr>
          <p:cNvPr id="4" name="TrackerNumBlue 164">
            <a:extLst>
              <a:ext uri="{FF2B5EF4-FFF2-40B4-BE49-F238E27FC236}">
                <a16:creationId xmlns:a16="http://schemas.microsoft.com/office/drawing/2014/main" id="{D851A35A-4240-928C-F577-FB499DA73B86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121444" y="530336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4</a:t>
            </a:r>
          </a:p>
        </p:txBody>
      </p:sp>
      <p:sp>
        <p:nvSpPr>
          <p:cNvPr id="11" name="4. Footnote">
            <a:extLst>
              <a:ext uri="{FF2B5EF4-FFF2-40B4-BE49-F238E27FC236}">
                <a16:creationId xmlns:a16="http://schemas.microsoft.com/office/drawing/2014/main" id="{AE34933B-BE23-A31D-CED1-5A600F368F4E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554736" y="6164476"/>
            <a:ext cx="11082528" cy="41549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marL="219075" lvl="0" indent="-228600" rtl="0">
              <a:buAutoNum type="arabicPeriod"/>
            </a:pPr>
            <a:r>
              <a:rPr lang="en-US" sz="900" dirty="0"/>
              <a:t>Calculated as the number of the reactivated clients divided by the dormant client base</a:t>
            </a:r>
          </a:p>
          <a:p>
            <a:pPr marL="219075" lvl="0" indent="-228600">
              <a:buAutoNum type="arabicPeriod"/>
            </a:pPr>
            <a:r>
              <a:rPr lang="en-US" sz="900" dirty="0"/>
              <a:t>The reactivation rate accounts for 25% for the customers left in 2025, 15% - for the clients left in 2024 and 7% for the clients inactive from 2023</a:t>
            </a:r>
          </a:p>
          <a:p>
            <a:pPr lvl="0" rtl="0"/>
            <a:r>
              <a:rPr lang="en-US" sz="900" dirty="0"/>
              <a:t>3.	Calculated based on 2029 benchmark of 0,11 </a:t>
            </a:r>
            <a:r>
              <a:rPr lang="en-US" sz="900" dirty="0" err="1"/>
              <a:t>mn</a:t>
            </a:r>
            <a:r>
              <a:rPr lang="en-US" sz="900" dirty="0"/>
              <a:t> of the AZN net banking revenue per one Commercial client</a:t>
            </a:r>
          </a:p>
        </p:txBody>
      </p:sp>
      <p:cxnSp>
        <p:nvCxnSpPr>
          <p:cNvPr id="6" name="LineBasicDefault 198">
            <a:extLst>
              <a:ext uri="{FF2B5EF4-FFF2-40B4-BE49-F238E27FC236}">
                <a16:creationId xmlns:a16="http://schemas.microsoft.com/office/drawing/2014/main" id="{F3534C85-FE1B-8CF2-86F7-7BE641506C2A}"/>
              </a:ext>
            </a:extLst>
          </p:cNvPr>
          <p:cNvCxnSpPr>
            <a:cxnSpLocks/>
          </p:cNvCxnSpPr>
          <p:nvPr>
            <p:custDataLst>
              <p:tags r:id="rId18"/>
            </p:custDataLst>
          </p:nvPr>
        </p:nvCxnSpPr>
        <p:spPr>
          <a:xfrm>
            <a:off x="9689483" y="1703344"/>
            <a:ext cx="1947779" cy="0"/>
          </a:xfrm>
          <a:prstGeom prst="straightConnector1">
            <a:avLst/>
          </a:prstGeom>
          <a:ln w="12700" cap="sq">
            <a:solidFill>
              <a:srgbClr val="FFFFF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4ACA3867-F239-DD5B-5A77-E4B7BBD149CD}"/>
              </a:ext>
            </a:extLst>
          </p:cNvPr>
          <p:cNvSpPr txBox="1">
            <a:spLocks/>
          </p:cNvSpPr>
          <p:nvPr/>
        </p:nvSpPr>
        <p:spPr>
          <a:xfrm>
            <a:off x="9689483" y="1762770"/>
            <a:ext cx="1947779" cy="377795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buClr>
                <a:schemeClr val="bg1"/>
              </a:buClr>
            </a:pPr>
            <a:r>
              <a:rPr lang="en-US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50% of the current dormant customers left the Bank in 2024-2025 </a:t>
            </a:r>
            <a:r>
              <a:rPr lang="en-US" dirty="0">
                <a:solidFill>
                  <a:schemeClr val="bg1"/>
                </a:solidFill>
                <a:cs typeface="Segoe UI" panose="020B0502040204020203" pitchFamily="34" charset="0"/>
              </a:rPr>
              <a:t>with the highest potential reactivation rate</a:t>
            </a:r>
            <a:r>
              <a:rPr lang="en-US" baseline="30000" dirty="0">
                <a:solidFill>
                  <a:schemeClr val="bg1"/>
                </a:solidFill>
                <a:cs typeface="Segoe UI" panose="020B0502040204020203" pitchFamily="34" charset="0"/>
              </a:rPr>
              <a:t>1</a:t>
            </a:r>
            <a:r>
              <a:rPr lang="en-US" dirty="0">
                <a:solidFill>
                  <a:schemeClr val="bg1"/>
                </a:solidFill>
                <a:cs typeface="Segoe UI" panose="020B0502040204020203" pitchFamily="34" charset="0"/>
              </a:rPr>
              <a:t> of 15%-25%</a:t>
            </a:r>
          </a:p>
          <a:p>
            <a:pPr lvl="1">
              <a:buClr>
                <a:schemeClr val="bg1"/>
              </a:buClr>
            </a:pPr>
            <a:r>
              <a:rPr lang="en-US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The potential average weighted reactivation rate will account for 14%</a:t>
            </a:r>
            <a:r>
              <a:rPr lang="en-US" baseline="30000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2</a:t>
            </a:r>
          </a:p>
          <a:p>
            <a:pPr lvl="1">
              <a:buClr>
                <a:schemeClr val="bg1"/>
              </a:buClr>
            </a:pPr>
            <a:r>
              <a:rPr lang="en-US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Reactivation rate1 accounted for meager ~4% (11 clients) in 2025</a:t>
            </a:r>
          </a:p>
          <a:p>
            <a:pPr lvl="1">
              <a:buClr>
                <a:schemeClr val="bg1"/>
              </a:buClr>
            </a:pPr>
            <a:r>
              <a:rPr lang="en-US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Churn rate remains rather moderate at 14% in 2025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EB7E56A-E9C6-9C47-1E65-0F60CEA7830F}"/>
              </a:ext>
            </a:extLst>
          </p:cNvPr>
          <p:cNvSpPr txBox="1">
            <a:spLocks/>
          </p:cNvSpPr>
          <p:nvPr/>
        </p:nvSpPr>
        <p:spPr>
          <a:xfrm>
            <a:off x="9689483" y="1397696"/>
            <a:ext cx="1947779" cy="246221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>
                <a:solidFill>
                  <a:schemeClr val="bg1"/>
                </a:solidFill>
                <a:latin typeface="+mn-lt"/>
              </a:rPr>
              <a:t>Key insights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0DBE3FB-5835-5782-68E9-5FFDCEDAE6A1}"/>
              </a:ext>
            </a:extLst>
          </p:cNvPr>
          <p:cNvSpPr/>
          <p:nvPr>
            <p:custDataLst>
              <p:tags r:id="rId19"/>
            </p:custDataLst>
          </p:nvPr>
        </p:nvSpPr>
        <p:spPr bwMode="auto">
          <a:xfrm>
            <a:off x="5770563" y="1446213"/>
            <a:ext cx="138113" cy="138113"/>
          </a:xfrm>
          <a:prstGeom prst="rect">
            <a:avLst/>
          </a:prstGeom>
          <a:solidFill>
            <a:schemeClr val="accent1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7CD3AFA7-F14B-F148-4EF4-84893B44EDB7}"/>
              </a:ext>
            </a:extLst>
          </p:cNvPr>
          <p:cNvSpPr/>
          <p:nvPr>
            <p:custDataLst>
              <p:tags r:id="rId20"/>
            </p:custDataLst>
          </p:nvPr>
        </p:nvSpPr>
        <p:spPr bwMode="auto">
          <a:xfrm>
            <a:off x="7253288" y="1446213"/>
            <a:ext cx="138113" cy="138113"/>
          </a:xfrm>
          <a:prstGeom prst="rect">
            <a:avLst/>
          </a:prstGeom>
          <a:solidFill>
            <a:schemeClr val="accent2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01A5B62A-D8BB-D822-C84D-2D943AD83D6C}"/>
              </a:ext>
            </a:extLst>
          </p:cNvPr>
          <p:cNvSpPr/>
          <p:nvPr>
            <p:custDataLst>
              <p:tags r:id="rId21"/>
            </p:custDataLst>
          </p:nvPr>
        </p:nvSpPr>
        <p:spPr bwMode="auto">
          <a:xfrm>
            <a:off x="8215313" y="1446213"/>
            <a:ext cx="138113" cy="138113"/>
          </a:xfrm>
          <a:prstGeom prst="rect">
            <a:avLst/>
          </a:prstGeom>
          <a:solidFill>
            <a:schemeClr val="accent3"/>
          </a:solidFill>
          <a:ln w="9525" cap="sq" cmpd="sng" algn="ctr">
            <a:solidFill>
              <a:srgbClr val="CCCCCC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9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auto">
          <a:xfrm>
            <a:off x="5959475" y="1443038"/>
            <a:ext cx="11922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latin typeface="+mn-lt"/>
                <a:ea typeface="+mn-ea"/>
                <a:cs typeface="+mn-cs"/>
              </a:rPr>
              <a:t>Nonactive since 2023</a:t>
            </a:r>
          </a:p>
        </p:txBody>
      </p:sp>
      <p:sp>
        <p:nvSpPr>
          <p:cNvPr id="9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auto">
          <a:xfrm>
            <a:off x="7442200" y="1443038"/>
            <a:ext cx="6715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28A416A5-D108-4A1E-97AB-E9404A453497}" type="datetime'''Le''''''''f''''''''''t ''''''''i''n'' 20''''''''2''4'">
              <a:rPr lang="en-US" altLang="en-US" sz="10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Left in 2024</a:t>
            </a:fld>
            <a:endParaRPr lang="en-US" sz="1000">
              <a:latin typeface="+mn-lt"/>
              <a:ea typeface="+mn-ea"/>
              <a:cs typeface="+mn-cs"/>
            </a:endParaRPr>
          </a:p>
        </p:txBody>
      </p:sp>
      <p:sp>
        <p:nvSpPr>
          <p:cNvPr id="10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auto">
          <a:xfrm>
            <a:off x="8404225" y="1443038"/>
            <a:ext cx="6715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A69849A1-9397-46E2-9184-6483DBED79B2}" type="datetime'''''''''''''Le''''''f''''''''''t'' ''''in ''''2''''''''02''5'">
              <a:rPr lang="en-US" altLang="en-US" sz="10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Left in 2025</a:t>
            </a:fld>
            <a:endParaRPr lang="en-US" sz="1000">
              <a:latin typeface="+mn-lt"/>
              <a:ea typeface="+mn-ea"/>
              <a:cs typeface="+mn-cs"/>
            </a:endParaRPr>
          </a:p>
        </p:txBody>
      </p:sp>
      <p:cxnSp>
        <p:nvCxnSpPr>
          <p:cNvPr id="71" name="GreyLineSeparatorStrong 65">
            <a:extLst>
              <a:ext uri="{FF2B5EF4-FFF2-40B4-BE49-F238E27FC236}">
                <a16:creationId xmlns:a16="http://schemas.microsoft.com/office/drawing/2014/main" id="{B2CB6910-22AA-CCE2-C1B8-3326E92FB09B}"/>
              </a:ext>
            </a:extLst>
          </p:cNvPr>
          <p:cNvCxnSpPr>
            <a:cxnSpLocks/>
          </p:cNvCxnSpPr>
          <p:nvPr>
            <p:custDataLst>
              <p:tags r:id="rId25"/>
            </p:custDataLst>
          </p:nvPr>
        </p:nvCxnSpPr>
        <p:spPr>
          <a:xfrm>
            <a:off x="554734" y="2668588"/>
            <a:ext cx="478823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GreyLineSeparatorStrong 65">
            <a:extLst>
              <a:ext uri="{FF2B5EF4-FFF2-40B4-BE49-F238E27FC236}">
                <a16:creationId xmlns:a16="http://schemas.microsoft.com/office/drawing/2014/main" id="{717F4EC1-D824-D21E-0E56-11505A92F65E}"/>
              </a:ext>
            </a:extLst>
          </p:cNvPr>
          <p:cNvCxnSpPr>
            <a:cxnSpLocks/>
          </p:cNvCxnSpPr>
          <p:nvPr>
            <p:custDataLst>
              <p:tags r:id="rId26"/>
            </p:custDataLst>
          </p:nvPr>
        </p:nvCxnSpPr>
        <p:spPr>
          <a:xfrm>
            <a:off x="554734" y="3748088"/>
            <a:ext cx="478823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B8614C9-AB55-8636-777D-70C73298FF9A}"/>
              </a:ext>
            </a:extLst>
          </p:cNvPr>
          <p:cNvCxnSpPr>
            <a:cxnSpLocks/>
          </p:cNvCxnSpPr>
          <p:nvPr/>
        </p:nvCxnSpPr>
        <p:spPr>
          <a:xfrm>
            <a:off x="5699386" y="2719443"/>
            <a:ext cx="518758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1041DE07-91E6-FC85-37BF-93D8CC0F15DA}"/>
              </a:ext>
            </a:extLst>
          </p:cNvPr>
          <p:cNvCxnSpPr>
            <a:cxnSpLocks/>
          </p:cNvCxnSpPr>
          <p:nvPr/>
        </p:nvCxnSpPr>
        <p:spPr>
          <a:xfrm>
            <a:off x="5699386" y="4233918"/>
            <a:ext cx="702129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27DFF31-461F-211E-DE0C-526CB54B1E9F}"/>
              </a:ext>
            </a:extLst>
          </p:cNvPr>
          <p:cNvCxnSpPr>
            <a:cxnSpLocks/>
          </p:cNvCxnSpPr>
          <p:nvPr/>
        </p:nvCxnSpPr>
        <p:spPr>
          <a:xfrm>
            <a:off x="5699386" y="2024118"/>
            <a:ext cx="0" cy="220345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2BA57A5E-6A75-9353-F40E-480EFFDF7373}"/>
              </a:ext>
            </a:extLst>
          </p:cNvPr>
          <p:cNvCxnSpPr>
            <a:cxnSpLocks/>
          </p:cNvCxnSpPr>
          <p:nvPr/>
        </p:nvCxnSpPr>
        <p:spPr>
          <a:xfrm flipH="1">
            <a:off x="5600920" y="2015240"/>
            <a:ext cx="2083296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88B84369-8B75-5435-2A48-F6DB304849FA}"/>
              </a:ext>
            </a:extLst>
          </p:cNvPr>
          <p:cNvSpPr txBox="1"/>
          <p:nvPr/>
        </p:nvSpPr>
        <p:spPr>
          <a:xfrm>
            <a:off x="5636572" y="1794220"/>
            <a:ext cx="2041540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i="1"/>
              <a:t>Reactivation targets</a:t>
            </a:r>
          </a:p>
        </p:txBody>
      </p:sp>
      <p:sp>
        <p:nvSpPr>
          <p:cNvPr id="2" name="Sticker">
            <a:extLst>
              <a:ext uri="{FF2B5EF4-FFF2-40B4-BE49-F238E27FC236}">
                <a16:creationId xmlns:a16="http://schemas.microsoft.com/office/drawing/2014/main" id="{23835D52-0B4C-2568-81B1-063718F8EE02}"/>
              </a:ext>
            </a:extLst>
          </p:cNvPr>
          <p:cNvSpPr txBox="1"/>
          <p:nvPr/>
        </p:nvSpPr>
        <p:spPr>
          <a:xfrm>
            <a:off x="582493" y="1252327"/>
            <a:ext cx="2200512" cy="123111"/>
          </a:xfrm>
          <a:prstGeom prst="rect">
            <a:avLst/>
          </a:prstGeom>
          <a:solidFill>
            <a:schemeClr val="bg1"/>
          </a:solidFill>
          <a:ln w="6350">
            <a:noFill/>
            <a:miter lim="800000"/>
          </a:ln>
        </p:spPr>
        <p:txBody>
          <a:bodyPr vert="horz" wrap="square" lIns="0" tIns="0" rIns="0" bIns="0" rtlCol="0" anchor="ctr" anchorCtr="0">
            <a:sp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rtl="0"/>
            <a:r>
              <a:rPr lang="en-US" dirty="0">
                <a:solidFill>
                  <a:srgbClr val="C00000"/>
                </a:solidFill>
                <a:latin typeface="+mn-lt"/>
              </a:rPr>
              <a:t>Preliminary - to be further verified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B43387-C148-8810-8288-91BE7D5A4A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think-cell data - do not delete" hidden="1">
            <a:extLst>
              <a:ext uri="{FF2B5EF4-FFF2-40B4-BE49-F238E27FC236}">
                <a16:creationId xmlns:a16="http://schemas.microsoft.com/office/drawing/2014/main" id="{769705FA-5D5F-82D0-FFBF-60323E4088E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6" imgW="425" imgH="424" progId="TCLayout.ActiveDocument.1">
                  <p:embed/>
                </p:oleObj>
              </mc:Choice>
              <mc:Fallback>
                <p:oleObj name="think-cell Slide" r:id="rId36" imgW="425" imgH="424" progId="TCLayout.ActiveDocument.1">
                  <p:embed/>
                  <p:pic>
                    <p:nvPicPr>
                      <p:cNvPr id="2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69705FA-5D5F-82D0-FFBF-60323E4088E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0" name="Rectangle 79">
            <a:extLst>
              <a:ext uri="{FF2B5EF4-FFF2-40B4-BE49-F238E27FC236}">
                <a16:creationId xmlns:a16="http://schemas.microsoft.com/office/drawing/2014/main" id="{631E5B0D-22D6-25FC-8C45-F6452B58CF30}"/>
              </a:ext>
            </a:extLst>
          </p:cNvPr>
          <p:cNvSpPr>
            <a:spLocks/>
          </p:cNvSpPr>
          <p:nvPr/>
        </p:nvSpPr>
        <p:spPr>
          <a:xfrm>
            <a:off x="494635" y="4017960"/>
            <a:ext cx="5224847" cy="811215"/>
          </a:xfrm>
          <a:prstGeom prst="rect">
            <a:avLst/>
          </a:prstGeom>
          <a:solidFill>
            <a:srgbClr val="FDF8E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  <p:sp>
        <p:nvSpPr>
          <p:cNvPr id="55" name="Slide Number">
            <a:extLst>
              <a:ext uri="{FF2B5EF4-FFF2-40B4-BE49-F238E27FC236}">
                <a16:creationId xmlns:a16="http://schemas.microsoft.com/office/drawing/2014/main" id="{65FE2580-2FC5-94DB-84E1-152B98F6AAC1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black">
          <a:xfrm>
            <a:off x="11311763" y="6514142"/>
            <a:ext cx="325501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lvl="0" algn="r" defTabSz="610744" rtl="0" fontAlgn="auto">
              <a:spcBef>
                <a:spcPts val="0"/>
              </a:spcBef>
              <a:spcAft>
                <a:spcPts val="0"/>
              </a:spcAft>
            </a:pPr>
            <a:fld id="{4ABDCABE-3F10-B64C-92F1-862014417034}" type="slidenum">
              <a:rPr lang="en-US" sz="800" b="0" smtClean="0">
                <a:solidFill>
                  <a:schemeClr val="bg1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pPr lvl="0" algn="r" defTabSz="610744" rtl="0" fontAlgn="auto">
                <a:spcBef>
                  <a:spcPts val="0"/>
                </a:spcBef>
                <a:spcAft>
                  <a:spcPts val="0"/>
                </a:spcAft>
              </a:pPr>
              <a:t>19</a:t>
            </a:fld>
            <a:endParaRPr lang="en-US" sz="800" b="0">
              <a:solidFill>
                <a:schemeClr val="bg1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3" name="object 3" descr="$PPTXTitle">
            <a:extLst>
              <a:ext uri="{FF2B5EF4-FFF2-40B4-BE49-F238E27FC236}">
                <a16:creationId xmlns:a16="http://schemas.microsoft.com/office/drawing/2014/main" id="{ECB9EC0C-C19A-70B0-D6B4-261B0B14944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33655" rIns="0" bIns="0" rtlCol="0">
            <a:spAutoFit/>
          </a:bodyPr>
          <a:lstStyle/>
          <a:p>
            <a:r>
              <a:rPr lang="en-US">
                <a:sym typeface="+mj-lt"/>
              </a:rPr>
              <a:t>Targeted dormant clients base: Micro  </a:t>
            </a:r>
          </a:p>
        </p:txBody>
      </p:sp>
      <p:sp>
        <p:nvSpPr>
          <p:cNvPr id="89" name="3. Subtitle">
            <a:extLst>
              <a:ext uri="{FF2B5EF4-FFF2-40B4-BE49-F238E27FC236}">
                <a16:creationId xmlns:a16="http://schemas.microsoft.com/office/drawing/2014/main" id="{B473DA85-8314-2813-FE08-39015F1DE018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554736" y="958596"/>
            <a:ext cx="11082528" cy="246221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r>
              <a:rPr lang="en-US">
                <a:latin typeface="+mn-lt"/>
              </a:rPr>
              <a:t>2025, Micro</a:t>
            </a:r>
          </a:p>
        </p:txBody>
      </p:sp>
      <p:sp>
        <p:nvSpPr>
          <p:cNvPr id="6" name="Rectangle: Top Corners Rounded 5">
            <a:extLst>
              <a:ext uri="{FF2B5EF4-FFF2-40B4-BE49-F238E27FC236}">
                <a16:creationId xmlns:a16="http://schemas.microsoft.com/office/drawing/2014/main" id="{5E669D70-F8C6-0D10-996F-82603FE03DA3}"/>
              </a:ext>
            </a:extLst>
          </p:cNvPr>
          <p:cNvSpPr/>
          <p:nvPr/>
        </p:nvSpPr>
        <p:spPr>
          <a:xfrm rot="16200000">
            <a:off x="8376901" y="2302117"/>
            <a:ext cx="4912406" cy="2717798"/>
          </a:xfrm>
          <a:prstGeom prst="round2SameRect">
            <a:avLst>
              <a:gd name="adj1" fmla="val 4634"/>
              <a:gd name="adj2" fmla="val 0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cxnSp>
        <p:nvCxnSpPr>
          <p:cNvPr id="11" name="LineBasicDefault 198">
            <a:extLst>
              <a:ext uri="{FF2B5EF4-FFF2-40B4-BE49-F238E27FC236}">
                <a16:creationId xmlns:a16="http://schemas.microsoft.com/office/drawing/2014/main" id="{F81E2C74-8530-FAED-433B-D54EFC5AD7E0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9689483" y="1703344"/>
            <a:ext cx="1947779" cy="0"/>
          </a:xfrm>
          <a:prstGeom prst="straightConnector1">
            <a:avLst/>
          </a:prstGeom>
          <a:ln w="12700" cap="sq">
            <a:solidFill>
              <a:srgbClr val="FFFFF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570C500D-572C-1A5B-3A2D-99254EB6C037}"/>
              </a:ext>
            </a:extLst>
          </p:cNvPr>
          <p:cNvSpPr txBox="1">
            <a:spLocks/>
          </p:cNvSpPr>
          <p:nvPr/>
        </p:nvSpPr>
        <p:spPr>
          <a:xfrm>
            <a:off x="9689483" y="1762770"/>
            <a:ext cx="1947779" cy="403187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spcAft>
                <a:spcPts val="600"/>
              </a:spcAft>
              <a:buClr>
                <a:schemeClr val="bg1"/>
              </a:buClr>
            </a:pPr>
            <a:r>
              <a:rPr lang="en-US" sz="1300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Over 50% of the current dormant customers left the Bank in 2024-2025 with the highest potential reactivation rate</a:t>
            </a:r>
            <a:r>
              <a:rPr lang="en-US" sz="1300" baseline="30000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1</a:t>
            </a:r>
            <a:r>
              <a:rPr lang="en-US" sz="1300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 of 15%-25%</a:t>
            </a:r>
          </a:p>
          <a:p>
            <a:pPr lvl="1">
              <a:spcAft>
                <a:spcPts val="600"/>
              </a:spcAft>
              <a:buClr>
                <a:schemeClr val="bg1"/>
              </a:buClr>
            </a:pPr>
            <a:r>
              <a:rPr lang="en-US" sz="1300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The potential average weighted reactivation rate will account for 13%</a:t>
            </a:r>
            <a:r>
              <a:rPr lang="en-US" sz="1300" baseline="30000" dirty="0">
                <a:solidFill>
                  <a:schemeClr val="bg1"/>
                </a:solidFill>
                <a:cs typeface="Segoe UI" panose="020B0502040204020203" pitchFamily="34" charset="0"/>
              </a:rPr>
              <a:t>2</a:t>
            </a:r>
            <a:endParaRPr lang="en-US" sz="1300" dirty="0">
              <a:solidFill>
                <a:schemeClr val="bg1"/>
              </a:solidFill>
              <a:latin typeface="+mn-lt"/>
              <a:ea typeface="+mn-ea"/>
              <a:cs typeface="Segoe UI" panose="020B0502040204020203" pitchFamily="34" charset="0"/>
            </a:endParaRPr>
          </a:p>
          <a:p>
            <a:pPr lvl="1">
              <a:spcAft>
                <a:spcPts val="600"/>
              </a:spcAft>
              <a:buClr>
                <a:schemeClr val="bg1"/>
              </a:buClr>
            </a:pPr>
            <a:r>
              <a:rPr lang="en-US" sz="1300" dirty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rPr>
              <a:t>Current reactivation rate decreased to less than 3% (355 clients) in 2025 vs 8% in 2024</a:t>
            </a:r>
          </a:p>
          <a:p>
            <a:pPr lvl="1">
              <a:spcAft>
                <a:spcPts val="600"/>
              </a:spcAft>
              <a:buClr>
                <a:schemeClr val="bg1"/>
              </a:buClr>
            </a:pPr>
            <a:r>
              <a:rPr lang="en-US" sz="1300" dirty="0">
                <a:solidFill>
                  <a:schemeClr val="bg1"/>
                </a:solidFill>
                <a:cs typeface="Segoe UI" panose="020B0502040204020203" pitchFamily="34" charset="0"/>
              </a:rPr>
              <a:t>Churn rate got to a high level of 42% in 2025 though improved vs 2024 (48%)</a:t>
            </a:r>
            <a:endParaRPr lang="en-US" sz="1300" dirty="0">
              <a:solidFill>
                <a:schemeClr val="bg1"/>
              </a:solidFill>
              <a:latin typeface="+mn-lt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F2F3D57-8B10-B659-2E49-DA6499489881}"/>
              </a:ext>
            </a:extLst>
          </p:cNvPr>
          <p:cNvSpPr txBox="1">
            <a:spLocks/>
          </p:cNvSpPr>
          <p:nvPr/>
        </p:nvSpPr>
        <p:spPr>
          <a:xfrm>
            <a:off x="9689483" y="1397696"/>
            <a:ext cx="1947779" cy="246221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>
                <a:solidFill>
                  <a:schemeClr val="bg1"/>
                </a:solidFill>
                <a:latin typeface="+mn-lt"/>
              </a:rPr>
              <a:t>Key insights</a:t>
            </a:r>
          </a:p>
        </p:txBody>
      </p:sp>
      <p:sp>
        <p:nvSpPr>
          <p:cNvPr id="19" name="TrackerNumBlue 164">
            <a:extLst>
              <a:ext uri="{FF2B5EF4-FFF2-40B4-BE49-F238E27FC236}">
                <a16:creationId xmlns:a16="http://schemas.microsoft.com/office/drawing/2014/main" id="{06B98D34-F250-0845-B95F-CBB8D2B46B7C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21444" y="530336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4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1C8F32B1-5546-B4EC-61E3-DE1E31C95BD3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4719638" y="2282825"/>
            <a:ext cx="0" cy="230188"/>
          </a:xfrm>
          <a:prstGeom prst="line">
            <a:avLst/>
          </a:prstGeom>
          <a:ln w="9525" cap="flat" cmpd="sng" algn="ctr">
            <a:solidFill>
              <a:srgbClr val="E6E6E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918BB577-A315-E022-6473-C95D25616193}"/>
              </a:ext>
            </a:extLst>
          </p:cNvPr>
          <p:cNvCxnSpPr/>
          <p:nvPr>
            <p:custDataLst>
              <p:tags r:id="rId7"/>
            </p:custDataLst>
          </p:nvPr>
        </p:nvCxnSpPr>
        <p:spPr bwMode="gray">
          <a:xfrm>
            <a:off x="4497388" y="3092450"/>
            <a:ext cx="0" cy="231775"/>
          </a:xfrm>
          <a:prstGeom prst="line">
            <a:avLst/>
          </a:prstGeom>
          <a:ln w="9525" cap="flat" cmpd="sng" algn="ctr">
            <a:solidFill>
              <a:srgbClr val="E6E6E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04F48348-C80F-1850-A5B6-FF2A04EFAD12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>
            <a:off x="3481388" y="3903663"/>
            <a:ext cx="0" cy="230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7F413B3E-EE2C-63DC-C347-28DBC7AFCBF8}"/>
              </a:ext>
            </a:extLst>
          </p:cNvPr>
          <p:cNvGraphicFramePr/>
          <p:nvPr>
            <p:custDataLst>
              <p:tags r:id="rId9"/>
            </p:custDataLst>
          </p:nvPr>
        </p:nvGraphicFramePr>
        <p:xfrm>
          <a:off x="2168525" y="1504950"/>
          <a:ext cx="2633663" cy="34067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8"/>
          </a:graphicData>
        </a:graphic>
      </p:graphicFrame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60373B0E-308C-B557-4850-FEE2CD89A17B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566738" y="1779588"/>
            <a:ext cx="1084263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884A176C-23F6-47A4-A89D-8AFB36F3A374}" type="datetime'T''ota''''''''l i''nact''iv''''e ''''''&#10;c''li''''''ent''''s'">
              <a:rPr lang="en-US" altLang="en-US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Total inactive 
clients</a:t>
            </a:fld>
            <a:endParaRPr lang="en-US">
              <a:latin typeface="+mn-lt"/>
            </a:endParaRPr>
          </a:p>
        </p:txBody>
      </p:sp>
      <p:sp>
        <p:nvSpPr>
          <p:cNvPr id="5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gray">
          <a:xfrm>
            <a:off x="4365625" y="2695575"/>
            <a:ext cx="487363" cy="212725"/>
          </a:xfrm>
          <a:prstGeom prst="rect">
            <a:avLst/>
          </a:prstGeom>
          <a:solidFill>
            <a:srgbClr val="B3B3B3"/>
          </a:solidFill>
          <a:ln>
            <a:noFill/>
          </a:ln>
          <a:effectLst/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9436BFE-7756-4D4E-A9D9-F369FDCA98BC}" type="datetime'''''''''''''''2'''''',''''7''''''''''''''''3''''''''''''''8'">
              <a:rPr lang="en-US" altLang="en-US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2,738</a:t>
            </a:fld>
            <a:endParaRPr lang="en-US">
              <a:solidFill>
                <a:schemeClr val="bg1"/>
              </a:solidFill>
              <a:latin typeface="+mn-lt"/>
            </a:endParaRP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CDF6AD19-5E28-6434-0C16-5242DD525C8F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auto">
          <a:xfrm>
            <a:off x="566738" y="2589213"/>
            <a:ext cx="1392238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4694C46-FFE2-4228-91D6-632CEA7267BB}" type="datetime'''''Ta''''b''a''ter''ra'''''''' r''e''lated'' &#10;e''ntit''ies'">
              <a:rPr lang="en-US" altLang="en-US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Tabaterra related 
entities</a:t>
            </a:fld>
            <a:endParaRPr lang="en-US">
              <a:latin typeface="+mn-lt"/>
            </a:endParaRP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77DF71B7-C7F8-0FDD-3AA8-CA4FECA70556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auto">
          <a:xfrm>
            <a:off x="566738" y="3400425"/>
            <a:ext cx="957263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0BD7E44F-78CD-49DC-A03D-D43C931AFF78}" type="datetime'''De''''''func''''t &#10;co''''''mpan''ie''''''''''''''''''''s'''">
              <a:rPr lang="en-US" altLang="en-US" b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Defunct 
companies</a:t>
            </a:fld>
            <a:endParaRPr lang="en-US" b="1">
              <a:latin typeface="+mn-lt"/>
            </a:endParaRPr>
          </a:p>
        </p:txBody>
      </p:sp>
      <p:sp>
        <p:nvSpPr>
          <p:cNvPr id="31" name="Text Placeholder 4">
            <a:extLst>
              <a:ext uri="{FF2B5EF4-FFF2-40B4-BE49-F238E27FC236}">
                <a16:creationId xmlns:a16="http://schemas.microsoft.com/office/drawing/2014/main" id="{3F9DD197-D789-22E1-01ED-4E0F8CDAB5DE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auto">
          <a:xfrm>
            <a:off x="566738" y="4210050"/>
            <a:ext cx="1566863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31180DBC-C8E8-4D53-AD35-2B76F538B6CB}" type="datetime'Ta''''''rg''et''ed'' group &#10;(''dor''ma''nt c''l''''''''ients)'">
              <a:rPr lang="en-US" altLang="en-US" b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Targeted group 
(dormant clients)</a:t>
            </a:fld>
            <a:endParaRPr lang="en-US" b="1">
              <a:latin typeface="+mn-lt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5"/>
            </p:custDataLst>
          </p:nvPr>
        </p:nvSpPr>
        <p:spPr bwMode="gray">
          <a:xfrm>
            <a:off x="4745038" y="1885951"/>
            <a:ext cx="588963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49D32D6-4B2C-44A8-985C-19A0A7C4EA94}" type="datetime'''''''''3''''''''''0'',51''''''''''6'''''''''''''''''''''">
              <a:rPr lang="en-US" altLang="en-US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30,516</a:t>
            </a:fld>
            <a:endParaRPr lang="en-US" dirty="0">
              <a:latin typeface="+mn-lt"/>
            </a:endParaRP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gray">
          <a:xfrm>
            <a:off x="3695700" y="3506789"/>
            <a:ext cx="588963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DB3233D-4469-4BD4-8A56-8C388DE2DC93}" type="datetime'''1''''''''''''2'''',56''''''''''''''''''''''''''''''''''''1'">
              <a:rPr lang="en-US" altLang="en-US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12,561</a:t>
            </a:fld>
            <a:endParaRPr lang="en-US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gray">
          <a:xfrm>
            <a:off x="3506788" y="4316414"/>
            <a:ext cx="588963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E6EF062-041B-4FFA-8EEC-266AA2E405AC}" type="datetime'''''15'''''''',''''''''''''2''''''1''''''''7'''''">
              <a:rPr lang="en-US" altLang="en-US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15,217</a:t>
            </a:fld>
            <a:endParaRPr lang="en-US" dirty="0">
              <a:latin typeface="+mn-lt"/>
            </a:endParaRPr>
          </a:p>
        </p:txBody>
      </p:sp>
      <p:cxnSp>
        <p:nvCxnSpPr>
          <p:cNvPr id="54" name="GreyLineSeparatorStrong 65">
            <a:extLst>
              <a:ext uri="{FF2B5EF4-FFF2-40B4-BE49-F238E27FC236}">
                <a16:creationId xmlns:a16="http://schemas.microsoft.com/office/drawing/2014/main" id="{CFEE16B5-E55B-D1C6-EC01-580D342A2794}"/>
              </a:ext>
            </a:extLst>
          </p:cNvPr>
          <p:cNvCxnSpPr>
            <a:cxnSpLocks/>
          </p:cNvCxnSpPr>
          <p:nvPr>
            <p:custDataLst>
              <p:tags r:id="rId18"/>
            </p:custDataLst>
          </p:nvPr>
        </p:nvCxnSpPr>
        <p:spPr>
          <a:xfrm>
            <a:off x="554734" y="2397919"/>
            <a:ext cx="478823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reyLineSeparatorStrong 65">
            <a:extLst>
              <a:ext uri="{FF2B5EF4-FFF2-40B4-BE49-F238E27FC236}">
                <a16:creationId xmlns:a16="http://schemas.microsoft.com/office/drawing/2014/main" id="{1C166774-EB8C-BEC0-C038-125515443FF6}"/>
              </a:ext>
            </a:extLst>
          </p:cNvPr>
          <p:cNvCxnSpPr>
            <a:cxnSpLocks/>
          </p:cNvCxnSpPr>
          <p:nvPr>
            <p:custDataLst>
              <p:tags r:id="rId19"/>
            </p:custDataLst>
          </p:nvPr>
        </p:nvCxnSpPr>
        <p:spPr>
          <a:xfrm>
            <a:off x="554734" y="4018757"/>
            <a:ext cx="478823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Rectangle 80">
            <a:extLst>
              <a:ext uri="{FF2B5EF4-FFF2-40B4-BE49-F238E27FC236}">
                <a16:creationId xmlns:a16="http://schemas.microsoft.com/office/drawing/2014/main" id="{EA34DF73-FC4E-A661-B40B-F45A889D5D63}"/>
              </a:ext>
            </a:extLst>
          </p:cNvPr>
          <p:cNvSpPr/>
          <p:nvPr/>
        </p:nvSpPr>
        <p:spPr>
          <a:xfrm>
            <a:off x="5415068" y="1277938"/>
            <a:ext cx="3795604" cy="3551238"/>
          </a:xfrm>
          <a:prstGeom prst="rect">
            <a:avLst/>
          </a:prstGeom>
          <a:solidFill>
            <a:srgbClr val="FDF8E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B0D7474B-741F-CD14-BAEA-DD0AA3F99BF2}"/>
              </a:ext>
            </a:extLst>
          </p:cNvPr>
          <p:cNvSpPr txBox="1">
            <a:spLocks/>
          </p:cNvSpPr>
          <p:nvPr/>
        </p:nvSpPr>
        <p:spPr>
          <a:xfrm>
            <a:off x="554736" y="1454735"/>
            <a:ext cx="11082528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dirty="0">
                <a:latin typeface="+mn-lt"/>
              </a:rPr>
              <a:t>Thousand</a:t>
            </a:r>
          </a:p>
        </p:txBody>
      </p:sp>
      <p:cxnSp>
        <p:nvCxnSpPr>
          <p:cNvPr id="61" name="GreyLineSeparatorStrong 65">
            <a:extLst>
              <a:ext uri="{FF2B5EF4-FFF2-40B4-BE49-F238E27FC236}">
                <a16:creationId xmlns:a16="http://schemas.microsoft.com/office/drawing/2014/main" id="{850C4635-A47A-1AC5-DB1C-42EDEA0FA6B2}"/>
              </a:ext>
            </a:extLst>
          </p:cNvPr>
          <p:cNvCxnSpPr>
            <a:cxnSpLocks/>
          </p:cNvCxnSpPr>
          <p:nvPr>
            <p:custDataLst>
              <p:tags r:id="rId20"/>
            </p:custDataLst>
          </p:nvPr>
        </p:nvCxnSpPr>
        <p:spPr>
          <a:xfrm>
            <a:off x="554734" y="3208338"/>
            <a:ext cx="478823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2" name="Chart 61">
            <a:extLst>
              <a:ext uri="{FF2B5EF4-FFF2-40B4-BE49-F238E27FC236}">
                <a16:creationId xmlns:a16="http://schemas.microsoft.com/office/drawing/2014/main" id="{6D157131-C084-F756-CB93-272C2705418E}"/>
              </a:ext>
            </a:extLst>
          </p:cNvPr>
          <p:cNvGraphicFramePr/>
          <p:nvPr>
            <p:custDataLst>
              <p:tags r:id="rId21"/>
            </p:custDataLst>
          </p:nvPr>
        </p:nvGraphicFramePr>
        <p:xfrm>
          <a:off x="5988050" y="2119313"/>
          <a:ext cx="2717800" cy="271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9"/>
          </a:graphicData>
        </a:graphic>
      </p:graphicFrame>
      <p:sp>
        <p:nvSpPr>
          <p:cNvPr id="66" name="Text Placeholder 4">
            <a:extLst>
              <a:ext uri="{FF2B5EF4-FFF2-40B4-BE49-F238E27FC236}">
                <a16:creationId xmlns:a16="http://schemas.microsoft.com/office/drawing/2014/main" id="{EB6D61EE-464F-4C52-1569-22B3AB3C97F4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gray">
          <a:xfrm>
            <a:off x="7988300" y="3219450"/>
            <a:ext cx="615950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3970458-C9A7-4639-8491-781222847BA1}" type="datetime'''''''''4''''''''''''8''''''''%'''''''''''''''''''''">
              <a:rPr lang="en-US" altLang="en-US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48%</a:t>
            </a:fld>
            <a:b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t>(</a:t>
            </a:r>
            <a:fld id="{FF604C0F-4A20-4980-8ACC-673E53C83BCD}" type="datetime'7'',''''''''''3''7''''''''2'''">
              <a:rPr lang="en-US" altLang="en-US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7,372</a:t>
            </a:fld>
            <a: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t>)</a:t>
            </a:r>
            <a:endParaRPr lang="en-US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67" name="Text Placeholder 4">
            <a:extLst>
              <a:ext uri="{FF2B5EF4-FFF2-40B4-BE49-F238E27FC236}">
                <a16:creationId xmlns:a16="http://schemas.microsoft.com/office/drawing/2014/main" id="{327AB32F-8192-33F8-2617-0F9B464D4EF3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6383338" y="3892550"/>
            <a:ext cx="627063" cy="425450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64B5385-89CE-41CF-B56D-967CA5DCBEE5}" type="datetime'2''''''''''9''''''''''%'''''">
              <a:rPr lang="en-US" altLang="en-US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29%</a:t>
            </a:fld>
            <a:b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t>(</a:t>
            </a:r>
            <a:fld id="{9D0482D9-4087-4828-9668-198884049C68}" type="datetime'''''''''''4'''''''''''''''',''''''''36''''''''''''4'''''''''">
              <a:rPr lang="en-US" altLang="en-US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4,364</a:t>
            </a:fld>
            <a:r>
              <a:rPr lang="en-US" altLang="en-US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t>)</a:t>
            </a:r>
            <a:endParaRPr lang="en-US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68" name="Text Placeholder 4">
            <a:extLst>
              <a:ext uri="{FF2B5EF4-FFF2-40B4-BE49-F238E27FC236}">
                <a16:creationId xmlns:a16="http://schemas.microsoft.com/office/drawing/2014/main" id="{E2C18C88-1C9F-6DB4-9C63-2AB21B4955FB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6435724" y="2582863"/>
            <a:ext cx="628650" cy="42545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0E273E6-175D-4215-A4F8-68025F9E6D23}" type="datetime'''23''''''%'''''''''''''''''''''''''''''''''''''''''''''''">
              <a:rPr lang="en-US" altLang="en-US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23%</a:t>
            </a:fld>
            <a:br>
              <a:rPr lang="en-US" altLang="en-US">
                <a:effectLst/>
                <a:latin typeface="+mn-lt"/>
                <a:ea typeface="+mn-ea"/>
                <a:cs typeface="+mn-cs"/>
              </a:rPr>
            </a:br>
            <a:r>
              <a:rPr lang="en-US" altLang="en-US">
                <a:effectLst/>
                <a:latin typeface="+mn-lt"/>
                <a:ea typeface="+mn-ea"/>
                <a:cs typeface="+mn-cs"/>
              </a:rPr>
              <a:t>(</a:t>
            </a:r>
            <a:fld id="{3C28B1A6-576B-4500-8D10-BD1713715FAB}" type="datetime'''''3'''''''''''''''''''',4''''''''''8''''''''''''''''1'''">
              <a:rPr lang="en-US" altLang="en-US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3,481</a:t>
            </a:fld>
            <a:r>
              <a:rPr lang="en-US" altLang="en-US">
                <a:effectLst/>
                <a:latin typeface="+mn-lt"/>
                <a:ea typeface="+mn-ea"/>
                <a:cs typeface="+mn-cs"/>
              </a:rPr>
              <a:t>)</a:t>
            </a:r>
            <a:endParaRPr lang="en-US">
              <a:latin typeface="+mn-lt"/>
              <a:ea typeface="+mn-ea"/>
              <a:cs typeface="+mn-cs"/>
            </a:endParaRPr>
          </a:p>
        </p:txBody>
      </p:sp>
      <p:sp>
        <p:nvSpPr>
          <p:cNvPr id="69" name="3. Subtitle">
            <a:extLst>
              <a:ext uri="{FF2B5EF4-FFF2-40B4-BE49-F238E27FC236}">
                <a16:creationId xmlns:a16="http://schemas.microsoft.com/office/drawing/2014/main" id="{01438F55-C2E4-F855-393E-848B05AE4C47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7065963" y="3302000"/>
            <a:ext cx="565150" cy="3079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ru-RU" sz="1600" b="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2000" b="1">
                <a:solidFill>
                  <a:schemeClr val="accent4"/>
                </a:solidFill>
                <a:latin typeface="+mj-lt"/>
              </a:rPr>
              <a:t>15.2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797B5963-FA54-6D27-741C-E25F8527660E}"/>
              </a:ext>
            </a:extLst>
          </p:cNvPr>
          <p:cNvSpPr/>
          <p:nvPr>
            <p:custDataLst>
              <p:tags r:id="rId26"/>
            </p:custDataLst>
          </p:nvPr>
        </p:nvSpPr>
        <p:spPr bwMode="auto">
          <a:xfrm>
            <a:off x="5770563" y="1446213"/>
            <a:ext cx="138113" cy="138113"/>
          </a:xfrm>
          <a:prstGeom prst="rect">
            <a:avLst/>
          </a:prstGeom>
          <a:solidFill>
            <a:schemeClr val="accent1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5BF2B6E-52F6-F9C4-FA4D-D6CC35F78393}"/>
              </a:ext>
            </a:extLst>
          </p:cNvPr>
          <p:cNvSpPr/>
          <p:nvPr>
            <p:custDataLst>
              <p:tags r:id="rId27"/>
            </p:custDataLst>
          </p:nvPr>
        </p:nvSpPr>
        <p:spPr bwMode="auto">
          <a:xfrm>
            <a:off x="7253288" y="1446213"/>
            <a:ext cx="138113" cy="138113"/>
          </a:xfrm>
          <a:prstGeom prst="rect">
            <a:avLst/>
          </a:prstGeom>
          <a:solidFill>
            <a:schemeClr val="accent2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F726E1F1-E361-C945-1549-FA462DD8C582}"/>
              </a:ext>
            </a:extLst>
          </p:cNvPr>
          <p:cNvSpPr/>
          <p:nvPr>
            <p:custDataLst>
              <p:tags r:id="rId28"/>
            </p:custDataLst>
          </p:nvPr>
        </p:nvSpPr>
        <p:spPr bwMode="auto">
          <a:xfrm>
            <a:off x="8215313" y="1446213"/>
            <a:ext cx="138113" cy="138113"/>
          </a:xfrm>
          <a:prstGeom prst="rect">
            <a:avLst/>
          </a:prstGeom>
          <a:solidFill>
            <a:schemeClr val="accent3"/>
          </a:solidFill>
          <a:ln w="9525" cap="sq" cmpd="sng" algn="ctr">
            <a:solidFill>
              <a:srgbClr val="CCCCCC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73" name="Text Placeholder 4">
            <a:extLst>
              <a:ext uri="{FF2B5EF4-FFF2-40B4-BE49-F238E27FC236}">
                <a16:creationId xmlns:a16="http://schemas.microsoft.com/office/drawing/2014/main" id="{F2CB68CC-5943-39A6-D882-0C44A886B300}"/>
              </a:ext>
            </a:extLst>
          </p:cNvPr>
          <p:cNvSpPr>
            <a:spLocks noGrp="1"/>
          </p:cNvSpPr>
          <p:nvPr>
            <p:custDataLst>
              <p:tags r:id="rId29"/>
            </p:custDataLst>
          </p:nvPr>
        </p:nvSpPr>
        <p:spPr bwMode="auto">
          <a:xfrm>
            <a:off x="5959475" y="1443038"/>
            <a:ext cx="11922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latin typeface="+mn-lt"/>
                <a:ea typeface="+mn-ea"/>
                <a:cs typeface="+mn-cs"/>
              </a:rPr>
              <a:t>Nonactive since 2023</a:t>
            </a:r>
          </a:p>
        </p:txBody>
      </p:sp>
      <p:sp>
        <p:nvSpPr>
          <p:cNvPr id="74" name="Text Placeholder 4">
            <a:extLst>
              <a:ext uri="{FF2B5EF4-FFF2-40B4-BE49-F238E27FC236}">
                <a16:creationId xmlns:a16="http://schemas.microsoft.com/office/drawing/2014/main" id="{ED1F3AAF-868C-6B36-7119-54524B6F8C0F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auto">
          <a:xfrm>
            <a:off x="7442200" y="1443038"/>
            <a:ext cx="6715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80FFE7B8-CB36-4967-AB09-62C7A0A79F1E}" type="datetime'Le''''''''''ft'''''''''' i''n'' ''''''''2''0''24'''''">
              <a:rPr lang="en-US" altLang="en-US" sz="10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Left in 2024</a:t>
            </a:fld>
            <a:endParaRPr lang="en-US" sz="1000">
              <a:latin typeface="+mn-lt"/>
              <a:ea typeface="+mn-ea"/>
              <a:cs typeface="+mn-cs"/>
            </a:endParaRPr>
          </a:p>
        </p:txBody>
      </p:sp>
      <p:sp>
        <p:nvSpPr>
          <p:cNvPr id="75" name="Text Placeholder 4">
            <a:extLst>
              <a:ext uri="{FF2B5EF4-FFF2-40B4-BE49-F238E27FC236}">
                <a16:creationId xmlns:a16="http://schemas.microsoft.com/office/drawing/2014/main" id="{33EFF958-488B-7F5F-97D6-99DDB2D33BB8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8404225" y="1443038"/>
            <a:ext cx="6715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587A4434-F5AF-48DD-9781-1CF194086312}" type="datetime'''Lef''''t'''''''''''' ''i''''''n'' ''202''''''''''''''5'''''">
              <a:rPr lang="en-US" altLang="en-US" sz="10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Left in 2025</a:t>
            </a:fld>
            <a:endParaRPr lang="en-US" sz="1000">
              <a:latin typeface="+mn-lt"/>
              <a:ea typeface="+mn-ea"/>
              <a:cs typeface="+mn-cs"/>
            </a:endParaRPr>
          </a:p>
        </p:txBody>
      </p:sp>
      <p:sp>
        <p:nvSpPr>
          <p:cNvPr id="84" name="4. Footnote">
            <a:extLst>
              <a:ext uri="{FF2B5EF4-FFF2-40B4-BE49-F238E27FC236}">
                <a16:creationId xmlns:a16="http://schemas.microsoft.com/office/drawing/2014/main" id="{0A32298C-2670-5EEB-2398-3DD113CD847C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554736" y="6209331"/>
            <a:ext cx="11082528" cy="41549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marL="219075" lvl="0" indent="-228600" rtl="0">
              <a:buAutoNum type="arabicPeriod"/>
            </a:pPr>
            <a:r>
              <a:rPr lang="en-US" sz="900" dirty="0"/>
              <a:t>Calculated as the number of the reactivated clients divided by the dormant client base</a:t>
            </a:r>
          </a:p>
          <a:p>
            <a:pPr marL="219075" lvl="0" indent="-228600" rtl="0">
              <a:buAutoNum type="arabicPeriod"/>
            </a:pPr>
            <a:r>
              <a:rPr lang="en-US" sz="900" dirty="0"/>
              <a:t>The reactivation rate accounts for 25% for the customers left in 2025, 15% - for the clients left in 2024 and 7% for the clients inactive from 2023</a:t>
            </a:r>
          </a:p>
          <a:p>
            <a:pPr lvl="0" rtl="0"/>
            <a:r>
              <a:rPr lang="en-US" sz="900" dirty="0"/>
              <a:t>3.	Calculated based on 2029 benchmark of 300 AZN of the net banking revenue per one Micro client</a:t>
            </a: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82C2DED4-3E8C-1D10-7B5E-455D232A7D29}"/>
              </a:ext>
            </a:extLst>
          </p:cNvPr>
          <p:cNvSpPr/>
          <p:nvPr/>
        </p:nvSpPr>
        <p:spPr>
          <a:xfrm>
            <a:off x="0" y="4994276"/>
            <a:ext cx="9210672" cy="1122943"/>
          </a:xfrm>
          <a:custGeom>
            <a:avLst/>
            <a:gdLst>
              <a:gd name="csX0" fmla="*/ 0 w 12192000"/>
              <a:gd name="csY0" fmla="*/ 0 h 2286000"/>
              <a:gd name="csX1" fmla="*/ 12192000 w 12192000"/>
              <a:gd name="csY1" fmla="*/ 0 h 2286000"/>
              <a:gd name="csX2" fmla="*/ 12192000 w 12192000"/>
              <a:gd name="csY2" fmla="*/ 2286000 h 2286000"/>
              <a:gd name="csX3" fmla="*/ 0 w 12192000"/>
              <a:gd name="csY3" fmla="*/ 2286000 h 2286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12192000" h="2286000">
                <a:moveTo>
                  <a:pt x="0" y="0"/>
                </a:moveTo>
                <a:lnTo>
                  <a:pt x="12192000" y="0"/>
                </a:lnTo>
                <a:lnTo>
                  <a:pt x="12192000" y="2286000"/>
                </a:lnTo>
                <a:lnTo>
                  <a:pt x="0" y="2286000"/>
                </a:lnTo>
                <a:close/>
              </a:path>
            </a:pathLst>
          </a:cu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spcBef>
                <a:spcPts val="300"/>
              </a:spcBef>
              <a:spcAft>
                <a:spcPts val="300"/>
              </a:spcAft>
            </a:pPr>
            <a:endParaRPr lang="en-US" sz="1600" kern="1200">
              <a:solidFill>
                <a:schemeClr val="bg1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F7C20DC-EBB4-0717-D048-75C6A321BC8D}"/>
              </a:ext>
            </a:extLst>
          </p:cNvPr>
          <p:cNvSpPr/>
          <p:nvPr/>
        </p:nvSpPr>
        <p:spPr>
          <a:xfrm>
            <a:off x="1139279" y="5086388"/>
            <a:ext cx="7936459" cy="9387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spAutoFit/>
          </a:bodyPr>
          <a:lstStyle/>
          <a:p>
            <a:pPr>
              <a:spcAft>
                <a:spcPts val="600"/>
              </a:spcAft>
            </a:pPr>
            <a:r>
              <a:rPr lang="en-US" sz="1400" b="1" dirty="0">
                <a:solidFill>
                  <a:schemeClr val="tx1"/>
                </a:solidFill>
              </a:rPr>
              <a:t>Reactivation of the current dormant client base</a:t>
            </a:r>
            <a:r>
              <a:rPr lang="en-US" sz="1400" b="1" baseline="30000" dirty="0">
                <a:solidFill>
                  <a:schemeClr val="tx1"/>
                </a:solidFill>
              </a:rPr>
              <a:t>2</a:t>
            </a:r>
            <a:r>
              <a:rPr lang="en-US" sz="1400" dirty="0">
                <a:solidFill>
                  <a:schemeClr val="tx1"/>
                </a:solidFill>
              </a:rPr>
              <a:t> (13%) will secure additionally </a:t>
            </a:r>
            <a:r>
              <a:rPr lang="en-US" sz="1400" b="1" dirty="0">
                <a:solidFill>
                  <a:schemeClr val="tx1"/>
                </a:solidFill>
              </a:rPr>
              <a:t>over</a:t>
            </a:r>
            <a:r>
              <a:rPr lang="en-US" sz="1400" dirty="0">
                <a:solidFill>
                  <a:schemeClr val="tx1"/>
                </a:solidFill>
              </a:rPr>
              <a:t> </a:t>
            </a:r>
            <a:r>
              <a:rPr lang="en-US" sz="1400" b="1" dirty="0">
                <a:solidFill>
                  <a:schemeClr val="tx1"/>
                </a:solidFill>
              </a:rPr>
              <a:t>2 </a:t>
            </a:r>
            <a:r>
              <a:rPr lang="en-US" sz="1400" b="1" dirty="0" err="1">
                <a:solidFill>
                  <a:schemeClr val="tx1"/>
                </a:solidFill>
              </a:rPr>
              <a:t>ths</a:t>
            </a:r>
            <a:r>
              <a:rPr lang="en-US" sz="1400" b="1" dirty="0">
                <a:solidFill>
                  <a:schemeClr val="tx1"/>
                </a:solidFill>
              </a:rPr>
              <a:t> active customers</a:t>
            </a:r>
            <a:r>
              <a:rPr lang="en-US" sz="1400" dirty="0">
                <a:solidFill>
                  <a:schemeClr val="tx1"/>
                </a:solidFill>
              </a:rPr>
              <a:t> and </a:t>
            </a:r>
            <a:r>
              <a:rPr lang="en-US" sz="1400" b="1" dirty="0">
                <a:solidFill>
                  <a:schemeClr val="tx1"/>
                </a:solidFill>
              </a:rPr>
              <a:t>0.6-1 mn</a:t>
            </a:r>
            <a:r>
              <a:rPr lang="en-US" sz="1400" b="1" baseline="30000" dirty="0">
                <a:solidFill>
                  <a:schemeClr val="tx1"/>
                </a:solidFill>
              </a:rPr>
              <a:t>3</a:t>
            </a:r>
            <a:r>
              <a:rPr lang="en-US" sz="1400" b="1" dirty="0">
                <a:solidFill>
                  <a:schemeClr val="tx1"/>
                </a:solidFill>
              </a:rPr>
              <a:t> AZN</a:t>
            </a:r>
            <a:r>
              <a:rPr lang="en-US" sz="1400" dirty="0">
                <a:solidFill>
                  <a:schemeClr val="tx1"/>
                </a:solidFill>
              </a:rPr>
              <a:t> of the annual Net banking Income</a:t>
            </a:r>
          </a:p>
          <a:p>
            <a:pPr>
              <a:spcAft>
                <a:spcPts val="600"/>
              </a:spcAft>
            </a:pPr>
            <a:r>
              <a:rPr lang="en-US" sz="1400" b="1" dirty="0">
                <a:solidFill>
                  <a:schemeClr val="tx1"/>
                </a:solidFill>
              </a:rPr>
              <a:t>Reduction of the churn rate by 20 p.p.</a:t>
            </a:r>
            <a:r>
              <a:rPr lang="en-US" sz="1400" dirty="0">
                <a:solidFill>
                  <a:schemeClr val="tx1"/>
                </a:solidFill>
              </a:rPr>
              <a:t> will enable to get </a:t>
            </a:r>
            <a:r>
              <a:rPr lang="en-US" sz="1400" b="1" dirty="0">
                <a:solidFill>
                  <a:schemeClr val="tx1"/>
                </a:solidFill>
              </a:rPr>
              <a:t>additional 0.5-1 </a:t>
            </a:r>
            <a:r>
              <a:rPr lang="en-US" sz="1400" b="1" dirty="0" err="1">
                <a:solidFill>
                  <a:schemeClr val="tx1"/>
                </a:solidFill>
              </a:rPr>
              <a:t>mn</a:t>
            </a:r>
            <a:r>
              <a:rPr lang="en-US" sz="1400" b="1" dirty="0">
                <a:solidFill>
                  <a:schemeClr val="tx1"/>
                </a:solidFill>
              </a:rPr>
              <a:t> AZN</a:t>
            </a:r>
            <a:r>
              <a:rPr lang="en-US" sz="1400" dirty="0">
                <a:solidFill>
                  <a:schemeClr val="tx1"/>
                </a:solidFill>
              </a:rPr>
              <a:t> of the annual Net Banking Income</a:t>
            </a:r>
            <a:endParaRPr lang="en-US" sz="1400" dirty="0">
              <a:solidFill>
                <a:schemeClr val="tx1"/>
              </a:solidFill>
              <a:ea typeface="Tahoma"/>
              <a:cs typeface="Tahoma"/>
            </a:endParaRPr>
          </a:p>
        </p:txBody>
      </p:sp>
      <p:grpSp>
        <p:nvGrpSpPr>
          <p:cNvPr id="88" name="CustomIcon">
            <a:extLst>
              <a:ext uri="{FF2B5EF4-FFF2-40B4-BE49-F238E27FC236}">
                <a16:creationId xmlns:a16="http://schemas.microsoft.com/office/drawing/2014/main" id="{476E3D17-F1CD-2573-AC07-19ABE1F3ED28}"/>
              </a:ext>
            </a:extLst>
          </p:cNvPr>
          <p:cNvGrpSpPr>
            <a:grpSpLocks noChangeAspect="1"/>
          </p:cNvGrpSpPr>
          <p:nvPr>
            <p:custDataLst>
              <p:tags r:id="rId33"/>
            </p:custDataLst>
          </p:nvPr>
        </p:nvGrpSpPr>
        <p:grpSpPr>
          <a:xfrm>
            <a:off x="554734" y="5086388"/>
            <a:ext cx="486666" cy="486666"/>
            <a:chOff x="-205105" y="-205105"/>
            <a:chExt cx="1019810" cy="1019810"/>
          </a:xfrm>
          <a:noFill/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BBF6EBFC-8B4C-0755-CF37-237B2F59A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205105" y="-205105"/>
              <a:ext cx="1019810" cy="1019810"/>
            </a:xfrm>
            <a:prstGeom prst="ellipse">
              <a:avLst/>
            </a:prstGeom>
            <a:grpFill/>
            <a:ln w="9525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93" name="Graphic 92">
              <a:extLst>
                <a:ext uri="{FF2B5EF4-FFF2-40B4-BE49-F238E27FC236}">
                  <a16:creationId xmlns:a16="http://schemas.microsoft.com/office/drawing/2014/main" id="{55E09940-AAC4-EADA-B472-0BA036BAAC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0" y="0"/>
              <a:ext cx="609600" cy="609600"/>
            </a:xfrm>
            <a:prstGeom prst="rect">
              <a:avLst/>
            </a:prstGeom>
          </p:spPr>
        </p:pic>
      </p:grp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E54867E-3402-31C8-14D3-D1ED0DB77766}"/>
              </a:ext>
            </a:extLst>
          </p:cNvPr>
          <p:cNvCxnSpPr>
            <a:cxnSpLocks/>
          </p:cNvCxnSpPr>
          <p:nvPr/>
        </p:nvCxnSpPr>
        <p:spPr>
          <a:xfrm>
            <a:off x="5719482" y="2809875"/>
            <a:ext cx="518758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A991267E-B773-8D0D-2E44-73579C3A9B4E}"/>
              </a:ext>
            </a:extLst>
          </p:cNvPr>
          <p:cNvCxnSpPr>
            <a:cxnSpLocks/>
          </p:cNvCxnSpPr>
          <p:nvPr/>
        </p:nvCxnSpPr>
        <p:spPr>
          <a:xfrm>
            <a:off x="5719482" y="4324350"/>
            <a:ext cx="702129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0FBA4A64-8E82-FFE0-F3B9-78A970F21AAE}"/>
              </a:ext>
            </a:extLst>
          </p:cNvPr>
          <p:cNvCxnSpPr>
            <a:cxnSpLocks/>
          </p:cNvCxnSpPr>
          <p:nvPr/>
        </p:nvCxnSpPr>
        <p:spPr>
          <a:xfrm>
            <a:off x="5719482" y="2114550"/>
            <a:ext cx="0" cy="220345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133B8E59-67A0-F0CE-BD09-204B2FDF2596}"/>
              </a:ext>
            </a:extLst>
          </p:cNvPr>
          <p:cNvCxnSpPr>
            <a:cxnSpLocks/>
          </p:cNvCxnSpPr>
          <p:nvPr/>
        </p:nvCxnSpPr>
        <p:spPr>
          <a:xfrm flipH="1">
            <a:off x="5556934" y="2114550"/>
            <a:ext cx="2211461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887D4B8F-69EA-BE45-F411-99DA621D0499}"/>
              </a:ext>
            </a:extLst>
          </p:cNvPr>
          <p:cNvSpPr txBox="1"/>
          <p:nvPr/>
        </p:nvSpPr>
        <p:spPr>
          <a:xfrm>
            <a:off x="5665546" y="1884652"/>
            <a:ext cx="2041540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i="1"/>
              <a:t>Reactivation targets</a:t>
            </a:r>
          </a:p>
        </p:txBody>
      </p:sp>
      <p:sp>
        <p:nvSpPr>
          <p:cNvPr id="5" name="Sticker">
            <a:extLst>
              <a:ext uri="{FF2B5EF4-FFF2-40B4-BE49-F238E27FC236}">
                <a16:creationId xmlns:a16="http://schemas.microsoft.com/office/drawing/2014/main" id="{C5B11046-EBB6-DFB8-8530-BC9472B00EB7}"/>
              </a:ext>
            </a:extLst>
          </p:cNvPr>
          <p:cNvSpPr txBox="1"/>
          <p:nvPr/>
        </p:nvSpPr>
        <p:spPr>
          <a:xfrm>
            <a:off x="582493" y="1210762"/>
            <a:ext cx="2200512" cy="123111"/>
          </a:xfrm>
          <a:prstGeom prst="rect">
            <a:avLst/>
          </a:prstGeom>
          <a:solidFill>
            <a:schemeClr val="bg1"/>
          </a:solidFill>
          <a:ln w="6350">
            <a:noFill/>
            <a:miter lim="800000"/>
          </a:ln>
        </p:spPr>
        <p:txBody>
          <a:bodyPr vert="horz" wrap="square" lIns="0" tIns="0" rIns="0" bIns="0" rtlCol="0" anchor="ctr" anchorCtr="0">
            <a:sp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rtl="0"/>
            <a:r>
              <a:rPr lang="en-US" dirty="0">
                <a:solidFill>
                  <a:srgbClr val="C00000"/>
                </a:solidFill>
                <a:latin typeface="+mn-lt"/>
              </a:rPr>
              <a:t>Preliminary - to be further verified</a:t>
            </a:r>
          </a:p>
        </p:txBody>
      </p:sp>
    </p:spTree>
    <p:extLst>
      <p:ext uri="{BB962C8B-B14F-4D97-AF65-F5344CB8AC3E}">
        <p14:creationId xmlns:p14="http://schemas.microsoft.com/office/powerpoint/2010/main" val="193996755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EFF20C-C1A8-590B-2122-99432471CB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6AB09A00-FE61-31C2-2E2F-DBE756EB2C5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6843121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2" imgW="404" imgH="403" progId="TCLayout.ActiveDocument.1">
                  <p:embed/>
                </p:oleObj>
              </mc:Choice>
              <mc:Fallback>
                <p:oleObj name="think-cell Slide" r:id="rId22" imgW="404" imgH="403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6AB09A00-FE61-31C2-2E2F-DBE756EB2C5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5" name="Parallelogram 74">
            <a:extLst>
              <a:ext uri="{FF2B5EF4-FFF2-40B4-BE49-F238E27FC236}">
                <a16:creationId xmlns:a16="http://schemas.microsoft.com/office/drawing/2014/main" id="{199DCBF8-4AEE-920A-26EB-F0FCF1F3F17E}"/>
              </a:ext>
            </a:extLst>
          </p:cNvPr>
          <p:cNvSpPr/>
          <p:nvPr/>
        </p:nvSpPr>
        <p:spPr>
          <a:xfrm rot="1704213">
            <a:off x="798311" y="2651138"/>
            <a:ext cx="835436" cy="455474"/>
          </a:xfrm>
          <a:prstGeom prst="parallelogram">
            <a:avLst>
              <a:gd name="adj" fmla="val 60962"/>
            </a:avLst>
          </a:prstGeom>
          <a:solidFill>
            <a:schemeClr val="accent2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13" name="Parallelogram 12">
            <a:extLst>
              <a:ext uri="{FF2B5EF4-FFF2-40B4-BE49-F238E27FC236}">
                <a16:creationId xmlns:a16="http://schemas.microsoft.com/office/drawing/2014/main" id="{4F583617-459E-8557-B024-621890CDEDE7}"/>
              </a:ext>
            </a:extLst>
          </p:cNvPr>
          <p:cNvSpPr/>
          <p:nvPr/>
        </p:nvSpPr>
        <p:spPr>
          <a:xfrm rot="1704213">
            <a:off x="798311" y="1477474"/>
            <a:ext cx="835436" cy="455474"/>
          </a:xfrm>
          <a:prstGeom prst="parallelogram">
            <a:avLst>
              <a:gd name="adj" fmla="val 60962"/>
            </a:avLst>
          </a:prstGeom>
          <a:solidFill>
            <a:schemeClr val="accent2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27" name="Parallelogram 26">
            <a:extLst>
              <a:ext uri="{FF2B5EF4-FFF2-40B4-BE49-F238E27FC236}">
                <a16:creationId xmlns:a16="http://schemas.microsoft.com/office/drawing/2014/main" id="{F7CF422F-A9F8-55B8-166E-54C09ACFFA49}"/>
              </a:ext>
            </a:extLst>
          </p:cNvPr>
          <p:cNvSpPr/>
          <p:nvPr/>
        </p:nvSpPr>
        <p:spPr>
          <a:xfrm rot="1704213">
            <a:off x="798311" y="3828375"/>
            <a:ext cx="835436" cy="455474"/>
          </a:xfrm>
          <a:prstGeom prst="parallelogram">
            <a:avLst>
              <a:gd name="adj" fmla="val 60962"/>
            </a:avLst>
          </a:prstGeom>
          <a:solidFill>
            <a:schemeClr val="accent2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29" name="Parallelogram 28">
            <a:extLst>
              <a:ext uri="{FF2B5EF4-FFF2-40B4-BE49-F238E27FC236}">
                <a16:creationId xmlns:a16="http://schemas.microsoft.com/office/drawing/2014/main" id="{A5A9AC19-3644-8AFC-FC24-28B832E6D351}"/>
              </a:ext>
            </a:extLst>
          </p:cNvPr>
          <p:cNvSpPr/>
          <p:nvPr/>
        </p:nvSpPr>
        <p:spPr>
          <a:xfrm rot="1704213">
            <a:off x="798311" y="5005611"/>
            <a:ext cx="835436" cy="455474"/>
          </a:xfrm>
          <a:prstGeom prst="parallelogram">
            <a:avLst>
              <a:gd name="adj" fmla="val 60962"/>
            </a:avLst>
          </a:prstGeom>
          <a:solidFill>
            <a:schemeClr val="accent2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3" name="3. Subtitle">
            <a:extLst>
              <a:ext uri="{FF2B5EF4-FFF2-40B4-BE49-F238E27FC236}">
                <a16:creationId xmlns:a16="http://schemas.microsoft.com/office/drawing/2014/main" id="{8A7B6FD6-AC8C-7CEC-3CBF-2F5906C6CA09}"/>
              </a:ext>
            </a:extLst>
          </p:cNvPr>
          <p:cNvSpPr>
            <a:spLocks noGrp="1"/>
          </p:cNvSpPr>
          <p:nvPr>
            <p:ph type="subTitle" idx="1"/>
            <p:custDataLst>
              <p:tags r:id="rId2"/>
            </p:custDataLst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>
                <a:latin typeface="+mn-lt"/>
              </a:rPr>
              <a:t>Based on the preliminary analysis</a:t>
            </a:r>
          </a:p>
        </p:txBody>
      </p:sp>
      <p:sp>
        <p:nvSpPr>
          <p:cNvPr id="6" name="2. Slide Title">
            <a:extLst>
              <a:ext uri="{FF2B5EF4-FFF2-40B4-BE49-F238E27FC236}">
                <a16:creationId xmlns:a16="http://schemas.microsoft.com/office/drawing/2014/main" id="{9E2FEFEC-8465-5CC3-62CE-A9C1095F8C6D}"/>
              </a:ext>
            </a:extLst>
          </p:cNvPr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554734" y="534400"/>
            <a:ext cx="11082528" cy="36933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>
            <a:spAutoFit/>
          </a:bodyPr>
          <a:lstStyle/>
          <a:p>
            <a:r>
              <a:rPr lang="en-US" spc="-10">
                <a:latin typeface="+mj-lt"/>
              </a:rPr>
              <a:t>Potential initiatives aimed at reactivating the dormant client base</a:t>
            </a:r>
            <a:endParaRPr lang="en-NZ" spc="-10">
              <a:latin typeface="+mj-lt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5C07768B-CC09-D777-BF08-10D15E7D51C2}"/>
              </a:ext>
            </a:extLst>
          </p:cNvPr>
          <p:cNvGrpSpPr/>
          <p:nvPr/>
        </p:nvGrpSpPr>
        <p:grpSpPr>
          <a:xfrm>
            <a:off x="452259" y="5848916"/>
            <a:ext cx="1545412" cy="844017"/>
            <a:chOff x="5491843" y="5414537"/>
            <a:chExt cx="1208314" cy="659913"/>
          </a:xfrm>
        </p:grpSpPr>
        <p:sp>
          <p:nvSpPr>
            <p:cNvPr id="49" name="Parallelogram 48">
              <a:extLst>
                <a:ext uri="{FF2B5EF4-FFF2-40B4-BE49-F238E27FC236}">
                  <a16:creationId xmlns:a16="http://schemas.microsoft.com/office/drawing/2014/main" id="{413CF5CD-9F2F-6D8A-F595-2A5F208EB0CA}"/>
                </a:ext>
              </a:extLst>
            </p:cNvPr>
            <p:cNvSpPr/>
            <p:nvPr/>
          </p:nvSpPr>
          <p:spPr>
            <a:xfrm rot="1740688">
              <a:off x="5624288" y="5543723"/>
              <a:ext cx="953530" cy="504425"/>
            </a:xfrm>
            <a:prstGeom prst="parallelogram">
              <a:avLst>
                <a:gd name="adj" fmla="val 73497"/>
              </a:avLst>
            </a:prstGeom>
            <a:solidFill>
              <a:srgbClr val="F2F2F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sp>
          <p:nvSpPr>
            <p:cNvPr id="50" name="Parallelogram 49">
              <a:extLst>
                <a:ext uri="{FF2B5EF4-FFF2-40B4-BE49-F238E27FC236}">
                  <a16:creationId xmlns:a16="http://schemas.microsoft.com/office/drawing/2014/main" id="{603CED44-C3CB-E959-55D3-52491066995F}"/>
                </a:ext>
              </a:extLst>
            </p:cNvPr>
            <p:cNvSpPr/>
            <p:nvPr/>
          </p:nvSpPr>
          <p:spPr>
            <a:xfrm rot="20126823">
              <a:off x="6023136" y="5940080"/>
              <a:ext cx="677021" cy="134370"/>
            </a:xfrm>
            <a:prstGeom prst="parallelogram">
              <a:avLst>
                <a:gd name="adj" fmla="val 37754"/>
              </a:avLst>
            </a:prstGeom>
            <a:solidFill>
              <a:srgbClr val="D9D9D9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sp>
          <p:nvSpPr>
            <p:cNvPr id="51" name="Parallelogram 50">
              <a:extLst>
                <a:ext uri="{FF2B5EF4-FFF2-40B4-BE49-F238E27FC236}">
                  <a16:creationId xmlns:a16="http://schemas.microsoft.com/office/drawing/2014/main" id="{66178DCF-77EE-0F76-0363-CFCF777C6A7C}"/>
                </a:ext>
              </a:extLst>
            </p:cNvPr>
            <p:cNvSpPr/>
            <p:nvPr/>
          </p:nvSpPr>
          <p:spPr>
            <a:xfrm rot="1716706" flipH="1">
              <a:off x="5491843" y="5936189"/>
              <a:ext cx="661214" cy="121705"/>
            </a:xfrm>
            <a:prstGeom prst="parallelogram">
              <a:avLst>
                <a:gd name="adj" fmla="val 64282"/>
              </a:avLst>
            </a:prstGeom>
            <a:solidFill>
              <a:srgbClr val="BFBFBF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sp>
          <p:nvSpPr>
            <p:cNvPr id="52" name="Parallelogram 51">
              <a:extLst>
                <a:ext uri="{FF2B5EF4-FFF2-40B4-BE49-F238E27FC236}">
                  <a16:creationId xmlns:a16="http://schemas.microsoft.com/office/drawing/2014/main" id="{DF4F4903-DA2B-F281-E4EA-8ACA0A46EECB}"/>
                </a:ext>
              </a:extLst>
            </p:cNvPr>
            <p:cNvSpPr/>
            <p:nvPr/>
          </p:nvSpPr>
          <p:spPr>
            <a:xfrm rot="1740688">
              <a:off x="5706736" y="5414537"/>
              <a:ext cx="786867" cy="416259"/>
            </a:xfrm>
            <a:prstGeom prst="parallelogram">
              <a:avLst>
                <a:gd name="adj" fmla="val 73497"/>
              </a:avLst>
            </a:prstGeom>
            <a:solidFill>
              <a:srgbClr val="F2F2F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sp>
          <p:nvSpPr>
            <p:cNvPr id="53" name="Parallelogram 52">
              <a:extLst>
                <a:ext uri="{FF2B5EF4-FFF2-40B4-BE49-F238E27FC236}">
                  <a16:creationId xmlns:a16="http://schemas.microsoft.com/office/drawing/2014/main" id="{7F2925CE-BF9A-E64F-DE66-B85142985FDE}"/>
                </a:ext>
              </a:extLst>
            </p:cNvPr>
            <p:cNvSpPr/>
            <p:nvPr/>
          </p:nvSpPr>
          <p:spPr>
            <a:xfrm rot="20126823">
              <a:off x="6035872" y="5741616"/>
              <a:ext cx="558687" cy="110884"/>
            </a:xfrm>
            <a:prstGeom prst="parallelogram">
              <a:avLst>
                <a:gd name="adj" fmla="val 37754"/>
              </a:avLst>
            </a:prstGeom>
            <a:solidFill>
              <a:srgbClr val="D9D9D9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sp>
          <p:nvSpPr>
            <p:cNvPr id="54" name="Parallelogram 53">
              <a:extLst>
                <a:ext uri="{FF2B5EF4-FFF2-40B4-BE49-F238E27FC236}">
                  <a16:creationId xmlns:a16="http://schemas.microsoft.com/office/drawing/2014/main" id="{432E1D36-E6FC-1BB5-C383-04A78131CB60}"/>
                </a:ext>
              </a:extLst>
            </p:cNvPr>
            <p:cNvSpPr/>
            <p:nvPr/>
          </p:nvSpPr>
          <p:spPr>
            <a:xfrm rot="1716706" flipH="1">
              <a:off x="5597441" y="5738405"/>
              <a:ext cx="545643" cy="100433"/>
            </a:xfrm>
            <a:prstGeom prst="parallelogram">
              <a:avLst>
                <a:gd name="adj" fmla="val 64282"/>
              </a:avLst>
            </a:prstGeom>
            <a:solidFill>
              <a:srgbClr val="BFBFBF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</p:grpSp>
      <p:sp>
        <p:nvSpPr>
          <p:cNvPr id="46" name="Parallelogram 45">
            <a:extLst>
              <a:ext uri="{FF2B5EF4-FFF2-40B4-BE49-F238E27FC236}">
                <a16:creationId xmlns:a16="http://schemas.microsoft.com/office/drawing/2014/main" id="{D4370E64-394B-1B25-B118-20BB2F333427}"/>
              </a:ext>
            </a:extLst>
          </p:cNvPr>
          <p:cNvSpPr/>
          <p:nvPr/>
        </p:nvSpPr>
        <p:spPr>
          <a:xfrm rot="1704213">
            <a:off x="972221" y="1456905"/>
            <a:ext cx="495207" cy="272683"/>
          </a:xfrm>
          <a:prstGeom prst="parallelogram">
            <a:avLst>
              <a:gd name="adj" fmla="val 60962"/>
            </a:avLst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B2532918-13B2-0E6A-9C94-6916B02190C1}"/>
              </a:ext>
            </a:extLst>
          </p:cNvPr>
          <p:cNvSpPr>
            <a:spLocks/>
          </p:cNvSpPr>
          <p:nvPr/>
        </p:nvSpPr>
        <p:spPr>
          <a:xfrm rot="19811842">
            <a:off x="65905" y="1973957"/>
            <a:ext cx="2554490" cy="3831586"/>
          </a:xfrm>
          <a:custGeom>
            <a:avLst/>
            <a:gdLst>
              <a:gd name="connsiteX0" fmla="*/ 1886068 w 1886068"/>
              <a:gd name="connsiteY0" fmla="*/ 0 h 2017104"/>
              <a:gd name="connsiteX1" fmla="*/ 1517651 w 1886068"/>
              <a:gd name="connsiteY1" fmla="*/ 641561 h 2017104"/>
              <a:gd name="connsiteX2" fmla="*/ 1519787 w 1886068"/>
              <a:gd name="connsiteY2" fmla="*/ 641561 h 2017104"/>
              <a:gd name="connsiteX3" fmla="*/ 1142735 w 1886068"/>
              <a:gd name="connsiteY3" fmla="*/ 1298160 h 2017104"/>
              <a:gd name="connsiteX4" fmla="*/ 1143709 w 1886068"/>
              <a:gd name="connsiteY4" fmla="*/ 1298160 h 2017104"/>
              <a:gd name="connsiteX5" fmla="*/ 730855 w 1886068"/>
              <a:gd name="connsiteY5" fmla="*/ 2017104 h 2017104"/>
              <a:gd name="connsiteX6" fmla="*/ 0 w 1886068"/>
              <a:gd name="connsiteY6" fmla="*/ 2017104 h 2017104"/>
              <a:gd name="connsiteX7" fmla="*/ 377053 w 1886068"/>
              <a:gd name="connsiteY7" fmla="*/ 1360505 h 2017104"/>
              <a:gd name="connsiteX8" fmla="*/ 376079 w 1886068"/>
              <a:gd name="connsiteY8" fmla="*/ 1360505 h 2017104"/>
              <a:gd name="connsiteX9" fmla="*/ 788933 w 1886068"/>
              <a:gd name="connsiteY9" fmla="*/ 641561 h 2017104"/>
              <a:gd name="connsiteX10" fmla="*/ 814826 w 1886068"/>
              <a:gd name="connsiteY10" fmla="*/ 641561 h 2017104"/>
              <a:gd name="connsiteX11" fmla="*/ 1183243 w 1886068"/>
              <a:gd name="connsiteY11" fmla="*/ 0 h 2017104"/>
              <a:gd name="connsiteX0" fmla="*/ 5475249 w 5475249"/>
              <a:gd name="connsiteY0" fmla="*/ 0 h 8336678"/>
              <a:gd name="connsiteX1" fmla="*/ 5106832 w 5475249"/>
              <a:gd name="connsiteY1" fmla="*/ 641561 h 8336678"/>
              <a:gd name="connsiteX2" fmla="*/ 5108968 w 5475249"/>
              <a:gd name="connsiteY2" fmla="*/ 641561 h 8336678"/>
              <a:gd name="connsiteX3" fmla="*/ 4731916 w 5475249"/>
              <a:gd name="connsiteY3" fmla="*/ 1298160 h 8336678"/>
              <a:gd name="connsiteX4" fmla="*/ 4732890 w 5475249"/>
              <a:gd name="connsiteY4" fmla="*/ 1298160 h 8336678"/>
              <a:gd name="connsiteX5" fmla="*/ 4320036 w 5475249"/>
              <a:gd name="connsiteY5" fmla="*/ 2017104 h 8336678"/>
              <a:gd name="connsiteX6" fmla="*/ -1 w 5475249"/>
              <a:gd name="connsiteY6" fmla="*/ 8336678 h 8336678"/>
              <a:gd name="connsiteX7" fmla="*/ 3966234 w 5475249"/>
              <a:gd name="connsiteY7" fmla="*/ 1360505 h 8336678"/>
              <a:gd name="connsiteX8" fmla="*/ 3965260 w 5475249"/>
              <a:gd name="connsiteY8" fmla="*/ 1360505 h 8336678"/>
              <a:gd name="connsiteX9" fmla="*/ 4378114 w 5475249"/>
              <a:gd name="connsiteY9" fmla="*/ 641561 h 8336678"/>
              <a:gd name="connsiteX10" fmla="*/ 4404007 w 5475249"/>
              <a:gd name="connsiteY10" fmla="*/ 641561 h 8336678"/>
              <a:gd name="connsiteX11" fmla="*/ 4772424 w 5475249"/>
              <a:gd name="connsiteY11" fmla="*/ 0 h 8336678"/>
              <a:gd name="connsiteX12" fmla="*/ 5475249 w 5475249"/>
              <a:gd name="connsiteY12" fmla="*/ 0 h 8336678"/>
              <a:gd name="connsiteX0" fmla="*/ 5475249 w 5475249"/>
              <a:gd name="connsiteY0" fmla="*/ 0 h 8336678"/>
              <a:gd name="connsiteX1" fmla="*/ 5106832 w 5475249"/>
              <a:gd name="connsiteY1" fmla="*/ 641561 h 8336678"/>
              <a:gd name="connsiteX2" fmla="*/ 5108968 w 5475249"/>
              <a:gd name="connsiteY2" fmla="*/ 641561 h 8336678"/>
              <a:gd name="connsiteX3" fmla="*/ 4731916 w 5475249"/>
              <a:gd name="connsiteY3" fmla="*/ 1298160 h 8336678"/>
              <a:gd name="connsiteX4" fmla="*/ 4732890 w 5475249"/>
              <a:gd name="connsiteY4" fmla="*/ 1298160 h 8336678"/>
              <a:gd name="connsiteX5" fmla="*/ 714489 w 5475249"/>
              <a:gd name="connsiteY5" fmla="*/ 8312080 h 8336678"/>
              <a:gd name="connsiteX6" fmla="*/ -1 w 5475249"/>
              <a:gd name="connsiteY6" fmla="*/ 8336678 h 8336678"/>
              <a:gd name="connsiteX7" fmla="*/ 3966234 w 5475249"/>
              <a:gd name="connsiteY7" fmla="*/ 1360505 h 8336678"/>
              <a:gd name="connsiteX8" fmla="*/ 3965260 w 5475249"/>
              <a:gd name="connsiteY8" fmla="*/ 1360505 h 8336678"/>
              <a:gd name="connsiteX9" fmla="*/ 4378114 w 5475249"/>
              <a:gd name="connsiteY9" fmla="*/ 641561 h 8336678"/>
              <a:gd name="connsiteX10" fmla="*/ 4404007 w 5475249"/>
              <a:gd name="connsiteY10" fmla="*/ 641561 h 8336678"/>
              <a:gd name="connsiteX11" fmla="*/ 4772424 w 5475249"/>
              <a:gd name="connsiteY11" fmla="*/ 0 h 8336678"/>
              <a:gd name="connsiteX12" fmla="*/ 5475249 w 5475249"/>
              <a:gd name="connsiteY12" fmla="*/ 0 h 8336678"/>
              <a:gd name="connsiteX0" fmla="*/ 5482599 w 5482599"/>
              <a:gd name="connsiteY0" fmla="*/ 0 h 8312079"/>
              <a:gd name="connsiteX1" fmla="*/ 5114182 w 5482599"/>
              <a:gd name="connsiteY1" fmla="*/ 641561 h 8312079"/>
              <a:gd name="connsiteX2" fmla="*/ 5116318 w 5482599"/>
              <a:gd name="connsiteY2" fmla="*/ 641561 h 8312079"/>
              <a:gd name="connsiteX3" fmla="*/ 4739266 w 5482599"/>
              <a:gd name="connsiteY3" fmla="*/ 1298160 h 8312079"/>
              <a:gd name="connsiteX4" fmla="*/ 4740240 w 5482599"/>
              <a:gd name="connsiteY4" fmla="*/ 1298160 h 8312079"/>
              <a:gd name="connsiteX5" fmla="*/ 721839 w 5482599"/>
              <a:gd name="connsiteY5" fmla="*/ 8312080 h 8312079"/>
              <a:gd name="connsiteX6" fmla="*/ 1 w 5482599"/>
              <a:gd name="connsiteY6" fmla="*/ 8309629 h 8312079"/>
              <a:gd name="connsiteX7" fmla="*/ 3973584 w 5482599"/>
              <a:gd name="connsiteY7" fmla="*/ 1360505 h 8312079"/>
              <a:gd name="connsiteX8" fmla="*/ 3972610 w 5482599"/>
              <a:gd name="connsiteY8" fmla="*/ 1360505 h 8312079"/>
              <a:gd name="connsiteX9" fmla="*/ 4385464 w 5482599"/>
              <a:gd name="connsiteY9" fmla="*/ 641561 h 8312079"/>
              <a:gd name="connsiteX10" fmla="*/ 4411357 w 5482599"/>
              <a:gd name="connsiteY10" fmla="*/ 641561 h 8312079"/>
              <a:gd name="connsiteX11" fmla="*/ 4779774 w 5482599"/>
              <a:gd name="connsiteY11" fmla="*/ 0 h 8312079"/>
              <a:gd name="connsiteX12" fmla="*/ 5482599 w 5482599"/>
              <a:gd name="connsiteY12" fmla="*/ 0 h 8312079"/>
              <a:gd name="connsiteX0" fmla="*/ 5541597 w 5541597"/>
              <a:gd name="connsiteY0" fmla="*/ 0 h 8312079"/>
              <a:gd name="connsiteX1" fmla="*/ 5173180 w 5541597"/>
              <a:gd name="connsiteY1" fmla="*/ 641561 h 8312079"/>
              <a:gd name="connsiteX2" fmla="*/ 5175316 w 5541597"/>
              <a:gd name="connsiteY2" fmla="*/ 641561 h 8312079"/>
              <a:gd name="connsiteX3" fmla="*/ 4798264 w 5541597"/>
              <a:gd name="connsiteY3" fmla="*/ 1298160 h 8312079"/>
              <a:gd name="connsiteX4" fmla="*/ 4799238 w 5541597"/>
              <a:gd name="connsiteY4" fmla="*/ 1298160 h 8312079"/>
              <a:gd name="connsiteX5" fmla="*/ 780837 w 5541597"/>
              <a:gd name="connsiteY5" fmla="*/ 8312080 h 8312079"/>
              <a:gd name="connsiteX6" fmla="*/ -1 w 5541597"/>
              <a:gd name="connsiteY6" fmla="*/ 8306291 h 8312079"/>
              <a:gd name="connsiteX7" fmla="*/ 4032582 w 5541597"/>
              <a:gd name="connsiteY7" fmla="*/ 1360505 h 8312079"/>
              <a:gd name="connsiteX8" fmla="*/ 4031608 w 5541597"/>
              <a:gd name="connsiteY8" fmla="*/ 1360505 h 8312079"/>
              <a:gd name="connsiteX9" fmla="*/ 4444462 w 5541597"/>
              <a:gd name="connsiteY9" fmla="*/ 641561 h 8312079"/>
              <a:gd name="connsiteX10" fmla="*/ 4470355 w 5541597"/>
              <a:gd name="connsiteY10" fmla="*/ 641561 h 8312079"/>
              <a:gd name="connsiteX11" fmla="*/ 4838772 w 5541597"/>
              <a:gd name="connsiteY11" fmla="*/ 0 h 8312079"/>
              <a:gd name="connsiteX12" fmla="*/ 5541597 w 5541597"/>
              <a:gd name="connsiteY12" fmla="*/ 0 h 8312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541597" h="8312079">
                <a:moveTo>
                  <a:pt x="5541597" y="0"/>
                </a:moveTo>
                <a:lnTo>
                  <a:pt x="5173180" y="641561"/>
                </a:lnTo>
                <a:lnTo>
                  <a:pt x="5175316" y="641561"/>
                </a:lnTo>
                <a:lnTo>
                  <a:pt x="4798264" y="1298160"/>
                </a:lnTo>
                <a:lnTo>
                  <a:pt x="4799238" y="1298160"/>
                </a:lnTo>
                <a:lnTo>
                  <a:pt x="780837" y="8312080"/>
                </a:lnTo>
                <a:lnTo>
                  <a:pt x="-1" y="8306291"/>
                </a:lnTo>
                <a:lnTo>
                  <a:pt x="4032582" y="1360505"/>
                </a:lnTo>
                <a:lnTo>
                  <a:pt x="4031608" y="1360505"/>
                </a:lnTo>
                <a:lnTo>
                  <a:pt x="4444462" y="641561"/>
                </a:lnTo>
                <a:lnTo>
                  <a:pt x="4470355" y="641561"/>
                </a:lnTo>
                <a:lnTo>
                  <a:pt x="4838772" y="0"/>
                </a:lnTo>
                <a:lnTo>
                  <a:pt x="554159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5EE32322-8019-2D70-D3AF-699FAE3F26F8}"/>
              </a:ext>
            </a:extLst>
          </p:cNvPr>
          <p:cNvSpPr>
            <a:spLocks/>
          </p:cNvSpPr>
          <p:nvPr/>
        </p:nvSpPr>
        <p:spPr>
          <a:xfrm rot="1687151" flipH="1">
            <a:off x="-127158" y="1926919"/>
            <a:ext cx="2387703" cy="3918014"/>
          </a:xfrm>
          <a:custGeom>
            <a:avLst/>
            <a:gdLst>
              <a:gd name="connsiteX0" fmla="*/ 1781947 w 1781947"/>
              <a:gd name="connsiteY0" fmla="*/ 0 h 2085053"/>
              <a:gd name="connsiteX1" fmla="*/ 1080597 w 1781947"/>
              <a:gd name="connsiteY1" fmla="*/ 0 h 2085053"/>
              <a:gd name="connsiteX2" fmla="*/ 692346 w 1781947"/>
              <a:gd name="connsiteY2" fmla="*/ 749027 h 2085053"/>
              <a:gd name="connsiteX3" fmla="*/ 692768 w 1781947"/>
              <a:gd name="connsiteY3" fmla="*/ 749027 h 2085053"/>
              <a:gd name="connsiteX4" fmla="*/ 388502 w 1781947"/>
              <a:gd name="connsiteY4" fmla="*/ 1336026 h 2085053"/>
              <a:gd name="connsiteX5" fmla="*/ 388251 w 1781947"/>
              <a:gd name="connsiteY5" fmla="*/ 1336026 h 2085053"/>
              <a:gd name="connsiteX6" fmla="*/ 0 w 1781947"/>
              <a:gd name="connsiteY6" fmla="*/ 2085053 h 2085053"/>
              <a:gd name="connsiteX7" fmla="*/ 701350 w 1781947"/>
              <a:gd name="connsiteY7" fmla="*/ 2085053 h 2085053"/>
              <a:gd name="connsiteX8" fmla="*/ 1058495 w 1781947"/>
              <a:gd name="connsiteY8" fmla="*/ 1396037 h 2085053"/>
              <a:gd name="connsiteX9" fmla="*/ 1058746 w 1781947"/>
              <a:gd name="connsiteY9" fmla="*/ 1396037 h 2085053"/>
              <a:gd name="connsiteX10" fmla="*/ 1446997 w 1781947"/>
              <a:gd name="connsiteY10" fmla="*/ 647010 h 2085053"/>
              <a:gd name="connsiteX11" fmla="*/ 1446576 w 1781947"/>
              <a:gd name="connsiteY11" fmla="*/ 647010 h 2085053"/>
              <a:gd name="connsiteX0" fmla="*/ 3624560 w 3624560"/>
              <a:gd name="connsiteY0" fmla="*/ 0 h 6733489"/>
              <a:gd name="connsiteX1" fmla="*/ 2923210 w 3624560"/>
              <a:gd name="connsiteY1" fmla="*/ 0 h 6733489"/>
              <a:gd name="connsiteX2" fmla="*/ 2534959 w 3624560"/>
              <a:gd name="connsiteY2" fmla="*/ 749027 h 6733489"/>
              <a:gd name="connsiteX3" fmla="*/ 2535381 w 3624560"/>
              <a:gd name="connsiteY3" fmla="*/ 749027 h 6733489"/>
              <a:gd name="connsiteX4" fmla="*/ 2231115 w 3624560"/>
              <a:gd name="connsiteY4" fmla="*/ 1336026 h 6733489"/>
              <a:gd name="connsiteX5" fmla="*/ 2230864 w 3624560"/>
              <a:gd name="connsiteY5" fmla="*/ 1336026 h 6733489"/>
              <a:gd name="connsiteX6" fmla="*/ 1842613 w 3624560"/>
              <a:gd name="connsiteY6" fmla="*/ 2085053 h 6733489"/>
              <a:gd name="connsiteX7" fmla="*/ 0 w 3624560"/>
              <a:gd name="connsiteY7" fmla="*/ 6733490 h 6733489"/>
              <a:gd name="connsiteX8" fmla="*/ 2901108 w 3624560"/>
              <a:gd name="connsiteY8" fmla="*/ 1396037 h 6733489"/>
              <a:gd name="connsiteX9" fmla="*/ 2901359 w 3624560"/>
              <a:gd name="connsiteY9" fmla="*/ 1396037 h 6733489"/>
              <a:gd name="connsiteX10" fmla="*/ 3289610 w 3624560"/>
              <a:gd name="connsiteY10" fmla="*/ 647010 h 6733489"/>
              <a:gd name="connsiteX11" fmla="*/ 3289189 w 3624560"/>
              <a:gd name="connsiteY11" fmla="*/ 647010 h 6733489"/>
              <a:gd name="connsiteX12" fmla="*/ 3624560 w 3624560"/>
              <a:gd name="connsiteY12" fmla="*/ 0 h 6733489"/>
              <a:gd name="connsiteX0" fmla="*/ 4372711 w 4372711"/>
              <a:gd name="connsiteY0" fmla="*/ 0 h 6933216"/>
              <a:gd name="connsiteX1" fmla="*/ 3671361 w 4372711"/>
              <a:gd name="connsiteY1" fmla="*/ 0 h 6933216"/>
              <a:gd name="connsiteX2" fmla="*/ 3283110 w 4372711"/>
              <a:gd name="connsiteY2" fmla="*/ 749027 h 6933216"/>
              <a:gd name="connsiteX3" fmla="*/ 3283532 w 4372711"/>
              <a:gd name="connsiteY3" fmla="*/ 749027 h 6933216"/>
              <a:gd name="connsiteX4" fmla="*/ 2979266 w 4372711"/>
              <a:gd name="connsiteY4" fmla="*/ 1336026 h 6933216"/>
              <a:gd name="connsiteX5" fmla="*/ 2979015 w 4372711"/>
              <a:gd name="connsiteY5" fmla="*/ 1336026 h 6933216"/>
              <a:gd name="connsiteX6" fmla="*/ 1 w 4372711"/>
              <a:gd name="connsiteY6" fmla="*/ 6933217 h 6933216"/>
              <a:gd name="connsiteX7" fmla="*/ 748151 w 4372711"/>
              <a:gd name="connsiteY7" fmla="*/ 6733490 h 6933216"/>
              <a:gd name="connsiteX8" fmla="*/ 3649259 w 4372711"/>
              <a:gd name="connsiteY8" fmla="*/ 1396037 h 6933216"/>
              <a:gd name="connsiteX9" fmla="*/ 3649510 w 4372711"/>
              <a:gd name="connsiteY9" fmla="*/ 1396037 h 6933216"/>
              <a:gd name="connsiteX10" fmla="*/ 4037761 w 4372711"/>
              <a:gd name="connsiteY10" fmla="*/ 647010 h 6933216"/>
              <a:gd name="connsiteX11" fmla="*/ 4037340 w 4372711"/>
              <a:gd name="connsiteY11" fmla="*/ 647010 h 6933216"/>
              <a:gd name="connsiteX12" fmla="*/ 4372711 w 4372711"/>
              <a:gd name="connsiteY12" fmla="*/ 0 h 6933216"/>
              <a:gd name="connsiteX0" fmla="*/ 5179777 w 5179777"/>
              <a:gd name="connsiteY0" fmla="*/ 0 h 8499569"/>
              <a:gd name="connsiteX1" fmla="*/ 4478427 w 5179777"/>
              <a:gd name="connsiteY1" fmla="*/ 0 h 8499569"/>
              <a:gd name="connsiteX2" fmla="*/ 4090176 w 5179777"/>
              <a:gd name="connsiteY2" fmla="*/ 749027 h 8499569"/>
              <a:gd name="connsiteX3" fmla="*/ 4090598 w 5179777"/>
              <a:gd name="connsiteY3" fmla="*/ 749027 h 8499569"/>
              <a:gd name="connsiteX4" fmla="*/ 3786332 w 5179777"/>
              <a:gd name="connsiteY4" fmla="*/ 1336026 h 8499569"/>
              <a:gd name="connsiteX5" fmla="*/ 3786081 w 5179777"/>
              <a:gd name="connsiteY5" fmla="*/ 1336026 h 8499569"/>
              <a:gd name="connsiteX6" fmla="*/ 0 w 5179777"/>
              <a:gd name="connsiteY6" fmla="*/ 8499569 h 8499569"/>
              <a:gd name="connsiteX7" fmla="*/ 1555217 w 5179777"/>
              <a:gd name="connsiteY7" fmla="*/ 6733490 h 8499569"/>
              <a:gd name="connsiteX8" fmla="*/ 4456325 w 5179777"/>
              <a:gd name="connsiteY8" fmla="*/ 1396037 h 8499569"/>
              <a:gd name="connsiteX9" fmla="*/ 4456576 w 5179777"/>
              <a:gd name="connsiteY9" fmla="*/ 1396037 h 8499569"/>
              <a:gd name="connsiteX10" fmla="*/ 4844827 w 5179777"/>
              <a:gd name="connsiteY10" fmla="*/ 647010 h 8499569"/>
              <a:gd name="connsiteX11" fmla="*/ 4844406 w 5179777"/>
              <a:gd name="connsiteY11" fmla="*/ 647010 h 8499569"/>
              <a:gd name="connsiteX12" fmla="*/ 5179777 w 5179777"/>
              <a:gd name="connsiteY12" fmla="*/ 0 h 8499569"/>
              <a:gd name="connsiteX0" fmla="*/ 5179777 w 5179777"/>
              <a:gd name="connsiteY0" fmla="*/ 0 h 8499569"/>
              <a:gd name="connsiteX1" fmla="*/ 4478427 w 5179777"/>
              <a:gd name="connsiteY1" fmla="*/ 0 h 8499569"/>
              <a:gd name="connsiteX2" fmla="*/ 4090176 w 5179777"/>
              <a:gd name="connsiteY2" fmla="*/ 749027 h 8499569"/>
              <a:gd name="connsiteX3" fmla="*/ 4090598 w 5179777"/>
              <a:gd name="connsiteY3" fmla="*/ 749027 h 8499569"/>
              <a:gd name="connsiteX4" fmla="*/ 3786332 w 5179777"/>
              <a:gd name="connsiteY4" fmla="*/ 1336026 h 8499569"/>
              <a:gd name="connsiteX5" fmla="*/ 3786081 w 5179777"/>
              <a:gd name="connsiteY5" fmla="*/ 1336026 h 8499569"/>
              <a:gd name="connsiteX6" fmla="*/ 0 w 5179777"/>
              <a:gd name="connsiteY6" fmla="*/ 8499569 h 8499569"/>
              <a:gd name="connsiteX7" fmla="*/ 672352 w 5179777"/>
              <a:gd name="connsiteY7" fmla="*/ 8479080 h 8499569"/>
              <a:gd name="connsiteX8" fmla="*/ 4456325 w 5179777"/>
              <a:gd name="connsiteY8" fmla="*/ 1396037 h 8499569"/>
              <a:gd name="connsiteX9" fmla="*/ 4456576 w 5179777"/>
              <a:gd name="connsiteY9" fmla="*/ 1396037 h 8499569"/>
              <a:gd name="connsiteX10" fmla="*/ 4844827 w 5179777"/>
              <a:gd name="connsiteY10" fmla="*/ 647010 h 8499569"/>
              <a:gd name="connsiteX11" fmla="*/ 4844406 w 5179777"/>
              <a:gd name="connsiteY11" fmla="*/ 647010 h 8499569"/>
              <a:gd name="connsiteX12" fmla="*/ 5179777 w 5179777"/>
              <a:gd name="connsiteY12" fmla="*/ 0 h 8499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179777" h="8499569">
                <a:moveTo>
                  <a:pt x="5179777" y="0"/>
                </a:moveTo>
                <a:lnTo>
                  <a:pt x="4478427" y="0"/>
                </a:lnTo>
                <a:lnTo>
                  <a:pt x="4090176" y="749027"/>
                </a:lnTo>
                <a:lnTo>
                  <a:pt x="4090598" y="749027"/>
                </a:lnTo>
                <a:lnTo>
                  <a:pt x="3786332" y="1336026"/>
                </a:lnTo>
                <a:lnTo>
                  <a:pt x="3786081" y="1336026"/>
                </a:lnTo>
                <a:lnTo>
                  <a:pt x="0" y="8499569"/>
                </a:lnTo>
                <a:lnTo>
                  <a:pt x="672352" y="8479080"/>
                </a:lnTo>
                <a:lnTo>
                  <a:pt x="4456325" y="1396037"/>
                </a:lnTo>
                <a:lnTo>
                  <a:pt x="4456576" y="1396037"/>
                </a:lnTo>
                <a:lnTo>
                  <a:pt x="4844827" y="647010"/>
                </a:lnTo>
                <a:lnTo>
                  <a:pt x="4844406" y="647010"/>
                </a:lnTo>
                <a:lnTo>
                  <a:pt x="5179777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59D4D5E2-99F4-A16A-14AD-1F92067297A2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4215653" y="1724868"/>
            <a:ext cx="7485385" cy="1092607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100"/>
              <a:t>Deploy </a:t>
            </a:r>
            <a:r>
              <a:rPr lang="en-US" sz="1100" b="1"/>
              <a:t>AI models</a:t>
            </a:r>
            <a:r>
              <a:rPr lang="en-US" sz="1100"/>
              <a:t> to </a:t>
            </a:r>
            <a:r>
              <a:rPr lang="en-US" sz="1100" b="1"/>
              <a:t>rank inactive clients</a:t>
            </a:r>
            <a:r>
              <a:rPr lang="en-US" sz="1100"/>
              <a:t> based on their </a:t>
            </a:r>
            <a:r>
              <a:rPr lang="en-US" sz="1100" b="1"/>
              <a:t>net banking income</a:t>
            </a:r>
            <a:r>
              <a:rPr lang="en-US" sz="1100"/>
              <a:t> and </a:t>
            </a:r>
            <a:r>
              <a:rPr lang="en-US" sz="1100" b="1"/>
              <a:t>reactivation probability</a:t>
            </a:r>
            <a:r>
              <a:rPr lang="en-US" sz="1100"/>
              <a:t> to concentrate </a:t>
            </a:r>
            <a:r>
              <a:rPr lang="en-US" sz="1100" b="1"/>
              <a:t>RM time</a:t>
            </a:r>
            <a:r>
              <a:rPr lang="en-US" sz="1100"/>
              <a:t> on </a:t>
            </a:r>
            <a:r>
              <a:rPr lang="en-US" sz="1100" b="1"/>
              <a:t>high-value clients</a:t>
            </a:r>
            <a:endParaRPr lang="en-US" sz="1100"/>
          </a:p>
          <a:p>
            <a:pPr lvl="1"/>
            <a:r>
              <a:rPr lang="en-US" sz="1100"/>
              <a:t>Based on </a:t>
            </a:r>
            <a:r>
              <a:rPr lang="en-US" sz="1100" b="1"/>
              <a:t>ecosystem data</a:t>
            </a:r>
            <a:r>
              <a:rPr lang="en-US" sz="1100"/>
              <a:t> and </a:t>
            </a:r>
            <a:r>
              <a:rPr lang="en-US" sz="1100" b="1"/>
              <a:t>external signals</a:t>
            </a:r>
            <a:r>
              <a:rPr lang="en-US" sz="1100"/>
              <a:t> (e.g., continued </a:t>
            </a:r>
            <a:r>
              <a:rPr lang="en-US" sz="1100" b="1"/>
              <a:t>tax activity</a:t>
            </a:r>
            <a:r>
              <a:rPr lang="en-US" sz="1100"/>
              <a:t>, incoming </a:t>
            </a:r>
            <a:r>
              <a:rPr lang="en-US" sz="1100" b="1"/>
              <a:t>counterparty payments</a:t>
            </a:r>
            <a:r>
              <a:rPr lang="en-US" sz="1100"/>
              <a:t>) identify those, who are “</a:t>
            </a:r>
            <a:r>
              <a:rPr lang="en-US" sz="1100" b="1"/>
              <a:t>inactive in PBA</a:t>
            </a:r>
            <a:r>
              <a:rPr lang="en-US" sz="1100"/>
              <a:t> but </a:t>
            </a:r>
            <a:r>
              <a:rPr lang="en-US" sz="1100" b="1"/>
              <a:t>active elsewhere</a:t>
            </a:r>
            <a:r>
              <a:rPr lang="en-US" sz="1100"/>
              <a:t>“</a:t>
            </a:r>
          </a:p>
          <a:p>
            <a:pPr lvl="1"/>
            <a:r>
              <a:rPr lang="en-US" sz="1100"/>
              <a:t>Utilize </a:t>
            </a:r>
            <a:r>
              <a:rPr lang="en-US" sz="1100" b="1"/>
              <a:t>automated AI engines</a:t>
            </a:r>
            <a:r>
              <a:rPr lang="en-US" sz="1100"/>
              <a:t> to </a:t>
            </a:r>
            <a:r>
              <a:rPr lang="en-US" sz="1100" b="1"/>
              <a:t>trigger campaign touchpoints</a:t>
            </a:r>
            <a:r>
              <a:rPr lang="en-US" sz="1100"/>
              <a:t> precisely around </a:t>
            </a:r>
            <a:r>
              <a:rPr lang="en-US" sz="1100" b="1"/>
              <a:t>tax deadlines</a:t>
            </a:r>
            <a:r>
              <a:rPr lang="en-US" sz="1100"/>
              <a:t>, </a:t>
            </a:r>
            <a:r>
              <a:rPr lang="en-US" sz="1100" b="1"/>
              <a:t>fiscal year-ends</a:t>
            </a:r>
            <a:r>
              <a:rPr lang="en-US" sz="1100"/>
              <a:t>, or </a:t>
            </a:r>
            <a:r>
              <a:rPr lang="en-US" sz="1100" b="1"/>
              <a:t>seasonal working-capital cycles</a:t>
            </a:r>
            <a:r>
              <a:rPr lang="en-US" sz="1100"/>
              <a:t> to </a:t>
            </a:r>
            <a:r>
              <a:rPr lang="en-US" sz="1100" b="1"/>
              <a:t>maximizeconversion relevance</a:t>
            </a:r>
            <a:r>
              <a:rPr lang="en-US" sz="1100"/>
              <a:t>.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C987680-FA39-F4EE-F907-8A3D054E771E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4215654" y="2922006"/>
            <a:ext cx="7485385" cy="715581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100"/>
              <a:t>Re-engage clients organically by </a:t>
            </a:r>
            <a:r>
              <a:rPr lang="en-US" sz="1100" b="1"/>
              <a:t>embedding their accounts back into the supply chain</a:t>
            </a:r>
            <a:r>
              <a:rPr lang="en-US" sz="1100"/>
              <a:t> and </a:t>
            </a:r>
            <a:r>
              <a:rPr lang="en-US" sz="1100" b="1"/>
              <a:t>payment flows of active CIB anchor clients</a:t>
            </a:r>
            <a:endParaRPr lang="en-US" sz="1100"/>
          </a:p>
          <a:p>
            <a:pPr lvl="1"/>
            <a:r>
              <a:rPr lang="en-US" sz="1100"/>
              <a:t>Deploy </a:t>
            </a:r>
            <a:r>
              <a:rPr lang="en-US" sz="1100" b="1"/>
              <a:t>Agentic AI workflows</a:t>
            </a:r>
            <a:r>
              <a:rPr lang="en-US" sz="1100"/>
              <a:t> to </a:t>
            </a:r>
            <a:r>
              <a:rPr lang="en-US" sz="1100" b="1"/>
              <a:t>pre-populate client data</a:t>
            </a:r>
            <a:r>
              <a:rPr lang="en-US" sz="1100"/>
              <a:t> and </a:t>
            </a:r>
            <a:r>
              <a:rPr lang="en-US" sz="1100" b="1"/>
              <a:t>digitally refresh KYC</a:t>
            </a:r>
            <a:r>
              <a:rPr lang="en-US" sz="1100"/>
              <a:t>, eliminating physical paperwork and branch visits to deliver a </a:t>
            </a:r>
            <a:r>
              <a:rPr lang="en-US" sz="1100" b="1"/>
              <a:t>near-zero-cost path back</a:t>
            </a:r>
            <a:endParaRPr lang="en-US" sz="1100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B49E22C0-E97B-5EFC-3DF8-E157DFA87BD5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>
          <a:xfrm>
            <a:off x="4215655" y="4083680"/>
            <a:ext cx="7485385" cy="1092607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100"/>
              <a:t>Offer </a:t>
            </a:r>
            <a:r>
              <a:rPr lang="en-US" sz="1100" b="1"/>
              <a:t>concrete, immediate credit limits</a:t>
            </a:r>
            <a:r>
              <a:rPr lang="en-US" sz="1100"/>
              <a:t> ("</a:t>
            </a:r>
            <a:r>
              <a:rPr lang="en-US" sz="1100" b="1"/>
              <a:t>AZN X is ready to deploy</a:t>
            </a:r>
            <a:r>
              <a:rPr lang="en-US" sz="1100"/>
              <a:t>") using </a:t>
            </a:r>
            <a:r>
              <a:rPr lang="en-US" sz="1100" b="1"/>
              <a:t>automated AA pre-scoring</a:t>
            </a:r>
            <a:r>
              <a:rPr lang="en-US" sz="1100"/>
              <a:t> to bypass </a:t>
            </a:r>
            <a:r>
              <a:rPr lang="en-US" sz="1100" b="1"/>
              <a:t>manual credit hurdles</a:t>
            </a:r>
            <a:endParaRPr lang="en-US" sz="1100"/>
          </a:p>
          <a:p>
            <a:pPr lvl="1"/>
            <a:r>
              <a:rPr lang="en-US" sz="1100"/>
              <a:t>Immediately layer in </a:t>
            </a:r>
            <a:r>
              <a:rPr lang="en-US" sz="1100" b="1"/>
              <a:t>low-touch digital Value-Added Services (VAS)</a:t>
            </a:r>
            <a:r>
              <a:rPr lang="en-US" sz="1100"/>
              <a:t> and </a:t>
            </a:r>
            <a:r>
              <a:rPr lang="en-US" sz="1100" b="1"/>
              <a:t>automated transactional hooks</a:t>
            </a:r>
            <a:r>
              <a:rPr lang="en-US" sz="1100"/>
              <a:t> to transform a </a:t>
            </a:r>
            <a:r>
              <a:rPr lang="en-US" sz="1100" b="1"/>
              <a:t>one-off "welcome back"</a:t>
            </a:r>
            <a:r>
              <a:rPr lang="en-US" sz="1100"/>
              <a:t> into </a:t>
            </a:r>
            <a:r>
              <a:rPr lang="en-US" sz="1100" b="1"/>
              <a:t>durable re-engagement</a:t>
            </a:r>
            <a:endParaRPr lang="en-US" sz="1100"/>
          </a:p>
          <a:p>
            <a:pPr lvl="1"/>
            <a:r>
              <a:rPr lang="en-US" sz="1100"/>
              <a:t>Win back the </a:t>
            </a:r>
            <a:r>
              <a:rPr lang="en-US" sz="1100" b="1"/>
              <a:t>principal operating account</a:t>
            </a:r>
            <a:r>
              <a:rPr lang="en-US" sz="1100"/>
              <a:t> by </a:t>
            </a:r>
            <a:r>
              <a:rPr lang="en-US" sz="1100" b="1"/>
              <a:t>recapturing payroll mandates</a:t>
            </a:r>
            <a:r>
              <a:rPr lang="en-US" sz="1100"/>
              <a:t> and offering </a:t>
            </a:r>
            <a:r>
              <a:rPr lang="en-US" sz="1100" b="1"/>
              <a:t>daily-use Value-Added Services (VAS)</a:t>
            </a:r>
            <a:r>
              <a:rPr lang="en-US" sz="1100"/>
              <a:t> like </a:t>
            </a:r>
            <a:r>
              <a:rPr lang="en-US" sz="1100" b="1"/>
              <a:t>e-invoicing</a:t>
            </a:r>
            <a:r>
              <a:rPr lang="en-US" sz="1100"/>
              <a:t> and </a:t>
            </a:r>
            <a:r>
              <a:rPr lang="en-US" sz="1100" b="1"/>
              <a:t>accounting integrations</a:t>
            </a:r>
            <a:endParaRPr lang="en-US" sz="1100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85E97210-2B15-FC26-72EC-F5599238E3F3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4215654" y="5267563"/>
            <a:ext cx="7485385" cy="377026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100"/>
              <a:t>Align </a:t>
            </a:r>
            <a:r>
              <a:rPr lang="en-US" sz="1100" b="1"/>
              <a:t>RM compensation</a:t>
            </a:r>
            <a:r>
              <a:rPr lang="en-US" sz="1100"/>
              <a:t> directly with </a:t>
            </a:r>
            <a:r>
              <a:rPr lang="en-US" sz="1100" b="1"/>
              <a:t>successful client reactivation</a:t>
            </a:r>
            <a:r>
              <a:rPr lang="en-US" sz="1100"/>
              <a:t> and </a:t>
            </a:r>
            <a:r>
              <a:rPr lang="en-US" sz="1100" b="1"/>
              <a:t>long-term retention metrics</a:t>
            </a:r>
          </a:p>
          <a:p>
            <a:pPr lvl="1"/>
            <a:r>
              <a:rPr lang="en-US" sz="1100"/>
              <a:t>Leverage digital tools and automated processes to optimize campaign efficiency and manage volume at scale</a:t>
            </a: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F8945E65-C61F-1465-20CD-A5A40EE8EC01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4215655" y="1697607"/>
            <a:ext cx="7421609" cy="0"/>
          </a:xfrm>
          <a:prstGeom prst="line">
            <a:avLst/>
          </a:prstGeom>
          <a:ln w="12700" cap="sq">
            <a:solidFill>
              <a:schemeClr val="bg1">
                <a:lumMod val="50000"/>
              </a:schemeClr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86">
            <a:extLst>
              <a:ext uri="{FF2B5EF4-FFF2-40B4-BE49-F238E27FC236}">
                <a16:creationId xmlns:a16="http://schemas.microsoft.com/office/drawing/2014/main" id="{145911F5-8B0B-ACB5-124F-31464B7D7530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4215655" y="2881493"/>
            <a:ext cx="7421609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308D3B16-B335-A984-C676-7EF878D640D6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4215655" y="4056419"/>
            <a:ext cx="7421609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5CD16749-9D1B-594E-6C17-1F44B015A64F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4215655" y="5240305"/>
            <a:ext cx="7421609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Rectangle 72">
            <a:extLst>
              <a:ext uri="{FF2B5EF4-FFF2-40B4-BE49-F238E27FC236}">
                <a16:creationId xmlns:a16="http://schemas.microsoft.com/office/drawing/2014/main" id="{8C533CF7-A7E2-CC53-09D4-007F3141E2D2}"/>
              </a:ext>
            </a:extLst>
          </p:cNvPr>
          <p:cNvSpPr/>
          <p:nvPr/>
        </p:nvSpPr>
        <p:spPr>
          <a:xfrm>
            <a:off x="1685722" y="2877443"/>
            <a:ext cx="2355120" cy="642284"/>
          </a:xfrm>
          <a:prstGeom prst="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80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A7A6D7A-916E-DC66-C779-3BD9D3735081}"/>
              </a:ext>
            </a:extLst>
          </p:cNvPr>
          <p:cNvSpPr/>
          <p:nvPr/>
        </p:nvSpPr>
        <p:spPr>
          <a:xfrm>
            <a:off x="38528" y="2881262"/>
            <a:ext cx="701736" cy="655194"/>
          </a:xfrm>
          <a:prstGeom prst="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40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76" name="Parallelogram 75">
            <a:extLst>
              <a:ext uri="{FF2B5EF4-FFF2-40B4-BE49-F238E27FC236}">
                <a16:creationId xmlns:a16="http://schemas.microsoft.com/office/drawing/2014/main" id="{F4D6944B-E959-4823-6AD9-CB2EC3CE486C}"/>
              </a:ext>
            </a:extLst>
          </p:cNvPr>
          <p:cNvSpPr>
            <a:spLocks/>
          </p:cNvSpPr>
          <p:nvPr/>
        </p:nvSpPr>
        <p:spPr>
          <a:xfrm rot="1687151" flipH="1">
            <a:off x="551699" y="3046262"/>
            <a:ext cx="847352" cy="576730"/>
          </a:xfrm>
          <a:prstGeom prst="parallelogram">
            <a:avLst>
              <a:gd name="adj" fmla="val 51834"/>
            </a:avLst>
          </a:prstGeom>
          <a:solidFill>
            <a:schemeClr val="accent2">
              <a:lumMod val="5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77" name="Parallelogram 76">
            <a:extLst>
              <a:ext uri="{FF2B5EF4-FFF2-40B4-BE49-F238E27FC236}">
                <a16:creationId xmlns:a16="http://schemas.microsoft.com/office/drawing/2014/main" id="{96E846D2-2159-F312-8F89-139EB1D625AF}"/>
              </a:ext>
            </a:extLst>
          </p:cNvPr>
          <p:cNvSpPr>
            <a:spLocks/>
          </p:cNvSpPr>
          <p:nvPr/>
        </p:nvSpPr>
        <p:spPr>
          <a:xfrm rot="19811842">
            <a:off x="1016193" y="3054542"/>
            <a:ext cx="867632" cy="553568"/>
          </a:xfrm>
          <a:prstGeom prst="parallelogram">
            <a:avLst>
              <a:gd name="adj" fmla="val 57425"/>
            </a:avLst>
          </a:prstGeom>
          <a:solidFill>
            <a:schemeClr val="accent2">
              <a:lumMod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9783B58-3A42-E189-AD9D-2B43255D817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902582" y="2950457"/>
            <a:ext cx="2133626" cy="492443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Clr>
                <a:schemeClr val="tx1"/>
              </a:buClr>
            </a:pPr>
            <a:r>
              <a:rPr lang="en-US" sz="1600" b="1">
                <a:solidFill>
                  <a:schemeClr val="bg1"/>
                </a:solidFill>
              </a:rPr>
              <a:t>Outreach &amp; Engagement</a:t>
            </a:r>
          </a:p>
        </p:txBody>
      </p:sp>
      <p:pic>
        <p:nvPicPr>
          <p:cNvPr id="90" name="CustomIcon">
            <a:extLst>
              <a:ext uri="{FF2B5EF4-FFF2-40B4-BE49-F238E27FC236}">
                <a16:creationId xmlns:a16="http://schemas.microsoft.com/office/drawing/2014/main" id="{E63C4D25-1300-F4DB-A2B0-A8138A0BA0EF}"/>
              </a:ext>
            </a:extLst>
          </p:cNvPr>
          <p:cNvPicPr>
            <a:picLocks noChangeAspect="1"/>
          </p:cNvPicPr>
          <p:nvPr>
            <p:custDataLst>
              <p:tags r:id="rId13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3465617" y="3004354"/>
            <a:ext cx="388462" cy="388462"/>
          </a:xfrm>
          <a:prstGeom prst="rect">
            <a:avLst/>
          </a:prstGeom>
        </p:spPr>
      </p:pic>
      <p:sp>
        <p:nvSpPr>
          <p:cNvPr id="35" name="Parallelogram 34">
            <a:extLst>
              <a:ext uri="{FF2B5EF4-FFF2-40B4-BE49-F238E27FC236}">
                <a16:creationId xmlns:a16="http://schemas.microsoft.com/office/drawing/2014/main" id="{1D4795EE-4709-ACF9-5A7D-223656991FCC}"/>
              </a:ext>
            </a:extLst>
          </p:cNvPr>
          <p:cNvSpPr>
            <a:spLocks/>
          </p:cNvSpPr>
          <p:nvPr/>
        </p:nvSpPr>
        <p:spPr>
          <a:xfrm rot="1687151" flipH="1">
            <a:off x="551699" y="1869025"/>
            <a:ext cx="847352" cy="576730"/>
          </a:xfrm>
          <a:prstGeom prst="parallelogram">
            <a:avLst>
              <a:gd name="adj" fmla="val 51834"/>
            </a:avLst>
          </a:prstGeom>
          <a:solidFill>
            <a:schemeClr val="accent2">
              <a:lumMod val="5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36" name="Parallelogram 35">
            <a:extLst>
              <a:ext uri="{FF2B5EF4-FFF2-40B4-BE49-F238E27FC236}">
                <a16:creationId xmlns:a16="http://schemas.microsoft.com/office/drawing/2014/main" id="{A73E13D9-0DC4-2024-535B-2AB7D4277115}"/>
              </a:ext>
            </a:extLst>
          </p:cNvPr>
          <p:cNvSpPr>
            <a:spLocks/>
          </p:cNvSpPr>
          <p:nvPr/>
        </p:nvSpPr>
        <p:spPr>
          <a:xfrm rot="19811842">
            <a:off x="1016193" y="1877305"/>
            <a:ext cx="867632" cy="553568"/>
          </a:xfrm>
          <a:prstGeom prst="parallelogram">
            <a:avLst>
              <a:gd name="adj" fmla="val 57425"/>
            </a:avLst>
          </a:prstGeom>
          <a:solidFill>
            <a:schemeClr val="accent2">
              <a:lumMod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B575604E-94E1-EBAC-A490-10283C0CA7F7}"/>
              </a:ext>
            </a:extLst>
          </p:cNvPr>
          <p:cNvSpPr/>
          <p:nvPr/>
        </p:nvSpPr>
        <p:spPr>
          <a:xfrm>
            <a:off x="1685722" y="1698026"/>
            <a:ext cx="2355120" cy="642284"/>
          </a:xfrm>
          <a:prstGeom prst="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80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8CB2157A-2580-4506-FE5D-FEB23E1FAC7B}"/>
              </a:ext>
            </a:extLst>
          </p:cNvPr>
          <p:cNvSpPr/>
          <p:nvPr/>
        </p:nvSpPr>
        <p:spPr>
          <a:xfrm>
            <a:off x="38528" y="1703752"/>
            <a:ext cx="701736" cy="655194"/>
          </a:xfrm>
          <a:prstGeom prst="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40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A521C99B-5217-2CE6-5825-AA4788470B98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1902582" y="1772946"/>
            <a:ext cx="2133626" cy="492443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Clr>
                <a:schemeClr val="tx1"/>
              </a:buClr>
            </a:pPr>
            <a:r>
              <a:rPr lang="en-US" sz="1600" b="1">
                <a:solidFill>
                  <a:schemeClr val="bg1"/>
                </a:solidFill>
              </a:rPr>
              <a:t>Targeting &amp; Prioritization</a:t>
            </a:r>
          </a:p>
        </p:txBody>
      </p:sp>
      <p:pic>
        <p:nvPicPr>
          <p:cNvPr id="91" name="CustomIcon">
            <a:extLst>
              <a:ext uri="{FF2B5EF4-FFF2-40B4-BE49-F238E27FC236}">
                <a16:creationId xmlns:a16="http://schemas.microsoft.com/office/drawing/2014/main" id="{96C18848-A8ED-4A22-6515-E9692006B697}"/>
              </a:ext>
            </a:extLst>
          </p:cNvPr>
          <p:cNvPicPr>
            <a:picLocks noChangeAspect="1"/>
          </p:cNvPicPr>
          <p:nvPr>
            <p:custDataLst>
              <p:tags r:id="rId15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465617" y="1824937"/>
            <a:ext cx="388462" cy="388462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81AE690B-F832-592C-A741-CD807ED939E7}"/>
              </a:ext>
            </a:extLst>
          </p:cNvPr>
          <p:cNvSpPr/>
          <p:nvPr/>
        </p:nvSpPr>
        <p:spPr>
          <a:xfrm>
            <a:off x="1685722" y="4056860"/>
            <a:ext cx="2355120" cy="642284"/>
          </a:xfrm>
          <a:prstGeom prst="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80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B28F173-3B9F-6BF5-E0AF-B16D0BCC480A}"/>
              </a:ext>
            </a:extLst>
          </p:cNvPr>
          <p:cNvSpPr/>
          <p:nvPr/>
        </p:nvSpPr>
        <p:spPr>
          <a:xfrm>
            <a:off x="38528" y="4058499"/>
            <a:ext cx="701736" cy="655194"/>
          </a:xfrm>
          <a:prstGeom prst="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40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37" name="Parallelogram 36">
            <a:extLst>
              <a:ext uri="{FF2B5EF4-FFF2-40B4-BE49-F238E27FC236}">
                <a16:creationId xmlns:a16="http://schemas.microsoft.com/office/drawing/2014/main" id="{DAD0CAAE-F1B7-0FF9-FC08-1576B5DBE64F}"/>
              </a:ext>
            </a:extLst>
          </p:cNvPr>
          <p:cNvSpPr>
            <a:spLocks/>
          </p:cNvSpPr>
          <p:nvPr/>
        </p:nvSpPr>
        <p:spPr>
          <a:xfrm rot="1687151" flipH="1">
            <a:off x="551699" y="4223499"/>
            <a:ext cx="847352" cy="576730"/>
          </a:xfrm>
          <a:prstGeom prst="parallelogram">
            <a:avLst>
              <a:gd name="adj" fmla="val 51834"/>
            </a:avLst>
          </a:prstGeom>
          <a:solidFill>
            <a:schemeClr val="accent2">
              <a:lumMod val="5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40" name="Parallelogram 39">
            <a:extLst>
              <a:ext uri="{FF2B5EF4-FFF2-40B4-BE49-F238E27FC236}">
                <a16:creationId xmlns:a16="http://schemas.microsoft.com/office/drawing/2014/main" id="{0AB3517E-2A75-E02C-7664-93BBAD9A0DC6}"/>
              </a:ext>
            </a:extLst>
          </p:cNvPr>
          <p:cNvSpPr>
            <a:spLocks/>
          </p:cNvSpPr>
          <p:nvPr/>
        </p:nvSpPr>
        <p:spPr>
          <a:xfrm rot="19811842">
            <a:off x="1016193" y="4231779"/>
            <a:ext cx="867632" cy="553568"/>
          </a:xfrm>
          <a:prstGeom prst="parallelogram">
            <a:avLst>
              <a:gd name="adj" fmla="val 57425"/>
            </a:avLst>
          </a:prstGeom>
          <a:solidFill>
            <a:schemeClr val="accent2">
              <a:lumMod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err="1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C90D2DDD-DDE3-6081-99B4-82C394D66F77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1902582" y="4127694"/>
            <a:ext cx="2133626" cy="492443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Clr>
                <a:schemeClr val="tx1"/>
              </a:buClr>
            </a:pPr>
            <a:r>
              <a:rPr lang="en-US" sz="1600" b="1">
                <a:solidFill>
                  <a:schemeClr val="bg1"/>
                </a:solidFill>
              </a:rPr>
              <a:t>Value prop.          and hook</a:t>
            </a:r>
          </a:p>
        </p:txBody>
      </p:sp>
      <p:pic>
        <p:nvPicPr>
          <p:cNvPr id="92" name="CustomIcon">
            <a:extLst>
              <a:ext uri="{FF2B5EF4-FFF2-40B4-BE49-F238E27FC236}">
                <a16:creationId xmlns:a16="http://schemas.microsoft.com/office/drawing/2014/main" id="{72952F3A-E1F7-166F-44B2-67E3CA9E2142}"/>
              </a:ext>
            </a:extLst>
          </p:cNvPr>
          <p:cNvPicPr>
            <a:picLocks noChangeAspect="1"/>
          </p:cNvPicPr>
          <p:nvPr>
            <p:custDataLst>
              <p:tags r:id="rId17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3465617" y="4183771"/>
            <a:ext cx="388462" cy="388462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FBA0F2B4-78CE-AF9A-AA9E-83F6E825E1A9}"/>
              </a:ext>
            </a:extLst>
          </p:cNvPr>
          <p:cNvGrpSpPr/>
          <p:nvPr/>
        </p:nvGrpSpPr>
        <p:grpSpPr>
          <a:xfrm>
            <a:off x="38528" y="5236278"/>
            <a:ext cx="4002314" cy="741186"/>
            <a:chOff x="38528" y="5117743"/>
            <a:chExt cx="4002314" cy="74118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CC6560F-D70F-12BE-D9F8-8B605B2E4ACE}"/>
                </a:ext>
              </a:extLst>
            </p:cNvPr>
            <p:cNvSpPr/>
            <p:nvPr/>
          </p:nvSpPr>
          <p:spPr>
            <a:xfrm>
              <a:off x="1685722" y="5117743"/>
              <a:ext cx="2355120" cy="642284"/>
            </a:xfrm>
            <a:prstGeom prst="rect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2800">
                  <a:solidFill>
                    <a:schemeClr val="bg1"/>
                  </a:solidFill>
                </a:rPr>
                <a:t> 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BA218B49-634A-B65E-774D-BB829F09CC33}"/>
                </a:ext>
              </a:extLst>
            </p:cNvPr>
            <p:cNvSpPr/>
            <p:nvPr/>
          </p:nvSpPr>
          <p:spPr>
            <a:xfrm>
              <a:off x="38528" y="5123469"/>
              <a:ext cx="701736" cy="655194"/>
            </a:xfrm>
            <a:prstGeom prst="rect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2400">
                  <a:solidFill>
                    <a:schemeClr val="bg1"/>
                  </a:solidFill>
                </a:rPr>
                <a:t> </a:t>
              </a:r>
            </a:p>
          </p:txBody>
        </p:sp>
        <p:sp>
          <p:nvSpPr>
            <p:cNvPr id="41" name="Parallelogram 40">
              <a:extLst>
                <a:ext uri="{FF2B5EF4-FFF2-40B4-BE49-F238E27FC236}">
                  <a16:creationId xmlns:a16="http://schemas.microsoft.com/office/drawing/2014/main" id="{4B9D48BD-623E-1FC2-130A-0444C540778F}"/>
                </a:ext>
              </a:extLst>
            </p:cNvPr>
            <p:cNvSpPr>
              <a:spLocks/>
            </p:cNvSpPr>
            <p:nvPr/>
          </p:nvSpPr>
          <p:spPr>
            <a:xfrm rot="1687151" flipH="1">
              <a:off x="551699" y="5282199"/>
              <a:ext cx="847352" cy="576730"/>
            </a:xfrm>
            <a:prstGeom prst="parallelogram">
              <a:avLst>
                <a:gd name="adj" fmla="val 51834"/>
              </a:avLst>
            </a:prstGeom>
            <a:solidFill>
              <a:schemeClr val="accent2">
                <a:lumMod val="5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err="1"/>
            </a:p>
          </p:txBody>
        </p:sp>
        <p:sp>
          <p:nvSpPr>
            <p:cNvPr id="43" name="Parallelogram 42">
              <a:extLst>
                <a:ext uri="{FF2B5EF4-FFF2-40B4-BE49-F238E27FC236}">
                  <a16:creationId xmlns:a16="http://schemas.microsoft.com/office/drawing/2014/main" id="{FABC446C-B11B-E8D2-7AE5-13B5914BDB03}"/>
                </a:ext>
              </a:extLst>
            </p:cNvPr>
            <p:cNvSpPr>
              <a:spLocks/>
            </p:cNvSpPr>
            <p:nvPr/>
          </p:nvSpPr>
          <p:spPr>
            <a:xfrm rot="19811842">
              <a:off x="1016193" y="5290480"/>
              <a:ext cx="867632" cy="553568"/>
            </a:xfrm>
            <a:prstGeom prst="parallelogram">
              <a:avLst>
                <a:gd name="adj" fmla="val 57425"/>
              </a:avLst>
            </a:prstGeom>
            <a:solidFill>
              <a:schemeClr val="accent2">
                <a:lumMod val="75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err="1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F44EDB4F-8D09-209B-EF53-6ED1AF98AA96}"/>
                </a:ext>
              </a:extLst>
            </p:cNvPr>
            <p:cNvSpPr txBox="1"/>
            <p:nvPr>
              <p:custDataLst>
                <p:tags r:id="rId19"/>
              </p:custDataLst>
            </p:nvPr>
          </p:nvSpPr>
          <p:spPr>
            <a:xfrm>
              <a:off x="1902582" y="5192664"/>
              <a:ext cx="2133626" cy="492443"/>
            </a:xfrm>
            <a:prstGeom prst="rect">
              <a:avLst/>
            </a:prstGeom>
          </p:spPr>
          <p:txBody>
            <a:bodyPr vert="horz" wrap="square" lIns="0" tIns="0" rIns="0" bIns="0" rtlCol="0" anchor="ctr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>
                <a:buClr>
                  <a:schemeClr val="tx1"/>
                </a:buClr>
              </a:pPr>
              <a:r>
                <a:rPr lang="en-US" sz="1600" b="1">
                  <a:solidFill>
                    <a:schemeClr val="bg1"/>
                  </a:solidFill>
                </a:rPr>
                <a:t>Incentives &amp; </a:t>
              </a:r>
              <a:br>
                <a:rPr lang="en-US" sz="1600" b="1">
                  <a:solidFill>
                    <a:schemeClr val="bg1"/>
                  </a:solidFill>
                </a:rPr>
              </a:br>
              <a:r>
                <a:rPr lang="en-US" sz="1600" b="1">
                  <a:solidFill>
                    <a:schemeClr val="bg1"/>
                  </a:solidFill>
                </a:rPr>
                <a:t>Enablers</a:t>
              </a:r>
            </a:p>
          </p:txBody>
        </p:sp>
        <p:pic>
          <p:nvPicPr>
            <p:cNvPr id="93" name="CustomIcon">
              <a:extLst>
                <a:ext uri="{FF2B5EF4-FFF2-40B4-BE49-F238E27FC236}">
                  <a16:creationId xmlns:a16="http://schemas.microsoft.com/office/drawing/2014/main" id="{B1846353-6634-2D09-8D6B-71A3385BD893}"/>
                </a:ext>
              </a:extLst>
            </p:cNvPr>
            <p:cNvPicPr>
              <a:picLocks noChangeAspect="1"/>
            </p:cNvPicPr>
            <p:nvPr>
              <p:custDataLst>
                <p:tags r:id="rId20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3465617" y="5244654"/>
              <a:ext cx="388462" cy="388462"/>
            </a:xfrm>
            <a:prstGeom prst="rect">
              <a:avLst/>
            </a:prstGeom>
          </p:spPr>
        </p:pic>
      </p:grpSp>
      <p:sp>
        <p:nvSpPr>
          <p:cNvPr id="14" name="TrackerNumBlue 164">
            <a:extLst>
              <a:ext uri="{FF2B5EF4-FFF2-40B4-BE49-F238E27FC236}">
                <a16:creationId xmlns:a16="http://schemas.microsoft.com/office/drawing/2014/main" id="{8715E7F8-2340-8D8A-8743-8C212B2E32FD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>
            <a:off x="121444" y="530336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172360810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5389C4-BE5F-8EED-E916-F893AA17FD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525C1DC8-C38D-1E82-69E6-361ECFEC664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197042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606" imgH="608" progId="TCLayout.ActiveDocument.1">
                  <p:embed/>
                </p:oleObj>
              </mc:Choice>
              <mc:Fallback>
                <p:oleObj name="think-cell Slide" r:id="rId18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525C1DC8-C38D-1E82-69E6-361ECFEC664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E0B579DE-867A-FCF4-87C5-40213C75CDD9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Bank’s strategy in commercial and SME banking consists of 6 initiatives and 3 enablers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8ED13AA0-EC8B-560A-072E-E61AF7B4C1D6}"/>
              </a:ext>
            </a:extLst>
          </p:cNvPr>
          <p:cNvSpPr>
            <a:spLocks/>
          </p:cNvSpPr>
          <p:nvPr/>
        </p:nvSpPr>
        <p:spPr>
          <a:xfrm>
            <a:off x="554734" y="1638299"/>
            <a:ext cx="1312166" cy="2002652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Transaction banking-led ecosystem platform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BD694D52-FE28-4692-4713-9E07AF1BD903}"/>
              </a:ext>
            </a:extLst>
          </p:cNvPr>
          <p:cNvSpPr>
            <a:spLocks/>
          </p:cNvSpPr>
          <p:nvPr/>
        </p:nvSpPr>
        <p:spPr>
          <a:xfrm>
            <a:off x="554734" y="3728783"/>
            <a:ext cx="1312166" cy="2039966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Optimize and selectively scale commercial and SME banking</a:t>
            </a:r>
          </a:p>
        </p:txBody>
      </p:sp>
      <p:cxnSp>
        <p:nvCxnSpPr>
          <p:cNvPr id="19" name="LineBasicDefault 299">
            <a:extLst>
              <a:ext uri="{FF2B5EF4-FFF2-40B4-BE49-F238E27FC236}">
                <a16:creationId xmlns:a16="http://schemas.microsoft.com/office/drawing/2014/main" id="{709DB43A-6C90-4F63-A345-5F43820DAC79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038" y="1575177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728500D9-F6FE-8952-A9D9-3A4D6639A2C8}"/>
              </a:ext>
            </a:extLst>
          </p:cNvPr>
          <p:cNvSpPr txBox="1"/>
          <p:nvPr/>
        </p:nvSpPr>
        <p:spPr>
          <a:xfrm>
            <a:off x="554039" y="1161649"/>
            <a:ext cx="1312862" cy="369332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Strategic programs</a:t>
            </a:r>
            <a:endParaRPr lang="en-US" sz="120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C7CFA47-E845-3A20-52FB-26132508B952}"/>
              </a:ext>
            </a:extLst>
          </p:cNvPr>
          <p:cNvSpPr txBox="1"/>
          <p:nvPr/>
        </p:nvSpPr>
        <p:spPr>
          <a:xfrm>
            <a:off x="1956402" y="1346315"/>
            <a:ext cx="2653697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Initiatives</a:t>
            </a:r>
            <a:endParaRPr lang="en-US" sz="120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3410711-60A1-5F93-2209-22D0A7051F60}"/>
              </a:ext>
            </a:extLst>
          </p:cNvPr>
          <p:cNvSpPr txBox="1"/>
          <p:nvPr/>
        </p:nvSpPr>
        <p:spPr>
          <a:xfrm>
            <a:off x="4769149" y="1346315"/>
            <a:ext cx="6698950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Scope</a:t>
            </a:r>
            <a:endParaRPr lang="en-US" sz="1200"/>
          </a:p>
        </p:txBody>
      </p:sp>
      <p:cxnSp>
        <p:nvCxnSpPr>
          <p:cNvPr id="25" name="LineBasicDefault 299">
            <a:extLst>
              <a:ext uri="{FF2B5EF4-FFF2-40B4-BE49-F238E27FC236}">
                <a16:creationId xmlns:a16="http://schemas.microsoft.com/office/drawing/2014/main" id="{189A62AA-EB2D-20B0-247F-1B5FBF4CAEB3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3685148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00A73BE3-22F6-82EB-43FD-162408EBFD60}"/>
              </a:ext>
            </a:extLst>
          </p:cNvPr>
          <p:cNvSpPr/>
          <p:nvPr/>
        </p:nvSpPr>
        <p:spPr>
          <a:xfrm>
            <a:off x="2152651" y="1638298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CIB counterparties acquisition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F3C8DF31-E8B7-857C-19BE-991E692B19CC}"/>
              </a:ext>
            </a:extLst>
          </p:cNvPr>
          <p:cNvSpPr/>
          <p:nvPr/>
        </p:nvSpPr>
        <p:spPr>
          <a:xfrm>
            <a:off x="2152651" y="2335127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Supply chain / trade products double-down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74330E45-4874-413B-2726-3E8BB485D72C}"/>
              </a:ext>
            </a:extLst>
          </p:cNvPr>
          <p:cNvSpPr/>
          <p:nvPr/>
        </p:nvSpPr>
        <p:spPr>
          <a:xfrm>
            <a:off x="2152651" y="3031954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E2E business partnership beyond banking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1A97575-FB40-98AD-8EA1-0A2A9504392F}"/>
              </a:ext>
            </a:extLst>
          </p:cNvPr>
          <p:cNvSpPr/>
          <p:nvPr/>
        </p:nvSpPr>
        <p:spPr>
          <a:xfrm>
            <a:off x="2152651" y="3728782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Commercial and micro reactivation program</a:t>
            </a:r>
          </a:p>
        </p:txBody>
      </p:sp>
      <p:cxnSp>
        <p:nvCxnSpPr>
          <p:cNvPr id="28" name="LineBasicDefault 299">
            <a:extLst>
              <a:ext uri="{FF2B5EF4-FFF2-40B4-BE49-F238E27FC236}">
                <a16:creationId xmlns:a16="http://schemas.microsoft.com/office/drawing/2014/main" id="{942FBA81-7C20-8BD5-E1A2-EA5D87363120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1956403" y="2974172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412E15F1-FE11-33E2-7F88-41F31E120A7C}"/>
              </a:ext>
            </a:extLst>
          </p:cNvPr>
          <p:cNvSpPr txBox="1"/>
          <p:nvPr/>
        </p:nvSpPr>
        <p:spPr>
          <a:xfrm>
            <a:off x="4773262" y="166491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existing payment data and additional insights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captured via the Transaction banking-led ecosystem platform supply chain module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to identify vendors and distributors of existing PBA CIB customers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and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target them with tailored onboarding bundles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59B61E4-52DE-6ADC-BF9D-FE991EE33C59}"/>
              </a:ext>
            </a:extLst>
          </p:cNvPr>
          <p:cNvSpPr txBox="1"/>
          <p:nvPr/>
        </p:nvSpPr>
        <p:spPr>
          <a:xfrm>
            <a:off x="4773262" y="246308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>
                <a:solidFill>
                  <a:schemeClr val="bg1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1">
                    <a:lumMod val="85000"/>
                  </a:schemeClr>
                </a:solidFill>
              </a:rPr>
              <a:t>existing cash flow data and additional insights </a:t>
            </a:r>
            <a:r>
              <a:rPr lang="en-US" sz="1200">
                <a:solidFill>
                  <a:schemeClr val="bg1">
                    <a:lumMod val="85000"/>
                  </a:schemeClr>
                </a:solidFill>
              </a:rPr>
              <a:t>captured via the Transaction banking-led ecosystem to identify </a:t>
            </a:r>
            <a:r>
              <a:rPr lang="en-US" sz="1200" b="1">
                <a:solidFill>
                  <a:schemeClr val="bg1">
                    <a:lumMod val="85000"/>
                  </a:schemeClr>
                </a:solidFill>
              </a:rPr>
              <a:t>customer needs and offer them trade related products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9346DF02-3920-F0C0-3F2F-32D386F60F07}"/>
              </a:ext>
            </a:extLst>
          </p:cNvPr>
          <p:cNvSpPr txBox="1"/>
          <p:nvPr/>
        </p:nvSpPr>
        <p:spPr>
          <a:xfrm>
            <a:off x="4773262" y="315683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Develop an </a:t>
            </a:r>
            <a:r>
              <a:rPr lang="en-US" sz="1200" b="1">
                <a:solidFill>
                  <a:schemeClr val="bg1">
                    <a:lumMod val="75000"/>
                  </a:schemeClr>
                </a:solidFill>
              </a:rPr>
              <a:t>ecosystem of value-added services</a:t>
            </a:r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, e.g. accounting, insurance etc., to support smaller customers, i.e. SMEs, with their beyond banking needs to generate additional income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39196AE-0A8F-264F-6259-1F11535676F2}"/>
              </a:ext>
            </a:extLst>
          </p:cNvPr>
          <p:cNvSpPr txBox="1"/>
          <p:nvPr/>
        </p:nvSpPr>
        <p:spPr>
          <a:xfrm>
            <a:off x="4773262" y="3850858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Double-down on commercial and micro SME segments with </a:t>
            </a:r>
            <a:r>
              <a:rPr lang="en-US" sz="1200" b="1">
                <a:solidFill>
                  <a:schemeClr val="bg1">
                    <a:lumMod val="75000"/>
                  </a:schemeClr>
                </a:solidFill>
              </a:rPr>
              <a:t>tailored re-activation and churn prevention journeys and product offerings</a:t>
            </a:r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 to grow active customer base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6279F7ED-82A6-E095-5E00-689618DA2930}"/>
              </a:ext>
            </a:extLst>
          </p:cNvPr>
          <p:cNvSpPr/>
          <p:nvPr/>
        </p:nvSpPr>
        <p:spPr>
          <a:xfrm>
            <a:off x="2152651" y="4440823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Credit process transformation</a:t>
            </a:r>
          </a:p>
        </p:txBody>
      </p:sp>
      <p:cxnSp>
        <p:nvCxnSpPr>
          <p:cNvPr id="14" name="LineBasicDefault 299">
            <a:extLst>
              <a:ext uri="{FF2B5EF4-FFF2-40B4-BE49-F238E27FC236}">
                <a16:creationId xmlns:a16="http://schemas.microsoft.com/office/drawing/2014/main" id="{D03C73F0-7B7B-C62D-732E-0ADA76DF1438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1956403" y="4386419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2D81C437-38C5-5DE7-A1FE-68CB36FBEFED}"/>
              </a:ext>
            </a:extLst>
          </p:cNvPr>
          <p:cNvSpPr/>
          <p:nvPr/>
        </p:nvSpPr>
        <p:spPr>
          <a:xfrm>
            <a:off x="2152651" y="5159190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Next-gen pricing and product bundling</a:t>
            </a:r>
          </a:p>
        </p:txBody>
      </p:sp>
      <p:cxnSp>
        <p:nvCxnSpPr>
          <p:cNvPr id="18" name="LineBasicDefault 299">
            <a:extLst>
              <a:ext uri="{FF2B5EF4-FFF2-40B4-BE49-F238E27FC236}">
                <a16:creationId xmlns:a16="http://schemas.microsoft.com/office/drawing/2014/main" id="{B2203F8C-5131-7C55-5861-6D902EEE8531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1956403" y="5104786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37D0BFA6-7177-98FE-E253-9D09FF291EB3}"/>
              </a:ext>
            </a:extLst>
          </p:cNvPr>
          <p:cNvSpPr txBox="1"/>
          <p:nvPr/>
        </p:nvSpPr>
        <p:spPr>
          <a:xfrm>
            <a:off x="4773262" y="444082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>
                <a:solidFill>
                  <a:schemeClr val="tx1"/>
                </a:solidFill>
              </a:rPr>
              <a:t>Revisit and transform</a:t>
            </a:r>
            <a:r>
              <a:rPr lang="en-US" sz="1200">
                <a:solidFill>
                  <a:schemeClr val="tx1"/>
                </a:solidFill>
              </a:rPr>
              <a:t> credit process </a:t>
            </a:r>
            <a:r>
              <a:rPr lang="en-US" sz="1200" b="1">
                <a:solidFill>
                  <a:schemeClr val="tx1"/>
                </a:solidFill>
              </a:rPr>
              <a:t>leveraging Agentic AI </a:t>
            </a:r>
            <a:r>
              <a:rPr lang="en-US" sz="1200">
                <a:solidFill>
                  <a:schemeClr val="tx1"/>
                </a:solidFill>
              </a:rPr>
              <a:t>to </a:t>
            </a:r>
            <a:r>
              <a:rPr lang="en-US" sz="1200" b="1">
                <a:solidFill>
                  <a:schemeClr val="tx1"/>
                </a:solidFill>
              </a:rPr>
              <a:t>1. increase efficiency </a:t>
            </a:r>
            <a:r>
              <a:rPr lang="en-US" sz="1200">
                <a:solidFill>
                  <a:schemeClr val="tx1"/>
                </a:solidFill>
              </a:rPr>
              <a:t>through the deployment of specific AI agents and </a:t>
            </a:r>
            <a:r>
              <a:rPr lang="en-US" sz="1200" b="1">
                <a:solidFill>
                  <a:schemeClr val="tx1"/>
                </a:solidFill>
              </a:rPr>
              <a:t>2. differentiate the process </a:t>
            </a:r>
            <a:r>
              <a:rPr lang="en-US" sz="1200">
                <a:solidFill>
                  <a:schemeClr val="tx1"/>
                </a:solidFill>
              </a:rPr>
              <a:t>based on the specific needs of each segment</a:t>
            </a:r>
            <a:endParaRPr lang="en-US" sz="1200" b="1">
              <a:solidFill>
                <a:schemeClr val="tx1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07844F9-8ACA-2278-DF6C-CCC14FBD8321}"/>
              </a:ext>
            </a:extLst>
          </p:cNvPr>
          <p:cNvSpPr txBox="1"/>
          <p:nvPr/>
        </p:nvSpPr>
        <p:spPr>
          <a:xfrm>
            <a:off x="4773262" y="5187230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Optimize and personalize pricing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 by incorporating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all-in sensitivity and relationship-based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pricing principles. Define a clear approach for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product bundling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, leveraging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actual customer data, AA, and AI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to deepen relationships</a:t>
            </a:r>
          </a:p>
        </p:txBody>
      </p:sp>
      <p:cxnSp>
        <p:nvCxnSpPr>
          <p:cNvPr id="51" name="LineBasicDefault 299">
            <a:extLst>
              <a:ext uri="{FF2B5EF4-FFF2-40B4-BE49-F238E27FC236}">
                <a16:creationId xmlns:a16="http://schemas.microsoft.com/office/drawing/2014/main" id="{58D4B247-EFBC-8BA0-CF7C-53D2C49AF078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1956403" y="2288568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C4E78119-B05B-CCB0-C2B3-5B1191618427}"/>
              </a:ext>
            </a:extLst>
          </p:cNvPr>
          <p:cNvSpPr/>
          <p:nvPr/>
        </p:nvSpPr>
        <p:spPr>
          <a:xfrm>
            <a:off x="554734" y="5880165"/>
            <a:ext cx="10913365" cy="54647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>
              <a:solidFill>
                <a:schemeClr val="bg1"/>
              </a:solidFill>
            </a:endParaRPr>
          </a:p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715DD257-2906-EEA9-0DF0-DBE52E3EBDEC}"/>
              </a:ext>
            </a:extLst>
          </p:cNvPr>
          <p:cNvGrpSpPr/>
          <p:nvPr/>
        </p:nvGrpSpPr>
        <p:grpSpPr>
          <a:xfrm>
            <a:off x="2477179" y="5984000"/>
            <a:ext cx="8907920" cy="373252"/>
            <a:chOff x="2477178" y="5984000"/>
            <a:chExt cx="8990921" cy="373252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F6970915-BC26-9FAE-6921-5384BE0BF9D8}"/>
                </a:ext>
              </a:extLst>
            </p:cNvPr>
            <p:cNvSpPr/>
            <p:nvPr/>
          </p:nvSpPr>
          <p:spPr>
            <a:xfrm>
              <a:off x="247717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Best-in-class CX</a:t>
              </a:r>
            </a:p>
          </p:txBody>
        </p:sp>
        <p:sp>
          <p:nvSpPr>
            <p:cNvPr id="57" name="Rectangle: Rounded Corners 56">
              <a:extLst>
                <a:ext uri="{FF2B5EF4-FFF2-40B4-BE49-F238E27FC236}">
                  <a16:creationId xmlns:a16="http://schemas.microsoft.com/office/drawing/2014/main" id="{D80ECA1A-0F30-2160-DCCE-8D0E74244502}"/>
                </a:ext>
              </a:extLst>
            </p:cNvPr>
            <p:cNvSpPr/>
            <p:nvPr/>
          </p:nvSpPr>
          <p:spPr>
            <a:xfrm>
              <a:off x="553644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Fit for future tech &amp; AI</a:t>
              </a:r>
            </a:p>
          </p:txBody>
        </p:sp>
        <p:sp>
          <p:nvSpPr>
            <p:cNvPr id="58" name="Rectangle: Rounded Corners 57">
              <a:extLst>
                <a:ext uri="{FF2B5EF4-FFF2-40B4-BE49-F238E27FC236}">
                  <a16:creationId xmlns:a16="http://schemas.microsoft.com/office/drawing/2014/main" id="{E415B8EF-0D72-8910-9963-58A9C0DEE145}"/>
                </a:ext>
              </a:extLst>
            </p:cNvPr>
            <p:cNvSpPr/>
            <p:nvPr/>
          </p:nvSpPr>
          <p:spPr>
            <a:xfrm>
              <a:off x="8595716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Robust risk management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1C214F7E-7781-C437-5141-1C35211FD2CA}"/>
              </a:ext>
            </a:extLst>
          </p:cNvPr>
          <p:cNvSpPr txBox="1"/>
          <p:nvPr/>
        </p:nvSpPr>
        <p:spPr>
          <a:xfrm>
            <a:off x="806902" y="5984000"/>
            <a:ext cx="1501113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i="1">
                <a:solidFill>
                  <a:schemeClr val="bg1">
                    <a:lumMod val="65000"/>
                  </a:schemeClr>
                </a:solidFill>
              </a:rPr>
              <a:t>Change to support growth</a:t>
            </a:r>
          </a:p>
        </p:txBody>
      </p:sp>
      <p:cxnSp>
        <p:nvCxnSpPr>
          <p:cNvPr id="60" name="LineBasicDefault 299">
            <a:extLst>
              <a:ext uri="{FF2B5EF4-FFF2-40B4-BE49-F238E27FC236}">
                <a16:creationId xmlns:a16="http://schemas.microsoft.com/office/drawing/2014/main" id="{C798C832-CF35-D4B6-B305-CAF89D264C57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554038" y="5823673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rackerNumBlue 42">
            <a:extLst>
              <a:ext uri="{FF2B5EF4-FFF2-40B4-BE49-F238E27FC236}">
                <a16:creationId xmlns:a16="http://schemas.microsoft.com/office/drawing/2014/main" id="{632ABADB-E276-A386-15D7-2F765E2EF2AC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1956401" y="1819047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44" name="TrackerNumBlue 42">
            <a:extLst>
              <a:ext uri="{FF2B5EF4-FFF2-40B4-BE49-F238E27FC236}">
                <a16:creationId xmlns:a16="http://schemas.microsoft.com/office/drawing/2014/main" id="{445C8D67-49E4-4D28-8E1A-9A78EBC26D2D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956401" y="2506488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45" name="TrackerNumBlue 42">
            <a:extLst>
              <a:ext uri="{FF2B5EF4-FFF2-40B4-BE49-F238E27FC236}">
                <a16:creationId xmlns:a16="http://schemas.microsoft.com/office/drawing/2014/main" id="{D93A1AC0-707D-90FA-98F4-08E87D2BB2B5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1956401" y="32253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46" name="TrackerNumBlue 42">
            <a:extLst>
              <a:ext uri="{FF2B5EF4-FFF2-40B4-BE49-F238E27FC236}">
                <a16:creationId xmlns:a16="http://schemas.microsoft.com/office/drawing/2014/main" id="{2995CB63-5646-7A9B-4F18-30136CC7B3CC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1956401" y="3915492"/>
            <a:ext cx="279340" cy="279340"/>
          </a:xfrm>
          <a:prstGeom prst="ellipse">
            <a:avLst/>
          </a:prstGeom>
          <a:solidFill>
            <a:srgbClr val="7F7F7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15" name="TrackerNumBlue 42">
            <a:extLst>
              <a:ext uri="{FF2B5EF4-FFF2-40B4-BE49-F238E27FC236}">
                <a16:creationId xmlns:a16="http://schemas.microsoft.com/office/drawing/2014/main" id="{E2E50508-0D59-189D-2C1D-4D65E8A655A7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1956401" y="4597259"/>
            <a:ext cx="279340" cy="279340"/>
          </a:xfrm>
          <a:prstGeom prst="ellipse">
            <a:avLst/>
          </a:prstGeom>
          <a:solidFill>
            <a:schemeClr val="accent2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20" name="TrackerNumBlue 42">
            <a:extLst>
              <a:ext uri="{FF2B5EF4-FFF2-40B4-BE49-F238E27FC236}">
                <a16:creationId xmlns:a16="http://schemas.microsoft.com/office/drawing/2014/main" id="{C541EA91-FF87-3D2C-6052-8CE2A4AFE7C0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1956401" y="53329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335919996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669055-9DA7-D92B-AD80-D6F431E303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1817A779-6230-2F58-9B1E-0A4607C0FA09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94584895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5" imgW="606" imgH="608" progId="TCLayout.ActiveDocument.1">
                  <p:embed/>
                </p:oleObj>
              </mc:Choice>
              <mc:Fallback>
                <p:oleObj name="think-cell Slide" r:id="rId25" imgW="606" imgH="608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817A779-6230-2F58-9B1E-0A4607C0FA0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8" name="Arrow: Pentagon 157">
            <a:extLst>
              <a:ext uri="{FF2B5EF4-FFF2-40B4-BE49-F238E27FC236}">
                <a16:creationId xmlns:a16="http://schemas.microsoft.com/office/drawing/2014/main" id="{2A2D8A93-0249-EAF7-057E-637688CABCBD}"/>
              </a:ext>
            </a:extLst>
          </p:cNvPr>
          <p:cNvSpPr>
            <a:spLocks/>
          </p:cNvSpPr>
          <p:nvPr/>
        </p:nvSpPr>
        <p:spPr>
          <a:xfrm>
            <a:off x="554734" y="4629129"/>
            <a:ext cx="11082528" cy="1631971"/>
          </a:xfrm>
          <a:prstGeom prst="homePlate">
            <a:avLst>
              <a:gd name="adj" fmla="val 12245"/>
            </a:avLst>
          </a:prstGeom>
          <a:solidFill>
            <a:schemeClr val="tx2">
              <a:lumMod val="10000"/>
              <a:lumOff val="90000"/>
            </a:schemeClr>
          </a:solidFill>
          <a:ln w="28575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NZ" sz="800" err="1">
              <a:solidFill>
                <a:srgbClr val="051C2C"/>
              </a:solidFill>
            </a:endParaRPr>
          </a:p>
        </p:txBody>
      </p:sp>
      <p:sp>
        <p:nvSpPr>
          <p:cNvPr id="1028" name="Arrow: Pentagon 1027">
            <a:extLst>
              <a:ext uri="{FF2B5EF4-FFF2-40B4-BE49-F238E27FC236}">
                <a16:creationId xmlns:a16="http://schemas.microsoft.com/office/drawing/2014/main" id="{8F290C2F-80B0-CDB8-FD2A-67A5B7CE08E6}"/>
              </a:ext>
            </a:extLst>
          </p:cNvPr>
          <p:cNvSpPr>
            <a:spLocks/>
          </p:cNvSpPr>
          <p:nvPr/>
        </p:nvSpPr>
        <p:spPr>
          <a:xfrm>
            <a:off x="554734" y="3420522"/>
            <a:ext cx="11082528" cy="1072373"/>
          </a:xfrm>
          <a:prstGeom prst="homePlate">
            <a:avLst>
              <a:gd name="adj" fmla="val 18199"/>
            </a:avLst>
          </a:prstGeom>
          <a:solidFill>
            <a:schemeClr val="tx2">
              <a:lumMod val="10000"/>
              <a:lumOff val="90000"/>
            </a:schemeClr>
          </a:solidFill>
          <a:ln w="28575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NZ" sz="800" b="0" i="0" u="none" strike="noStrike" kern="1200" cap="none" spc="0" normalizeH="0" baseline="0" noProof="0" err="1">
              <a:ln>
                <a:noFill/>
              </a:ln>
              <a:solidFill>
                <a:srgbClr val="051C2C"/>
              </a:solidFill>
              <a:effectLst/>
              <a:uLnTx/>
              <a:uFillTx/>
            </a:endParaRPr>
          </a:p>
        </p:txBody>
      </p:sp>
      <p:sp>
        <p:nvSpPr>
          <p:cNvPr id="1437" name="TextBox 1436">
            <a:extLst>
              <a:ext uri="{FF2B5EF4-FFF2-40B4-BE49-F238E27FC236}">
                <a16:creationId xmlns:a16="http://schemas.microsoft.com/office/drawing/2014/main" id="{8367A902-7D59-D03D-6F7D-A2CB6790C5AE}"/>
              </a:ext>
            </a:extLst>
          </p:cNvPr>
          <p:cNvSpPr txBox="1">
            <a:spLocks/>
          </p:cNvSpPr>
          <p:nvPr/>
        </p:nvSpPr>
        <p:spPr>
          <a:xfrm>
            <a:off x="6199460" y="2859962"/>
            <a:ext cx="1662516" cy="369332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 b="1"/>
              <a:t>RM </a:t>
            </a:r>
            <a:r>
              <a:rPr lang="en-US" sz="800"/>
              <a:t>analyses and </a:t>
            </a:r>
            <a:r>
              <a:rPr lang="en-US" sz="800" b="1"/>
              <a:t>interprets GenAI </a:t>
            </a:r>
            <a:r>
              <a:rPr lang="en-US" sz="800"/>
              <a:t>generated documentation </a:t>
            </a:r>
            <a:r>
              <a:rPr lang="en-US" sz="800" b="1"/>
              <a:t>for credit approval process</a:t>
            </a:r>
            <a:endParaRPr lang="en-NZ" sz="800" b="1"/>
          </a:p>
        </p:txBody>
      </p:sp>
      <p:sp>
        <p:nvSpPr>
          <p:cNvPr id="1443" name="TextBox 1442">
            <a:extLst>
              <a:ext uri="{FF2B5EF4-FFF2-40B4-BE49-F238E27FC236}">
                <a16:creationId xmlns:a16="http://schemas.microsoft.com/office/drawing/2014/main" id="{18A9857F-D13B-504D-DCE4-555D33DF7EE0}"/>
              </a:ext>
            </a:extLst>
          </p:cNvPr>
          <p:cNvSpPr txBox="1">
            <a:spLocks/>
          </p:cNvSpPr>
          <p:nvPr/>
        </p:nvSpPr>
        <p:spPr>
          <a:xfrm>
            <a:off x="2534918" y="2859962"/>
            <a:ext cx="1662516" cy="369332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 b="1"/>
              <a:t>RM </a:t>
            </a:r>
            <a:r>
              <a:rPr lang="en-US" sz="800"/>
              <a:t>evaluates offering/ pricing generated </a:t>
            </a:r>
            <a:r>
              <a:rPr lang="en-US" sz="800" b="1"/>
              <a:t>by GenAI agents </a:t>
            </a:r>
            <a:r>
              <a:rPr lang="en-US" sz="800"/>
              <a:t>and supports the client in the process</a:t>
            </a:r>
            <a:endParaRPr lang="en-NZ" sz="800"/>
          </a:p>
        </p:txBody>
      </p:sp>
      <p:sp>
        <p:nvSpPr>
          <p:cNvPr id="1468" name="TextBox 1467">
            <a:extLst>
              <a:ext uri="{FF2B5EF4-FFF2-40B4-BE49-F238E27FC236}">
                <a16:creationId xmlns:a16="http://schemas.microsoft.com/office/drawing/2014/main" id="{6015266C-AE27-42D1-70FD-BE0781D3D896}"/>
              </a:ext>
            </a:extLst>
          </p:cNvPr>
          <p:cNvSpPr txBox="1">
            <a:spLocks/>
          </p:cNvSpPr>
          <p:nvPr/>
        </p:nvSpPr>
        <p:spPr>
          <a:xfrm>
            <a:off x="554734" y="2859962"/>
            <a:ext cx="1763537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 b="1"/>
              <a:t>Client</a:t>
            </a:r>
            <a:r>
              <a:rPr lang="en-US" sz="800"/>
              <a:t> navigates </a:t>
            </a:r>
            <a:r>
              <a:rPr lang="en-US" sz="800" b="1"/>
              <a:t>multiple channels </a:t>
            </a:r>
            <a:r>
              <a:rPr lang="en-US" sz="800"/>
              <a:t>to fill out application, with </a:t>
            </a:r>
            <a:r>
              <a:rPr lang="en-US" sz="800" b="1"/>
              <a:t>personalized interactions &amp; product offering</a:t>
            </a:r>
            <a:endParaRPr lang="en-NZ" sz="800" b="1"/>
          </a:p>
        </p:txBody>
      </p:sp>
      <p:sp>
        <p:nvSpPr>
          <p:cNvPr id="1473" name="TextBox 1472">
            <a:extLst>
              <a:ext uri="{FF2B5EF4-FFF2-40B4-BE49-F238E27FC236}">
                <a16:creationId xmlns:a16="http://schemas.microsoft.com/office/drawing/2014/main" id="{81E74B5A-5831-34D4-4919-A18C405C68D2}"/>
              </a:ext>
            </a:extLst>
          </p:cNvPr>
          <p:cNvSpPr txBox="1"/>
          <p:nvPr/>
        </p:nvSpPr>
        <p:spPr>
          <a:xfrm>
            <a:off x="8716014" y="2859962"/>
            <a:ext cx="2126221" cy="369332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/>
              <a:t>RM is </a:t>
            </a:r>
            <a:r>
              <a:rPr lang="en-US" sz="800" b="1"/>
              <a:t>alerted </a:t>
            </a:r>
            <a:r>
              <a:rPr lang="en-US" sz="800"/>
              <a:t>by </a:t>
            </a:r>
            <a:r>
              <a:rPr lang="en-US" sz="800" b="1"/>
              <a:t>EWS </a:t>
            </a:r>
            <a:r>
              <a:rPr lang="en-US" sz="800"/>
              <a:t>and analyses </a:t>
            </a:r>
            <a:r>
              <a:rPr lang="en-US" sz="800" b="1"/>
              <a:t>NPL management strategies </a:t>
            </a:r>
            <a:r>
              <a:rPr lang="en-US" sz="800"/>
              <a:t>recommended </a:t>
            </a:r>
            <a:r>
              <a:rPr lang="en-US" sz="800" b="1"/>
              <a:t>by AA/ML models</a:t>
            </a:r>
            <a:endParaRPr lang="en-NZ" sz="800" b="1"/>
          </a:p>
        </p:txBody>
      </p:sp>
      <p:sp>
        <p:nvSpPr>
          <p:cNvPr id="1477" name="TextBox 1476">
            <a:extLst>
              <a:ext uri="{FF2B5EF4-FFF2-40B4-BE49-F238E27FC236}">
                <a16:creationId xmlns:a16="http://schemas.microsoft.com/office/drawing/2014/main" id="{9D7D7C00-792F-0359-C79A-9F8695D2ADAA}"/>
              </a:ext>
            </a:extLst>
          </p:cNvPr>
          <p:cNvSpPr txBox="1">
            <a:spLocks/>
          </p:cNvSpPr>
          <p:nvPr/>
        </p:nvSpPr>
        <p:spPr>
          <a:xfrm>
            <a:off x="4367189" y="2859962"/>
            <a:ext cx="1662516" cy="246221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 b="1"/>
              <a:t>2</a:t>
            </a:r>
            <a:r>
              <a:rPr lang="en-US" sz="800" b="1" baseline="30000"/>
              <a:t>nd</a:t>
            </a:r>
            <a:r>
              <a:rPr lang="en-US" sz="800" b="1"/>
              <a:t> line </a:t>
            </a:r>
            <a:r>
              <a:rPr lang="en-US" sz="800"/>
              <a:t>risk officer </a:t>
            </a:r>
            <a:r>
              <a:rPr lang="en-US" sz="800" b="1"/>
              <a:t>verifies </a:t>
            </a:r>
            <a:r>
              <a:rPr lang="en-US" sz="800"/>
              <a:t>GenAI generated </a:t>
            </a:r>
            <a:r>
              <a:rPr lang="en-US" sz="800" b="1"/>
              <a:t>assessment </a:t>
            </a:r>
            <a:endParaRPr lang="en-NZ" sz="800" b="1"/>
          </a:p>
        </p:txBody>
      </p:sp>
      <p:sp>
        <p:nvSpPr>
          <p:cNvPr id="1448" name="TextBox 1447">
            <a:extLst>
              <a:ext uri="{FF2B5EF4-FFF2-40B4-BE49-F238E27FC236}">
                <a16:creationId xmlns:a16="http://schemas.microsoft.com/office/drawing/2014/main" id="{574601B0-BAEC-9D58-F248-9140A4FE5D9E}"/>
              </a:ext>
            </a:extLst>
          </p:cNvPr>
          <p:cNvSpPr txBox="1"/>
          <p:nvPr/>
        </p:nvSpPr>
        <p:spPr>
          <a:xfrm>
            <a:off x="4464266" y="5700536"/>
            <a:ext cx="1579709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/>
              <a:t>Different GenAI agents generate </a:t>
            </a:r>
            <a:r>
              <a:rPr lang="en-US" sz="800" b="1"/>
              <a:t>credit analysis </a:t>
            </a:r>
            <a:r>
              <a:rPr lang="en-US" sz="800"/>
              <a:t>(e.g., financial risk, sector, climate risk assessment)</a:t>
            </a:r>
            <a:endParaRPr lang="en-NZ" sz="800"/>
          </a:p>
        </p:txBody>
      </p:sp>
      <p:sp>
        <p:nvSpPr>
          <p:cNvPr id="1453" name="TextBox 1452">
            <a:extLst>
              <a:ext uri="{FF2B5EF4-FFF2-40B4-BE49-F238E27FC236}">
                <a16:creationId xmlns:a16="http://schemas.microsoft.com/office/drawing/2014/main" id="{7F1E2964-9AF4-B952-BBA8-8557743BA3E3}"/>
              </a:ext>
            </a:extLst>
          </p:cNvPr>
          <p:cNvSpPr txBox="1">
            <a:spLocks/>
          </p:cNvSpPr>
          <p:nvPr/>
        </p:nvSpPr>
        <p:spPr>
          <a:xfrm>
            <a:off x="2645082" y="5263170"/>
            <a:ext cx="713614" cy="369332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NZ" sz="800" b="1"/>
              <a:t>Policy advisory virtual expert</a:t>
            </a:r>
          </a:p>
        </p:txBody>
      </p:sp>
      <p:sp>
        <p:nvSpPr>
          <p:cNvPr id="1455" name="TextBox 1454">
            <a:extLst>
              <a:ext uri="{FF2B5EF4-FFF2-40B4-BE49-F238E27FC236}">
                <a16:creationId xmlns:a16="http://schemas.microsoft.com/office/drawing/2014/main" id="{D48BDF56-8AE8-EB30-75A6-2ABD940C207D}"/>
              </a:ext>
            </a:extLst>
          </p:cNvPr>
          <p:cNvSpPr txBox="1">
            <a:spLocks/>
          </p:cNvSpPr>
          <p:nvPr/>
        </p:nvSpPr>
        <p:spPr>
          <a:xfrm>
            <a:off x="3456685" y="5263170"/>
            <a:ext cx="713614" cy="369332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NZ" sz="800" b="1"/>
              <a:t>Product selection virtual expert</a:t>
            </a:r>
          </a:p>
        </p:txBody>
      </p:sp>
      <p:sp>
        <p:nvSpPr>
          <p:cNvPr id="1457" name="TextBox 1456">
            <a:extLst>
              <a:ext uri="{FF2B5EF4-FFF2-40B4-BE49-F238E27FC236}">
                <a16:creationId xmlns:a16="http://schemas.microsoft.com/office/drawing/2014/main" id="{0F6A1D81-30DB-A848-E7CF-828208892041}"/>
              </a:ext>
            </a:extLst>
          </p:cNvPr>
          <p:cNvSpPr txBox="1">
            <a:spLocks/>
          </p:cNvSpPr>
          <p:nvPr/>
        </p:nvSpPr>
        <p:spPr>
          <a:xfrm>
            <a:off x="7345523" y="5263170"/>
            <a:ext cx="713614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/>
              <a:t>The </a:t>
            </a:r>
            <a:r>
              <a:rPr lang="en-US" sz="800" b="1"/>
              <a:t>contract </a:t>
            </a:r>
            <a:r>
              <a:rPr lang="en-US" sz="800"/>
              <a:t>is </a:t>
            </a:r>
            <a:r>
              <a:rPr lang="en-US" sz="800" b="1"/>
              <a:t>drafted </a:t>
            </a:r>
            <a:r>
              <a:rPr lang="en-US" sz="800"/>
              <a:t>by the </a:t>
            </a:r>
            <a:r>
              <a:rPr lang="en-US" sz="800" b="1"/>
              <a:t>GenAI agent</a:t>
            </a:r>
            <a:endParaRPr lang="en-NZ" sz="800" b="1"/>
          </a:p>
        </p:txBody>
      </p:sp>
      <p:sp>
        <p:nvSpPr>
          <p:cNvPr id="1460" name="TextBox 1459">
            <a:extLst>
              <a:ext uri="{FF2B5EF4-FFF2-40B4-BE49-F238E27FC236}">
                <a16:creationId xmlns:a16="http://schemas.microsoft.com/office/drawing/2014/main" id="{E2925B6A-6CB1-4A06-8839-E296B9072150}"/>
              </a:ext>
            </a:extLst>
          </p:cNvPr>
          <p:cNvSpPr txBox="1">
            <a:spLocks/>
          </p:cNvSpPr>
          <p:nvPr/>
        </p:nvSpPr>
        <p:spPr>
          <a:xfrm>
            <a:off x="8353107" y="5263170"/>
            <a:ext cx="713614" cy="61555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NZ" sz="800"/>
              <a:t>GenAI agent produces </a:t>
            </a:r>
            <a:r>
              <a:rPr lang="en-NZ" sz="800" b="1"/>
              <a:t>next product </a:t>
            </a:r>
            <a:r>
              <a:rPr lang="en-NZ" sz="800" b="1" err="1"/>
              <a:t>recomm-endation</a:t>
            </a:r>
            <a:endParaRPr lang="en-NZ" sz="800" b="1"/>
          </a:p>
        </p:txBody>
      </p:sp>
      <p:sp>
        <p:nvSpPr>
          <p:cNvPr id="1462" name="TextBox 1461">
            <a:extLst>
              <a:ext uri="{FF2B5EF4-FFF2-40B4-BE49-F238E27FC236}">
                <a16:creationId xmlns:a16="http://schemas.microsoft.com/office/drawing/2014/main" id="{0B461069-6195-A034-F840-9448BA971728}"/>
              </a:ext>
            </a:extLst>
          </p:cNvPr>
          <p:cNvSpPr txBox="1">
            <a:spLocks/>
          </p:cNvSpPr>
          <p:nvPr/>
        </p:nvSpPr>
        <p:spPr>
          <a:xfrm>
            <a:off x="2645082" y="5766254"/>
            <a:ext cx="1525217" cy="246221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/>
              <a:t>Agents provide </a:t>
            </a:r>
            <a:r>
              <a:rPr lang="en-US" sz="800" b="1"/>
              <a:t>ad-hoc analysis </a:t>
            </a:r>
            <a:r>
              <a:rPr lang="en-US" sz="800"/>
              <a:t>in support to the RM</a:t>
            </a:r>
            <a:endParaRPr lang="en-NZ" sz="800"/>
          </a:p>
        </p:txBody>
      </p:sp>
      <p:sp>
        <p:nvSpPr>
          <p:cNvPr id="1466" name="TextBox 1465">
            <a:extLst>
              <a:ext uri="{FF2B5EF4-FFF2-40B4-BE49-F238E27FC236}">
                <a16:creationId xmlns:a16="http://schemas.microsoft.com/office/drawing/2014/main" id="{09D4EAAA-027D-D522-2497-39F6B6498252}"/>
              </a:ext>
            </a:extLst>
          </p:cNvPr>
          <p:cNvSpPr txBox="1">
            <a:spLocks/>
          </p:cNvSpPr>
          <p:nvPr/>
        </p:nvSpPr>
        <p:spPr>
          <a:xfrm>
            <a:off x="6337942" y="5263170"/>
            <a:ext cx="713614" cy="73866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/>
              <a:t>GenAI agent </a:t>
            </a:r>
            <a:r>
              <a:rPr lang="en-US" sz="800" b="1"/>
              <a:t>fact- checks </a:t>
            </a:r>
            <a:r>
              <a:rPr lang="en-US" sz="800"/>
              <a:t>the final output and </a:t>
            </a:r>
            <a:r>
              <a:rPr lang="en-US" sz="800" b="1"/>
              <a:t>reports back </a:t>
            </a:r>
            <a:r>
              <a:rPr lang="en-US" sz="800"/>
              <a:t>for update</a:t>
            </a:r>
            <a:endParaRPr lang="en-NZ" sz="800"/>
          </a:p>
        </p:txBody>
      </p:sp>
      <p:sp>
        <p:nvSpPr>
          <p:cNvPr id="1450" name="TextBox 1449">
            <a:extLst>
              <a:ext uri="{FF2B5EF4-FFF2-40B4-BE49-F238E27FC236}">
                <a16:creationId xmlns:a16="http://schemas.microsoft.com/office/drawing/2014/main" id="{FB25E3B8-CB71-F46E-3122-DF8D79CC4F5A}"/>
              </a:ext>
            </a:extLst>
          </p:cNvPr>
          <p:cNvSpPr txBox="1">
            <a:spLocks/>
          </p:cNvSpPr>
          <p:nvPr/>
        </p:nvSpPr>
        <p:spPr>
          <a:xfrm>
            <a:off x="629920" y="5263170"/>
            <a:ext cx="713614" cy="73866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/>
              <a:t>GenAI agent</a:t>
            </a:r>
            <a:r>
              <a:rPr lang="en-US" sz="800" b="1"/>
              <a:t> drafts outreach </a:t>
            </a:r>
            <a:r>
              <a:rPr lang="en-US" sz="800"/>
              <a:t>(e.g., e-mail) tailored to client profile</a:t>
            </a:r>
            <a:endParaRPr lang="en-NZ" sz="800"/>
          </a:p>
        </p:txBody>
      </p:sp>
      <p:sp>
        <p:nvSpPr>
          <p:cNvPr id="1471" name="TextBox 1470">
            <a:extLst>
              <a:ext uri="{FF2B5EF4-FFF2-40B4-BE49-F238E27FC236}">
                <a16:creationId xmlns:a16="http://schemas.microsoft.com/office/drawing/2014/main" id="{775C31A7-0461-6C8A-27BE-87271333DFB8}"/>
              </a:ext>
            </a:extLst>
          </p:cNvPr>
          <p:cNvSpPr txBox="1">
            <a:spLocks/>
          </p:cNvSpPr>
          <p:nvPr/>
        </p:nvSpPr>
        <p:spPr>
          <a:xfrm>
            <a:off x="1637501" y="5263170"/>
            <a:ext cx="713614" cy="73866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/>
              <a:t>GenAI agent</a:t>
            </a:r>
            <a:r>
              <a:rPr lang="en-US" sz="800" b="1"/>
              <a:t> </a:t>
            </a:r>
            <a:r>
              <a:rPr lang="en-US" sz="800"/>
              <a:t>performs </a:t>
            </a:r>
            <a:r>
              <a:rPr lang="en-US" sz="800" b="1"/>
              <a:t>KYC analysis </a:t>
            </a:r>
            <a:r>
              <a:rPr lang="en-US" sz="800"/>
              <a:t>(e.g., beneficiary ownership identification)</a:t>
            </a:r>
            <a:endParaRPr lang="en-NZ" sz="800"/>
          </a:p>
        </p:txBody>
      </p:sp>
      <p:sp>
        <p:nvSpPr>
          <p:cNvPr id="1464" name="TextBox 1463">
            <a:extLst>
              <a:ext uri="{FF2B5EF4-FFF2-40B4-BE49-F238E27FC236}">
                <a16:creationId xmlns:a16="http://schemas.microsoft.com/office/drawing/2014/main" id="{7ADE1FB4-743A-32C7-ED48-8C0268C4F900}"/>
              </a:ext>
            </a:extLst>
          </p:cNvPr>
          <p:cNvSpPr txBox="1">
            <a:spLocks/>
          </p:cNvSpPr>
          <p:nvPr/>
        </p:nvSpPr>
        <p:spPr>
          <a:xfrm>
            <a:off x="10795000" y="5060394"/>
            <a:ext cx="671370" cy="769441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000" b="1"/>
              <a:t>Front to Back </a:t>
            </a:r>
            <a:br>
              <a:rPr lang="en-US" sz="1000" b="1"/>
            </a:br>
            <a:r>
              <a:rPr lang="en-US" sz="1000" b="1"/>
              <a:t>GenAI agents platform</a:t>
            </a:r>
            <a:endParaRPr lang="en-NZ" sz="1000" b="1"/>
          </a:p>
        </p:txBody>
      </p:sp>
      <p:sp>
        <p:nvSpPr>
          <p:cNvPr id="1475" name="TextBox 1474">
            <a:extLst>
              <a:ext uri="{FF2B5EF4-FFF2-40B4-BE49-F238E27FC236}">
                <a16:creationId xmlns:a16="http://schemas.microsoft.com/office/drawing/2014/main" id="{07919B39-0C1C-9C02-0A12-2BB8894364D7}"/>
              </a:ext>
            </a:extLst>
          </p:cNvPr>
          <p:cNvSpPr txBox="1">
            <a:spLocks/>
          </p:cNvSpPr>
          <p:nvPr/>
        </p:nvSpPr>
        <p:spPr>
          <a:xfrm>
            <a:off x="10795000" y="3609218"/>
            <a:ext cx="671370" cy="615553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000" b="1"/>
              <a:t>Front to Back </a:t>
            </a:r>
            <a:br>
              <a:rPr lang="en-US" sz="1000" b="1"/>
            </a:br>
            <a:r>
              <a:rPr lang="en-US" sz="1000" b="1"/>
              <a:t>Tech platform</a:t>
            </a:r>
            <a:endParaRPr lang="en-NZ" sz="1000" b="1"/>
          </a:p>
        </p:txBody>
      </p:sp>
      <p:sp>
        <p:nvSpPr>
          <p:cNvPr id="2" name="2. Slide Title">
            <a:extLst>
              <a:ext uri="{FF2B5EF4-FFF2-40B4-BE49-F238E27FC236}">
                <a16:creationId xmlns:a16="http://schemas.microsoft.com/office/drawing/2014/main" id="{54046F8C-99BC-EEAB-F3EF-4DB6E1937B9C}"/>
              </a:ext>
            </a:extLst>
          </p:cNvPr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1129060" y="165068"/>
            <a:ext cx="10508202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>
            <a:noAutofit/>
          </a:bodyPr>
          <a:lstStyle/>
          <a:p>
            <a:r>
              <a:rPr lang="en-US" spc="-10"/>
              <a:t>The future target corporate credit process is enabled and streamlined by Agentic AI</a:t>
            </a:r>
            <a:endParaRPr lang="en-NZ" spc="-10"/>
          </a:p>
        </p:txBody>
      </p: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4AF86C56-7459-EC11-6624-3FBC50BAE6A3}"/>
              </a:ext>
            </a:extLst>
          </p:cNvPr>
          <p:cNvGrpSpPr/>
          <p:nvPr>
            <p:custDataLst>
              <p:tags r:id="rId4"/>
            </p:custDataLst>
          </p:nvPr>
        </p:nvGrpSpPr>
        <p:grpSpPr>
          <a:xfrm>
            <a:off x="554736" y="1384300"/>
            <a:ext cx="1902714" cy="534360"/>
            <a:chOff x="554736" y="1495479"/>
            <a:chExt cx="1902714" cy="534360"/>
          </a:xfrm>
          <a:solidFill>
            <a:schemeClr val="accent3">
              <a:lumMod val="25000"/>
            </a:schemeClr>
          </a:solidFill>
        </p:grpSpPr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3C1E4BE-8CEE-EE68-D013-D058FC10DCBE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554736" y="1495479"/>
              <a:ext cx="1902714" cy="534360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9120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sX0" fmla="*/ 0 w 1828800"/>
                <a:gd name="csY0" fmla="*/ 0 h 914400"/>
                <a:gd name="csX1" fmla="*/ 179120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2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2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2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36351" y="0"/>
                  </a:lnTo>
                  <a:lnTo>
                    <a:pt x="1828800" y="457200"/>
                  </a:lnTo>
                  <a:lnTo>
                    <a:pt x="1736351" y="914400"/>
                  </a:lnTo>
                  <a:lnTo>
                    <a:pt x="0" y="914400"/>
                  </a:lnTo>
                  <a:lnTo>
                    <a:pt x="0" y="457202"/>
                  </a:lnTo>
                  <a:close/>
                </a:path>
              </a:pathLst>
            </a:cu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tlCol="0" anchor="ctr"/>
            <a:lstStyle/>
            <a:p>
              <a:pPr algn="ctr"/>
              <a:endParaRPr lang="ru-RU" sz="1000" err="1">
                <a:solidFill>
                  <a:schemeClr val="bg1"/>
                </a:solidFill>
              </a:endParaRPr>
            </a:p>
          </p:txBody>
        </p: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F6C9F16F-1696-F1EE-9D10-E6B55837EE35}"/>
                </a:ext>
              </a:extLst>
            </p:cNvPr>
            <p:cNvSpPr txBox="1">
              <a:spLocks/>
            </p:cNvSpPr>
            <p:nvPr>
              <p:custDataLst>
                <p:tags r:id="rId22"/>
              </p:custDataLst>
            </p:nvPr>
          </p:nvSpPr>
          <p:spPr>
            <a:xfrm>
              <a:off x="618236" y="1532588"/>
              <a:ext cx="1743029" cy="460142"/>
            </a:xfrm>
            <a:prstGeom prst="rect">
              <a:avLst/>
            </a:prstGeom>
            <a:grpFill/>
          </p:spPr>
          <p:txBody>
            <a:bodyPr vert="horz" lIns="7200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de-DE" sz="1000" b="1">
                  <a:solidFill>
                    <a:schemeClr val="bg1"/>
                  </a:solidFill>
                </a:rPr>
                <a:t>A. Client </a:t>
              </a:r>
              <a:br>
                <a:rPr lang="de-DE" sz="1000" b="1">
                  <a:solidFill>
                    <a:schemeClr val="bg1"/>
                  </a:solidFill>
                </a:rPr>
              </a:br>
              <a:r>
                <a:rPr lang="de-DE" sz="1000" b="1">
                  <a:solidFill>
                    <a:schemeClr val="bg1"/>
                  </a:solidFill>
                </a:rPr>
                <a:t>onboarding</a:t>
              </a:r>
            </a:p>
          </p:txBody>
        </p:sp>
      </p:grpSp>
      <p:grpSp>
        <p:nvGrpSpPr>
          <p:cNvPr id="1428" name="Group 1427">
            <a:extLst>
              <a:ext uri="{FF2B5EF4-FFF2-40B4-BE49-F238E27FC236}">
                <a16:creationId xmlns:a16="http://schemas.microsoft.com/office/drawing/2014/main" id="{DED1DDAF-8F3D-FAA8-4099-67CA2DC58661}"/>
              </a:ext>
            </a:extLst>
          </p:cNvPr>
          <p:cNvGrpSpPr/>
          <p:nvPr>
            <p:custDataLst>
              <p:tags r:id="rId5"/>
            </p:custDataLst>
          </p:nvPr>
        </p:nvGrpSpPr>
        <p:grpSpPr>
          <a:xfrm>
            <a:off x="2390699" y="1384300"/>
            <a:ext cx="1902714" cy="534360"/>
            <a:chOff x="2390699" y="1495479"/>
            <a:chExt cx="1902714" cy="534360"/>
          </a:xfrm>
          <a:solidFill>
            <a:schemeClr val="accent3">
              <a:lumMod val="25000"/>
            </a:schemeClr>
          </a:solidFill>
        </p:grpSpPr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B42CBD27-7352-CF71-7E50-C12E442348D3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2390699" y="1495479"/>
              <a:ext cx="1902714" cy="534360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9120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sX0" fmla="*/ 0 w 1828800"/>
                <a:gd name="csY0" fmla="*/ 0 h 914400"/>
                <a:gd name="csX1" fmla="*/ 179120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2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2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2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36351" y="0"/>
                  </a:lnTo>
                  <a:lnTo>
                    <a:pt x="1828800" y="457200"/>
                  </a:lnTo>
                  <a:lnTo>
                    <a:pt x="1736351" y="914400"/>
                  </a:lnTo>
                  <a:lnTo>
                    <a:pt x="0" y="914400"/>
                  </a:lnTo>
                  <a:lnTo>
                    <a:pt x="92449" y="457202"/>
                  </a:lnTo>
                  <a:close/>
                </a:path>
              </a:pathLst>
            </a:cu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tlCol="0" anchor="ctr"/>
            <a:lstStyle/>
            <a:p>
              <a:pPr algn="ctr"/>
              <a:endParaRPr lang="ru-RU" sz="1000" err="1">
                <a:solidFill>
                  <a:schemeClr val="bg1"/>
                </a:solidFill>
              </a:endParaRP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1E32E570-F512-1183-F40C-1940B7D77FF8}"/>
                </a:ext>
              </a:extLst>
            </p:cNvPr>
            <p:cNvSpPr txBox="1">
              <a:spLocks/>
            </p:cNvSpPr>
            <p:nvPr>
              <p:custDataLst>
                <p:tags r:id="rId20"/>
              </p:custDataLst>
            </p:nvPr>
          </p:nvSpPr>
          <p:spPr>
            <a:xfrm>
              <a:off x="2537684" y="1532588"/>
              <a:ext cx="1659544" cy="460142"/>
            </a:xfrm>
            <a:prstGeom prst="rect">
              <a:avLst/>
            </a:prstGeom>
            <a:grpFill/>
          </p:spPr>
          <p:txBody>
            <a:bodyPr vert="horz" lIns="7200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de-DE" sz="1000" b="1">
                  <a:solidFill>
                    <a:schemeClr val="bg1"/>
                  </a:solidFill>
                </a:rPr>
                <a:t>B. Product selection </a:t>
              </a:r>
              <a:br>
                <a:rPr lang="de-DE" sz="1000" b="1">
                  <a:solidFill>
                    <a:schemeClr val="bg1"/>
                  </a:solidFill>
                </a:rPr>
              </a:br>
              <a:r>
                <a:rPr lang="de-DE" sz="1000" b="1">
                  <a:solidFill>
                    <a:schemeClr val="bg1"/>
                  </a:solidFill>
                </a:rPr>
                <a:t>&amp; pricing</a:t>
              </a:r>
            </a:p>
          </p:txBody>
        </p:sp>
      </p:grpSp>
      <p:grpSp>
        <p:nvGrpSpPr>
          <p:cNvPr id="1429" name="Group 1428">
            <a:extLst>
              <a:ext uri="{FF2B5EF4-FFF2-40B4-BE49-F238E27FC236}">
                <a16:creationId xmlns:a16="http://schemas.microsoft.com/office/drawing/2014/main" id="{A654EDF9-5A7A-0CBB-0A34-D2DC696AF8F8}"/>
              </a:ext>
            </a:extLst>
          </p:cNvPr>
          <p:cNvGrpSpPr/>
          <p:nvPr>
            <p:custDataLst>
              <p:tags r:id="rId6"/>
            </p:custDataLst>
          </p:nvPr>
        </p:nvGrpSpPr>
        <p:grpSpPr>
          <a:xfrm>
            <a:off x="4226662" y="1384300"/>
            <a:ext cx="1902714" cy="534360"/>
            <a:chOff x="4226662" y="1495479"/>
            <a:chExt cx="1902714" cy="534360"/>
          </a:xfrm>
          <a:solidFill>
            <a:schemeClr val="accent3">
              <a:lumMod val="25000"/>
            </a:schemeClr>
          </a:solidFill>
        </p:grpSpPr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BD7C01D4-A920-71FE-04AC-BF7C6830C67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4226662" y="1495479"/>
              <a:ext cx="1902714" cy="534360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9120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sX0" fmla="*/ 0 w 1828800"/>
                <a:gd name="csY0" fmla="*/ 0 h 914400"/>
                <a:gd name="csX1" fmla="*/ 179120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3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3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3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36351" y="0"/>
                  </a:lnTo>
                  <a:lnTo>
                    <a:pt x="1828800" y="457200"/>
                  </a:lnTo>
                  <a:lnTo>
                    <a:pt x="1736351" y="914400"/>
                  </a:lnTo>
                  <a:lnTo>
                    <a:pt x="0" y="914400"/>
                  </a:lnTo>
                  <a:lnTo>
                    <a:pt x="92449" y="457202"/>
                  </a:lnTo>
                  <a:close/>
                </a:path>
              </a:pathLst>
            </a:cu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tlCol="0" anchor="ctr"/>
            <a:lstStyle/>
            <a:p>
              <a:pPr algn="ctr"/>
              <a:endParaRPr lang="ru-RU" sz="1000" err="1">
                <a:solidFill>
                  <a:schemeClr val="bg1"/>
                </a:solidFill>
              </a:endParaRPr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12214752-799C-2F3E-1844-CE99E31190BA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4373647" y="1532588"/>
              <a:ext cx="1659544" cy="460142"/>
            </a:xfrm>
            <a:prstGeom prst="rect">
              <a:avLst/>
            </a:prstGeom>
            <a:grpFill/>
          </p:spPr>
          <p:txBody>
            <a:bodyPr vert="horz" lIns="7200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de-DE" sz="1000" b="1">
                  <a:solidFill>
                    <a:schemeClr val="bg1"/>
                  </a:solidFill>
                </a:rPr>
                <a:t>C. Credit risk assessment</a:t>
              </a:r>
            </a:p>
          </p:txBody>
        </p:sp>
      </p:grpSp>
      <p:sp>
        <p:nvSpPr>
          <p:cNvPr id="976" name="Freeform: Shape 975">
            <a:extLst>
              <a:ext uri="{FF2B5EF4-FFF2-40B4-BE49-F238E27FC236}">
                <a16:creationId xmlns:a16="http://schemas.microsoft.com/office/drawing/2014/main" id="{A4E83234-6599-7AAC-0DF7-3984E3F79121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6062625" y="1384300"/>
            <a:ext cx="1902714" cy="534360"/>
          </a:xfrm>
          <a:custGeom>
            <a:avLst/>
            <a:gdLst>
              <a:gd name="connsiteX0" fmla="*/ 0 w 1828800"/>
              <a:gd name="connsiteY0" fmla="*/ 0 h 914400"/>
              <a:gd name="connsiteX1" fmla="*/ 1664208 w 1828800"/>
              <a:gd name="connsiteY1" fmla="*/ 0 h 914400"/>
              <a:gd name="connsiteX2" fmla="*/ 1828800 w 1828800"/>
              <a:gd name="connsiteY2" fmla="*/ 457200 h 914400"/>
              <a:gd name="connsiteX3" fmla="*/ 166420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4208 w 1828800"/>
              <a:gd name="connsiteY1" fmla="*/ 0 h 914400"/>
              <a:gd name="connsiteX2" fmla="*/ 1828800 w 1828800"/>
              <a:gd name="connsiteY2" fmla="*/ 457200 h 914400"/>
              <a:gd name="connsiteX3" fmla="*/ 166420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4208 w 1828800"/>
              <a:gd name="connsiteY1" fmla="*/ 0 h 914400"/>
              <a:gd name="connsiteX2" fmla="*/ 1828800 w 1828800"/>
              <a:gd name="connsiteY2" fmla="*/ 457200 h 914400"/>
              <a:gd name="connsiteX3" fmla="*/ 166420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4208 w 1828800"/>
              <a:gd name="connsiteY1" fmla="*/ 0 h 914400"/>
              <a:gd name="connsiteX2" fmla="*/ 1828800 w 1828800"/>
              <a:gd name="connsiteY2" fmla="*/ 457200 h 914400"/>
              <a:gd name="connsiteX3" fmla="*/ 166420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4208 w 1828800"/>
              <a:gd name="connsiteY1" fmla="*/ 0 h 914400"/>
              <a:gd name="connsiteX2" fmla="*/ 1828800 w 1828800"/>
              <a:gd name="connsiteY2" fmla="*/ 457200 h 914400"/>
              <a:gd name="connsiteX3" fmla="*/ 166420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4208 w 1828800"/>
              <a:gd name="connsiteY1" fmla="*/ 0 h 914400"/>
              <a:gd name="connsiteX2" fmla="*/ 1828800 w 1828800"/>
              <a:gd name="connsiteY2" fmla="*/ 457200 h 914400"/>
              <a:gd name="connsiteX3" fmla="*/ 166420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4208 w 1828800"/>
              <a:gd name="connsiteY1" fmla="*/ 0 h 914400"/>
              <a:gd name="connsiteX2" fmla="*/ 1828800 w 1828800"/>
              <a:gd name="connsiteY2" fmla="*/ 457200 h 914400"/>
              <a:gd name="connsiteX3" fmla="*/ 166420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01958 w 1828800"/>
              <a:gd name="connsiteY1" fmla="*/ 0 h 914400"/>
              <a:gd name="connsiteX2" fmla="*/ 1828800 w 1828800"/>
              <a:gd name="connsiteY2" fmla="*/ 457200 h 914400"/>
              <a:gd name="connsiteX3" fmla="*/ 166420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01958 w 1828800"/>
              <a:gd name="connsiteY1" fmla="*/ 0 h 914400"/>
              <a:gd name="connsiteX2" fmla="*/ 1828800 w 1828800"/>
              <a:gd name="connsiteY2" fmla="*/ 457200 h 914400"/>
              <a:gd name="connsiteX3" fmla="*/ 170195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01958 w 1828800"/>
              <a:gd name="connsiteY1" fmla="*/ 0 h 914400"/>
              <a:gd name="connsiteX2" fmla="*/ 1828800 w 1828800"/>
              <a:gd name="connsiteY2" fmla="*/ 457200 h 914400"/>
              <a:gd name="connsiteX3" fmla="*/ 1701958 w 1828800"/>
              <a:gd name="connsiteY3" fmla="*/ 914400 h 914400"/>
              <a:gd name="connsiteX4" fmla="*/ 0 w 1828800"/>
              <a:gd name="connsiteY4" fmla="*/ 914400 h 914400"/>
              <a:gd name="connsiteX5" fmla="*/ 126842 w 1828800"/>
              <a:gd name="connsiteY5" fmla="*/ 457200 h 914400"/>
              <a:gd name="connsiteX0" fmla="*/ 0 w 1828800"/>
              <a:gd name="connsiteY0" fmla="*/ 0 h 914400"/>
              <a:gd name="connsiteX1" fmla="*/ 1701958 w 1828800"/>
              <a:gd name="connsiteY1" fmla="*/ 0 h 914400"/>
              <a:gd name="connsiteX2" fmla="*/ 1828800 w 1828800"/>
              <a:gd name="connsiteY2" fmla="*/ 457200 h 914400"/>
              <a:gd name="connsiteX3" fmla="*/ 1701958 w 1828800"/>
              <a:gd name="connsiteY3" fmla="*/ 914400 h 914400"/>
              <a:gd name="connsiteX4" fmla="*/ 0 w 1828800"/>
              <a:gd name="connsiteY4" fmla="*/ 914400 h 914400"/>
              <a:gd name="connsiteX5" fmla="*/ 126842 w 1828800"/>
              <a:gd name="connsiteY5" fmla="*/ 457200 h 914400"/>
              <a:gd name="connsiteX0" fmla="*/ 0 w 1828800"/>
              <a:gd name="connsiteY0" fmla="*/ 0 h 914400"/>
              <a:gd name="connsiteX1" fmla="*/ 1701958 w 1828800"/>
              <a:gd name="connsiteY1" fmla="*/ 0 h 914400"/>
              <a:gd name="connsiteX2" fmla="*/ 1828800 w 1828800"/>
              <a:gd name="connsiteY2" fmla="*/ 457200 h 914400"/>
              <a:gd name="connsiteX3" fmla="*/ 1701958 w 1828800"/>
              <a:gd name="connsiteY3" fmla="*/ 914400 h 914400"/>
              <a:gd name="connsiteX4" fmla="*/ 0 w 1828800"/>
              <a:gd name="connsiteY4" fmla="*/ 914400 h 914400"/>
              <a:gd name="connsiteX5" fmla="*/ 126842 w 1828800"/>
              <a:gd name="connsiteY5" fmla="*/ 457200 h 914400"/>
              <a:gd name="connsiteX0" fmla="*/ 0 w 1828800"/>
              <a:gd name="connsiteY0" fmla="*/ 0 h 914400"/>
              <a:gd name="connsiteX1" fmla="*/ 1701958 w 1828800"/>
              <a:gd name="connsiteY1" fmla="*/ 0 h 914400"/>
              <a:gd name="connsiteX2" fmla="*/ 1828800 w 1828800"/>
              <a:gd name="connsiteY2" fmla="*/ 457200 h 914400"/>
              <a:gd name="connsiteX3" fmla="*/ 170195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01958 w 1828800"/>
              <a:gd name="connsiteY1" fmla="*/ 0 h 914400"/>
              <a:gd name="connsiteX2" fmla="*/ 1828800 w 1828800"/>
              <a:gd name="connsiteY2" fmla="*/ 457200 h 914400"/>
              <a:gd name="connsiteX3" fmla="*/ 170195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01958 w 1828800"/>
              <a:gd name="connsiteY1" fmla="*/ 0 h 914400"/>
              <a:gd name="connsiteX2" fmla="*/ 1828800 w 1828800"/>
              <a:gd name="connsiteY2" fmla="*/ 457200 h 914400"/>
              <a:gd name="connsiteX3" fmla="*/ 170195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01958 w 1828800"/>
              <a:gd name="connsiteY1" fmla="*/ 0 h 914400"/>
              <a:gd name="connsiteX2" fmla="*/ 1828800 w 1828800"/>
              <a:gd name="connsiteY2" fmla="*/ 457200 h 914400"/>
              <a:gd name="connsiteX3" fmla="*/ 170195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94631 w 1828800"/>
              <a:gd name="connsiteY1" fmla="*/ 0 h 914400"/>
              <a:gd name="connsiteX2" fmla="*/ 1828800 w 1828800"/>
              <a:gd name="connsiteY2" fmla="*/ 457200 h 914400"/>
              <a:gd name="connsiteX3" fmla="*/ 1701958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94631 w 1828800"/>
              <a:gd name="connsiteY1" fmla="*/ 0 h 914400"/>
              <a:gd name="connsiteX2" fmla="*/ 1828800 w 1828800"/>
              <a:gd name="connsiteY2" fmla="*/ 457200 h 914400"/>
              <a:gd name="connsiteX3" fmla="*/ 1694631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94631 w 1828800"/>
              <a:gd name="connsiteY1" fmla="*/ 0 h 914400"/>
              <a:gd name="connsiteX2" fmla="*/ 1828800 w 1828800"/>
              <a:gd name="connsiteY2" fmla="*/ 457200 h 914400"/>
              <a:gd name="connsiteX3" fmla="*/ 1694631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07924 w 1828800"/>
              <a:gd name="connsiteY1" fmla="*/ 0 h 914400"/>
              <a:gd name="connsiteX2" fmla="*/ 1828800 w 1828800"/>
              <a:gd name="connsiteY2" fmla="*/ 457200 h 914400"/>
              <a:gd name="connsiteX3" fmla="*/ 1694631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07924 w 1828800"/>
              <a:gd name="connsiteY1" fmla="*/ 0 h 914400"/>
              <a:gd name="connsiteX2" fmla="*/ 1828800 w 1828800"/>
              <a:gd name="connsiteY2" fmla="*/ 457200 h 914400"/>
              <a:gd name="connsiteX3" fmla="*/ 1707924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07924 w 1828800"/>
              <a:gd name="connsiteY1" fmla="*/ 0 h 914400"/>
              <a:gd name="connsiteX2" fmla="*/ 1828800 w 1828800"/>
              <a:gd name="connsiteY2" fmla="*/ 457200 h 914400"/>
              <a:gd name="connsiteX3" fmla="*/ 1707924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9161 w 1828800"/>
              <a:gd name="connsiteY1" fmla="*/ 0 h 914400"/>
              <a:gd name="connsiteX2" fmla="*/ 1828800 w 1828800"/>
              <a:gd name="connsiteY2" fmla="*/ 457200 h 914400"/>
              <a:gd name="connsiteX3" fmla="*/ 1707924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9161 w 1828800"/>
              <a:gd name="connsiteY1" fmla="*/ 0 h 914400"/>
              <a:gd name="connsiteX2" fmla="*/ 1828800 w 1828800"/>
              <a:gd name="connsiteY2" fmla="*/ 457200 h 914400"/>
              <a:gd name="connsiteX3" fmla="*/ 1669161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9161 w 1828800"/>
              <a:gd name="connsiteY1" fmla="*/ 0 h 914400"/>
              <a:gd name="connsiteX2" fmla="*/ 1828800 w 1828800"/>
              <a:gd name="connsiteY2" fmla="*/ 457200 h 914400"/>
              <a:gd name="connsiteX3" fmla="*/ 1669161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4409 w 1828800"/>
              <a:gd name="connsiteY1" fmla="*/ 0 h 914400"/>
              <a:gd name="connsiteX2" fmla="*/ 1828800 w 1828800"/>
              <a:gd name="connsiteY2" fmla="*/ 457200 h 914400"/>
              <a:gd name="connsiteX3" fmla="*/ 1669161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4409 w 1828800"/>
              <a:gd name="connsiteY1" fmla="*/ 0 h 914400"/>
              <a:gd name="connsiteX2" fmla="*/ 1828800 w 1828800"/>
              <a:gd name="connsiteY2" fmla="*/ 457200 h 914400"/>
              <a:gd name="connsiteX3" fmla="*/ 1664409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64409 w 1828800"/>
              <a:gd name="connsiteY1" fmla="*/ 0 h 914400"/>
              <a:gd name="connsiteX2" fmla="*/ 1828800 w 1828800"/>
              <a:gd name="connsiteY2" fmla="*/ 457200 h 914400"/>
              <a:gd name="connsiteX3" fmla="*/ 1664409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91897 w 1828800"/>
              <a:gd name="connsiteY1" fmla="*/ 0 h 914400"/>
              <a:gd name="connsiteX2" fmla="*/ 1828800 w 1828800"/>
              <a:gd name="connsiteY2" fmla="*/ 457200 h 914400"/>
              <a:gd name="connsiteX3" fmla="*/ 1664409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91897 w 1828800"/>
              <a:gd name="connsiteY1" fmla="*/ 0 h 914400"/>
              <a:gd name="connsiteX2" fmla="*/ 1828800 w 1828800"/>
              <a:gd name="connsiteY2" fmla="*/ 457200 h 914400"/>
              <a:gd name="connsiteX3" fmla="*/ 1691897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691897 w 1828800"/>
              <a:gd name="connsiteY1" fmla="*/ 0 h 914400"/>
              <a:gd name="connsiteX2" fmla="*/ 1828800 w 1828800"/>
              <a:gd name="connsiteY2" fmla="*/ 457200 h 914400"/>
              <a:gd name="connsiteX3" fmla="*/ 1691897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1 h 914400"/>
              <a:gd name="connsiteX0" fmla="*/ 0 w 1828800"/>
              <a:gd name="connsiteY0" fmla="*/ 0 h 914400"/>
              <a:gd name="connsiteX1" fmla="*/ 1669533 w 1828800"/>
              <a:gd name="connsiteY1" fmla="*/ 0 h 914400"/>
              <a:gd name="connsiteX2" fmla="*/ 1828800 w 1828800"/>
              <a:gd name="connsiteY2" fmla="*/ 457200 h 914400"/>
              <a:gd name="connsiteX3" fmla="*/ 1691897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1 h 914400"/>
              <a:gd name="connsiteX0" fmla="*/ 0 w 1828800"/>
              <a:gd name="connsiteY0" fmla="*/ 0 h 914400"/>
              <a:gd name="connsiteX1" fmla="*/ 1669533 w 1828800"/>
              <a:gd name="connsiteY1" fmla="*/ 0 h 914400"/>
              <a:gd name="connsiteX2" fmla="*/ 1828800 w 1828800"/>
              <a:gd name="connsiteY2" fmla="*/ 457200 h 914400"/>
              <a:gd name="connsiteX3" fmla="*/ 1669533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1 h 914400"/>
              <a:gd name="connsiteX0" fmla="*/ 0 w 1828800"/>
              <a:gd name="connsiteY0" fmla="*/ 0 h 914400"/>
              <a:gd name="connsiteX1" fmla="*/ 1669533 w 1828800"/>
              <a:gd name="connsiteY1" fmla="*/ 0 h 914400"/>
              <a:gd name="connsiteX2" fmla="*/ 1828800 w 1828800"/>
              <a:gd name="connsiteY2" fmla="*/ 457200 h 914400"/>
              <a:gd name="connsiteX3" fmla="*/ 1669533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1 h 914400"/>
              <a:gd name="connsiteX0" fmla="*/ 0 w 1828800"/>
              <a:gd name="connsiteY0" fmla="*/ 0 h 914400"/>
              <a:gd name="connsiteX1" fmla="*/ 1770456 w 1828800"/>
              <a:gd name="connsiteY1" fmla="*/ 0 h 914400"/>
              <a:gd name="connsiteX2" fmla="*/ 1828800 w 1828800"/>
              <a:gd name="connsiteY2" fmla="*/ 457200 h 914400"/>
              <a:gd name="connsiteX3" fmla="*/ 1669533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1 h 914400"/>
              <a:gd name="connsiteX0" fmla="*/ 0 w 1828800"/>
              <a:gd name="connsiteY0" fmla="*/ 0 h 914400"/>
              <a:gd name="connsiteX1" fmla="*/ 1770456 w 1828800"/>
              <a:gd name="connsiteY1" fmla="*/ 0 h 914400"/>
              <a:gd name="connsiteX2" fmla="*/ 1828800 w 1828800"/>
              <a:gd name="connsiteY2" fmla="*/ 457200 h 914400"/>
              <a:gd name="connsiteX3" fmla="*/ 1770456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1 h 914400"/>
              <a:gd name="connsiteX0" fmla="*/ 0 w 1828800"/>
              <a:gd name="connsiteY0" fmla="*/ 0 h 914400"/>
              <a:gd name="connsiteX1" fmla="*/ 1770456 w 1828800"/>
              <a:gd name="connsiteY1" fmla="*/ 0 h 914400"/>
              <a:gd name="connsiteX2" fmla="*/ 1828800 w 1828800"/>
              <a:gd name="connsiteY2" fmla="*/ 457200 h 914400"/>
              <a:gd name="connsiteX3" fmla="*/ 1770456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91200 w 1828800"/>
              <a:gd name="connsiteY1" fmla="*/ 0 h 914400"/>
              <a:gd name="connsiteX2" fmla="*/ 1828800 w 1828800"/>
              <a:gd name="connsiteY2" fmla="*/ 457200 h 914400"/>
              <a:gd name="connsiteX3" fmla="*/ 1770456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onnsiteX0" fmla="*/ 0 w 1828800"/>
              <a:gd name="connsiteY0" fmla="*/ 0 h 914400"/>
              <a:gd name="connsiteX1" fmla="*/ 1791200 w 1828800"/>
              <a:gd name="connsiteY1" fmla="*/ 0 h 914400"/>
              <a:gd name="connsiteX2" fmla="*/ 1828800 w 1828800"/>
              <a:gd name="connsiteY2" fmla="*/ 457200 h 914400"/>
              <a:gd name="connsiteX3" fmla="*/ 1791200 w 1828800"/>
              <a:gd name="connsiteY3" fmla="*/ 914400 h 914400"/>
              <a:gd name="connsiteX4" fmla="*/ 0 w 1828800"/>
              <a:gd name="connsiteY4" fmla="*/ 914400 h 914400"/>
              <a:gd name="connsiteX5" fmla="*/ 0 w 1828800"/>
              <a:gd name="connsiteY5" fmla="*/ 457200 h 914400"/>
              <a:gd name="csX0" fmla="*/ 0 w 1828800"/>
              <a:gd name="csY0" fmla="*/ 0 h 914400"/>
              <a:gd name="csX1" fmla="*/ 1791200 w 1828800"/>
              <a:gd name="csY1" fmla="*/ 0 h 914400"/>
              <a:gd name="csX2" fmla="*/ 1828800 w 1828800"/>
              <a:gd name="csY2" fmla="*/ 457200 h 914400"/>
              <a:gd name="csX3" fmla="*/ 1791200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706420 w 1828800"/>
              <a:gd name="csY1" fmla="*/ 0 h 914400"/>
              <a:gd name="csX2" fmla="*/ 1828800 w 1828800"/>
              <a:gd name="csY2" fmla="*/ 457200 h 914400"/>
              <a:gd name="csX3" fmla="*/ 1791200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706420 w 1828800"/>
              <a:gd name="csY1" fmla="*/ 0 h 914400"/>
              <a:gd name="csX2" fmla="*/ 1828800 w 1828800"/>
              <a:gd name="csY2" fmla="*/ 457200 h 914400"/>
              <a:gd name="csX3" fmla="*/ 1706420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706420 w 1828800"/>
              <a:gd name="csY1" fmla="*/ 0 h 914400"/>
              <a:gd name="csX2" fmla="*/ 1828800 w 1828800"/>
              <a:gd name="csY2" fmla="*/ 457200 h 914400"/>
              <a:gd name="csX3" fmla="*/ 1706420 w 1828800"/>
              <a:gd name="csY3" fmla="*/ 914400 h 914400"/>
              <a:gd name="csX4" fmla="*/ 0 w 1828800"/>
              <a:gd name="csY4" fmla="*/ 914400 h 914400"/>
              <a:gd name="csX5" fmla="*/ 137358 w 1828800"/>
              <a:gd name="csY5" fmla="*/ 457201 h 914400"/>
              <a:gd name="csX0" fmla="*/ 0 w 1828800"/>
              <a:gd name="csY0" fmla="*/ 0 h 914400"/>
              <a:gd name="csX1" fmla="*/ 1691442 w 1828800"/>
              <a:gd name="csY1" fmla="*/ 0 h 914400"/>
              <a:gd name="csX2" fmla="*/ 1828800 w 1828800"/>
              <a:gd name="csY2" fmla="*/ 457200 h 914400"/>
              <a:gd name="csX3" fmla="*/ 1706420 w 1828800"/>
              <a:gd name="csY3" fmla="*/ 914400 h 914400"/>
              <a:gd name="csX4" fmla="*/ 0 w 1828800"/>
              <a:gd name="csY4" fmla="*/ 914400 h 914400"/>
              <a:gd name="csX5" fmla="*/ 137358 w 1828800"/>
              <a:gd name="csY5" fmla="*/ 457201 h 914400"/>
              <a:gd name="csX0" fmla="*/ 0 w 1828800"/>
              <a:gd name="csY0" fmla="*/ 0 h 914400"/>
              <a:gd name="csX1" fmla="*/ 1691442 w 1828800"/>
              <a:gd name="csY1" fmla="*/ 0 h 914400"/>
              <a:gd name="csX2" fmla="*/ 1828800 w 1828800"/>
              <a:gd name="csY2" fmla="*/ 457200 h 914400"/>
              <a:gd name="csX3" fmla="*/ 1691442 w 1828800"/>
              <a:gd name="csY3" fmla="*/ 914400 h 914400"/>
              <a:gd name="csX4" fmla="*/ 0 w 1828800"/>
              <a:gd name="csY4" fmla="*/ 914400 h 914400"/>
              <a:gd name="csX5" fmla="*/ 137358 w 1828800"/>
              <a:gd name="csY5" fmla="*/ 457201 h 914400"/>
              <a:gd name="csX0" fmla="*/ 0 w 1828800"/>
              <a:gd name="csY0" fmla="*/ 0 h 914400"/>
              <a:gd name="csX1" fmla="*/ 1691442 w 1828800"/>
              <a:gd name="csY1" fmla="*/ 0 h 914400"/>
              <a:gd name="csX2" fmla="*/ 1828800 w 1828800"/>
              <a:gd name="csY2" fmla="*/ 457200 h 914400"/>
              <a:gd name="csX3" fmla="*/ 1691442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691442 w 1828800"/>
              <a:gd name="csY1" fmla="*/ 0 h 914400"/>
              <a:gd name="csX2" fmla="*/ 1828800 w 1828800"/>
              <a:gd name="csY2" fmla="*/ 457200 h 914400"/>
              <a:gd name="csX3" fmla="*/ 1691442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691442 w 1828800"/>
              <a:gd name="csY1" fmla="*/ 0 h 914400"/>
              <a:gd name="csX2" fmla="*/ 1828800 w 1828800"/>
              <a:gd name="csY2" fmla="*/ 457200 h 914400"/>
              <a:gd name="csX3" fmla="*/ 1691442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691442 w 1828800"/>
              <a:gd name="csY1" fmla="*/ 0 h 914400"/>
              <a:gd name="csX2" fmla="*/ 1828800 w 1828800"/>
              <a:gd name="csY2" fmla="*/ 457200 h 914400"/>
              <a:gd name="csX3" fmla="*/ 1691442 w 1828800"/>
              <a:gd name="csY3" fmla="*/ 914400 h 914400"/>
              <a:gd name="csX4" fmla="*/ 0 w 1828800"/>
              <a:gd name="csY4" fmla="*/ 914400 h 914400"/>
              <a:gd name="csX5" fmla="*/ 143563 w 1828800"/>
              <a:gd name="csY5" fmla="*/ 457201 h 914400"/>
              <a:gd name="csX0" fmla="*/ 0 w 1828800"/>
              <a:gd name="csY0" fmla="*/ 0 h 914400"/>
              <a:gd name="csX1" fmla="*/ 1685237 w 1828800"/>
              <a:gd name="csY1" fmla="*/ 0 h 914400"/>
              <a:gd name="csX2" fmla="*/ 1828800 w 1828800"/>
              <a:gd name="csY2" fmla="*/ 457200 h 914400"/>
              <a:gd name="csX3" fmla="*/ 1691442 w 1828800"/>
              <a:gd name="csY3" fmla="*/ 914400 h 914400"/>
              <a:gd name="csX4" fmla="*/ 0 w 1828800"/>
              <a:gd name="csY4" fmla="*/ 914400 h 914400"/>
              <a:gd name="csX5" fmla="*/ 143563 w 1828800"/>
              <a:gd name="csY5" fmla="*/ 457201 h 914400"/>
              <a:gd name="csX0" fmla="*/ 0 w 1828800"/>
              <a:gd name="csY0" fmla="*/ 0 h 914400"/>
              <a:gd name="csX1" fmla="*/ 1685237 w 1828800"/>
              <a:gd name="csY1" fmla="*/ 0 h 914400"/>
              <a:gd name="csX2" fmla="*/ 1828800 w 1828800"/>
              <a:gd name="csY2" fmla="*/ 457200 h 914400"/>
              <a:gd name="csX3" fmla="*/ 1685237 w 1828800"/>
              <a:gd name="csY3" fmla="*/ 914400 h 914400"/>
              <a:gd name="csX4" fmla="*/ 0 w 1828800"/>
              <a:gd name="csY4" fmla="*/ 914400 h 914400"/>
              <a:gd name="csX5" fmla="*/ 143563 w 1828800"/>
              <a:gd name="csY5" fmla="*/ 457201 h 914400"/>
              <a:gd name="csX0" fmla="*/ 0 w 1828800"/>
              <a:gd name="csY0" fmla="*/ 0 h 914400"/>
              <a:gd name="csX1" fmla="*/ 1685237 w 1828800"/>
              <a:gd name="csY1" fmla="*/ 0 h 914400"/>
              <a:gd name="csX2" fmla="*/ 1828800 w 1828800"/>
              <a:gd name="csY2" fmla="*/ 457200 h 914400"/>
              <a:gd name="csX3" fmla="*/ 1685237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685237 w 1828800"/>
              <a:gd name="csY1" fmla="*/ 0 h 914400"/>
              <a:gd name="csX2" fmla="*/ 1828800 w 1828800"/>
              <a:gd name="csY2" fmla="*/ 457200 h 914400"/>
              <a:gd name="csX3" fmla="*/ 1685237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685237 w 1828800"/>
              <a:gd name="csY1" fmla="*/ 0 h 914400"/>
              <a:gd name="csX2" fmla="*/ 1828800 w 1828800"/>
              <a:gd name="csY2" fmla="*/ 457200 h 914400"/>
              <a:gd name="csX3" fmla="*/ 1685237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685237 w 1828800"/>
              <a:gd name="csY1" fmla="*/ 0 h 914400"/>
              <a:gd name="csX2" fmla="*/ 1828800 w 1828800"/>
              <a:gd name="csY2" fmla="*/ 457200 h 914400"/>
              <a:gd name="csX3" fmla="*/ 1685237 w 1828800"/>
              <a:gd name="csY3" fmla="*/ 914400 h 914400"/>
              <a:gd name="csX4" fmla="*/ 0 w 1828800"/>
              <a:gd name="csY4" fmla="*/ 914400 h 914400"/>
              <a:gd name="csX5" fmla="*/ 140991 w 1828800"/>
              <a:gd name="csY5" fmla="*/ 457201 h 914400"/>
              <a:gd name="csX0" fmla="*/ 0 w 1828800"/>
              <a:gd name="csY0" fmla="*/ 0 h 914400"/>
              <a:gd name="csX1" fmla="*/ 1687809 w 1828800"/>
              <a:gd name="csY1" fmla="*/ 0 h 914400"/>
              <a:gd name="csX2" fmla="*/ 1828800 w 1828800"/>
              <a:gd name="csY2" fmla="*/ 457200 h 914400"/>
              <a:gd name="csX3" fmla="*/ 1685237 w 1828800"/>
              <a:gd name="csY3" fmla="*/ 914400 h 914400"/>
              <a:gd name="csX4" fmla="*/ 0 w 1828800"/>
              <a:gd name="csY4" fmla="*/ 914400 h 914400"/>
              <a:gd name="csX5" fmla="*/ 140991 w 1828800"/>
              <a:gd name="csY5" fmla="*/ 457201 h 914400"/>
              <a:gd name="csX0" fmla="*/ 0 w 1828800"/>
              <a:gd name="csY0" fmla="*/ 0 h 914400"/>
              <a:gd name="csX1" fmla="*/ 1687809 w 1828800"/>
              <a:gd name="csY1" fmla="*/ 0 h 914400"/>
              <a:gd name="csX2" fmla="*/ 1828800 w 1828800"/>
              <a:gd name="csY2" fmla="*/ 457200 h 914400"/>
              <a:gd name="csX3" fmla="*/ 1687809 w 1828800"/>
              <a:gd name="csY3" fmla="*/ 914400 h 914400"/>
              <a:gd name="csX4" fmla="*/ 0 w 1828800"/>
              <a:gd name="csY4" fmla="*/ 914400 h 914400"/>
              <a:gd name="csX5" fmla="*/ 140991 w 1828800"/>
              <a:gd name="csY5" fmla="*/ 457201 h 914400"/>
              <a:gd name="csX0" fmla="*/ 0 w 1828800"/>
              <a:gd name="csY0" fmla="*/ 0 h 914400"/>
              <a:gd name="csX1" fmla="*/ 1687809 w 1828800"/>
              <a:gd name="csY1" fmla="*/ 0 h 914400"/>
              <a:gd name="csX2" fmla="*/ 1828800 w 1828800"/>
              <a:gd name="csY2" fmla="*/ 457200 h 914400"/>
              <a:gd name="csX3" fmla="*/ 1687809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687809 w 1828800"/>
              <a:gd name="csY1" fmla="*/ 0 h 914400"/>
              <a:gd name="csX2" fmla="*/ 1828800 w 1828800"/>
              <a:gd name="csY2" fmla="*/ 457200 h 914400"/>
              <a:gd name="csX3" fmla="*/ 1687809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687809 w 1828800"/>
              <a:gd name="csY1" fmla="*/ 0 h 914400"/>
              <a:gd name="csX2" fmla="*/ 1828800 w 1828800"/>
              <a:gd name="csY2" fmla="*/ 457200 h 914400"/>
              <a:gd name="csX3" fmla="*/ 1687809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687809 w 1828800"/>
              <a:gd name="csY1" fmla="*/ 0 h 914400"/>
              <a:gd name="csX2" fmla="*/ 1828800 w 1828800"/>
              <a:gd name="csY2" fmla="*/ 457200 h 914400"/>
              <a:gd name="csX3" fmla="*/ 1687809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716377 w 1828800"/>
              <a:gd name="csY1" fmla="*/ 0 h 914400"/>
              <a:gd name="csX2" fmla="*/ 1828800 w 1828800"/>
              <a:gd name="csY2" fmla="*/ 457200 h 914400"/>
              <a:gd name="csX3" fmla="*/ 1687809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716377 w 1828800"/>
              <a:gd name="csY1" fmla="*/ 0 h 914400"/>
              <a:gd name="csX2" fmla="*/ 1828800 w 1828800"/>
              <a:gd name="csY2" fmla="*/ 457200 h 914400"/>
              <a:gd name="csX3" fmla="*/ 1716377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1 h 914400"/>
              <a:gd name="csX0" fmla="*/ 0 w 1828800"/>
              <a:gd name="csY0" fmla="*/ 0 h 914400"/>
              <a:gd name="csX1" fmla="*/ 1716377 w 1828800"/>
              <a:gd name="csY1" fmla="*/ 0 h 914400"/>
              <a:gd name="csX2" fmla="*/ 1828800 w 1828800"/>
              <a:gd name="csY2" fmla="*/ 457200 h 914400"/>
              <a:gd name="csX3" fmla="*/ 1716377 w 1828800"/>
              <a:gd name="csY3" fmla="*/ 914400 h 914400"/>
              <a:gd name="csX4" fmla="*/ 0 w 1828800"/>
              <a:gd name="csY4" fmla="*/ 914400 h 914400"/>
              <a:gd name="csX5" fmla="*/ 112422 w 1828800"/>
              <a:gd name="csY5" fmla="*/ 457201 h 914400"/>
              <a:gd name="csX0" fmla="*/ 0 w 1828800"/>
              <a:gd name="csY0" fmla="*/ 0 h 914400"/>
              <a:gd name="csX1" fmla="*/ 1716377 w 1828800"/>
              <a:gd name="csY1" fmla="*/ 0 h 914400"/>
              <a:gd name="csX2" fmla="*/ 1828800 w 1828800"/>
              <a:gd name="csY2" fmla="*/ 457200 h 914400"/>
              <a:gd name="csX3" fmla="*/ 1716377 w 1828800"/>
              <a:gd name="csY3" fmla="*/ 914400 h 914400"/>
              <a:gd name="csX4" fmla="*/ 0 w 1828800"/>
              <a:gd name="csY4" fmla="*/ 914400 h 914400"/>
              <a:gd name="csX5" fmla="*/ 112422 w 1828800"/>
              <a:gd name="csY5" fmla="*/ 457201 h 914400"/>
              <a:gd name="csX0" fmla="*/ 0 w 1828800"/>
              <a:gd name="csY0" fmla="*/ 0 h 914400"/>
              <a:gd name="csX1" fmla="*/ 1716377 w 1828800"/>
              <a:gd name="csY1" fmla="*/ 0 h 914400"/>
              <a:gd name="csX2" fmla="*/ 1828800 w 1828800"/>
              <a:gd name="csY2" fmla="*/ 457200 h 914400"/>
              <a:gd name="csX3" fmla="*/ 1716377 w 1828800"/>
              <a:gd name="csY3" fmla="*/ 914400 h 914400"/>
              <a:gd name="csX4" fmla="*/ 0 w 1828800"/>
              <a:gd name="csY4" fmla="*/ 914400 h 914400"/>
              <a:gd name="csX5" fmla="*/ 112422 w 1828800"/>
              <a:gd name="csY5" fmla="*/ 457201 h 914400"/>
              <a:gd name="csX0" fmla="*/ 0 w 1828800"/>
              <a:gd name="csY0" fmla="*/ 0 h 914400"/>
              <a:gd name="csX1" fmla="*/ 1716377 w 1828800"/>
              <a:gd name="csY1" fmla="*/ 0 h 914400"/>
              <a:gd name="csX2" fmla="*/ 1828800 w 1828800"/>
              <a:gd name="csY2" fmla="*/ 457200 h 914400"/>
              <a:gd name="csX3" fmla="*/ 1716377 w 1828800"/>
              <a:gd name="csY3" fmla="*/ 914400 h 914400"/>
              <a:gd name="csX4" fmla="*/ 0 w 1828800"/>
              <a:gd name="csY4" fmla="*/ 914400 h 914400"/>
              <a:gd name="csX5" fmla="*/ 92449 w 1828800"/>
              <a:gd name="csY5" fmla="*/ 457202 h 914400"/>
              <a:gd name="csX0" fmla="*/ 0 w 1828800"/>
              <a:gd name="csY0" fmla="*/ 0 h 914400"/>
              <a:gd name="csX1" fmla="*/ 1736351 w 1828800"/>
              <a:gd name="csY1" fmla="*/ 0 h 914400"/>
              <a:gd name="csX2" fmla="*/ 1828800 w 1828800"/>
              <a:gd name="csY2" fmla="*/ 457200 h 914400"/>
              <a:gd name="csX3" fmla="*/ 1716377 w 1828800"/>
              <a:gd name="csY3" fmla="*/ 914400 h 914400"/>
              <a:gd name="csX4" fmla="*/ 0 w 1828800"/>
              <a:gd name="csY4" fmla="*/ 914400 h 914400"/>
              <a:gd name="csX5" fmla="*/ 92449 w 1828800"/>
              <a:gd name="csY5" fmla="*/ 457202 h 914400"/>
              <a:gd name="csX0" fmla="*/ 0 w 1828800"/>
              <a:gd name="csY0" fmla="*/ 0 h 914400"/>
              <a:gd name="csX1" fmla="*/ 1736351 w 1828800"/>
              <a:gd name="csY1" fmla="*/ 0 h 914400"/>
              <a:gd name="csX2" fmla="*/ 1828800 w 1828800"/>
              <a:gd name="csY2" fmla="*/ 457200 h 914400"/>
              <a:gd name="csX3" fmla="*/ 1736351 w 1828800"/>
              <a:gd name="csY3" fmla="*/ 914400 h 914400"/>
              <a:gd name="csX4" fmla="*/ 0 w 1828800"/>
              <a:gd name="csY4" fmla="*/ 914400 h 914400"/>
              <a:gd name="csX5" fmla="*/ 92449 w 1828800"/>
              <a:gd name="csY5" fmla="*/ 457202 h 914400"/>
              <a:gd name="csX0" fmla="*/ 0 w 1828800"/>
              <a:gd name="csY0" fmla="*/ 0 h 914400"/>
              <a:gd name="csX1" fmla="*/ 1736351 w 1828800"/>
              <a:gd name="csY1" fmla="*/ 0 h 914400"/>
              <a:gd name="csX2" fmla="*/ 1828800 w 1828800"/>
              <a:gd name="csY2" fmla="*/ 457200 h 914400"/>
              <a:gd name="csX3" fmla="*/ 1736351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2 h 914400"/>
              <a:gd name="csX0" fmla="*/ 0 w 1828800"/>
              <a:gd name="csY0" fmla="*/ 0 h 914400"/>
              <a:gd name="csX1" fmla="*/ 1736351 w 1828800"/>
              <a:gd name="csY1" fmla="*/ 0 h 914400"/>
              <a:gd name="csX2" fmla="*/ 1828800 w 1828800"/>
              <a:gd name="csY2" fmla="*/ 457200 h 914400"/>
              <a:gd name="csX3" fmla="*/ 1736351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2 h 914400"/>
              <a:gd name="csX0" fmla="*/ 0 w 1828800"/>
              <a:gd name="csY0" fmla="*/ 0 h 914400"/>
              <a:gd name="csX1" fmla="*/ 1736351 w 1828800"/>
              <a:gd name="csY1" fmla="*/ 0 h 914400"/>
              <a:gd name="csX2" fmla="*/ 1828800 w 1828800"/>
              <a:gd name="csY2" fmla="*/ 457200 h 914400"/>
              <a:gd name="csX3" fmla="*/ 1736351 w 1828800"/>
              <a:gd name="csY3" fmla="*/ 914400 h 914400"/>
              <a:gd name="csX4" fmla="*/ 0 w 1828800"/>
              <a:gd name="csY4" fmla="*/ 914400 h 914400"/>
              <a:gd name="csX5" fmla="*/ 0 w 1828800"/>
              <a:gd name="csY5" fmla="*/ 457202 h 914400"/>
              <a:gd name="csX0" fmla="*/ 0 w 1828800"/>
              <a:gd name="csY0" fmla="*/ 0 h 914400"/>
              <a:gd name="csX1" fmla="*/ 1736351 w 1828800"/>
              <a:gd name="csY1" fmla="*/ 0 h 914400"/>
              <a:gd name="csX2" fmla="*/ 1828800 w 1828800"/>
              <a:gd name="csY2" fmla="*/ 457200 h 914400"/>
              <a:gd name="csX3" fmla="*/ 1736351 w 1828800"/>
              <a:gd name="csY3" fmla="*/ 914400 h 914400"/>
              <a:gd name="csX4" fmla="*/ 0 w 1828800"/>
              <a:gd name="csY4" fmla="*/ 914400 h 914400"/>
              <a:gd name="csX5" fmla="*/ 92449 w 1828800"/>
              <a:gd name="csY5" fmla="*/ 457202 h 914400"/>
              <a:gd name="csX0" fmla="*/ 0 w 1828800"/>
              <a:gd name="csY0" fmla="*/ 0 h 914400"/>
              <a:gd name="csX1" fmla="*/ 1736351 w 1828800"/>
              <a:gd name="csY1" fmla="*/ 0 h 914400"/>
              <a:gd name="csX2" fmla="*/ 1828800 w 1828800"/>
              <a:gd name="csY2" fmla="*/ 457200 h 914400"/>
              <a:gd name="csX3" fmla="*/ 1736351 w 1828800"/>
              <a:gd name="csY3" fmla="*/ 914400 h 914400"/>
              <a:gd name="csX4" fmla="*/ 0 w 1828800"/>
              <a:gd name="csY4" fmla="*/ 914400 h 914400"/>
              <a:gd name="csX5" fmla="*/ 92449 w 1828800"/>
              <a:gd name="csY5" fmla="*/ 457202 h 914400"/>
              <a:gd name="csX0" fmla="*/ 0 w 1828800"/>
              <a:gd name="csY0" fmla="*/ 0 h 914400"/>
              <a:gd name="csX1" fmla="*/ 1736351 w 1828800"/>
              <a:gd name="csY1" fmla="*/ 0 h 914400"/>
              <a:gd name="csX2" fmla="*/ 1828800 w 1828800"/>
              <a:gd name="csY2" fmla="*/ 457200 h 914400"/>
              <a:gd name="csX3" fmla="*/ 1736351 w 1828800"/>
              <a:gd name="csY3" fmla="*/ 914400 h 914400"/>
              <a:gd name="csX4" fmla="*/ 0 w 1828800"/>
              <a:gd name="csY4" fmla="*/ 914400 h 914400"/>
              <a:gd name="csX5" fmla="*/ 92449 w 1828800"/>
              <a:gd name="csY5" fmla="*/ 457202 h 9144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1828800" h="914400">
                <a:moveTo>
                  <a:pt x="0" y="0"/>
                </a:moveTo>
                <a:lnTo>
                  <a:pt x="1736351" y="0"/>
                </a:lnTo>
                <a:lnTo>
                  <a:pt x="1828800" y="457200"/>
                </a:lnTo>
                <a:lnTo>
                  <a:pt x="1736351" y="914400"/>
                </a:lnTo>
                <a:lnTo>
                  <a:pt x="0" y="914400"/>
                </a:lnTo>
                <a:lnTo>
                  <a:pt x="92449" y="457202"/>
                </a:lnTo>
                <a:close/>
              </a:path>
            </a:pathLst>
          </a:custGeom>
          <a:solidFill>
            <a:schemeClr val="accent3">
              <a:lumMod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tlCol="0" anchor="ctr"/>
          <a:lstStyle/>
          <a:p>
            <a:pPr algn="ctr"/>
            <a:endParaRPr lang="ru-RU" sz="1000" err="1">
              <a:solidFill>
                <a:schemeClr val="bg1"/>
              </a:solidFill>
            </a:endParaRPr>
          </a:p>
        </p:txBody>
      </p:sp>
      <p:sp>
        <p:nvSpPr>
          <p:cNvPr id="978" name="TextBox 977">
            <a:extLst>
              <a:ext uri="{FF2B5EF4-FFF2-40B4-BE49-F238E27FC236}">
                <a16:creationId xmlns:a16="http://schemas.microsoft.com/office/drawing/2014/main" id="{248B2651-CE66-9C3C-0DF1-32F06CB3B19C}"/>
              </a:ext>
            </a:extLst>
          </p:cNvPr>
          <p:cNvSpPr txBox="1">
            <a:spLocks/>
          </p:cNvSpPr>
          <p:nvPr>
            <p:custDataLst>
              <p:tags r:id="rId8"/>
            </p:custDataLst>
          </p:nvPr>
        </p:nvSpPr>
        <p:spPr>
          <a:xfrm>
            <a:off x="6209610" y="1421409"/>
            <a:ext cx="1659544" cy="460142"/>
          </a:xfrm>
          <a:prstGeom prst="rect">
            <a:avLst/>
          </a:prstGeom>
          <a:noFill/>
        </p:spPr>
        <p:txBody>
          <a:bodyPr vert="horz" lIns="72000" tIns="0" rIns="0" bIns="0" rtlCol="0" anchor="ctr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en-US" baseline="0" dirty="0">
                <a:latin typeface="+mn-lt"/>
              </a:defRPr>
            </a:lvl1pPr>
            <a:lvl2pPr marL="194400" lvl="1" indent="-190800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lang="en-US" baseline="0" dirty="0">
                <a:latin typeface="+mn-lt"/>
              </a:defRPr>
            </a:lvl2pPr>
            <a:lvl3pPr marL="446400" lvl="2" indent="-248400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lang="en-US" baseline="0" dirty="0">
                <a:latin typeface="+mn-lt"/>
              </a:defRPr>
            </a:lvl3pPr>
            <a:lvl4pPr marL="615600" lvl="3" indent="-154800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lang="en-US" baseline="0" dirty="0">
                <a:latin typeface="+mn-lt"/>
              </a:defRPr>
            </a:lvl4pPr>
            <a:lvl5pPr marL="748800" lvl="4" indent="-129600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lang="en-US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r>
              <a:rPr lang="de-DE" sz="1000" b="1">
                <a:solidFill>
                  <a:schemeClr val="bg1"/>
                </a:solidFill>
              </a:rPr>
              <a:t>D. Credit </a:t>
            </a:r>
            <a:br>
              <a:rPr lang="de-DE" sz="1000" b="1">
                <a:solidFill>
                  <a:schemeClr val="bg1"/>
                </a:solidFill>
              </a:rPr>
            </a:br>
            <a:r>
              <a:rPr lang="de-DE" sz="1000" b="1">
                <a:solidFill>
                  <a:schemeClr val="bg1"/>
                </a:solidFill>
              </a:rPr>
              <a:t>approval</a:t>
            </a:r>
          </a:p>
        </p:txBody>
      </p: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6A3DDE4-946B-7C1A-6266-AEB9A3A69815}"/>
              </a:ext>
            </a:extLst>
          </p:cNvPr>
          <p:cNvGrpSpPr/>
          <p:nvPr>
            <p:custDataLst>
              <p:tags r:id="rId9"/>
            </p:custDataLst>
          </p:nvPr>
        </p:nvGrpSpPr>
        <p:grpSpPr>
          <a:xfrm>
            <a:off x="7898588" y="1384300"/>
            <a:ext cx="1902714" cy="534360"/>
            <a:chOff x="7898588" y="1495479"/>
            <a:chExt cx="1902714" cy="534360"/>
          </a:xfrm>
          <a:solidFill>
            <a:schemeClr val="accent3">
              <a:lumMod val="25000"/>
            </a:schemeClr>
          </a:solidFill>
        </p:grpSpPr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81C52566-D8F0-4F69-B946-CC5D47A33C0E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7898588" y="1495479"/>
              <a:ext cx="1902714" cy="534360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9120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sX0" fmla="*/ 0 w 1828800"/>
                <a:gd name="csY0" fmla="*/ 0 h 914400"/>
                <a:gd name="csX1" fmla="*/ 179120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7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7 w 1828800"/>
                <a:gd name="csY1" fmla="*/ 0 h 914400"/>
                <a:gd name="csX2" fmla="*/ 1828800 w 1828800"/>
                <a:gd name="csY2" fmla="*/ 457200 h 914400"/>
                <a:gd name="csX3" fmla="*/ 171637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7 w 1828800"/>
                <a:gd name="csY1" fmla="*/ 0 h 914400"/>
                <a:gd name="csX2" fmla="*/ 1828800 w 1828800"/>
                <a:gd name="csY2" fmla="*/ 457200 h 914400"/>
                <a:gd name="csX3" fmla="*/ 1716377 w 1828800"/>
                <a:gd name="csY3" fmla="*/ 914400 h 914400"/>
                <a:gd name="csX4" fmla="*/ 0 w 1828800"/>
                <a:gd name="csY4" fmla="*/ 914400 h 914400"/>
                <a:gd name="csX5" fmla="*/ 112422 w 1828800"/>
                <a:gd name="csY5" fmla="*/ 457201 h 914400"/>
                <a:gd name="csX0" fmla="*/ 0 w 1828800"/>
                <a:gd name="csY0" fmla="*/ 0 h 914400"/>
                <a:gd name="csX1" fmla="*/ 1716377 w 1828800"/>
                <a:gd name="csY1" fmla="*/ 0 h 914400"/>
                <a:gd name="csX2" fmla="*/ 1828800 w 1828800"/>
                <a:gd name="csY2" fmla="*/ 457200 h 914400"/>
                <a:gd name="csX3" fmla="*/ 1716377 w 1828800"/>
                <a:gd name="csY3" fmla="*/ 914400 h 914400"/>
                <a:gd name="csX4" fmla="*/ 0 w 1828800"/>
                <a:gd name="csY4" fmla="*/ 914400 h 914400"/>
                <a:gd name="csX5" fmla="*/ 112422 w 1828800"/>
                <a:gd name="csY5" fmla="*/ 457201 h 914400"/>
                <a:gd name="csX0" fmla="*/ 0 w 1828800"/>
                <a:gd name="csY0" fmla="*/ 0 h 914400"/>
                <a:gd name="csX1" fmla="*/ 1716377 w 1828800"/>
                <a:gd name="csY1" fmla="*/ 0 h 914400"/>
                <a:gd name="csX2" fmla="*/ 1828800 w 1828800"/>
                <a:gd name="csY2" fmla="*/ 457200 h 914400"/>
                <a:gd name="csX3" fmla="*/ 1716377 w 1828800"/>
                <a:gd name="csY3" fmla="*/ 914400 h 914400"/>
                <a:gd name="csX4" fmla="*/ 0 w 1828800"/>
                <a:gd name="csY4" fmla="*/ 914400 h 914400"/>
                <a:gd name="csX5" fmla="*/ 112422 w 1828800"/>
                <a:gd name="csY5" fmla="*/ 457201 h 914400"/>
                <a:gd name="csX0" fmla="*/ 0 w 1828800"/>
                <a:gd name="csY0" fmla="*/ 0 h 914400"/>
                <a:gd name="csX1" fmla="*/ 1716377 w 1828800"/>
                <a:gd name="csY1" fmla="*/ 0 h 914400"/>
                <a:gd name="csX2" fmla="*/ 1828800 w 1828800"/>
                <a:gd name="csY2" fmla="*/ 457200 h 914400"/>
                <a:gd name="csX3" fmla="*/ 1716377 w 1828800"/>
                <a:gd name="csY3" fmla="*/ 914400 h 914400"/>
                <a:gd name="csX4" fmla="*/ 0 w 1828800"/>
                <a:gd name="csY4" fmla="*/ 914400 h 914400"/>
                <a:gd name="csX5" fmla="*/ 92448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16377 w 1828800"/>
                <a:gd name="csY3" fmla="*/ 914400 h 914400"/>
                <a:gd name="csX4" fmla="*/ 0 w 1828800"/>
                <a:gd name="csY4" fmla="*/ 914400 h 914400"/>
                <a:gd name="csX5" fmla="*/ 92448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8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8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8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8 w 1828800"/>
                <a:gd name="csY5" fmla="*/ 457202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36351" y="0"/>
                  </a:lnTo>
                  <a:lnTo>
                    <a:pt x="1828800" y="457200"/>
                  </a:lnTo>
                  <a:lnTo>
                    <a:pt x="1736351" y="914400"/>
                  </a:lnTo>
                  <a:lnTo>
                    <a:pt x="0" y="914400"/>
                  </a:lnTo>
                  <a:lnTo>
                    <a:pt x="92448" y="457202"/>
                  </a:lnTo>
                  <a:close/>
                </a:path>
              </a:pathLst>
            </a:cu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tlCol="0" anchor="ctr"/>
            <a:lstStyle/>
            <a:p>
              <a:pPr algn="ctr"/>
              <a:endParaRPr lang="ru-RU" sz="1000" err="1">
                <a:solidFill>
                  <a:schemeClr val="bg1"/>
                </a:solidFill>
              </a:endParaRPr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443E7847-12F5-6519-9D70-0279AD526EAF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8045572" y="1532588"/>
              <a:ext cx="1659544" cy="460142"/>
            </a:xfrm>
            <a:prstGeom prst="rect">
              <a:avLst/>
            </a:prstGeom>
            <a:grpFill/>
          </p:spPr>
          <p:txBody>
            <a:bodyPr vert="horz" lIns="7200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en-US" sz="1000" b="1">
                  <a:solidFill>
                    <a:schemeClr val="bg1"/>
                  </a:solidFill>
                </a:rPr>
                <a:t>E. Monitoring &amp; next product to buy</a:t>
              </a:r>
            </a:p>
          </p:txBody>
        </p:sp>
      </p:grpSp>
      <p:grpSp>
        <p:nvGrpSpPr>
          <p:cNvPr id="1425" name="Group 1424">
            <a:extLst>
              <a:ext uri="{FF2B5EF4-FFF2-40B4-BE49-F238E27FC236}">
                <a16:creationId xmlns:a16="http://schemas.microsoft.com/office/drawing/2014/main" id="{D7CD1571-736B-7BE7-3164-2D809C0E3FB5}"/>
              </a:ext>
            </a:extLst>
          </p:cNvPr>
          <p:cNvGrpSpPr/>
          <p:nvPr>
            <p:custDataLst>
              <p:tags r:id="rId10"/>
            </p:custDataLst>
          </p:nvPr>
        </p:nvGrpSpPr>
        <p:grpSpPr>
          <a:xfrm>
            <a:off x="9734550" y="1384300"/>
            <a:ext cx="1902714" cy="534360"/>
            <a:chOff x="9734550" y="1495479"/>
            <a:chExt cx="1902714" cy="534360"/>
          </a:xfrm>
          <a:solidFill>
            <a:schemeClr val="accent3">
              <a:lumMod val="25000"/>
            </a:schemeClr>
          </a:solidFill>
        </p:grpSpPr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032BFF06-8C8C-76B1-BD02-502015CD6180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9734550" y="1495479"/>
              <a:ext cx="1902714" cy="534360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9120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sX0" fmla="*/ 0 w 1828800"/>
                <a:gd name="csY0" fmla="*/ 0 h 914400"/>
                <a:gd name="csX1" fmla="*/ 179120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140991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7809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68780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3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3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112423 w 1828800"/>
                <a:gd name="csY5" fmla="*/ 457201 h 914400"/>
                <a:gd name="csX0" fmla="*/ 0 w 1828800"/>
                <a:gd name="csY0" fmla="*/ 0 h 914400"/>
                <a:gd name="csX1" fmla="*/ 1716378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16378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  <a:gd name="csX0" fmla="*/ 0 w 1828800"/>
                <a:gd name="csY0" fmla="*/ 0 h 914400"/>
                <a:gd name="csX1" fmla="*/ 1736351 w 1828800"/>
                <a:gd name="csY1" fmla="*/ 0 h 914400"/>
                <a:gd name="csX2" fmla="*/ 1828800 w 1828800"/>
                <a:gd name="csY2" fmla="*/ 457200 h 914400"/>
                <a:gd name="csX3" fmla="*/ 1736351 w 1828800"/>
                <a:gd name="csY3" fmla="*/ 914400 h 914400"/>
                <a:gd name="csX4" fmla="*/ 0 w 1828800"/>
                <a:gd name="csY4" fmla="*/ 914400 h 914400"/>
                <a:gd name="csX5" fmla="*/ 92449 w 1828800"/>
                <a:gd name="csY5" fmla="*/ 457202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36351" y="0"/>
                  </a:lnTo>
                  <a:lnTo>
                    <a:pt x="1828800" y="457200"/>
                  </a:lnTo>
                  <a:lnTo>
                    <a:pt x="1736351" y="914400"/>
                  </a:lnTo>
                  <a:lnTo>
                    <a:pt x="0" y="914400"/>
                  </a:lnTo>
                  <a:lnTo>
                    <a:pt x="92449" y="457202"/>
                  </a:lnTo>
                  <a:close/>
                </a:path>
              </a:pathLst>
            </a:cu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tlCol="0" anchor="ctr"/>
            <a:lstStyle/>
            <a:p>
              <a:pPr algn="ctr"/>
              <a:endParaRPr lang="ru-RU" sz="1000" err="1">
                <a:solidFill>
                  <a:schemeClr val="bg1"/>
                </a:solidFill>
              </a:endParaRP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2ABD3F27-D291-0D01-3C06-5B0982D69E9F}"/>
                </a:ext>
              </a:extLst>
            </p:cNvPr>
            <p:cNvSpPr txBox="1">
              <a:spLocks/>
            </p:cNvSpPr>
            <p:nvPr>
              <p:custDataLst>
                <p:tags r:id="rId14"/>
              </p:custDataLst>
            </p:nvPr>
          </p:nvSpPr>
          <p:spPr>
            <a:xfrm>
              <a:off x="9881535" y="1532588"/>
              <a:ext cx="1659544" cy="460142"/>
            </a:xfrm>
            <a:prstGeom prst="rect">
              <a:avLst/>
            </a:prstGeom>
            <a:grpFill/>
          </p:spPr>
          <p:txBody>
            <a:bodyPr vert="horz" lIns="7200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en-US" sz="1000" b="1">
                  <a:solidFill>
                    <a:schemeClr val="bg1"/>
                  </a:solidFill>
                </a:rPr>
                <a:t>F. Collection and </a:t>
              </a:r>
              <a:br>
                <a:rPr lang="en-US" sz="1000" b="1">
                  <a:solidFill>
                    <a:schemeClr val="bg1"/>
                  </a:solidFill>
                </a:rPr>
              </a:br>
              <a:r>
                <a:rPr lang="en-US" sz="1000" b="1">
                  <a:solidFill>
                    <a:schemeClr val="bg1"/>
                  </a:solidFill>
                </a:rPr>
                <a:t>NPL strategy</a:t>
              </a:r>
            </a:p>
          </p:txBody>
        </p:sp>
      </p:grpSp>
      <p:sp>
        <p:nvSpPr>
          <p:cNvPr id="1433" name="Sticker">
            <a:extLst>
              <a:ext uri="{FF2B5EF4-FFF2-40B4-BE49-F238E27FC236}">
                <a16:creationId xmlns:a16="http://schemas.microsoft.com/office/drawing/2014/main" id="{A2C5810C-4C98-BA33-A009-03426A650F5D}"/>
              </a:ext>
            </a:extLst>
          </p:cNvPr>
          <p:cNvSpPr txBox="1"/>
          <p:nvPr/>
        </p:nvSpPr>
        <p:spPr>
          <a:xfrm>
            <a:off x="7793929" y="0"/>
            <a:ext cx="4398071" cy="216513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54000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 rtl="0"/>
            <a:r>
              <a:rPr lang="en-US" b="0">
                <a:latin typeface="+mn-lt"/>
                <a:ea typeface="+mn-ea"/>
                <a:cs typeface="+mn-cs"/>
              </a:rPr>
              <a:t>Illustrative</a:t>
            </a:r>
          </a:p>
        </p:txBody>
      </p:sp>
      <p:cxnSp>
        <p:nvCxnSpPr>
          <p:cNvPr id="374" name="Straight Arrow Connector 373">
            <a:extLst>
              <a:ext uri="{FF2B5EF4-FFF2-40B4-BE49-F238E27FC236}">
                <a16:creationId xmlns:a16="http://schemas.microsoft.com/office/drawing/2014/main" id="{0A552FA2-A57D-ADF3-E2F3-1DA38C2E356D}"/>
              </a:ext>
            </a:extLst>
          </p:cNvPr>
          <p:cNvCxnSpPr>
            <a:cxnSpLocks/>
          </p:cNvCxnSpPr>
          <p:nvPr/>
        </p:nvCxnSpPr>
        <p:spPr>
          <a:xfrm flipV="1">
            <a:off x="6106901" y="4110490"/>
            <a:ext cx="269991" cy="2539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DF546455-2037-A046-37A3-0ACF570B2713}"/>
              </a:ext>
            </a:extLst>
          </p:cNvPr>
          <p:cNvSpPr/>
          <p:nvPr/>
        </p:nvSpPr>
        <p:spPr>
          <a:xfrm>
            <a:off x="1583535" y="4423725"/>
            <a:ext cx="170846" cy="64418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NZ" sz="800" b="0" i="0" u="none" strike="noStrike" kern="1200" cap="none" spc="0" normalizeH="0" baseline="0" noProof="0" err="1">
              <a:ln>
                <a:noFill/>
              </a:ln>
              <a:solidFill>
                <a:srgbClr val="051C2C"/>
              </a:solidFill>
              <a:effectLst/>
              <a:uLnTx/>
              <a:uFillTx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C06605B-9FE3-FB28-257E-740A98285800}"/>
              </a:ext>
            </a:extLst>
          </p:cNvPr>
          <p:cNvSpPr/>
          <p:nvPr/>
        </p:nvSpPr>
        <p:spPr>
          <a:xfrm>
            <a:off x="2400860" y="3959483"/>
            <a:ext cx="170846" cy="64418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NZ" sz="800" b="0" i="0" u="none" strike="noStrike" kern="1200" cap="none" spc="0" normalizeH="0" baseline="0" noProof="0" err="1">
              <a:ln>
                <a:noFill/>
              </a:ln>
              <a:solidFill>
                <a:srgbClr val="051C2C"/>
              </a:solidFill>
              <a:effectLst/>
              <a:uLnTx/>
              <a:uFillTx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2D66984-7F55-967A-6110-D17FB827FD31}"/>
              </a:ext>
            </a:extLst>
          </p:cNvPr>
          <p:cNvSpPr/>
          <p:nvPr/>
        </p:nvSpPr>
        <p:spPr>
          <a:xfrm>
            <a:off x="6171748" y="4346581"/>
            <a:ext cx="170846" cy="64418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NZ" sz="800" b="0" i="0" u="none" strike="noStrike" kern="1200" cap="none" spc="0" normalizeH="0" baseline="0" noProof="0" err="1">
              <a:ln>
                <a:noFill/>
              </a:ln>
              <a:solidFill>
                <a:srgbClr val="051C2C"/>
              </a:solidFill>
              <a:effectLst/>
              <a:uLnTx/>
              <a:uFillTx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9F01A4B-3DC8-22EC-580B-6A048E06F502}"/>
              </a:ext>
            </a:extLst>
          </p:cNvPr>
          <p:cNvSpPr/>
          <p:nvPr/>
        </p:nvSpPr>
        <p:spPr>
          <a:xfrm>
            <a:off x="5980659" y="4150697"/>
            <a:ext cx="170846" cy="64418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NZ" sz="800" b="0" i="0" u="none" strike="noStrike" kern="1200" cap="none" spc="0" normalizeH="0" baseline="0" noProof="0" err="1">
              <a:ln>
                <a:noFill/>
              </a:ln>
              <a:solidFill>
                <a:srgbClr val="051C2C"/>
              </a:solidFill>
              <a:effectLst/>
              <a:uLnTx/>
              <a:uFillTx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7DF31787-721D-D4B5-9D62-B919953FC5D8}"/>
              </a:ext>
            </a:extLst>
          </p:cNvPr>
          <p:cNvSpPr/>
          <p:nvPr/>
        </p:nvSpPr>
        <p:spPr>
          <a:xfrm>
            <a:off x="9551485" y="4222073"/>
            <a:ext cx="170846" cy="64418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NZ" sz="800" b="0" i="0" u="none" strike="noStrike" kern="1200" cap="none" spc="0" normalizeH="0" baseline="0" noProof="0" err="1">
              <a:ln>
                <a:noFill/>
              </a:ln>
              <a:solidFill>
                <a:srgbClr val="051C2C"/>
              </a:solidFill>
              <a:effectLst/>
              <a:uLnTx/>
              <a:uFillTx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7A3C11C7-259F-D5BB-3987-09D352DDF7BD}"/>
              </a:ext>
            </a:extLst>
          </p:cNvPr>
          <p:cNvSpPr/>
          <p:nvPr/>
        </p:nvSpPr>
        <p:spPr>
          <a:xfrm>
            <a:off x="8060855" y="4845241"/>
            <a:ext cx="170846" cy="64418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NZ" sz="800" b="0" i="0" u="none" strike="noStrike" kern="1200" cap="none" spc="0" normalizeH="0" baseline="0" noProof="0" err="1">
              <a:ln>
                <a:noFill/>
              </a:ln>
              <a:solidFill>
                <a:srgbClr val="051C2C"/>
              </a:solidFill>
              <a:effectLst/>
              <a:uLnTx/>
              <a:uFillTx/>
            </a:endParaRPr>
          </a:p>
        </p:txBody>
      </p: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A40EE959-88A1-875D-B64A-82EE002A3F5E}"/>
              </a:ext>
            </a:extLst>
          </p:cNvPr>
          <p:cNvGrpSpPr/>
          <p:nvPr/>
        </p:nvGrpSpPr>
        <p:grpSpPr>
          <a:xfrm rot="20766568">
            <a:off x="6043254" y="5000633"/>
            <a:ext cx="295410" cy="260438"/>
            <a:chOff x="5852815" y="4598004"/>
            <a:chExt cx="367088" cy="738470"/>
          </a:xfrm>
        </p:grpSpPr>
        <p:cxnSp>
          <p:nvCxnSpPr>
            <p:cNvPr id="42" name="Connector: Elbow 1469">
              <a:extLst>
                <a:ext uri="{FF2B5EF4-FFF2-40B4-BE49-F238E27FC236}">
                  <a16:creationId xmlns:a16="http://schemas.microsoft.com/office/drawing/2014/main" id="{8F88A409-1C29-F66D-B383-A4C85DB17A0B}"/>
                </a:ext>
              </a:extLst>
            </p:cNvPr>
            <p:cNvCxnSpPr>
              <a:cxnSpLocks/>
            </p:cNvCxnSpPr>
            <p:nvPr/>
          </p:nvCxnSpPr>
          <p:spPr>
            <a:xfrm rot="6185248" flipH="1" flipV="1">
              <a:off x="5871491" y="4579328"/>
              <a:ext cx="329735" cy="367088"/>
            </a:xfrm>
            <a:prstGeom prst="curvedConnector2">
              <a:avLst/>
            </a:prstGeom>
            <a:ln w="12700" cap="flat">
              <a:solidFill>
                <a:schemeClr val="accent2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1" name="Connector: Elbow 1469">
              <a:extLst>
                <a:ext uri="{FF2B5EF4-FFF2-40B4-BE49-F238E27FC236}">
                  <a16:creationId xmlns:a16="http://schemas.microsoft.com/office/drawing/2014/main" id="{0546E66D-06E1-07E6-9471-846796F2F308}"/>
                </a:ext>
              </a:extLst>
            </p:cNvPr>
            <p:cNvCxnSpPr>
              <a:cxnSpLocks/>
            </p:cNvCxnSpPr>
            <p:nvPr/>
          </p:nvCxnSpPr>
          <p:spPr>
            <a:xfrm rot="16985248" flipH="1" flipV="1">
              <a:off x="5871491" y="4988063"/>
              <a:ext cx="329735" cy="367088"/>
            </a:xfrm>
            <a:prstGeom prst="curvedConnector2">
              <a:avLst/>
            </a:prstGeom>
            <a:ln w="12700" cap="flat">
              <a:solidFill>
                <a:schemeClr val="accent2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62" name="Straight Arrow Connector 761">
            <a:extLst>
              <a:ext uri="{FF2B5EF4-FFF2-40B4-BE49-F238E27FC236}">
                <a16:creationId xmlns:a16="http://schemas.microsoft.com/office/drawing/2014/main" id="{B725E52C-4AE8-8F28-C813-C9C5DAB539E4}"/>
              </a:ext>
            </a:extLst>
          </p:cNvPr>
          <p:cNvCxnSpPr>
            <a:cxnSpLocks/>
          </p:cNvCxnSpPr>
          <p:nvPr/>
        </p:nvCxnSpPr>
        <p:spPr>
          <a:xfrm>
            <a:off x="6694749" y="4368800"/>
            <a:ext cx="0" cy="309559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5" name="TextBox 1434">
            <a:extLst>
              <a:ext uri="{FF2B5EF4-FFF2-40B4-BE49-F238E27FC236}">
                <a16:creationId xmlns:a16="http://schemas.microsoft.com/office/drawing/2014/main" id="{31212C6B-AC7E-6F47-51DC-E6001A9396FE}"/>
              </a:ext>
            </a:extLst>
          </p:cNvPr>
          <p:cNvSpPr txBox="1">
            <a:spLocks/>
          </p:cNvSpPr>
          <p:nvPr/>
        </p:nvSpPr>
        <p:spPr>
          <a:xfrm>
            <a:off x="4093633" y="3488639"/>
            <a:ext cx="1936072" cy="615553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800" b="1"/>
              <a:t>Smart credit decisioning </a:t>
            </a:r>
            <a:r>
              <a:rPr lang="en-US" sz="800"/>
              <a:t>combines application data &amp; </a:t>
            </a:r>
            <a:r>
              <a:rPr lang="en-US" sz="800" b="1"/>
              <a:t>external unstructured</a:t>
            </a:r>
            <a:br>
              <a:rPr lang="en-US" sz="800" b="1"/>
            </a:br>
            <a:r>
              <a:rPr lang="en-US" sz="800" b="1"/>
              <a:t>data </a:t>
            </a:r>
            <a:r>
              <a:rPr lang="en-US" sz="800"/>
              <a:t>based on </a:t>
            </a:r>
            <a:br>
              <a:rPr lang="en-US" sz="800"/>
            </a:br>
            <a:r>
              <a:rPr lang="en-US" sz="800"/>
              <a:t>client risk profile</a:t>
            </a:r>
            <a:endParaRPr lang="en-NZ" sz="800"/>
          </a:p>
        </p:txBody>
      </p:sp>
      <p:sp>
        <p:nvSpPr>
          <p:cNvPr id="1439" name="TextBox 1438">
            <a:extLst>
              <a:ext uri="{FF2B5EF4-FFF2-40B4-BE49-F238E27FC236}">
                <a16:creationId xmlns:a16="http://schemas.microsoft.com/office/drawing/2014/main" id="{509F9449-1C43-1AC9-25B5-CA6ADCF3BEE0}"/>
              </a:ext>
            </a:extLst>
          </p:cNvPr>
          <p:cNvSpPr txBox="1"/>
          <p:nvPr/>
        </p:nvSpPr>
        <p:spPr>
          <a:xfrm>
            <a:off x="7940039" y="3488639"/>
            <a:ext cx="1533475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800" b="1"/>
              <a:t>Real-time </a:t>
            </a:r>
            <a:r>
              <a:rPr lang="en-US" sz="800"/>
              <a:t>client </a:t>
            </a:r>
            <a:r>
              <a:rPr lang="en-US" sz="800" b="1"/>
              <a:t>monitoring </a:t>
            </a:r>
            <a:r>
              <a:rPr lang="en-US" sz="800"/>
              <a:t>alerting potential financial difficulties</a:t>
            </a:r>
            <a:r>
              <a:rPr lang="en-US" sz="800" b="1"/>
              <a:t> </a:t>
            </a:r>
            <a:r>
              <a:rPr lang="en-US" sz="800"/>
              <a:t>via </a:t>
            </a:r>
            <a:r>
              <a:rPr lang="en-US" sz="800" b="1"/>
              <a:t>AA/ML models </a:t>
            </a:r>
            <a:r>
              <a:rPr lang="en-US" sz="800"/>
              <a:t>(e.g., negative </a:t>
            </a:r>
            <a:r>
              <a:rPr lang="en-US" sz="800" b="1"/>
              <a:t>news screening</a:t>
            </a:r>
            <a:r>
              <a:rPr lang="en-US" sz="800"/>
              <a:t>)</a:t>
            </a:r>
            <a:endParaRPr lang="en-NZ" sz="800"/>
          </a:p>
        </p:txBody>
      </p:sp>
      <p:sp>
        <p:nvSpPr>
          <p:cNvPr id="1441" name="TextBox 1440">
            <a:extLst>
              <a:ext uri="{FF2B5EF4-FFF2-40B4-BE49-F238E27FC236}">
                <a16:creationId xmlns:a16="http://schemas.microsoft.com/office/drawing/2014/main" id="{BF7C256F-10A1-7B33-5551-66F219FF1E98}"/>
              </a:ext>
            </a:extLst>
          </p:cNvPr>
          <p:cNvSpPr txBox="1"/>
          <p:nvPr/>
        </p:nvSpPr>
        <p:spPr>
          <a:xfrm>
            <a:off x="7010400" y="3798741"/>
            <a:ext cx="589458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800" b="1"/>
              <a:t>Combined </a:t>
            </a:r>
            <a:r>
              <a:rPr lang="en-NZ" sz="800"/>
              <a:t>AI-generated</a:t>
            </a:r>
            <a:r>
              <a:rPr lang="en-NZ" sz="800" b="1"/>
              <a:t> credit memo</a:t>
            </a:r>
          </a:p>
        </p:txBody>
      </p:sp>
      <p:grpSp>
        <p:nvGrpSpPr>
          <p:cNvPr id="2235" name="Group 2234">
            <a:extLst>
              <a:ext uri="{FF2B5EF4-FFF2-40B4-BE49-F238E27FC236}">
                <a16:creationId xmlns:a16="http://schemas.microsoft.com/office/drawing/2014/main" id="{CF0CA974-4D6A-9015-89B0-13C1E8AA8062}"/>
              </a:ext>
            </a:extLst>
          </p:cNvPr>
          <p:cNvGrpSpPr/>
          <p:nvPr/>
        </p:nvGrpSpPr>
        <p:grpSpPr>
          <a:xfrm>
            <a:off x="8353957" y="4014704"/>
            <a:ext cx="705640" cy="303296"/>
            <a:chOff x="8427311" y="3989362"/>
            <a:chExt cx="847923" cy="364452"/>
          </a:xfrm>
        </p:grpSpPr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EB16F08E-A0AA-F928-6FF7-2BDA49153DE7}"/>
                </a:ext>
              </a:extLst>
            </p:cNvPr>
            <p:cNvSpPr/>
            <p:nvPr/>
          </p:nvSpPr>
          <p:spPr>
            <a:xfrm>
              <a:off x="8627477" y="4038782"/>
              <a:ext cx="179348" cy="238400"/>
            </a:xfrm>
            <a:custGeom>
              <a:avLst/>
              <a:gdLst>
                <a:gd name="connsiteX0" fmla="*/ 1058797 w 1070227"/>
                <a:gd name="connsiteY0" fmla="*/ 463062 h 1420324"/>
                <a:gd name="connsiteX1" fmla="*/ 1066417 w 1070227"/>
                <a:gd name="connsiteY1" fmla="*/ 230652 h 1420324"/>
                <a:gd name="connsiteX2" fmla="*/ 1070227 w 1070227"/>
                <a:gd name="connsiteY2" fmla="*/ 60155 h 1420324"/>
                <a:gd name="connsiteX3" fmla="*/ 1068322 w 1070227"/>
                <a:gd name="connsiteY3" fmla="*/ 7767 h 1420324"/>
                <a:gd name="connsiteX4" fmla="*/ 1068322 w 1070227"/>
                <a:gd name="connsiteY4" fmla="*/ 5862 h 1420324"/>
                <a:gd name="connsiteX5" fmla="*/ 1066417 w 1070227"/>
                <a:gd name="connsiteY5" fmla="*/ 5862 h 1420324"/>
                <a:gd name="connsiteX6" fmla="*/ 994980 w 1070227"/>
                <a:gd name="connsiteY6" fmla="*/ 7767 h 1420324"/>
                <a:gd name="connsiteX7" fmla="*/ 808290 w 1070227"/>
                <a:gd name="connsiteY7" fmla="*/ 5862 h 1420324"/>
                <a:gd name="connsiteX8" fmla="*/ 535875 w 1070227"/>
                <a:gd name="connsiteY8" fmla="*/ 1100 h 1420324"/>
                <a:gd name="connsiteX9" fmla="*/ 286320 w 1070227"/>
                <a:gd name="connsiteY9" fmla="*/ 1100 h 1420324"/>
                <a:gd name="connsiteX10" fmla="*/ 209167 w 1070227"/>
                <a:gd name="connsiteY10" fmla="*/ 2052 h 1420324"/>
                <a:gd name="connsiteX11" fmla="*/ 15810 w 1070227"/>
                <a:gd name="connsiteY11" fmla="*/ 5862 h 1420324"/>
                <a:gd name="connsiteX12" fmla="*/ 13905 w 1070227"/>
                <a:gd name="connsiteY12" fmla="*/ 5862 h 1420324"/>
                <a:gd name="connsiteX13" fmla="*/ 13905 w 1070227"/>
                <a:gd name="connsiteY13" fmla="*/ 9672 h 1420324"/>
                <a:gd name="connsiteX14" fmla="*/ 14857 w 1070227"/>
                <a:gd name="connsiteY14" fmla="*/ 61107 h 1420324"/>
                <a:gd name="connsiteX15" fmla="*/ 12952 w 1070227"/>
                <a:gd name="connsiteY15" fmla="*/ 214460 h 1420324"/>
                <a:gd name="connsiteX16" fmla="*/ 9142 w 1070227"/>
                <a:gd name="connsiteY16" fmla="*/ 323045 h 1420324"/>
                <a:gd name="connsiteX17" fmla="*/ 9142 w 1070227"/>
                <a:gd name="connsiteY17" fmla="*/ 326855 h 1420324"/>
                <a:gd name="connsiteX18" fmla="*/ 2475 w 1070227"/>
                <a:gd name="connsiteY18" fmla="*/ 524022 h 1420324"/>
                <a:gd name="connsiteX19" fmla="*/ 570 w 1070227"/>
                <a:gd name="connsiteY19" fmla="*/ 812630 h 1420324"/>
                <a:gd name="connsiteX20" fmla="*/ 5332 w 1070227"/>
                <a:gd name="connsiteY20" fmla="*/ 1140290 h 1420324"/>
                <a:gd name="connsiteX21" fmla="*/ 9142 w 1070227"/>
                <a:gd name="connsiteY21" fmla="*/ 1414610 h 1420324"/>
                <a:gd name="connsiteX22" fmla="*/ 9142 w 1070227"/>
                <a:gd name="connsiteY22" fmla="*/ 1418420 h 1420324"/>
                <a:gd name="connsiteX23" fmla="*/ 12952 w 1070227"/>
                <a:gd name="connsiteY23" fmla="*/ 1418420 h 1420324"/>
                <a:gd name="connsiteX24" fmla="*/ 159637 w 1070227"/>
                <a:gd name="connsiteY24" fmla="*/ 1415562 h 1420324"/>
                <a:gd name="connsiteX25" fmla="*/ 341565 w 1070227"/>
                <a:gd name="connsiteY25" fmla="*/ 1413657 h 1420324"/>
                <a:gd name="connsiteX26" fmla="*/ 484440 w 1070227"/>
                <a:gd name="connsiteY26" fmla="*/ 1413657 h 1420324"/>
                <a:gd name="connsiteX27" fmla="*/ 651127 w 1070227"/>
                <a:gd name="connsiteY27" fmla="*/ 1414610 h 1420324"/>
                <a:gd name="connsiteX28" fmla="*/ 748282 w 1070227"/>
                <a:gd name="connsiteY28" fmla="*/ 1416515 h 1420324"/>
                <a:gd name="connsiteX29" fmla="*/ 955927 w 1070227"/>
                <a:gd name="connsiteY29" fmla="*/ 1420325 h 1420324"/>
                <a:gd name="connsiteX30" fmla="*/ 1062607 w 1070227"/>
                <a:gd name="connsiteY30" fmla="*/ 1417467 h 1420324"/>
                <a:gd name="connsiteX31" fmla="*/ 1066417 w 1070227"/>
                <a:gd name="connsiteY31" fmla="*/ 1417467 h 1420324"/>
                <a:gd name="connsiteX32" fmla="*/ 1066417 w 1070227"/>
                <a:gd name="connsiteY32" fmla="*/ 1415562 h 1420324"/>
                <a:gd name="connsiteX33" fmla="*/ 1066417 w 1070227"/>
                <a:gd name="connsiteY33" fmla="*/ 1338410 h 1420324"/>
                <a:gd name="connsiteX34" fmla="*/ 1066417 w 1070227"/>
                <a:gd name="connsiteY34" fmla="*/ 1337457 h 1420324"/>
                <a:gd name="connsiteX35" fmla="*/ 1066417 w 1070227"/>
                <a:gd name="connsiteY35" fmla="*/ 1335552 h 1420324"/>
                <a:gd name="connsiteX36" fmla="*/ 1063560 w 1070227"/>
                <a:gd name="connsiteY36" fmla="*/ 1147910 h 1420324"/>
                <a:gd name="connsiteX37" fmla="*/ 1060702 w 1070227"/>
                <a:gd name="connsiteY37" fmla="*/ 1004082 h 1420324"/>
                <a:gd name="connsiteX38" fmla="*/ 1060702 w 1070227"/>
                <a:gd name="connsiteY38" fmla="*/ 1001225 h 1420324"/>
                <a:gd name="connsiteX39" fmla="*/ 1060702 w 1070227"/>
                <a:gd name="connsiteY39" fmla="*/ 1001225 h 1420324"/>
                <a:gd name="connsiteX40" fmla="*/ 1058797 w 1070227"/>
                <a:gd name="connsiteY40" fmla="*/ 847872 h 1420324"/>
                <a:gd name="connsiteX41" fmla="*/ 1058797 w 1070227"/>
                <a:gd name="connsiteY41" fmla="*/ 841205 h 1420324"/>
                <a:gd name="connsiteX42" fmla="*/ 1058797 w 1070227"/>
                <a:gd name="connsiteY42" fmla="*/ 827870 h 1420324"/>
                <a:gd name="connsiteX43" fmla="*/ 1059750 w 1070227"/>
                <a:gd name="connsiteY43" fmla="*/ 538310 h 1420324"/>
                <a:gd name="connsiteX44" fmla="*/ 1058797 w 1070227"/>
                <a:gd name="connsiteY44" fmla="*/ 463062 h 1420324"/>
                <a:gd name="connsiteX45" fmla="*/ 1058797 w 1070227"/>
                <a:gd name="connsiteY45" fmla="*/ 463062 h 14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070227" h="1420324">
                  <a:moveTo>
                    <a:pt x="1058797" y="463062"/>
                  </a:moveTo>
                  <a:cubicBezTo>
                    <a:pt x="1060702" y="385910"/>
                    <a:pt x="1064512" y="307805"/>
                    <a:pt x="1066417" y="230652"/>
                  </a:cubicBezTo>
                  <a:cubicBezTo>
                    <a:pt x="1068322" y="173502"/>
                    <a:pt x="1069275" y="117305"/>
                    <a:pt x="1070227" y="60155"/>
                  </a:cubicBezTo>
                  <a:cubicBezTo>
                    <a:pt x="1070227" y="43010"/>
                    <a:pt x="1069275" y="24912"/>
                    <a:pt x="1068322" y="7767"/>
                  </a:cubicBezTo>
                  <a:cubicBezTo>
                    <a:pt x="1068322" y="6815"/>
                    <a:pt x="1068322" y="5862"/>
                    <a:pt x="1068322" y="5862"/>
                  </a:cubicBezTo>
                  <a:lnTo>
                    <a:pt x="1066417" y="5862"/>
                  </a:lnTo>
                  <a:cubicBezTo>
                    <a:pt x="1042605" y="5862"/>
                    <a:pt x="1018792" y="6815"/>
                    <a:pt x="994980" y="7767"/>
                  </a:cubicBezTo>
                  <a:cubicBezTo>
                    <a:pt x="933067" y="8720"/>
                    <a:pt x="870202" y="6815"/>
                    <a:pt x="808290" y="5862"/>
                  </a:cubicBezTo>
                  <a:cubicBezTo>
                    <a:pt x="682560" y="3005"/>
                    <a:pt x="661605" y="2052"/>
                    <a:pt x="535875" y="1100"/>
                  </a:cubicBezTo>
                  <a:cubicBezTo>
                    <a:pt x="317752" y="147"/>
                    <a:pt x="421575" y="-805"/>
                    <a:pt x="286320" y="1100"/>
                  </a:cubicBezTo>
                  <a:cubicBezTo>
                    <a:pt x="266317" y="1100"/>
                    <a:pt x="241552" y="2052"/>
                    <a:pt x="209167" y="2052"/>
                  </a:cubicBezTo>
                  <a:cubicBezTo>
                    <a:pt x="94867" y="3957"/>
                    <a:pt x="130110" y="4910"/>
                    <a:pt x="15810" y="5862"/>
                  </a:cubicBezTo>
                  <a:cubicBezTo>
                    <a:pt x="14857" y="5862"/>
                    <a:pt x="13905" y="5862"/>
                    <a:pt x="13905" y="5862"/>
                  </a:cubicBezTo>
                  <a:cubicBezTo>
                    <a:pt x="13905" y="6815"/>
                    <a:pt x="13905" y="8720"/>
                    <a:pt x="13905" y="9672"/>
                  </a:cubicBezTo>
                  <a:cubicBezTo>
                    <a:pt x="13905" y="26817"/>
                    <a:pt x="14857" y="43962"/>
                    <a:pt x="14857" y="61107"/>
                  </a:cubicBezTo>
                  <a:cubicBezTo>
                    <a:pt x="15810" y="112542"/>
                    <a:pt x="13905" y="163025"/>
                    <a:pt x="12952" y="214460"/>
                  </a:cubicBezTo>
                  <a:cubicBezTo>
                    <a:pt x="12000" y="250655"/>
                    <a:pt x="11047" y="286850"/>
                    <a:pt x="9142" y="323045"/>
                  </a:cubicBezTo>
                  <a:cubicBezTo>
                    <a:pt x="9142" y="323997"/>
                    <a:pt x="9142" y="325902"/>
                    <a:pt x="9142" y="326855"/>
                  </a:cubicBezTo>
                  <a:cubicBezTo>
                    <a:pt x="6285" y="392577"/>
                    <a:pt x="4380" y="458300"/>
                    <a:pt x="2475" y="524022"/>
                  </a:cubicBezTo>
                  <a:cubicBezTo>
                    <a:pt x="-383" y="620225"/>
                    <a:pt x="-383" y="716427"/>
                    <a:pt x="570" y="812630"/>
                  </a:cubicBezTo>
                  <a:cubicBezTo>
                    <a:pt x="1522" y="922167"/>
                    <a:pt x="3427" y="1030752"/>
                    <a:pt x="5332" y="1140290"/>
                  </a:cubicBezTo>
                  <a:cubicBezTo>
                    <a:pt x="7237" y="1231730"/>
                    <a:pt x="8190" y="1323170"/>
                    <a:pt x="9142" y="1414610"/>
                  </a:cubicBezTo>
                  <a:cubicBezTo>
                    <a:pt x="9142" y="1415562"/>
                    <a:pt x="9142" y="1417467"/>
                    <a:pt x="9142" y="1418420"/>
                  </a:cubicBezTo>
                  <a:cubicBezTo>
                    <a:pt x="10095" y="1418420"/>
                    <a:pt x="12000" y="1418420"/>
                    <a:pt x="12952" y="1418420"/>
                  </a:cubicBezTo>
                  <a:cubicBezTo>
                    <a:pt x="112012" y="1418420"/>
                    <a:pt x="60577" y="1416515"/>
                    <a:pt x="159637" y="1415562"/>
                  </a:cubicBezTo>
                  <a:cubicBezTo>
                    <a:pt x="284415" y="1413657"/>
                    <a:pt x="216787" y="1414610"/>
                    <a:pt x="341565" y="1413657"/>
                  </a:cubicBezTo>
                  <a:cubicBezTo>
                    <a:pt x="464437" y="1412705"/>
                    <a:pt x="360615" y="1411752"/>
                    <a:pt x="484440" y="1413657"/>
                  </a:cubicBezTo>
                  <a:cubicBezTo>
                    <a:pt x="566355" y="1414610"/>
                    <a:pt x="601597" y="1414610"/>
                    <a:pt x="651127" y="1414610"/>
                  </a:cubicBezTo>
                  <a:cubicBezTo>
                    <a:pt x="676845" y="1414610"/>
                    <a:pt x="706372" y="1415562"/>
                    <a:pt x="748282" y="1416515"/>
                  </a:cubicBezTo>
                  <a:cubicBezTo>
                    <a:pt x="817815" y="1418420"/>
                    <a:pt x="886395" y="1419372"/>
                    <a:pt x="955927" y="1420325"/>
                  </a:cubicBezTo>
                  <a:cubicBezTo>
                    <a:pt x="991170" y="1420325"/>
                    <a:pt x="1026412" y="1418420"/>
                    <a:pt x="1062607" y="1417467"/>
                  </a:cubicBezTo>
                  <a:lnTo>
                    <a:pt x="1066417" y="1417467"/>
                  </a:lnTo>
                  <a:lnTo>
                    <a:pt x="1066417" y="1415562"/>
                  </a:lnTo>
                  <a:cubicBezTo>
                    <a:pt x="1066417" y="1389845"/>
                    <a:pt x="1066417" y="1364127"/>
                    <a:pt x="1066417" y="1338410"/>
                  </a:cubicBezTo>
                  <a:lnTo>
                    <a:pt x="1066417" y="1337457"/>
                  </a:lnTo>
                  <a:cubicBezTo>
                    <a:pt x="1066417" y="1336505"/>
                    <a:pt x="1066417" y="1336505"/>
                    <a:pt x="1066417" y="1335552"/>
                  </a:cubicBezTo>
                  <a:cubicBezTo>
                    <a:pt x="1065465" y="1272687"/>
                    <a:pt x="1064512" y="1210775"/>
                    <a:pt x="1063560" y="1147910"/>
                  </a:cubicBezTo>
                  <a:cubicBezTo>
                    <a:pt x="1062607" y="1100285"/>
                    <a:pt x="1061655" y="1051707"/>
                    <a:pt x="1060702" y="1004082"/>
                  </a:cubicBezTo>
                  <a:cubicBezTo>
                    <a:pt x="1060702" y="1003130"/>
                    <a:pt x="1060702" y="1002177"/>
                    <a:pt x="1060702" y="1001225"/>
                  </a:cubicBezTo>
                  <a:cubicBezTo>
                    <a:pt x="1060702" y="1001225"/>
                    <a:pt x="1060702" y="1001225"/>
                    <a:pt x="1060702" y="1001225"/>
                  </a:cubicBezTo>
                  <a:cubicBezTo>
                    <a:pt x="1059750" y="949790"/>
                    <a:pt x="1058797" y="899307"/>
                    <a:pt x="1058797" y="847872"/>
                  </a:cubicBezTo>
                  <a:cubicBezTo>
                    <a:pt x="1058797" y="845967"/>
                    <a:pt x="1058797" y="844062"/>
                    <a:pt x="1058797" y="841205"/>
                  </a:cubicBezTo>
                  <a:cubicBezTo>
                    <a:pt x="1058797" y="836442"/>
                    <a:pt x="1058797" y="832632"/>
                    <a:pt x="1058797" y="827870"/>
                  </a:cubicBezTo>
                  <a:cubicBezTo>
                    <a:pt x="1057845" y="731667"/>
                    <a:pt x="1057845" y="634512"/>
                    <a:pt x="1059750" y="538310"/>
                  </a:cubicBezTo>
                  <a:cubicBezTo>
                    <a:pt x="1056892" y="511640"/>
                    <a:pt x="1057845" y="486875"/>
                    <a:pt x="1058797" y="463062"/>
                  </a:cubicBezTo>
                  <a:lnTo>
                    <a:pt x="1058797" y="46306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A31491D-06F7-31D0-3501-C17B954459B7}"/>
                </a:ext>
              </a:extLst>
            </p:cNvPr>
            <p:cNvSpPr/>
            <p:nvPr/>
          </p:nvSpPr>
          <p:spPr>
            <a:xfrm>
              <a:off x="8627477" y="4038782"/>
              <a:ext cx="179348" cy="238400"/>
            </a:xfrm>
            <a:custGeom>
              <a:avLst/>
              <a:gdLst>
                <a:gd name="connsiteX0" fmla="*/ 1061655 w 1070227"/>
                <a:gd name="connsiteY0" fmla="*/ 1146005 h 1420324"/>
                <a:gd name="connsiteX1" fmla="*/ 1058797 w 1070227"/>
                <a:gd name="connsiteY1" fmla="*/ 1002177 h 1420324"/>
                <a:gd name="connsiteX2" fmla="*/ 1054987 w 1070227"/>
                <a:gd name="connsiteY2" fmla="*/ 1002177 h 1420324"/>
                <a:gd name="connsiteX3" fmla="*/ 1056892 w 1070227"/>
                <a:gd name="connsiteY3" fmla="*/ 1106000 h 1420324"/>
                <a:gd name="connsiteX4" fmla="*/ 1059750 w 1070227"/>
                <a:gd name="connsiteY4" fmla="*/ 1333647 h 1420324"/>
                <a:gd name="connsiteX5" fmla="*/ 1063560 w 1070227"/>
                <a:gd name="connsiteY5" fmla="*/ 1333647 h 1420324"/>
                <a:gd name="connsiteX6" fmla="*/ 1061655 w 1070227"/>
                <a:gd name="connsiteY6" fmla="*/ 1146005 h 1420324"/>
                <a:gd name="connsiteX7" fmla="*/ 1058797 w 1070227"/>
                <a:gd name="connsiteY7" fmla="*/ 463062 h 1420324"/>
                <a:gd name="connsiteX8" fmla="*/ 1066417 w 1070227"/>
                <a:gd name="connsiteY8" fmla="*/ 230652 h 1420324"/>
                <a:gd name="connsiteX9" fmla="*/ 1070227 w 1070227"/>
                <a:gd name="connsiteY9" fmla="*/ 60155 h 1420324"/>
                <a:gd name="connsiteX10" fmla="*/ 1068322 w 1070227"/>
                <a:gd name="connsiteY10" fmla="*/ 7767 h 1420324"/>
                <a:gd name="connsiteX11" fmla="*/ 1068322 w 1070227"/>
                <a:gd name="connsiteY11" fmla="*/ 5862 h 1420324"/>
                <a:gd name="connsiteX12" fmla="*/ 1066417 w 1070227"/>
                <a:gd name="connsiteY12" fmla="*/ 5862 h 1420324"/>
                <a:gd name="connsiteX13" fmla="*/ 994980 w 1070227"/>
                <a:gd name="connsiteY13" fmla="*/ 7767 h 1420324"/>
                <a:gd name="connsiteX14" fmla="*/ 808290 w 1070227"/>
                <a:gd name="connsiteY14" fmla="*/ 5862 h 1420324"/>
                <a:gd name="connsiteX15" fmla="*/ 535875 w 1070227"/>
                <a:gd name="connsiteY15" fmla="*/ 1100 h 1420324"/>
                <a:gd name="connsiteX16" fmla="*/ 286320 w 1070227"/>
                <a:gd name="connsiteY16" fmla="*/ 1100 h 1420324"/>
                <a:gd name="connsiteX17" fmla="*/ 209167 w 1070227"/>
                <a:gd name="connsiteY17" fmla="*/ 2052 h 1420324"/>
                <a:gd name="connsiteX18" fmla="*/ 15810 w 1070227"/>
                <a:gd name="connsiteY18" fmla="*/ 5862 h 1420324"/>
                <a:gd name="connsiteX19" fmla="*/ 13905 w 1070227"/>
                <a:gd name="connsiteY19" fmla="*/ 5862 h 1420324"/>
                <a:gd name="connsiteX20" fmla="*/ 13905 w 1070227"/>
                <a:gd name="connsiteY20" fmla="*/ 9672 h 1420324"/>
                <a:gd name="connsiteX21" fmla="*/ 14857 w 1070227"/>
                <a:gd name="connsiteY21" fmla="*/ 61107 h 1420324"/>
                <a:gd name="connsiteX22" fmla="*/ 12952 w 1070227"/>
                <a:gd name="connsiteY22" fmla="*/ 214460 h 1420324"/>
                <a:gd name="connsiteX23" fmla="*/ 9142 w 1070227"/>
                <a:gd name="connsiteY23" fmla="*/ 323045 h 1420324"/>
                <a:gd name="connsiteX24" fmla="*/ 9142 w 1070227"/>
                <a:gd name="connsiteY24" fmla="*/ 326855 h 1420324"/>
                <a:gd name="connsiteX25" fmla="*/ 2475 w 1070227"/>
                <a:gd name="connsiteY25" fmla="*/ 524022 h 1420324"/>
                <a:gd name="connsiteX26" fmla="*/ 570 w 1070227"/>
                <a:gd name="connsiteY26" fmla="*/ 812630 h 1420324"/>
                <a:gd name="connsiteX27" fmla="*/ 5332 w 1070227"/>
                <a:gd name="connsiteY27" fmla="*/ 1140290 h 1420324"/>
                <a:gd name="connsiteX28" fmla="*/ 9142 w 1070227"/>
                <a:gd name="connsiteY28" fmla="*/ 1414610 h 1420324"/>
                <a:gd name="connsiteX29" fmla="*/ 9142 w 1070227"/>
                <a:gd name="connsiteY29" fmla="*/ 1418420 h 1420324"/>
                <a:gd name="connsiteX30" fmla="*/ 12952 w 1070227"/>
                <a:gd name="connsiteY30" fmla="*/ 1418420 h 1420324"/>
                <a:gd name="connsiteX31" fmla="*/ 159637 w 1070227"/>
                <a:gd name="connsiteY31" fmla="*/ 1415562 h 1420324"/>
                <a:gd name="connsiteX32" fmla="*/ 341565 w 1070227"/>
                <a:gd name="connsiteY32" fmla="*/ 1413657 h 1420324"/>
                <a:gd name="connsiteX33" fmla="*/ 484440 w 1070227"/>
                <a:gd name="connsiteY33" fmla="*/ 1413657 h 1420324"/>
                <a:gd name="connsiteX34" fmla="*/ 651127 w 1070227"/>
                <a:gd name="connsiteY34" fmla="*/ 1414610 h 1420324"/>
                <a:gd name="connsiteX35" fmla="*/ 748282 w 1070227"/>
                <a:gd name="connsiteY35" fmla="*/ 1416515 h 1420324"/>
                <a:gd name="connsiteX36" fmla="*/ 955927 w 1070227"/>
                <a:gd name="connsiteY36" fmla="*/ 1420325 h 1420324"/>
                <a:gd name="connsiteX37" fmla="*/ 1062607 w 1070227"/>
                <a:gd name="connsiteY37" fmla="*/ 1417467 h 1420324"/>
                <a:gd name="connsiteX38" fmla="*/ 1066417 w 1070227"/>
                <a:gd name="connsiteY38" fmla="*/ 1417467 h 1420324"/>
                <a:gd name="connsiteX39" fmla="*/ 1066417 w 1070227"/>
                <a:gd name="connsiteY39" fmla="*/ 1415562 h 1420324"/>
                <a:gd name="connsiteX40" fmla="*/ 1066417 w 1070227"/>
                <a:gd name="connsiteY40" fmla="*/ 1338410 h 1420324"/>
                <a:gd name="connsiteX41" fmla="*/ 1066417 w 1070227"/>
                <a:gd name="connsiteY41" fmla="*/ 1337457 h 1420324"/>
                <a:gd name="connsiteX42" fmla="*/ 1066417 w 1070227"/>
                <a:gd name="connsiteY42" fmla="*/ 1335552 h 1420324"/>
                <a:gd name="connsiteX43" fmla="*/ 1063560 w 1070227"/>
                <a:gd name="connsiteY43" fmla="*/ 1147910 h 1420324"/>
                <a:gd name="connsiteX44" fmla="*/ 1060702 w 1070227"/>
                <a:gd name="connsiteY44" fmla="*/ 1004082 h 1420324"/>
                <a:gd name="connsiteX45" fmla="*/ 1060702 w 1070227"/>
                <a:gd name="connsiteY45" fmla="*/ 1001225 h 1420324"/>
                <a:gd name="connsiteX46" fmla="*/ 1060702 w 1070227"/>
                <a:gd name="connsiteY46" fmla="*/ 1001225 h 1420324"/>
                <a:gd name="connsiteX47" fmla="*/ 1058797 w 1070227"/>
                <a:gd name="connsiteY47" fmla="*/ 847872 h 1420324"/>
                <a:gd name="connsiteX48" fmla="*/ 1058797 w 1070227"/>
                <a:gd name="connsiteY48" fmla="*/ 841205 h 1420324"/>
                <a:gd name="connsiteX49" fmla="*/ 1058797 w 1070227"/>
                <a:gd name="connsiteY49" fmla="*/ 827870 h 1420324"/>
                <a:gd name="connsiteX50" fmla="*/ 1059750 w 1070227"/>
                <a:gd name="connsiteY50" fmla="*/ 538310 h 1420324"/>
                <a:gd name="connsiteX51" fmla="*/ 1058797 w 1070227"/>
                <a:gd name="connsiteY51" fmla="*/ 463062 h 1420324"/>
                <a:gd name="connsiteX52" fmla="*/ 1058797 w 1070227"/>
                <a:gd name="connsiteY52" fmla="*/ 463062 h 1420324"/>
                <a:gd name="connsiteX53" fmla="*/ 1053082 w 1070227"/>
                <a:gd name="connsiteY53" fmla="*/ 845967 h 1420324"/>
                <a:gd name="connsiteX54" fmla="*/ 1054987 w 1070227"/>
                <a:gd name="connsiteY54" fmla="*/ 999320 h 1420324"/>
                <a:gd name="connsiteX55" fmla="*/ 1054987 w 1070227"/>
                <a:gd name="connsiteY55" fmla="*/ 999320 h 1420324"/>
                <a:gd name="connsiteX56" fmla="*/ 1054987 w 1070227"/>
                <a:gd name="connsiteY56" fmla="*/ 1002177 h 1420324"/>
                <a:gd name="connsiteX57" fmla="*/ 1056892 w 1070227"/>
                <a:gd name="connsiteY57" fmla="*/ 1106000 h 1420324"/>
                <a:gd name="connsiteX58" fmla="*/ 1059750 w 1070227"/>
                <a:gd name="connsiteY58" fmla="*/ 1333647 h 1420324"/>
                <a:gd name="connsiteX59" fmla="*/ 1059750 w 1070227"/>
                <a:gd name="connsiteY59" fmla="*/ 1335552 h 1420324"/>
                <a:gd name="connsiteX60" fmla="*/ 1059750 w 1070227"/>
                <a:gd name="connsiteY60" fmla="*/ 1336505 h 1420324"/>
                <a:gd name="connsiteX61" fmla="*/ 1060702 w 1070227"/>
                <a:gd name="connsiteY61" fmla="*/ 1413657 h 1420324"/>
                <a:gd name="connsiteX62" fmla="*/ 994027 w 1070227"/>
                <a:gd name="connsiteY62" fmla="*/ 1415562 h 1420324"/>
                <a:gd name="connsiteX63" fmla="*/ 807337 w 1070227"/>
                <a:gd name="connsiteY63" fmla="*/ 1413657 h 1420324"/>
                <a:gd name="connsiteX64" fmla="*/ 649222 w 1070227"/>
                <a:gd name="connsiteY64" fmla="*/ 1410800 h 1420324"/>
                <a:gd name="connsiteX65" fmla="*/ 537780 w 1070227"/>
                <a:gd name="connsiteY65" fmla="*/ 1408895 h 1420324"/>
                <a:gd name="connsiteX66" fmla="*/ 208215 w 1070227"/>
                <a:gd name="connsiteY66" fmla="*/ 1409847 h 1420324"/>
                <a:gd name="connsiteX67" fmla="*/ 12000 w 1070227"/>
                <a:gd name="connsiteY67" fmla="*/ 1413657 h 1420324"/>
                <a:gd name="connsiteX68" fmla="*/ 9142 w 1070227"/>
                <a:gd name="connsiteY68" fmla="*/ 1179342 h 1420324"/>
                <a:gd name="connsiteX69" fmla="*/ 4380 w 1070227"/>
                <a:gd name="connsiteY69" fmla="*/ 872637 h 1420324"/>
                <a:gd name="connsiteX70" fmla="*/ 3427 w 1070227"/>
                <a:gd name="connsiteY70" fmla="*/ 806915 h 1420324"/>
                <a:gd name="connsiteX71" fmla="*/ 4380 w 1070227"/>
                <a:gd name="connsiteY71" fmla="*/ 569742 h 1420324"/>
                <a:gd name="connsiteX72" fmla="*/ 12000 w 1070227"/>
                <a:gd name="connsiteY72" fmla="*/ 328760 h 1420324"/>
                <a:gd name="connsiteX73" fmla="*/ 12000 w 1070227"/>
                <a:gd name="connsiteY73" fmla="*/ 324950 h 1420324"/>
                <a:gd name="connsiteX74" fmla="*/ 13905 w 1070227"/>
                <a:gd name="connsiteY74" fmla="*/ 263990 h 1420324"/>
                <a:gd name="connsiteX75" fmla="*/ 17715 w 1070227"/>
                <a:gd name="connsiteY75" fmla="*/ 93492 h 1420324"/>
                <a:gd name="connsiteX76" fmla="*/ 16762 w 1070227"/>
                <a:gd name="connsiteY76" fmla="*/ 9672 h 1420324"/>
                <a:gd name="connsiteX77" fmla="*/ 159637 w 1070227"/>
                <a:gd name="connsiteY77" fmla="*/ 6815 h 1420324"/>
                <a:gd name="connsiteX78" fmla="*/ 285367 w 1070227"/>
                <a:gd name="connsiteY78" fmla="*/ 4910 h 1420324"/>
                <a:gd name="connsiteX79" fmla="*/ 336802 w 1070227"/>
                <a:gd name="connsiteY79" fmla="*/ 3957 h 1420324"/>
                <a:gd name="connsiteX80" fmla="*/ 483487 w 1070227"/>
                <a:gd name="connsiteY80" fmla="*/ 4910 h 1420324"/>
                <a:gd name="connsiteX81" fmla="*/ 748282 w 1070227"/>
                <a:gd name="connsiteY81" fmla="*/ 7767 h 1420324"/>
                <a:gd name="connsiteX82" fmla="*/ 955927 w 1070227"/>
                <a:gd name="connsiteY82" fmla="*/ 11577 h 1420324"/>
                <a:gd name="connsiteX83" fmla="*/ 1067370 w 1070227"/>
                <a:gd name="connsiteY83" fmla="*/ 8720 h 1420324"/>
                <a:gd name="connsiteX84" fmla="*/ 1068322 w 1070227"/>
                <a:gd name="connsiteY84" fmla="*/ 28722 h 1420324"/>
                <a:gd name="connsiteX85" fmla="*/ 1066417 w 1070227"/>
                <a:gd name="connsiteY85" fmla="*/ 182075 h 1420324"/>
                <a:gd name="connsiteX86" fmla="*/ 1056892 w 1070227"/>
                <a:gd name="connsiteY86" fmla="*/ 464015 h 1420324"/>
                <a:gd name="connsiteX87" fmla="*/ 1055940 w 1070227"/>
                <a:gd name="connsiteY87" fmla="*/ 490685 h 1420324"/>
                <a:gd name="connsiteX88" fmla="*/ 1054035 w 1070227"/>
                <a:gd name="connsiteY88" fmla="*/ 826917 h 1420324"/>
                <a:gd name="connsiteX89" fmla="*/ 1053082 w 1070227"/>
                <a:gd name="connsiteY89" fmla="*/ 845967 h 1420324"/>
                <a:gd name="connsiteX90" fmla="*/ 1053082 w 1070227"/>
                <a:gd name="connsiteY90" fmla="*/ 845967 h 14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070227" h="1420324">
                  <a:moveTo>
                    <a:pt x="1061655" y="1146005"/>
                  </a:moveTo>
                  <a:cubicBezTo>
                    <a:pt x="1060702" y="1098380"/>
                    <a:pt x="1059750" y="1049802"/>
                    <a:pt x="1058797" y="1002177"/>
                  </a:cubicBezTo>
                  <a:lnTo>
                    <a:pt x="1054987" y="1002177"/>
                  </a:lnTo>
                  <a:cubicBezTo>
                    <a:pt x="1055940" y="1036467"/>
                    <a:pt x="1055940" y="1070757"/>
                    <a:pt x="1056892" y="1106000"/>
                  </a:cubicBezTo>
                  <a:cubicBezTo>
                    <a:pt x="1057845" y="1182200"/>
                    <a:pt x="1058797" y="1257447"/>
                    <a:pt x="1059750" y="1333647"/>
                  </a:cubicBezTo>
                  <a:cubicBezTo>
                    <a:pt x="1060702" y="1333647"/>
                    <a:pt x="1062607" y="1333647"/>
                    <a:pt x="1063560" y="1333647"/>
                  </a:cubicBezTo>
                  <a:cubicBezTo>
                    <a:pt x="1063560" y="1270782"/>
                    <a:pt x="1062607" y="1207917"/>
                    <a:pt x="1061655" y="1146005"/>
                  </a:cubicBezTo>
                  <a:close/>
                  <a:moveTo>
                    <a:pt x="1058797" y="463062"/>
                  </a:moveTo>
                  <a:cubicBezTo>
                    <a:pt x="1060702" y="385910"/>
                    <a:pt x="1064512" y="307805"/>
                    <a:pt x="1066417" y="230652"/>
                  </a:cubicBezTo>
                  <a:cubicBezTo>
                    <a:pt x="1068322" y="173502"/>
                    <a:pt x="1069275" y="117305"/>
                    <a:pt x="1070227" y="60155"/>
                  </a:cubicBezTo>
                  <a:cubicBezTo>
                    <a:pt x="1070227" y="43010"/>
                    <a:pt x="1069275" y="24912"/>
                    <a:pt x="1068322" y="7767"/>
                  </a:cubicBezTo>
                  <a:cubicBezTo>
                    <a:pt x="1068322" y="6815"/>
                    <a:pt x="1068322" y="5862"/>
                    <a:pt x="1068322" y="5862"/>
                  </a:cubicBezTo>
                  <a:lnTo>
                    <a:pt x="1066417" y="5862"/>
                  </a:lnTo>
                  <a:cubicBezTo>
                    <a:pt x="1042605" y="5862"/>
                    <a:pt x="1018792" y="6815"/>
                    <a:pt x="994980" y="7767"/>
                  </a:cubicBezTo>
                  <a:cubicBezTo>
                    <a:pt x="933067" y="8720"/>
                    <a:pt x="870202" y="6815"/>
                    <a:pt x="808290" y="5862"/>
                  </a:cubicBezTo>
                  <a:cubicBezTo>
                    <a:pt x="682560" y="3005"/>
                    <a:pt x="661605" y="2052"/>
                    <a:pt x="535875" y="1100"/>
                  </a:cubicBezTo>
                  <a:cubicBezTo>
                    <a:pt x="317752" y="147"/>
                    <a:pt x="421575" y="-805"/>
                    <a:pt x="286320" y="1100"/>
                  </a:cubicBezTo>
                  <a:cubicBezTo>
                    <a:pt x="266317" y="1100"/>
                    <a:pt x="241552" y="2052"/>
                    <a:pt x="209167" y="2052"/>
                  </a:cubicBezTo>
                  <a:cubicBezTo>
                    <a:pt x="94867" y="3957"/>
                    <a:pt x="130110" y="4910"/>
                    <a:pt x="15810" y="5862"/>
                  </a:cubicBezTo>
                  <a:cubicBezTo>
                    <a:pt x="14857" y="5862"/>
                    <a:pt x="13905" y="5862"/>
                    <a:pt x="13905" y="5862"/>
                  </a:cubicBezTo>
                  <a:cubicBezTo>
                    <a:pt x="13905" y="6815"/>
                    <a:pt x="13905" y="8720"/>
                    <a:pt x="13905" y="9672"/>
                  </a:cubicBezTo>
                  <a:cubicBezTo>
                    <a:pt x="13905" y="26817"/>
                    <a:pt x="14857" y="43962"/>
                    <a:pt x="14857" y="61107"/>
                  </a:cubicBezTo>
                  <a:cubicBezTo>
                    <a:pt x="15810" y="112542"/>
                    <a:pt x="13905" y="163025"/>
                    <a:pt x="12952" y="214460"/>
                  </a:cubicBezTo>
                  <a:cubicBezTo>
                    <a:pt x="12000" y="250655"/>
                    <a:pt x="11047" y="286850"/>
                    <a:pt x="9142" y="323045"/>
                  </a:cubicBezTo>
                  <a:cubicBezTo>
                    <a:pt x="9142" y="323997"/>
                    <a:pt x="9142" y="325902"/>
                    <a:pt x="9142" y="326855"/>
                  </a:cubicBezTo>
                  <a:cubicBezTo>
                    <a:pt x="6285" y="392577"/>
                    <a:pt x="4380" y="458300"/>
                    <a:pt x="2475" y="524022"/>
                  </a:cubicBezTo>
                  <a:cubicBezTo>
                    <a:pt x="-383" y="620225"/>
                    <a:pt x="-383" y="716427"/>
                    <a:pt x="570" y="812630"/>
                  </a:cubicBezTo>
                  <a:cubicBezTo>
                    <a:pt x="1522" y="922167"/>
                    <a:pt x="3427" y="1030752"/>
                    <a:pt x="5332" y="1140290"/>
                  </a:cubicBezTo>
                  <a:cubicBezTo>
                    <a:pt x="7237" y="1231730"/>
                    <a:pt x="8190" y="1323170"/>
                    <a:pt x="9142" y="1414610"/>
                  </a:cubicBezTo>
                  <a:cubicBezTo>
                    <a:pt x="9142" y="1415562"/>
                    <a:pt x="9142" y="1417467"/>
                    <a:pt x="9142" y="1418420"/>
                  </a:cubicBezTo>
                  <a:cubicBezTo>
                    <a:pt x="10095" y="1418420"/>
                    <a:pt x="12000" y="1418420"/>
                    <a:pt x="12952" y="1418420"/>
                  </a:cubicBezTo>
                  <a:cubicBezTo>
                    <a:pt x="112012" y="1418420"/>
                    <a:pt x="60577" y="1416515"/>
                    <a:pt x="159637" y="1415562"/>
                  </a:cubicBezTo>
                  <a:cubicBezTo>
                    <a:pt x="284415" y="1413657"/>
                    <a:pt x="216787" y="1414610"/>
                    <a:pt x="341565" y="1413657"/>
                  </a:cubicBezTo>
                  <a:cubicBezTo>
                    <a:pt x="464437" y="1412705"/>
                    <a:pt x="360615" y="1411752"/>
                    <a:pt x="484440" y="1413657"/>
                  </a:cubicBezTo>
                  <a:cubicBezTo>
                    <a:pt x="566355" y="1414610"/>
                    <a:pt x="601597" y="1414610"/>
                    <a:pt x="651127" y="1414610"/>
                  </a:cubicBezTo>
                  <a:cubicBezTo>
                    <a:pt x="676845" y="1414610"/>
                    <a:pt x="706372" y="1415562"/>
                    <a:pt x="748282" y="1416515"/>
                  </a:cubicBezTo>
                  <a:cubicBezTo>
                    <a:pt x="817815" y="1418420"/>
                    <a:pt x="886395" y="1419372"/>
                    <a:pt x="955927" y="1420325"/>
                  </a:cubicBezTo>
                  <a:cubicBezTo>
                    <a:pt x="991170" y="1420325"/>
                    <a:pt x="1026412" y="1418420"/>
                    <a:pt x="1062607" y="1417467"/>
                  </a:cubicBezTo>
                  <a:lnTo>
                    <a:pt x="1066417" y="1417467"/>
                  </a:lnTo>
                  <a:lnTo>
                    <a:pt x="1066417" y="1415562"/>
                  </a:lnTo>
                  <a:cubicBezTo>
                    <a:pt x="1066417" y="1389845"/>
                    <a:pt x="1066417" y="1364127"/>
                    <a:pt x="1066417" y="1338410"/>
                  </a:cubicBezTo>
                  <a:lnTo>
                    <a:pt x="1066417" y="1337457"/>
                  </a:lnTo>
                  <a:cubicBezTo>
                    <a:pt x="1066417" y="1336505"/>
                    <a:pt x="1066417" y="1336505"/>
                    <a:pt x="1066417" y="1335552"/>
                  </a:cubicBezTo>
                  <a:cubicBezTo>
                    <a:pt x="1065465" y="1272687"/>
                    <a:pt x="1064512" y="1210775"/>
                    <a:pt x="1063560" y="1147910"/>
                  </a:cubicBezTo>
                  <a:cubicBezTo>
                    <a:pt x="1062607" y="1100285"/>
                    <a:pt x="1061655" y="1051707"/>
                    <a:pt x="1060702" y="1004082"/>
                  </a:cubicBezTo>
                  <a:cubicBezTo>
                    <a:pt x="1060702" y="1003130"/>
                    <a:pt x="1060702" y="1002177"/>
                    <a:pt x="1060702" y="1001225"/>
                  </a:cubicBezTo>
                  <a:cubicBezTo>
                    <a:pt x="1060702" y="1001225"/>
                    <a:pt x="1060702" y="1001225"/>
                    <a:pt x="1060702" y="1001225"/>
                  </a:cubicBezTo>
                  <a:cubicBezTo>
                    <a:pt x="1059750" y="949790"/>
                    <a:pt x="1058797" y="899307"/>
                    <a:pt x="1058797" y="847872"/>
                  </a:cubicBezTo>
                  <a:cubicBezTo>
                    <a:pt x="1058797" y="845967"/>
                    <a:pt x="1058797" y="844062"/>
                    <a:pt x="1058797" y="841205"/>
                  </a:cubicBezTo>
                  <a:cubicBezTo>
                    <a:pt x="1058797" y="836442"/>
                    <a:pt x="1058797" y="832632"/>
                    <a:pt x="1058797" y="827870"/>
                  </a:cubicBezTo>
                  <a:cubicBezTo>
                    <a:pt x="1057845" y="731667"/>
                    <a:pt x="1057845" y="634512"/>
                    <a:pt x="1059750" y="538310"/>
                  </a:cubicBezTo>
                  <a:cubicBezTo>
                    <a:pt x="1056892" y="511640"/>
                    <a:pt x="1057845" y="486875"/>
                    <a:pt x="1058797" y="463062"/>
                  </a:cubicBezTo>
                  <a:lnTo>
                    <a:pt x="1058797" y="463062"/>
                  </a:lnTo>
                  <a:close/>
                  <a:moveTo>
                    <a:pt x="1053082" y="845967"/>
                  </a:moveTo>
                  <a:cubicBezTo>
                    <a:pt x="1054035" y="897402"/>
                    <a:pt x="1054987" y="947885"/>
                    <a:pt x="1054987" y="999320"/>
                  </a:cubicBezTo>
                  <a:cubicBezTo>
                    <a:pt x="1054987" y="999320"/>
                    <a:pt x="1054987" y="999320"/>
                    <a:pt x="1054987" y="999320"/>
                  </a:cubicBezTo>
                  <a:cubicBezTo>
                    <a:pt x="1054987" y="1000272"/>
                    <a:pt x="1054987" y="1001225"/>
                    <a:pt x="1054987" y="1002177"/>
                  </a:cubicBezTo>
                  <a:cubicBezTo>
                    <a:pt x="1055940" y="1036467"/>
                    <a:pt x="1055940" y="1070757"/>
                    <a:pt x="1056892" y="1106000"/>
                  </a:cubicBezTo>
                  <a:cubicBezTo>
                    <a:pt x="1057845" y="1182200"/>
                    <a:pt x="1058797" y="1257447"/>
                    <a:pt x="1059750" y="1333647"/>
                  </a:cubicBezTo>
                  <a:cubicBezTo>
                    <a:pt x="1059750" y="1334600"/>
                    <a:pt x="1059750" y="1334600"/>
                    <a:pt x="1059750" y="1335552"/>
                  </a:cubicBezTo>
                  <a:lnTo>
                    <a:pt x="1059750" y="1336505"/>
                  </a:lnTo>
                  <a:cubicBezTo>
                    <a:pt x="1059750" y="1362222"/>
                    <a:pt x="1060702" y="1387940"/>
                    <a:pt x="1060702" y="1413657"/>
                  </a:cubicBezTo>
                  <a:cubicBezTo>
                    <a:pt x="1038795" y="1413657"/>
                    <a:pt x="1015935" y="1414610"/>
                    <a:pt x="994027" y="1415562"/>
                  </a:cubicBezTo>
                  <a:cubicBezTo>
                    <a:pt x="932115" y="1416515"/>
                    <a:pt x="869250" y="1414610"/>
                    <a:pt x="807337" y="1413657"/>
                  </a:cubicBezTo>
                  <a:cubicBezTo>
                    <a:pt x="731137" y="1411752"/>
                    <a:pt x="694942" y="1410800"/>
                    <a:pt x="649222" y="1410800"/>
                  </a:cubicBezTo>
                  <a:cubicBezTo>
                    <a:pt x="619695" y="1410800"/>
                    <a:pt x="587310" y="1409847"/>
                    <a:pt x="537780" y="1408895"/>
                  </a:cubicBezTo>
                  <a:cubicBezTo>
                    <a:pt x="289177" y="1406037"/>
                    <a:pt x="457770" y="1406990"/>
                    <a:pt x="208215" y="1409847"/>
                  </a:cubicBezTo>
                  <a:cubicBezTo>
                    <a:pt x="92962" y="1411752"/>
                    <a:pt x="128205" y="1412705"/>
                    <a:pt x="12000" y="1413657"/>
                  </a:cubicBezTo>
                  <a:cubicBezTo>
                    <a:pt x="12000" y="1335552"/>
                    <a:pt x="10095" y="1257447"/>
                    <a:pt x="9142" y="1179342"/>
                  </a:cubicBezTo>
                  <a:cubicBezTo>
                    <a:pt x="7237" y="1077425"/>
                    <a:pt x="5332" y="975507"/>
                    <a:pt x="4380" y="872637"/>
                  </a:cubicBezTo>
                  <a:cubicBezTo>
                    <a:pt x="4380" y="850730"/>
                    <a:pt x="3427" y="828822"/>
                    <a:pt x="3427" y="806915"/>
                  </a:cubicBezTo>
                  <a:cubicBezTo>
                    <a:pt x="2475" y="727857"/>
                    <a:pt x="3427" y="648800"/>
                    <a:pt x="4380" y="569742"/>
                  </a:cubicBezTo>
                  <a:cubicBezTo>
                    <a:pt x="6285" y="489732"/>
                    <a:pt x="9142" y="408770"/>
                    <a:pt x="12000" y="328760"/>
                  </a:cubicBezTo>
                  <a:cubicBezTo>
                    <a:pt x="12000" y="327807"/>
                    <a:pt x="12000" y="325902"/>
                    <a:pt x="12000" y="324950"/>
                  </a:cubicBezTo>
                  <a:cubicBezTo>
                    <a:pt x="12952" y="304947"/>
                    <a:pt x="13905" y="284945"/>
                    <a:pt x="13905" y="263990"/>
                  </a:cubicBezTo>
                  <a:cubicBezTo>
                    <a:pt x="15810" y="206840"/>
                    <a:pt x="16762" y="150642"/>
                    <a:pt x="17715" y="93492"/>
                  </a:cubicBezTo>
                  <a:cubicBezTo>
                    <a:pt x="17715" y="65870"/>
                    <a:pt x="16762" y="37295"/>
                    <a:pt x="16762" y="9672"/>
                  </a:cubicBezTo>
                  <a:cubicBezTo>
                    <a:pt x="114870" y="9672"/>
                    <a:pt x="61530" y="7767"/>
                    <a:pt x="159637" y="6815"/>
                  </a:cubicBezTo>
                  <a:cubicBezTo>
                    <a:pt x="260602" y="4910"/>
                    <a:pt x="232027" y="5862"/>
                    <a:pt x="285367" y="4910"/>
                  </a:cubicBezTo>
                  <a:cubicBezTo>
                    <a:pt x="297750" y="4910"/>
                    <a:pt x="313942" y="4910"/>
                    <a:pt x="336802" y="3957"/>
                  </a:cubicBezTo>
                  <a:cubicBezTo>
                    <a:pt x="459675" y="3005"/>
                    <a:pt x="359662" y="3005"/>
                    <a:pt x="483487" y="4910"/>
                  </a:cubicBezTo>
                  <a:cubicBezTo>
                    <a:pt x="608265" y="6815"/>
                    <a:pt x="624457" y="3957"/>
                    <a:pt x="748282" y="7767"/>
                  </a:cubicBezTo>
                  <a:cubicBezTo>
                    <a:pt x="817815" y="9672"/>
                    <a:pt x="886395" y="10625"/>
                    <a:pt x="955927" y="11577"/>
                  </a:cubicBezTo>
                  <a:cubicBezTo>
                    <a:pt x="992122" y="11577"/>
                    <a:pt x="1030222" y="8720"/>
                    <a:pt x="1067370" y="8720"/>
                  </a:cubicBezTo>
                  <a:cubicBezTo>
                    <a:pt x="1067370" y="15387"/>
                    <a:pt x="1067370" y="22055"/>
                    <a:pt x="1068322" y="28722"/>
                  </a:cubicBezTo>
                  <a:cubicBezTo>
                    <a:pt x="1069275" y="80157"/>
                    <a:pt x="1067370" y="130640"/>
                    <a:pt x="1066417" y="182075"/>
                  </a:cubicBezTo>
                  <a:cubicBezTo>
                    <a:pt x="1063560" y="276372"/>
                    <a:pt x="1059750" y="369717"/>
                    <a:pt x="1056892" y="464015"/>
                  </a:cubicBezTo>
                  <a:cubicBezTo>
                    <a:pt x="1056892" y="472587"/>
                    <a:pt x="1055940" y="482112"/>
                    <a:pt x="1055940" y="490685"/>
                  </a:cubicBezTo>
                  <a:cubicBezTo>
                    <a:pt x="1053082" y="603080"/>
                    <a:pt x="1053082" y="715475"/>
                    <a:pt x="1054035" y="826917"/>
                  </a:cubicBezTo>
                  <a:cubicBezTo>
                    <a:pt x="1052130" y="832632"/>
                    <a:pt x="1052130" y="839300"/>
                    <a:pt x="1053082" y="845967"/>
                  </a:cubicBezTo>
                  <a:lnTo>
                    <a:pt x="1053082" y="845967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7E6B45ED-569E-FA49-02F8-32B69ABF8ACC}"/>
                </a:ext>
              </a:extLst>
            </p:cNvPr>
            <p:cNvSpPr/>
            <p:nvPr/>
          </p:nvSpPr>
          <p:spPr>
            <a:xfrm>
              <a:off x="8646946" y="4069343"/>
              <a:ext cx="71450" cy="112648"/>
            </a:xfrm>
            <a:custGeom>
              <a:avLst/>
              <a:gdLst>
                <a:gd name="connsiteX0" fmla="*/ 401602 w 426366"/>
                <a:gd name="connsiteY0" fmla="*/ 533400 h 671125"/>
                <a:gd name="connsiteX1" fmla="*/ 392077 w 426366"/>
                <a:gd name="connsiteY1" fmla="*/ 440055 h 671125"/>
                <a:gd name="connsiteX2" fmla="*/ 292064 w 426366"/>
                <a:gd name="connsiteY2" fmla="*/ 416242 h 671125"/>
                <a:gd name="connsiteX3" fmla="*/ 221579 w 426366"/>
                <a:gd name="connsiteY3" fmla="*/ 268605 h 671125"/>
                <a:gd name="connsiteX4" fmla="*/ 276824 w 426366"/>
                <a:gd name="connsiteY4" fmla="*/ 179070 h 671125"/>
                <a:gd name="connsiteX5" fmla="*/ 150142 w 426366"/>
                <a:gd name="connsiteY5" fmla="*/ 0 h 671125"/>
                <a:gd name="connsiteX6" fmla="*/ 143474 w 426366"/>
                <a:gd name="connsiteY6" fmla="*/ 5715 h 671125"/>
                <a:gd name="connsiteX7" fmla="*/ 12029 w 426366"/>
                <a:gd name="connsiteY7" fmla="*/ 200977 h 671125"/>
                <a:gd name="connsiteX8" fmla="*/ 11077 w 426366"/>
                <a:gd name="connsiteY8" fmla="*/ 204788 h 671125"/>
                <a:gd name="connsiteX9" fmla="*/ 5362 w 426366"/>
                <a:gd name="connsiteY9" fmla="*/ 231458 h 671125"/>
                <a:gd name="connsiteX10" fmla="*/ 29174 w 426366"/>
                <a:gd name="connsiteY10" fmla="*/ 428625 h 671125"/>
                <a:gd name="connsiteX11" fmla="*/ 182527 w 426366"/>
                <a:gd name="connsiteY11" fmla="*/ 605790 h 671125"/>
                <a:gd name="connsiteX12" fmla="*/ 426367 w 426366"/>
                <a:gd name="connsiteY12" fmla="*/ 667703 h 671125"/>
                <a:gd name="connsiteX13" fmla="*/ 401602 w 426366"/>
                <a:gd name="connsiteY13" fmla="*/ 533400 h 671125"/>
                <a:gd name="connsiteX14" fmla="*/ 401602 w 426366"/>
                <a:gd name="connsiteY14" fmla="*/ 533400 h 67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6366" h="671125">
                  <a:moveTo>
                    <a:pt x="401602" y="533400"/>
                  </a:moveTo>
                  <a:cubicBezTo>
                    <a:pt x="397792" y="501967"/>
                    <a:pt x="394934" y="470535"/>
                    <a:pt x="392077" y="440055"/>
                  </a:cubicBezTo>
                  <a:cubicBezTo>
                    <a:pt x="357787" y="446723"/>
                    <a:pt x="323497" y="436245"/>
                    <a:pt x="292064" y="416242"/>
                  </a:cubicBezTo>
                  <a:cubicBezTo>
                    <a:pt x="242534" y="385763"/>
                    <a:pt x="211102" y="327660"/>
                    <a:pt x="221579" y="268605"/>
                  </a:cubicBezTo>
                  <a:cubicBezTo>
                    <a:pt x="228247" y="232410"/>
                    <a:pt x="249202" y="200977"/>
                    <a:pt x="276824" y="179070"/>
                  </a:cubicBezTo>
                  <a:cubicBezTo>
                    <a:pt x="233962" y="120015"/>
                    <a:pt x="191099" y="60960"/>
                    <a:pt x="150142" y="0"/>
                  </a:cubicBezTo>
                  <a:cubicBezTo>
                    <a:pt x="147284" y="1905"/>
                    <a:pt x="145379" y="3810"/>
                    <a:pt x="143474" y="5715"/>
                  </a:cubicBezTo>
                  <a:cubicBezTo>
                    <a:pt x="81562" y="55245"/>
                    <a:pt x="32984" y="122873"/>
                    <a:pt x="12029" y="200977"/>
                  </a:cubicBezTo>
                  <a:cubicBezTo>
                    <a:pt x="12029" y="201930"/>
                    <a:pt x="11077" y="202883"/>
                    <a:pt x="11077" y="204788"/>
                  </a:cubicBezTo>
                  <a:cubicBezTo>
                    <a:pt x="9172" y="213360"/>
                    <a:pt x="6314" y="221933"/>
                    <a:pt x="5362" y="231458"/>
                  </a:cubicBezTo>
                  <a:cubicBezTo>
                    <a:pt x="-7021" y="300038"/>
                    <a:pt x="2504" y="367665"/>
                    <a:pt x="29174" y="428625"/>
                  </a:cubicBezTo>
                  <a:cubicBezTo>
                    <a:pt x="60607" y="501015"/>
                    <a:pt x="114899" y="562928"/>
                    <a:pt x="182527" y="605790"/>
                  </a:cubicBezTo>
                  <a:cubicBezTo>
                    <a:pt x="259679" y="654368"/>
                    <a:pt x="342547" y="681038"/>
                    <a:pt x="426367" y="667703"/>
                  </a:cubicBezTo>
                  <a:cubicBezTo>
                    <a:pt x="416842" y="622935"/>
                    <a:pt x="407317" y="579120"/>
                    <a:pt x="401602" y="533400"/>
                  </a:cubicBezTo>
                  <a:lnTo>
                    <a:pt x="401602" y="533400"/>
                  </a:lnTo>
                  <a:close/>
                </a:path>
              </a:pathLst>
            </a:custGeom>
            <a:solidFill>
              <a:srgbClr val="051C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379EAC60-D94E-839E-34AD-14486F34E00F}"/>
                </a:ext>
              </a:extLst>
            </p:cNvPr>
            <p:cNvSpPr/>
            <p:nvPr/>
          </p:nvSpPr>
          <p:spPr>
            <a:xfrm>
              <a:off x="8712650" y="4075738"/>
              <a:ext cx="56400" cy="105678"/>
            </a:xfrm>
            <a:custGeom>
              <a:avLst/>
              <a:gdLst>
                <a:gd name="connsiteX0" fmla="*/ 229552 w 336556"/>
                <a:gd name="connsiteY0" fmla="*/ 0 h 629602"/>
                <a:gd name="connsiteX1" fmla="*/ 292417 w 336556"/>
                <a:gd name="connsiteY1" fmla="*/ 78105 h 629602"/>
                <a:gd name="connsiteX2" fmla="*/ 335280 w 336556"/>
                <a:gd name="connsiteY2" fmla="*/ 276225 h 629602"/>
                <a:gd name="connsiteX3" fmla="*/ 123825 w 336556"/>
                <a:gd name="connsiteY3" fmla="*/ 599123 h 629602"/>
                <a:gd name="connsiteX4" fmla="*/ 34290 w 336556"/>
                <a:gd name="connsiteY4" fmla="*/ 629603 h 629602"/>
                <a:gd name="connsiteX5" fmla="*/ 9525 w 336556"/>
                <a:gd name="connsiteY5" fmla="*/ 496253 h 629602"/>
                <a:gd name="connsiteX6" fmla="*/ 0 w 336556"/>
                <a:gd name="connsiteY6" fmla="*/ 402908 h 629602"/>
                <a:gd name="connsiteX7" fmla="*/ 31432 w 336556"/>
                <a:gd name="connsiteY7" fmla="*/ 391478 h 629602"/>
                <a:gd name="connsiteX8" fmla="*/ 115252 w 336556"/>
                <a:gd name="connsiteY8" fmla="*/ 263842 h 629602"/>
                <a:gd name="connsiteX9" fmla="*/ 98107 w 336556"/>
                <a:gd name="connsiteY9" fmla="*/ 185738 h 629602"/>
                <a:gd name="connsiteX10" fmla="*/ 80010 w 336556"/>
                <a:gd name="connsiteY10" fmla="*/ 161925 h 629602"/>
                <a:gd name="connsiteX11" fmla="*/ 139065 w 336556"/>
                <a:gd name="connsiteY11" fmla="*/ 99060 h 629602"/>
                <a:gd name="connsiteX12" fmla="*/ 223838 w 336556"/>
                <a:gd name="connsiteY12" fmla="*/ 5715 h 629602"/>
                <a:gd name="connsiteX13" fmla="*/ 229552 w 336556"/>
                <a:gd name="connsiteY13" fmla="*/ 0 h 629602"/>
                <a:gd name="connsiteX14" fmla="*/ 229552 w 336556"/>
                <a:gd name="connsiteY14" fmla="*/ 0 h 629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556" h="629602">
                  <a:moveTo>
                    <a:pt x="229552" y="0"/>
                  </a:moveTo>
                  <a:cubicBezTo>
                    <a:pt x="254317" y="22860"/>
                    <a:pt x="275272" y="48577"/>
                    <a:pt x="292417" y="78105"/>
                  </a:cubicBezTo>
                  <a:cubicBezTo>
                    <a:pt x="327660" y="138113"/>
                    <a:pt x="340995" y="207645"/>
                    <a:pt x="335280" y="276225"/>
                  </a:cubicBezTo>
                  <a:cubicBezTo>
                    <a:pt x="322897" y="407670"/>
                    <a:pt x="240982" y="536258"/>
                    <a:pt x="123825" y="599123"/>
                  </a:cubicBezTo>
                  <a:cubicBezTo>
                    <a:pt x="94297" y="615315"/>
                    <a:pt x="63817" y="624840"/>
                    <a:pt x="34290" y="629603"/>
                  </a:cubicBezTo>
                  <a:cubicBezTo>
                    <a:pt x="24765" y="584835"/>
                    <a:pt x="15240" y="541020"/>
                    <a:pt x="9525" y="496253"/>
                  </a:cubicBezTo>
                  <a:cubicBezTo>
                    <a:pt x="5715" y="464820"/>
                    <a:pt x="2857" y="433388"/>
                    <a:pt x="0" y="402908"/>
                  </a:cubicBezTo>
                  <a:cubicBezTo>
                    <a:pt x="10477" y="401003"/>
                    <a:pt x="20955" y="397192"/>
                    <a:pt x="31432" y="391478"/>
                  </a:cubicBezTo>
                  <a:cubicBezTo>
                    <a:pt x="78105" y="366713"/>
                    <a:pt x="110490" y="316230"/>
                    <a:pt x="115252" y="263842"/>
                  </a:cubicBezTo>
                  <a:cubicBezTo>
                    <a:pt x="118110" y="237173"/>
                    <a:pt x="112395" y="209550"/>
                    <a:pt x="98107" y="185738"/>
                  </a:cubicBezTo>
                  <a:cubicBezTo>
                    <a:pt x="93345" y="177165"/>
                    <a:pt x="86677" y="169545"/>
                    <a:pt x="80010" y="161925"/>
                  </a:cubicBezTo>
                  <a:cubicBezTo>
                    <a:pt x="100013" y="140970"/>
                    <a:pt x="120015" y="120015"/>
                    <a:pt x="139065" y="99060"/>
                  </a:cubicBezTo>
                  <a:cubicBezTo>
                    <a:pt x="166688" y="67627"/>
                    <a:pt x="195263" y="37148"/>
                    <a:pt x="223838" y="5715"/>
                  </a:cubicBezTo>
                  <a:cubicBezTo>
                    <a:pt x="226695" y="2857"/>
                    <a:pt x="228600" y="952"/>
                    <a:pt x="229552" y="0"/>
                  </a:cubicBezTo>
                  <a:lnTo>
                    <a:pt x="229552" y="0"/>
                  </a:ln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FF4B4A6B-0EED-14D9-D63A-217407DB0F28}"/>
                </a:ext>
              </a:extLst>
            </p:cNvPr>
            <p:cNvSpPr/>
            <p:nvPr/>
          </p:nvSpPr>
          <p:spPr>
            <a:xfrm>
              <a:off x="8717758" y="4062469"/>
              <a:ext cx="33201" cy="40129"/>
            </a:xfrm>
            <a:custGeom>
              <a:avLst/>
              <a:gdLst>
                <a:gd name="connsiteX0" fmla="*/ 101917 w 198120"/>
                <a:gd name="connsiteY0" fmla="*/ 9525 h 239077"/>
                <a:gd name="connsiteX1" fmla="*/ 110490 w 198120"/>
                <a:gd name="connsiteY1" fmla="*/ 14288 h 239077"/>
                <a:gd name="connsiteX2" fmla="*/ 112395 w 198120"/>
                <a:gd name="connsiteY2" fmla="*/ 15240 h 239077"/>
                <a:gd name="connsiteX3" fmla="*/ 118110 w 198120"/>
                <a:gd name="connsiteY3" fmla="*/ 19050 h 239077"/>
                <a:gd name="connsiteX4" fmla="*/ 121920 w 198120"/>
                <a:gd name="connsiteY4" fmla="*/ 20955 h 239077"/>
                <a:gd name="connsiteX5" fmla="*/ 129540 w 198120"/>
                <a:gd name="connsiteY5" fmla="*/ 25718 h 239077"/>
                <a:gd name="connsiteX6" fmla="*/ 140017 w 198120"/>
                <a:gd name="connsiteY6" fmla="*/ 32385 h 239077"/>
                <a:gd name="connsiteX7" fmla="*/ 145733 w 198120"/>
                <a:gd name="connsiteY7" fmla="*/ 36195 h 239077"/>
                <a:gd name="connsiteX8" fmla="*/ 147638 w 198120"/>
                <a:gd name="connsiteY8" fmla="*/ 37147 h 239077"/>
                <a:gd name="connsiteX9" fmla="*/ 150495 w 198120"/>
                <a:gd name="connsiteY9" fmla="*/ 39052 h 239077"/>
                <a:gd name="connsiteX10" fmla="*/ 155258 w 198120"/>
                <a:gd name="connsiteY10" fmla="*/ 42863 h 239077"/>
                <a:gd name="connsiteX11" fmla="*/ 157163 w 198120"/>
                <a:gd name="connsiteY11" fmla="*/ 43815 h 239077"/>
                <a:gd name="connsiteX12" fmla="*/ 161925 w 198120"/>
                <a:gd name="connsiteY12" fmla="*/ 47625 h 239077"/>
                <a:gd name="connsiteX13" fmla="*/ 163830 w 198120"/>
                <a:gd name="connsiteY13" fmla="*/ 49530 h 239077"/>
                <a:gd name="connsiteX14" fmla="*/ 170497 w 198120"/>
                <a:gd name="connsiteY14" fmla="*/ 54293 h 239077"/>
                <a:gd name="connsiteX15" fmla="*/ 179070 w 198120"/>
                <a:gd name="connsiteY15" fmla="*/ 60960 h 239077"/>
                <a:gd name="connsiteX16" fmla="*/ 184785 w 198120"/>
                <a:gd name="connsiteY16" fmla="*/ 65722 h 239077"/>
                <a:gd name="connsiteX17" fmla="*/ 184785 w 198120"/>
                <a:gd name="connsiteY17" fmla="*/ 65722 h 239077"/>
                <a:gd name="connsiteX18" fmla="*/ 191452 w 198120"/>
                <a:gd name="connsiteY18" fmla="*/ 71438 h 239077"/>
                <a:gd name="connsiteX19" fmla="*/ 198120 w 198120"/>
                <a:gd name="connsiteY19" fmla="*/ 78105 h 239077"/>
                <a:gd name="connsiteX20" fmla="*/ 193358 w 198120"/>
                <a:gd name="connsiteY20" fmla="*/ 82868 h 239077"/>
                <a:gd name="connsiteX21" fmla="*/ 108585 w 198120"/>
                <a:gd name="connsiteY21" fmla="*/ 176212 h 239077"/>
                <a:gd name="connsiteX22" fmla="*/ 49530 w 198120"/>
                <a:gd name="connsiteY22" fmla="*/ 239078 h 239077"/>
                <a:gd name="connsiteX23" fmla="*/ 21908 w 198120"/>
                <a:gd name="connsiteY23" fmla="*/ 216218 h 239077"/>
                <a:gd name="connsiteX24" fmla="*/ 0 w 198120"/>
                <a:gd name="connsiteY24" fmla="*/ 202883 h 239077"/>
                <a:gd name="connsiteX25" fmla="*/ 57150 w 198120"/>
                <a:gd name="connsiteY25" fmla="*/ 64770 h 239077"/>
                <a:gd name="connsiteX26" fmla="*/ 83820 w 198120"/>
                <a:gd name="connsiteY26" fmla="*/ 0 h 239077"/>
                <a:gd name="connsiteX27" fmla="*/ 101917 w 198120"/>
                <a:gd name="connsiteY27" fmla="*/ 9525 h 239077"/>
                <a:gd name="connsiteX28" fmla="*/ 101917 w 198120"/>
                <a:gd name="connsiteY28" fmla="*/ 9525 h 239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98120" h="239077">
                  <a:moveTo>
                    <a:pt x="101917" y="9525"/>
                  </a:moveTo>
                  <a:cubicBezTo>
                    <a:pt x="104775" y="11430"/>
                    <a:pt x="107633" y="12382"/>
                    <a:pt x="110490" y="14288"/>
                  </a:cubicBezTo>
                  <a:cubicBezTo>
                    <a:pt x="111442" y="14288"/>
                    <a:pt x="111442" y="15240"/>
                    <a:pt x="112395" y="15240"/>
                  </a:cubicBezTo>
                  <a:cubicBezTo>
                    <a:pt x="114300" y="16193"/>
                    <a:pt x="116205" y="17145"/>
                    <a:pt x="118110" y="19050"/>
                  </a:cubicBezTo>
                  <a:cubicBezTo>
                    <a:pt x="119063" y="20002"/>
                    <a:pt x="120967" y="20955"/>
                    <a:pt x="121920" y="20955"/>
                  </a:cubicBezTo>
                  <a:cubicBezTo>
                    <a:pt x="124777" y="22860"/>
                    <a:pt x="126683" y="23813"/>
                    <a:pt x="129540" y="25718"/>
                  </a:cubicBezTo>
                  <a:cubicBezTo>
                    <a:pt x="133350" y="27622"/>
                    <a:pt x="136208" y="29527"/>
                    <a:pt x="140017" y="32385"/>
                  </a:cubicBezTo>
                  <a:cubicBezTo>
                    <a:pt x="141922" y="33338"/>
                    <a:pt x="143827" y="34290"/>
                    <a:pt x="145733" y="36195"/>
                  </a:cubicBezTo>
                  <a:cubicBezTo>
                    <a:pt x="146685" y="36195"/>
                    <a:pt x="146685" y="37147"/>
                    <a:pt x="147638" y="37147"/>
                  </a:cubicBezTo>
                  <a:cubicBezTo>
                    <a:pt x="148590" y="38100"/>
                    <a:pt x="149542" y="38100"/>
                    <a:pt x="150495" y="39052"/>
                  </a:cubicBezTo>
                  <a:cubicBezTo>
                    <a:pt x="152400" y="40005"/>
                    <a:pt x="153352" y="40957"/>
                    <a:pt x="155258" y="42863"/>
                  </a:cubicBezTo>
                  <a:cubicBezTo>
                    <a:pt x="156210" y="42863"/>
                    <a:pt x="156210" y="43815"/>
                    <a:pt x="157163" y="43815"/>
                  </a:cubicBezTo>
                  <a:cubicBezTo>
                    <a:pt x="159067" y="44768"/>
                    <a:pt x="160020" y="46672"/>
                    <a:pt x="161925" y="47625"/>
                  </a:cubicBezTo>
                  <a:cubicBezTo>
                    <a:pt x="162877" y="48577"/>
                    <a:pt x="163830" y="48577"/>
                    <a:pt x="163830" y="49530"/>
                  </a:cubicBezTo>
                  <a:cubicBezTo>
                    <a:pt x="165735" y="51435"/>
                    <a:pt x="168592" y="53340"/>
                    <a:pt x="170497" y="54293"/>
                  </a:cubicBezTo>
                  <a:cubicBezTo>
                    <a:pt x="173355" y="56197"/>
                    <a:pt x="176213" y="59055"/>
                    <a:pt x="179070" y="60960"/>
                  </a:cubicBezTo>
                  <a:cubicBezTo>
                    <a:pt x="180975" y="62865"/>
                    <a:pt x="182880" y="64770"/>
                    <a:pt x="184785" y="65722"/>
                  </a:cubicBezTo>
                  <a:cubicBezTo>
                    <a:pt x="184785" y="65722"/>
                    <a:pt x="184785" y="65722"/>
                    <a:pt x="184785" y="65722"/>
                  </a:cubicBezTo>
                  <a:cubicBezTo>
                    <a:pt x="186690" y="67627"/>
                    <a:pt x="189547" y="69532"/>
                    <a:pt x="191452" y="71438"/>
                  </a:cubicBezTo>
                  <a:cubicBezTo>
                    <a:pt x="193358" y="73343"/>
                    <a:pt x="196215" y="75247"/>
                    <a:pt x="198120" y="78105"/>
                  </a:cubicBezTo>
                  <a:cubicBezTo>
                    <a:pt x="196215" y="80010"/>
                    <a:pt x="195263" y="81915"/>
                    <a:pt x="193358" y="82868"/>
                  </a:cubicBezTo>
                  <a:cubicBezTo>
                    <a:pt x="164783" y="113347"/>
                    <a:pt x="136208" y="144780"/>
                    <a:pt x="108585" y="176212"/>
                  </a:cubicBezTo>
                  <a:cubicBezTo>
                    <a:pt x="89535" y="198120"/>
                    <a:pt x="69533" y="219075"/>
                    <a:pt x="49530" y="239078"/>
                  </a:cubicBezTo>
                  <a:cubicBezTo>
                    <a:pt x="40958" y="230505"/>
                    <a:pt x="32385" y="222885"/>
                    <a:pt x="21908" y="216218"/>
                  </a:cubicBezTo>
                  <a:cubicBezTo>
                    <a:pt x="15240" y="211455"/>
                    <a:pt x="7620" y="206693"/>
                    <a:pt x="0" y="202883"/>
                  </a:cubicBezTo>
                  <a:cubicBezTo>
                    <a:pt x="18097" y="156210"/>
                    <a:pt x="38100" y="110490"/>
                    <a:pt x="57150" y="64770"/>
                  </a:cubicBezTo>
                  <a:cubicBezTo>
                    <a:pt x="66675" y="43815"/>
                    <a:pt x="75247" y="21907"/>
                    <a:pt x="83820" y="0"/>
                  </a:cubicBezTo>
                  <a:cubicBezTo>
                    <a:pt x="91440" y="3810"/>
                    <a:pt x="97155" y="6668"/>
                    <a:pt x="101917" y="9525"/>
                  </a:cubicBezTo>
                  <a:lnTo>
                    <a:pt x="101917" y="952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1FB980F-EBD1-1F04-264C-438E3A865FE7}"/>
                </a:ext>
              </a:extLst>
            </p:cNvPr>
            <p:cNvSpPr/>
            <p:nvPr/>
          </p:nvSpPr>
          <p:spPr>
            <a:xfrm>
              <a:off x="8672266" y="4056855"/>
              <a:ext cx="59857" cy="42545"/>
            </a:xfrm>
            <a:custGeom>
              <a:avLst/>
              <a:gdLst>
                <a:gd name="connsiteX0" fmla="*/ 357188 w 357187"/>
                <a:gd name="connsiteY0" fmla="*/ 34397 h 253471"/>
                <a:gd name="connsiteX1" fmla="*/ 330517 w 357187"/>
                <a:gd name="connsiteY1" fmla="*/ 99167 h 253471"/>
                <a:gd name="connsiteX2" fmla="*/ 273367 w 357187"/>
                <a:gd name="connsiteY2" fmla="*/ 237279 h 253471"/>
                <a:gd name="connsiteX3" fmla="*/ 266700 w 357187"/>
                <a:gd name="connsiteY3" fmla="*/ 234422 h 253471"/>
                <a:gd name="connsiteX4" fmla="*/ 260985 w 357187"/>
                <a:gd name="connsiteY4" fmla="*/ 231564 h 253471"/>
                <a:gd name="connsiteX5" fmla="*/ 126683 w 357187"/>
                <a:gd name="connsiteY5" fmla="*/ 253472 h 253471"/>
                <a:gd name="connsiteX6" fmla="*/ 0 w 357187"/>
                <a:gd name="connsiteY6" fmla="*/ 74402 h 253471"/>
                <a:gd name="connsiteX7" fmla="*/ 321945 w 357187"/>
                <a:gd name="connsiteY7" fmla="*/ 19157 h 253471"/>
                <a:gd name="connsiteX8" fmla="*/ 348615 w 357187"/>
                <a:gd name="connsiteY8" fmla="*/ 30587 h 253471"/>
                <a:gd name="connsiteX9" fmla="*/ 357188 w 357187"/>
                <a:gd name="connsiteY9" fmla="*/ 34397 h 253471"/>
                <a:gd name="connsiteX10" fmla="*/ 357188 w 357187"/>
                <a:gd name="connsiteY10" fmla="*/ 34397 h 25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87" h="253471">
                  <a:moveTo>
                    <a:pt x="357188" y="34397"/>
                  </a:moveTo>
                  <a:cubicBezTo>
                    <a:pt x="348615" y="56304"/>
                    <a:pt x="339090" y="77259"/>
                    <a:pt x="330517" y="99167"/>
                  </a:cubicBezTo>
                  <a:cubicBezTo>
                    <a:pt x="310515" y="144887"/>
                    <a:pt x="290513" y="190607"/>
                    <a:pt x="273367" y="237279"/>
                  </a:cubicBezTo>
                  <a:cubicBezTo>
                    <a:pt x="271463" y="236327"/>
                    <a:pt x="268605" y="235374"/>
                    <a:pt x="266700" y="234422"/>
                  </a:cubicBezTo>
                  <a:cubicBezTo>
                    <a:pt x="264795" y="233469"/>
                    <a:pt x="262890" y="232517"/>
                    <a:pt x="260985" y="231564"/>
                  </a:cubicBezTo>
                  <a:cubicBezTo>
                    <a:pt x="214313" y="212514"/>
                    <a:pt x="163830" y="223944"/>
                    <a:pt x="126683" y="253472"/>
                  </a:cubicBezTo>
                  <a:cubicBezTo>
                    <a:pt x="83820" y="194417"/>
                    <a:pt x="40958" y="135362"/>
                    <a:pt x="0" y="74402"/>
                  </a:cubicBezTo>
                  <a:cubicBezTo>
                    <a:pt x="90488" y="5822"/>
                    <a:pt x="210502" y="-21801"/>
                    <a:pt x="321945" y="19157"/>
                  </a:cubicBezTo>
                  <a:cubicBezTo>
                    <a:pt x="330517" y="22014"/>
                    <a:pt x="340042" y="25824"/>
                    <a:pt x="348615" y="30587"/>
                  </a:cubicBezTo>
                  <a:cubicBezTo>
                    <a:pt x="350520" y="31539"/>
                    <a:pt x="354330" y="33444"/>
                    <a:pt x="357188" y="34397"/>
                  </a:cubicBezTo>
                  <a:lnTo>
                    <a:pt x="357188" y="34397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3F34CD3B-A4EE-B12A-D5FC-26DBDAD7E656}"/>
                </a:ext>
              </a:extLst>
            </p:cNvPr>
            <p:cNvSpPr/>
            <p:nvPr/>
          </p:nvSpPr>
          <p:spPr>
            <a:xfrm>
              <a:off x="8671947" y="4202520"/>
              <a:ext cx="89227" cy="5915"/>
            </a:xfrm>
            <a:custGeom>
              <a:avLst/>
              <a:gdLst>
                <a:gd name="connsiteX0" fmla="*/ 532447 w 532447"/>
                <a:gd name="connsiteY0" fmla="*/ 0 h 35242"/>
                <a:gd name="connsiteX1" fmla="*/ 401955 w 532447"/>
                <a:gd name="connsiteY1" fmla="*/ 952 h 35242"/>
                <a:gd name="connsiteX2" fmla="*/ 96202 w 532447"/>
                <a:gd name="connsiteY2" fmla="*/ 1905 h 35242"/>
                <a:gd name="connsiteX3" fmla="*/ 4763 w 532447"/>
                <a:gd name="connsiteY3" fmla="*/ 1905 h 35242"/>
                <a:gd name="connsiteX4" fmla="*/ 0 w 532447"/>
                <a:gd name="connsiteY4" fmla="*/ 1905 h 35242"/>
                <a:gd name="connsiteX5" fmla="*/ 0 w 532447"/>
                <a:gd name="connsiteY5" fmla="*/ 30480 h 35242"/>
                <a:gd name="connsiteX6" fmla="*/ 0 w 532447"/>
                <a:gd name="connsiteY6" fmla="*/ 35242 h 35242"/>
                <a:gd name="connsiteX7" fmla="*/ 952 w 532447"/>
                <a:gd name="connsiteY7" fmla="*/ 35242 h 35242"/>
                <a:gd name="connsiteX8" fmla="*/ 6667 w 532447"/>
                <a:gd name="connsiteY8" fmla="*/ 35242 h 35242"/>
                <a:gd name="connsiteX9" fmla="*/ 196215 w 532447"/>
                <a:gd name="connsiteY9" fmla="*/ 34290 h 35242"/>
                <a:gd name="connsiteX10" fmla="*/ 532447 w 532447"/>
                <a:gd name="connsiteY10" fmla="*/ 34290 h 35242"/>
                <a:gd name="connsiteX11" fmla="*/ 532447 w 532447"/>
                <a:gd name="connsiteY11" fmla="*/ 0 h 35242"/>
                <a:gd name="connsiteX12" fmla="*/ 532447 w 532447"/>
                <a:gd name="connsiteY12" fmla="*/ 0 h 35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447" h="35242">
                  <a:moveTo>
                    <a:pt x="532447" y="0"/>
                  </a:moveTo>
                  <a:cubicBezTo>
                    <a:pt x="488632" y="0"/>
                    <a:pt x="444817" y="952"/>
                    <a:pt x="401955" y="952"/>
                  </a:cubicBezTo>
                  <a:cubicBezTo>
                    <a:pt x="300038" y="1905"/>
                    <a:pt x="198120" y="1905"/>
                    <a:pt x="96202" y="1905"/>
                  </a:cubicBezTo>
                  <a:cubicBezTo>
                    <a:pt x="65722" y="1905"/>
                    <a:pt x="35242" y="1905"/>
                    <a:pt x="4763" y="1905"/>
                  </a:cubicBezTo>
                  <a:cubicBezTo>
                    <a:pt x="2857" y="1905"/>
                    <a:pt x="1905" y="1905"/>
                    <a:pt x="0" y="1905"/>
                  </a:cubicBezTo>
                  <a:cubicBezTo>
                    <a:pt x="0" y="11430"/>
                    <a:pt x="0" y="20955"/>
                    <a:pt x="0" y="30480"/>
                  </a:cubicBezTo>
                  <a:cubicBezTo>
                    <a:pt x="0" y="32385"/>
                    <a:pt x="0" y="33338"/>
                    <a:pt x="0" y="35242"/>
                  </a:cubicBezTo>
                  <a:cubicBezTo>
                    <a:pt x="0" y="35242"/>
                    <a:pt x="952" y="35242"/>
                    <a:pt x="952" y="35242"/>
                  </a:cubicBezTo>
                  <a:cubicBezTo>
                    <a:pt x="2857" y="35242"/>
                    <a:pt x="4763" y="35242"/>
                    <a:pt x="6667" y="35242"/>
                  </a:cubicBezTo>
                  <a:cubicBezTo>
                    <a:pt x="69532" y="35242"/>
                    <a:pt x="132397" y="35242"/>
                    <a:pt x="196215" y="34290"/>
                  </a:cubicBezTo>
                  <a:cubicBezTo>
                    <a:pt x="308610" y="34290"/>
                    <a:pt x="420052" y="34290"/>
                    <a:pt x="532447" y="34290"/>
                  </a:cubicBezTo>
                  <a:cubicBezTo>
                    <a:pt x="532447" y="22860"/>
                    <a:pt x="532447" y="11430"/>
                    <a:pt x="532447" y="0"/>
                  </a:cubicBezTo>
                  <a:lnTo>
                    <a:pt x="532447" y="0"/>
                  </a:ln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A1465D3-2FAE-7E01-4928-64BA87FD26C6}"/>
                </a:ext>
              </a:extLst>
            </p:cNvPr>
            <p:cNvSpPr/>
            <p:nvPr/>
          </p:nvSpPr>
          <p:spPr>
            <a:xfrm>
              <a:off x="8671947" y="4219147"/>
              <a:ext cx="78054" cy="5915"/>
            </a:xfrm>
            <a:custGeom>
              <a:avLst/>
              <a:gdLst>
                <a:gd name="connsiteX0" fmla="*/ 465772 w 465772"/>
                <a:gd name="connsiteY0" fmla="*/ 0 h 35242"/>
                <a:gd name="connsiteX1" fmla="*/ 351472 w 465772"/>
                <a:gd name="connsiteY1" fmla="*/ 953 h 35242"/>
                <a:gd name="connsiteX2" fmla="*/ 83820 w 465772"/>
                <a:gd name="connsiteY2" fmla="*/ 1905 h 35242"/>
                <a:gd name="connsiteX3" fmla="*/ 4763 w 465772"/>
                <a:gd name="connsiteY3" fmla="*/ 1905 h 35242"/>
                <a:gd name="connsiteX4" fmla="*/ 0 w 465772"/>
                <a:gd name="connsiteY4" fmla="*/ 1905 h 35242"/>
                <a:gd name="connsiteX5" fmla="*/ 0 w 465772"/>
                <a:gd name="connsiteY5" fmla="*/ 30480 h 35242"/>
                <a:gd name="connsiteX6" fmla="*/ 0 w 465772"/>
                <a:gd name="connsiteY6" fmla="*/ 35242 h 35242"/>
                <a:gd name="connsiteX7" fmla="*/ 952 w 465772"/>
                <a:gd name="connsiteY7" fmla="*/ 35242 h 35242"/>
                <a:gd name="connsiteX8" fmla="*/ 5715 w 465772"/>
                <a:gd name="connsiteY8" fmla="*/ 35242 h 35242"/>
                <a:gd name="connsiteX9" fmla="*/ 171450 w 465772"/>
                <a:gd name="connsiteY9" fmla="*/ 34290 h 35242"/>
                <a:gd name="connsiteX10" fmla="*/ 464820 w 465772"/>
                <a:gd name="connsiteY10" fmla="*/ 34290 h 35242"/>
                <a:gd name="connsiteX11" fmla="*/ 465772 w 465772"/>
                <a:gd name="connsiteY11" fmla="*/ 0 h 35242"/>
                <a:gd name="connsiteX12" fmla="*/ 465772 w 465772"/>
                <a:gd name="connsiteY12" fmla="*/ 0 h 35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5772" h="35242">
                  <a:moveTo>
                    <a:pt x="465772" y="0"/>
                  </a:moveTo>
                  <a:cubicBezTo>
                    <a:pt x="427672" y="0"/>
                    <a:pt x="389572" y="953"/>
                    <a:pt x="351472" y="953"/>
                  </a:cubicBezTo>
                  <a:cubicBezTo>
                    <a:pt x="262890" y="1905"/>
                    <a:pt x="173355" y="1905"/>
                    <a:pt x="83820" y="1905"/>
                  </a:cubicBezTo>
                  <a:cubicBezTo>
                    <a:pt x="57150" y="1905"/>
                    <a:pt x="30480" y="1905"/>
                    <a:pt x="4763" y="1905"/>
                  </a:cubicBezTo>
                  <a:cubicBezTo>
                    <a:pt x="2857" y="1905"/>
                    <a:pt x="1905" y="1905"/>
                    <a:pt x="0" y="1905"/>
                  </a:cubicBezTo>
                  <a:cubicBezTo>
                    <a:pt x="0" y="11430"/>
                    <a:pt x="0" y="20955"/>
                    <a:pt x="0" y="30480"/>
                  </a:cubicBezTo>
                  <a:cubicBezTo>
                    <a:pt x="0" y="32385"/>
                    <a:pt x="0" y="33338"/>
                    <a:pt x="0" y="35242"/>
                  </a:cubicBezTo>
                  <a:cubicBezTo>
                    <a:pt x="0" y="35242"/>
                    <a:pt x="952" y="35242"/>
                    <a:pt x="952" y="35242"/>
                  </a:cubicBezTo>
                  <a:cubicBezTo>
                    <a:pt x="2857" y="35242"/>
                    <a:pt x="4763" y="35242"/>
                    <a:pt x="5715" y="35242"/>
                  </a:cubicBezTo>
                  <a:cubicBezTo>
                    <a:pt x="60960" y="35242"/>
                    <a:pt x="116205" y="35242"/>
                    <a:pt x="171450" y="34290"/>
                  </a:cubicBezTo>
                  <a:cubicBezTo>
                    <a:pt x="269557" y="34290"/>
                    <a:pt x="367665" y="34290"/>
                    <a:pt x="464820" y="34290"/>
                  </a:cubicBezTo>
                  <a:cubicBezTo>
                    <a:pt x="465772" y="22860"/>
                    <a:pt x="465772" y="11430"/>
                    <a:pt x="465772" y="0"/>
                  </a:cubicBezTo>
                  <a:lnTo>
                    <a:pt x="465772" y="0"/>
                  </a:ln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1ACBCBAF-E2D1-6376-D7D8-549AA04BDEBC}"/>
                </a:ext>
              </a:extLst>
            </p:cNvPr>
            <p:cNvSpPr/>
            <p:nvPr/>
          </p:nvSpPr>
          <p:spPr>
            <a:xfrm>
              <a:off x="8672106" y="4235774"/>
              <a:ext cx="40703" cy="5915"/>
            </a:xfrm>
            <a:custGeom>
              <a:avLst/>
              <a:gdLst>
                <a:gd name="connsiteX0" fmla="*/ 241935 w 242887"/>
                <a:gd name="connsiteY0" fmla="*/ 0 h 35242"/>
                <a:gd name="connsiteX1" fmla="*/ 182880 w 242887"/>
                <a:gd name="connsiteY1" fmla="*/ 952 h 35242"/>
                <a:gd name="connsiteX2" fmla="*/ 43815 w 242887"/>
                <a:gd name="connsiteY2" fmla="*/ 1905 h 35242"/>
                <a:gd name="connsiteX3" fmla="*/ 1905 w 242887"/>
                <a:gd name="connsiteY3" fmla="*/ 1905 h 35242"/>
                <a:gd name="connsiteX4" fmla="*/ 0 w 242887"/>
                <a:gd name="connsiteY4" fmla="*/ 1905 h 35242"/>
                <a:gd name="connsiteX5" fmla="*/ 0 w 242887"/>
                <a:gd name="connsiteY5" fmla="*/ 30480 h 35242"/>
                <a:gd name="connsiteX6" fmla="*/ 0 w 242887"/>
                <a:gd name="connsiteY6" fmla="*/ 35242 h 35242"/>
                <a:gd name="connsiteX7" fmla="*/ 953 w 242887"/>
                <a:gd name="connsiteY7" fmla="*/ 35242 h 35242"/>
                <a:gd name="connsiteX8" fmla="*/ 3810 w 242887"/>
                <a:gd name="connsiteY8" fmla="*/ 35242 h 35242"/>
                <a:gd name="connsiteX9" fmla="*/ 89535 w 242887"/>
                <a:gd name="connsiteY9" fmla="*/ 34290 h 35242"/>
                <a:gd name="connsiteX10" fmla="*/ 242888 w 242887"/>
                <a:gd name="connsiteY10" fmla="*/ 34290 h 35242"/>
                <a:gd name="connsiteX11" fmla="*/ 241935 w 242887"/>
                <a:gd name="connsiteY11" fmla="*/ 0 h 35242"/>
                <a:gd name="connsiteX12" fmla="*/ 241935 w 242887"/>
                <a:gd name="connsiteY12" fmla="*/ 0 h 35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2887" h="35242">
                  <a:moveTo>
                    <a:pt x="241935" y="0"/>
                  </a:moveTo>
                  <a:cubicBezTo>
                    <a:pt x="221933" y="0"/>
                    <a:pt x="201930" y="952"/>
                    <a:pt x="182880" y="952"/>
                  </a:cubicBezTo>
                  <a:cubicBezTo>
                    <a:pt x="136208" y="1905"/>
                    <a:pt x="89535" y="1905"/>
                    <a:pt x="43815" y="1905"/>
                  </a:cubicBezTo>
                  <a:cubicBezTo>
                    <a:pt x="30480" y="1905"/>
                    <a:pt x="16192" y="1905"/>
                    <a:pt x="1905" y="1905"/>
                  </a:cubicBezTo>
                  <a:cubicBezTo>
                    <a:pt x="953" y="1905"/>
                    <a:pt x="0" y="1905"/>
                    <a:pt x="0" y="1905"/>
                  </a:cubicBezTo>
                  <a:cubicBezTo>
                    <a:pt x="0" y="11430"/>
                    <a:pt x="0" y="20955"/>
                    <a:pt x="0" y="30480"/>
                  </a:cubicBezTo>
                  <a:cubicBezTo>
                    <a:pt x="0" y="32385"/>
                    <a:pt x="0" y="33338"/>
                    <a:pt x="0" y="35242"/>
                  </a:cubicBezTo>
                  <a:cubicBezTo>
                    <a:pt x="0" y="35242"/>
                    <a:pt x="0" y="35242"/>
                    <a:pt x="953" y="35242"/>
                  </a:cubicBezTo>
                  <a:cubicBezTo>
                    <a:pt x="1905" y="35242"/>
                    <a:pt x="2858" y="35242"/>
                    <a:pt x="3810" y="35242"/>
                  </a:cubicBezTo>
                  <a:cubicBezTo>
                    <a:pt x="32385" y="35242"/>
                    <a:pt x="60960" y="35242"/>
                    <a:pt x="89535" y="34290"/>
                  </a:cubicBezTo>
                  <a:cubicBezTo>
                    <a:pt x="140970" y="34290"/>
                    <a:pt x="191453" y="34290"/>
                    <a:pt x="242888" y="34290"/>
                  </a:cubicBezTo>
                  <a:cubicBezTo>
                    <a:pt x="241935" y="22860"/>
                    <a:pt x="241935" y="11430"/>
                    <a:pt x="241935" y="0"/>
                  </a:cubicBezTo>
                  <a:lnTo>
                    <a:pt x="241935" y="0"/>
                  </a:ln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5E933BC2-BEAC-88A7-C616-B567D425461A}"/>
                </a:ext>
              </a:extLst>
            </p:cNvPr>
            <p:cNvSpPr/>
            <p:nvPr/>
          </p:nvSpPr>
          <p:spPr>
            <a:xfrm>
              <a:off x="8672106" y="4252401"/>
              <a:ext cx="16920" cy="5915"/>
            </a:xfrm>
            <a:custGeom>
              <a:avLst/>
              <a:gdLst>
                <a:gd name="connsiteX0" fmla="*/ 100965 w 100965"/>
                <a:gd name="connsiteY0" fmla="*/ 0 h 35242"/>
                <a:gd name="connsiteX1" fmla="*/ 76200 w 100965"/>
                <a:gd name="connsiteY1" fmla="*/ 953 h 35242"/>
                <a:gd name="connsiteX2" fmla="*/ 18098 w 100965"/>
                <a:gd name="connsiteY2" fmla="*/ 1905 h 35242"/>
                <a:gd name="connsiteX3" fmla="*/ 953 w 100965"/>
                <a:gd name="connsiteY3" fmla="*/ 1905 h 35242"/>
                <a:gd name="connsiteX4" fmla="*/ 0 w 100965"/>
                <a:gd name="connsiteY4" fmla="*/ 1905 h 35242"/>
                <a:gd name="connsiteX5" fmla="*/ 0 w 100965"/>
                <a:gd name="connsiteY5" fmla="*/ 30480 h 35242"/>
                <a:gd name="connsiteX6" fmla="*/ 0 w 100965"/>
                <a:gd name="connsiteY6" fmla="*/ 35242 h 35242"/>
                <a:gd name="connsiteX7" fmla="*/ 0 w 100965"/>
                <a:gd name="connsiteY7" fmla="*/ 35242 h 35242"/>
                <a:gd name="connsiteX8" fmla="*/ 953 w 100965"/>
                <a:gd name="connsiteY8" fmla="*/ 35242 h 35242"/>
                <a:gd name="connsiteX9" fmla="*/ 37148 w 100965"/>
                <a:gd name="connsiteY9" fmla="*/ 34290 h 35242"/>
                <a:gd name="connsiteX10" fmla="*/ 100965 w 100965"/>
                <a:gd name="connsiteY10" fmla="*/ 34290 h 35242"/>
                <a:gd name="connsiteX11" fmla="*/ 100965 w 100965"/>
                <a:gd name="connsiteY11" fmla="*/ 0 h 35242"/>
                <a:gd name="connsiteX12" fmla="*/ 100965 w 100965"/>
                <a:gd name="connsiteY12" fmla="*/ 0 h 35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965" h="35242">
                  <a:moveTo>
                    <a:pt x="100965" y="0"/>
                  </a:moveTo>
                  <a:cubicBezTo>
                    <a:pt x="92392" y="0"/>
                    <a:pt x="83820" y="953"/>
                    <a:pt x="76200" y="953"/>
                  </a:cubicBezTo>
                  <a:cubicBezTo>
                    <a:pt x="57150" y="1905"/>
                    <a:pt x="37148" y="1905"/>
                    <a:pt x="18098" y="1905"/>
                  </a:cubicBezTo>
                  <a:cubicBezTo>
                    <a:pt x="12383" y="1905"/>
                    <a:pt x="6667" y="1905"/>
                    <a:pt x="953" y="1905"/>
                  </a:cubicBezTo>
                  <a:cubicBezTo>
                    <a:pt x="953" y="1905"/>
                    <a:pt x="0" y="1905"/>
                    <a:pt x="0" y="1905"/>
                  </a:cubicBezTo>
                  <a:cubicBezTo>
                    <a:pt x="0" y="11430"/>
                    <a:pt x="0" y="20955"/>
                    <a:pt x="0" y="30480"/>
                  </a:cubicBezTo>
                  <a:cubicBezTo>
                    <a:pt x="0" y="32385"/>
                    <a:pt x="0" y="33338"/>
                    <a:pt x="0" y="35242"/>
                  </a:cubicBezTo>
                  <a:cubicBezTo>
                    <a:pt x="0" y="35242"/>
                    <a:pt x="0" y="35242"/>
                    <a:pt x="0" y="35242"/>
                  </a:cubicBezTo>
                  <a:cubicBezTo>
                    <a:pt x="0" y="35242"/>
                    <a:pt x="953" y="35242"/>
                    <a:pt x="953" y="35242"/>
                  </a:cubicBezTo>
                  <a:cubicBezTo>
                    <a:pt x="13335" y="35242"/>
                    <a:pt x="24765" y="35242"/>
                    <a:pt x="37148" y="34290"/>
                  </a:cubicBezTo>
                  <a:cubicBezTo>
                    <a:pt x="59055" y="34290"/>
                    <a:pt x="80010" y="34290"/>
                    <a:pt x="100965" y="34290"/>
                  </a:cubicBezTo>
                  <a:cubicBezTo>
                    <a:pt x="100965" y="22860"/>
                    <a:pt x="100965" y="11430"/>
                    <a:pt x="100965" y="0"/>
                  </a:cubicBezTo>
                  <a:lnTo>
                    <a:pt x="100965" y="0"/>
                  </a:ln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B928066E-75C1-B09D-BF8A-D1917D1F09C1}"/>
                </a:ext>
              </a:extLst>
            </p:cNvPr>
            <p:cNvSpPr/>
            <p:nvPr/>
          </p:nvSpPr>
          <p:spPr>
            <a:xfrm>
              <a:off x="8833376" y="4040588"/>
              <a:ext cx="383915" cy="313226"/>
            </a:xfrm>
            <a:custGeom>
              <a:avLst/>
              <a:gdLst>
                <a:gd name="connsiteX0" fmla="*/ 2286178 w 2290940"/>
                <a:gd name="connsiteY0" fmla="*/ 311645 h 1866124"/>
                <a:gd name="connsiteX1" fmla="*/ 2290940 w 2290940"/>
                <a:gd name="connsiteY1" fmla="*/ 88760 h 1866124"/>
                <a:gd name="connsiteX2" fmla="*/ 2289035 w 2290940"/>
                <a:gd name="connsiteY2" fmla="*/ 20180 h 1866124"/>
                <a:gd name="connsiteX3" fmla="*/ 2289035 w 2290940"/>
                <a:gd name="connsiteY3" fmla="*/ 17322 h 1866124"/>
                <a:gd name="connsiteX4" fmla="*/ 2286178 w 2290940"/>
                <a:gd name="connsiteY4" fmla="*/ 17322 h 1866124"/>
                <a:gd name="connsiteX5" fmla="*/ 2191880 w 2290940"/>
                <a:gd name="connsiteY5" fmla="*/ 19227 h 1866124"/>
                <a:gd name="connsiteX6" fmla="*/ 1947087 w 2290940"/>
                <a:gd name="connsiteY6" fmla="*/ 16370 h 1866124"/>
                <a:gd name="connsiteX7" fmla="*/ 1453692 w 2290940"/>
                <a:gd name="connsiteY7" fmla="*/ 3035 h 1866124"/>
                <a:gd name="connsiteX8" fmla="*/ 470712 w 2290940"/>
                <a:gd name="connsiteY8" fmla="*/ 6845 h 1866124"/>
                <a:gd name="connsiteX9" fmla="*/ 20180 w 2290940"/>
                <a:gd name="connsiteY9" fmla="*/ 11607 h 1866124"/>
                <a:gd name="connsiteX10" fmla="*/ 17323 w 2290940"/>
                <a:gd name="connsiteY10" fmla="*/ 11607 h 1866124"/>
                <a:gd name="connsiteX11" fmla="*/ 17323 w 2290940"/>
                <a:gd name="connsiteY11" fmla="*/ 16370 h 1866124"/>
                <a:gd name="connsiteX12" fmla="*/ 19227 w 2290940"/>
                <a:gd name="connsiteY12" fmla="*/ 83997 h 1866124"/>
                <a:gd name="connsiteX13" fmla="*/ 16370 w 2290940"/>
                <a:gd name="connsiteY13" fmla="*/ 284975 h 1866124"/>
                <a:gd name="connsiteX14" fmla="*/ 3035 w 2290940"/>
                <a:gd name="connsiteY14" fmla="*/ 688835 h 1866124"/>
                <a:gd name="connsiteX15" fmla="*/ 6845 w 2290940"/>
                <a:gd name="connsiteY15" fmla="*/ 1494650 h 1866124"/>
                <a:gd name="connsiteX16" fmla="*/ 11607 w 2290940"/>
                <a:gd name="connsiteY16" fmla="*/ 1853743 h 1866124"/>
                <a:gd name="connsiteX17" fmla="*/ 11607 w 2290940"/>
                <a:gd name="connsiteY17" fmla="*/ 1858505 h 1866124"/>
                <a:gd name="connsiteX18" fmla="*/ 16370 w 2290940"/>
                <a:gd name="connsiteY18" fmla="*/ 1858505 h 1866124"/>
                <a:gd name="connsiteX19" fmla="*/ 406895 w 2290940"/>
                <a:gd name="connsiteY19" fmla="*/ 1854695 h 1866124"/>
                <a:gd name="connsiteX20" fmla="*/ 896480 w 2290940"/>
                <a:gd name="connsiteY20" fmla="*/ 1848028 h 1866124"/>
                <a:gd name="connsiteX21" fmla="*/ 1380350 w 2290940"/>
                <a:gd name="connsiteY21" fmla="*/ 1848980 h 1866124"/>
                <a:gd name="connsiteX22" fmla="*/ 1868982 w 2290940"/>
                <a:gd name="connsiteY22" fmla="*/ 1861362 h 1866124"/>
                <a:gd name="connsiteX23" fmla="*/ 2140445 w 2290940"/>
                <a:gd name="connsiteY23" fmla="*/ 1866125 h 1866124"/>
                <a:gd name="connsiteX24" fmla="*/ 2279510 w 2290940"/>
                <a:gd name="connsiteY24" fmla="*/ 1863268 h 1866124"/>
                <a:gd name="connsiteX25" fmla="*/ 2284273 w 2290940"/>
                <a:gd name="connsiteY25" fmla="*/ 1863268 h 1866124"/>
                <a:gd name="connsiteX26" fmla="*/ 2284273 w 2290940"/>
                <a:gd name="connsiteY26" fmla="*/ 1860410 h 1866124"/>
                <a:gd name="connsiteX27" fmla="*/ 2280462 w 2290940"/>
                <a:gd name="connsiteY27" fmla="*/ 1510843 h 1866124"/>
                <a:gd name="connsiteX28" fmla="*/ 2273795 w 2290940"/>
                <a:gd name="connsiteY28" fmla="*/ 1109840 h 1866124"/>
                <a:gd name="connsiteX29" fmla="*/ 2274748 w 2290940"/>
                <a:gd name="connsiteY29" fmla="*/ 712648 h 1866124"/>
                <a:gd name="connsiteX30" fmla="*/ 2286178 w 2290940"/>
                <a:gd name="connsiteY30" fmla="*/ 311645 h 1866124"/>
                <a:gd name="connsiteX31" fmla="*/ 2286178 w 2290940"/>
                <a:gd name="connsiteY31" fmla="*/ 311645 h 186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0940" h="1866124">
                  <a:moveTo>
                    <a:pt x="2286178" y="311645"/>
                  </a:moveTo>
                  <a:cubicBezTo>
                    <a:pt x="2288082" y="237350"/>
                    <a:pt x="2289987" y="163055"/>
                    <a:pt x="2290940" y="88760"/>
                  </a:cubicBezTo>
                  <a:cubicBezTo>
                    <a:pt x="2290940" y="65900"/>
                    <a:pt x="2289987" y="43040"/>
                    <a:pt x="2289035" y="20180"/>
                  </a:cubicBezTo>
                  <a:cubicBezTo>
                    <a:pt x="2289035" y="19227"/>
                    <a:pt x="2289035" y="18275"/>
                    <a:pt x="2289035" y="17322"/>
                  </a:cubicBezTo>
                  <a:lnTo>
                    <a:pt x="2286178" y="17322"/>
                  </a:lnTo>
                  <a:cubicBezTo>
                    <a:pt x="2254745" y="17322"/>
                    <a:pt x="2223312" y="18275"/>
                    <a:pt x="2191880" y="19227"/>
                  </a:cubicBezTo>
                  <a:cubicBezTo>
                    <a:pt x="2109965" y="20180"/>
                    <a:pt x="2029003" y="18275"/>
                    <a:pt x="1947087" y="16370"/>
                  </a:cubicBezTo>
                  <a:cubicBezTo>
                    <a:pt x="1782305" y="12560"/>
                    <a:pt x="1618475" y="5892"/>
                    <a:pt x="1453692" y="3035"/>
                  </a:cubicBezTo>
                  <a:cubicBezTo>
                    <a:pt x="1126032" y="-3633"/>
                    <a:pt x="798373" y="2082"/>
                    <a:pt x="470712" y="6845"/>
                  </a:cubicBezTo>
                  <a:cubicBezTo>
                    <a:pt x="320217" y="8750"/>
                    <a:pt x="170675" y="10655"/>
                    <a:pt x="20180" y="11607"/>
                  </a:cubicBezTo>
                  <a:cubicBezTo>
                    <a:pt x="19227" y="11607"/>
                    <a:pt x="18275" y="11607"/>
                    <a:pt x="17323" y="11607"/>
                  </a:cubicBezTo>
                  <a:cubicBezTo>
                    <a:pt x="17323" y="13512"/>
                    <a:pt x="17323" y="14465"/>
                    <a:pt x="17323" y="16370"/>
                  </a:cubicBezTo>
                  <a:cubicBezTo>
                    <a:pt x="17323" y="39230"/>
                    <a:pt x="18275" y="61137"/>
                    <a:pt x="19227" y="83997"/>
                  </a:cubicBezTo>
                  <a:cubicBezTo>
                    <a:pt x="20180" y="150672"/>
                    <a:pt x="18275" y="217347"/>
                    <a:pt x="16370" y="284975"/>
                  </a:cubicBezTo>
                  <a:cubicBezTo>
                    <a:pt x="12560" y="419277"/>
                    <a:pt x="5892" y="554532"/>
                    <a:pt x="3035" y="688835"/>
                  </a:cubicBezTo>
                  <a:cubicBezTo>
                    <a:pt x="-3633" y="957440"/>
                    <a:pt x="2082" y="1226045"/>
                    <a:pt x="6845" y="1494650"/>
                  </a:cubicBezTo>
                  <a:cubicBezTo>
                    <a:pt x="8750" y="1614665"/>
                    <a:pt x="10655" y="1733728"/>
                    <a:pt x="11607" y="1853743"/>
                  </a:cubicBezTo>
                  <a:cubicBezTo>
                    <a:pt x="11607" y="1855648"/>
                    <a:pt x="11607" y="1856600"/>
                    <a:pt x="11607" y="1858505"/>
                  </a:cubicBezTo>
                  <a:cubicBezTo>
                    <a:pt x="13512" y="1858505"/>
                    <a:pt x="14465" y="1858505"/>
                    <a:pt x="16370" y="1858505"/>
                  </a:cubicBezTo>
                  <a:cubicBezTo>
                    <a:pt x="146862" y="1858505"/>
                    <a:pt x="276402" y="1855648"/>
                    <a:pt x="406895" y="1854695"/>
                  </a:cubicBezTo>
                  <a:cubicBezTo>
                    <a:pt x="569773" y="1852790"/>
                    <a:pt x="732650" y="1849932"/>
                    <a:pt x="896480" y="1848028"/>
                  </a:cubicBezTo>
                  <a:cubicBezTo>
                    <a:pt x="1057453" y="1846123"/>
                    <a:pt x="1219378" y="1846123"/>
                    <a:pt x="1380350" y="1848980"/>
                  </a:cubicBezTo>
                  <a:cubicBezTo>
                    <a:pt x="1543228" y="1851837"/>
                    <a:pt x="1706105" y="1857553"/>
                    <a:pt x="1868982" y="1861362"/>
                  </a:cubicBezTo>
                  <a:cubicBezTo>
                    <a:pt x="1959470" y="1863268"/>
                    <a:pt x="2049957" y="1865173"/>
                    <a:pt x="2140445" y="1866125"/>
                  </a:cubicBezTo>
                  <a:cubicBezTo>
                    <a:pt x="2186165" y="1866125"/>
                    <a:pt x="2232837" y="1863268"/>
                    <a:pt x="2279510" y="1863268"/>
                  </a:cubicBezTo>
                  <a:lnTo>
                    <a:pt x="2284273" y="1863268"/>
                  </a:lnTo>
                  <a:lnTo>
                    <a:pt x="2284273" y="1860410"/>
                  </a:lnTo>
                  <a:cubicBezTo>
                    <a:pt x="2285225" y="1744205"/>
                    <a:pt x="2282368" y="1628000"/>
                    <a:pt x="2280462" y="1510843"/>
                  </a:cubicBezTo>
                  <a:cubicBezTo>
                    <a:pt x="2278557" y="1377493"/>
                    <a:pt x="2275700" y="1243190"/>
                    <a:pt x="2273795" y="1109840"/>
                  </a:cubicBezTo>
                  <a:cubicBezTo>
                    <a:pt x="2271890" y="977443"/>
                    <a:pt x="2271890" y="845045"/>
                    <a:pt x="2274748" y="712648"/>
                  </a:cubicBezTo>
                  <a:cubicBezTo>
                    <a:pt x="2275700" y="579298"/>
                    <a:pt x="2281415" y="445947"/>
                    <a:pt x="2286178" y="311645"/>
                  </a:cubicBezTo>
                  <a:lnTo>
                    <a:pt x="2286178" y="311645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A0549D75-E5F7-D4AD-ED53-D055BF88CF4D}"/>
                </a:ext>
              </a:extLst>
            </p:cNvPr>
            <p:cNvSpPr/>
            <p:nvPr/>
          </p:nvSpPr>
          <p:spPr>
            <a:xfrm>
              <a:off x="8833376" y="4040588"/>
              <a:ext cx="383915" cy="313226"/>
            </a:xfrm>
            <a:custGeom>
              <a:avLst/>
              <a:gdLst>
                <a:gd name="connsiteX0" fmla="*/ 2286178 w 2290940"/>
                <a:gd name="connsiteY0" fmla="*/ 311645 h 1866124"/>
                <a:gd name="connsiteX1" fmla="*/ 2290940 w 2290940"/>
                <a:gd name="connsiteY1" fmla="*/ 88760 h 1866124"/>
                <a:gd name="connsiteX2" fmla="*/ 2289035 w 2290940"/>
                <a:gd name="connsiteY2" fmla="*/ 20180 h 1866124"/>
                <a:gd name="connsiteX3" fmla="*/ 2289035 w 2290940"/>
                <a:gd name="connsiteY3" fmla="*/ 17322 h 1866124"/>
                <a:gd name="connsiteX4" fmla="*/ 2286178 w 2290940"/>
                <a:gd name="connsiteY4" fmla="*/ 17322 h 1866124"/>
                <a:gd name="connsiteX5" fmla="*/ 2191880 w 2290940"/>
                <a:gd name="connsiteY5" fmla="*/ 19227 h 1866124"/>
                <a:gd name="connsiteX6" fmla="*/ 1947087 w 2290940"/>
                <a:gd name="connsiteY6" fmla="*/ 16370 h 1866124"/>
                <a:gd name="connsiteX7" fmla="*/ 1453692 w 2290940"/>
                <a:gd name="connsiteY7" fmla="*/ 3035 h 1866124"/>
                <a:gd name="connsiteX8" fmla="*/ 470712 w 2290940"/>
                <a:gd name="connsiteY8" fmla="*/ 6845 h 1866124"/>
                <a:gd name="connsiteX9" fmla="*/ 20180 w 2290940"/>
                <a:gd name="connsiteY9" fmla="*/ 11607 h 1866124"/>
                <a:gd name="connsiteX10" fmla="*/ 17323 w 2290940"/>
                <a:gd name="connsiteY10" fmla="*/ 11607 h 1866124"/>
                <a:gd name="connsiteX11" fmla="*/ 17323 w 2290940"/>
                <a:gd name="connsiteY11" fmla="*/ 16370 h 1866124"/>
                <a:gd name="connsiteX12" fmla="*/ 19227 w 2290940"/>
                <a:gd name="connsiteY12" fmla="*/ 83997 h 1866124"/>
                <a:gd name="connsiteX13" fmla="*/ 16370 w 2290940"/>
                <a:gd name="connsiteY13" fmla="*/ 284975 h 1866124"/>
                <a:gd name="connsiteX14" fmla="*/ 3035 w 2290940"/>
                <a:gd name="connsiteY14" fmla="*/ 688835 h 1866124"/>
                <a:gd name="connsiteX15" fmla="*/ 6845 w 2290940"/>
                <a:gd name="connsiteY15" fmla="*/ 1494650 h 1866124"/>
                <a:gd name="connsiteX16" fmla="*/ 11607 w 2290940"/>
                <a:gd name="connsiteY16" fmla="*/ 1853743 h 1866124"/>
                <a:gd name="connsiteX17" fmla="*/ 11607 w 2290940"/>
                <a:gd name="connsiteY17" fmla="*/ 1858505 h 1866124"/>
                <a:gd name="connsiteX18" fmla="*/ 16370 w 2290940"/>
                <a:gd name="connsiteY18" fmla="*/ 1858505 h 1866124"/>
                <a:gd name="connsiteX19" fmla="*/ 406895 w 2290940"/>
                <a:gd name="connsiteY19" fmla="*/ 1854695 h 1866124"/>
                <a:gd name="connsiteX20" fmla="*/ 896480 w 2290940"/>
                <a:gd name="connsiteY20" fmla="*/ 1848028 h 1866124"/>
                <a:gd name="connsiteX21" fmla="*/ 1380350 w 2290940"/>
                <a:gd name="connsiteY21" fmla="*/ 1848980 h 1866124"/>
                <a:gd name="connsiteX22" fmla="*/ 1868982 w 2290940"/>
                <a:gd name="connsiteY22" fmla="*/ 1861362 h 1866124"/>
                <a:gd name="connsiteX23" fmla="*/ 2140445 w 2290940"/>
                <a:gd name="connsiteY23" fmla="*/ 1866125 h 1866124"/>
                <a:gd name="connsiteX24" fmla="*/ 2279510 w 2290940"/>
                <a:gd name="connsiteY24" fmla="*/ 1863268 h 1866124"/>
                <a:gd name="connsiteX25" fmla="*/ 2284273 w 2290940"/>
                <a:gd name="connsiteY25" fmla="*/ 1863268 h 1866124"/>
                <a:gd name="connsiteX26" fmla="*/ 2284273 w 2290940"/>
                <a:gd name="connsiteY26" fmla="*/ 1860410 h 1866124"/>
                <a:gd name="connsiteX27" fmla="*/ 2280462 w 2290940"/>
                <a:gd name="connsiteY27" fmla="*/ 1510843 h 1866124"/>
                <a:gd name="connsiteX28" fmla="*/ 2273795 w 2290940"/>
                <a:gd name="connsiteY28" fmla="*/ 1109840 h 1866124"/>
                <a:gd name="connsiteX29" fmla="*/ 2274748 w 2290940"/>
                <a:gd name="connsiteY29" fmla="*/ 712648 h 1866124"/>
                <a:gd name="connsiteX30" fmla="*/ 2286178 w 2290940"/>
                <a:gd name="connsiteY30" fmla="*/ 311645 h 1866124"/>
                <a:gd name="connsiteX31" fmla="*/ 2286178 w 2290940"/>
                <a:gd name="connsiteY31" fmla="*/ 311645 h 1866124"/>
                <a:gd name="connsiteX32" fmla="*/ 2272843 w 2290940"/>
                <a:gd name="connsiteY32" fmla="*/ 1457503 h 1866124"/>
                <a:gd name="connsiteX33" fmla="*/ 2278557 w 2290940"/>
                <a:gd name="connsiteY33" fmla="*/ 1859457 h 1866124"/>
                <a:gd name="connsiteX34" fmla="*/ 2190928 w 2290940"/>
                <a:gd name="connsiteY34" fmla="*/ 1861362 h 1866124"/>
                <a:gd name="connsiteX35" fmla="*/ 1946135 w 2290940"/>
                <a:gd name="connsiteY35" fmla="*/ 1858505 h 1866124"/>
                <a:gd name="connsiteX36" fmla="*/ 1452740 w 2290940"/>
                <a:gd name="connsiteY36" fmla="*/ 1845170 h 1866124"/>
                <a:gd name="connsiteX37" fmla="*/ 469760 w 2290940"/>
                <a:gd name="connsiteY37" fmla="*/ 1848980 h 1866124"/>
                <a:gd name="connsiteX38" fmla="*/ 15417 w 2290940"/>
                <a:gd name="connsiteY38" fmla="*/ 1853743 h 1866124"/>
                <a:gd name="connsiteX39" fmla="*/ 11607 w 2290940"/>
                <a:gd name="connsiteY39" fmla="*/ 1547037 h 1866124"/>
                <a:gd name="connsiteX40" fmla="*/ 4940 w 2290940"/>
                <a:gd name="connsiteY40" fmla="*/ 1146035 h 1866124"/>
                <a:gd name="connsiteX41" fmla="*/ 5892 w 2290940"/>
                <a:gd name="connsiteY41" fmla="*/ 748842 h 1866124"/>
                <a:gd name="connsiteX42" fmla="*/ 19227 w 2290940"/>
                <a:gd name="connsiteY42" fmla="*/ 348792 h 1866124"/>
                <a:gd name="connsiteX43" fmla="*/ 23990 w 2290940"/>
                <a:gd name="connsiteY43" fmla="*/ 125907 h 1866124"/>
                <a:gd name="connsiteX44" fmla="*/ 21132 w 2290940"/>
                <a:gd name="connsiteY44" fmla="*/ 16370 h 1866124"/>
                <a:gd name="connsiteX45" fmla="*/ 407848 w 2290940"/>
                <a:gd name="connsiteY45" fmla="*/ 12560 h 1866124"/>
                <a:gd name="connsiteX46" fmla="*/ 897432 w 2290940"/>
                <a:gd name="connsiteY46" fmla="*/ 5892 h 1866124"/>
                <a:gd name="connsiteX47" fmla="*/ 1381303 w 2290940"/>
                <a:gd name="connsiteY47" fmla="*/ 6845 h 1866124"/>
                <a:gd name="connsiteX48" fmla="*/ 1869935 w 2290940"/>
                <a:gd name="connsiteY48" fmla="*/ 20180 h 1866124"/>
                <a:gd name="connsiteX49" fmla="*/ 2141398 w 2290940"/>
                <a:gd name="connsiteY49" fmla="*/ 24942 h 1866124"/>
                <a:gd name="connsiteX50" fmla="*/ 2287130 w 2290940"/>
                <a:gd name="connsiteY50" fmla="*/ 22085 h 1866124"/>
                <a:gd name="connsiteX51" fmla="*/ 2288082 w 2290940"/>
                <a:gd name="connsiteY51" fmla="*/ 48755 h 1866124"/>
                <a:gd name="connsiteX52" fmla="*/ 2285225 w 2290940"/>
                <a:gd name="connsiteY52" fmla="*/ 249732 h 1866124"/>
                <a:gd name="connsiteX53" fmla="*/ 2271890 w 2290940"/>
                <a:gd name="connsiteY53" fmla="*/ 653592 h 1866124"/>
                <a:gd name="connsiteX54" fmla="*/ 2272843 w 2290940"/>
                <a:gd name="connsiteY54" fmla="*/ 1457503 h 1866124"/>
                <a:gd name="connsiteX55" fmla="*/ 2272843 w 2290940"/>
                <a:gd name="connsiteY55" fmla="*/ 1457503 h 186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290940" h="1866124">
                  <a:moveTo>
                    <a:pt x="2286178" y="311645"/>
                  </a:moveTo>
                  <a:cubicBezTo>
                    <a:pt x="2288082" y="237350"/>
                    <a:pt x="2289987" y="163055"/>
                    <a:pt x="2290940" y="88760"/>
                  </a:cubicBezTo>
                  <a:cubicBezTo>
                    <a:pt x="2290940" y="65900"/>
                    <a:pt x="2289987" y="43040"/>
                    <a:pt x="2289035" y="20180"/>
                  </a:cubicBezTo>
                  <a:cubicBezTo>
                    <a:pt x="2289035" y="19227"/>
                    <a:pt x="2289035" y="18275"/>
                    <a:pt x="2289035" y="17322"/>
                  </a:cubicBezTo>
                  <a:lnTo>
                    <a:pt x="2286178" y="17322"/>
                  </a:lnTo>
                  <a:cubicBezTo>
                    <a:pt x="2254745" y="17322"/>
                    <a:pt x="2223312" y="18275"/>
                    <a:pt x="2191880" y="19227"/>
                  </a:cubicBezTo>
                  <a:cubicBezTo>
                    <a:pt x="2109965" y="20180"/>
                    <a:pt x="2029003" y="18275"/>
                    <a:pt x="1947087" y="16370"/>
                  </a:cubicBezTo>
                  <a:cubicBezTo>
                    <a:pt x="1782305" y="12560"/>
                    <a:pt x="1618475" y="5892"/>
                    <a:pt x="1453692" y="3035"/>
                  </a:cubicBezTo>
                  <a:cubicBezTo>
                    <a:pt x="1126032" y="-3633"/>
                    <a:pt x="798373" y="2082"/>
                    <a:pt x="470712" y="6845"/>
                  </a:cubicBezTo>
                  <a:cubicBezTo>
                    <a:pt x="320217" y="8750"/>
                    <a:pt x="170675" y="10655"/>
                    <a:pt x="20180" y="11607"/>
                  </a:cubicBezTo>
                  <a:cubicBezTo>
                    <a:pt x="19227" y="11607"/>
                    <a:pt x="18275" y="11607"/>
                    <a:pt x="17323" y="11607"/>
                  </a:cubicBezTo>
                  <a:cubicBezTo>
                    <a:pt x="17323" y="13512"/>
                    <a:pt x="17323" y="14465"/>
                    <a:pt x="17323" y="16370"/>
                  </a:cubicBezTo>
                  <a:cubicBezTo>
                    <a:pt x="17323" y="39230"/>
                    <a:pt x="18275" y="61137"/>
                    <a:pt x="19227" y="83997"/>
                  </a:cubicBezTo>
                  <a:cubicBezTo>
                    <a:pt x="20180" y="150672"/>
                    <a:pt x="18275" y="217347"/>
                    <a:pt x="16370" y="284975"/>
                  </a:cubicBezTo>
                  <a:cubicBezTo>
                    <a:pt x="12560" y="419277"/>
                    <a:pt x="5892" y="554532"/>
                    <a:pt x="3035" y="688835"/>
                  </a:cubicBezTo>
                  <a:cubicBezTo>
                    <a:pt x="-3633" y="957440"/>
                    <a:pt x="2082" y="1226045"/>
                    <a:pt x="6845" y="1494650"/>
                  </a:cubicBezTo>
                  <a:cubicBezTo>
                    <a:pt x="8750" y="1614665"/>
                    <a:pt x="10655" y="1733728"/>
                    <a:pt x="11607" y="1853743"/>
                  </a:cubicBezTo>
                  <a:cubicBezTo>
                    <a:pt x="11607" y="1855648"/>
                    <a:pt x="11607" y="1856600"/>
                    <a:pt x="11607" y="1858505"/>
                  </a:cubicBezTo>
                  <a:cubicBezTo>
                    <a:pt x="13512" y="1858505"/>
                    <a:pt x="14465" y="1858505"/>
                    <a:pt x="16370" y="1858505"/>
                  </a:cubicBezTo>
                  <a:cubicBezTo>
                    <a:pt x="146862" y="1858505"/>
                    <a:pt x="276402" y="1855648"/>
                    <a:pt x="406895" y="1854695"/>
                  </a:cubicBezTo>
                  <a:cubicBezTo>
                    <a:pt x="569773" y="1852790"/>
                    <a:pt x="732650" y="1849932"/>
                    <a:pt x="896480" y="1848028"/>
                  </a:cubicBezTo>
                  <a:cubicBezTo>
                    <a:pt x="1057453" y="1846123"/>
                    <a:pt x="1219378" y="1846123"/>
                    <a:pt x="1380350" y="1848980"/>
                  </a:cubicBezTo>
                  <a:cubicBezTo>
                    <a:pt x="1543228" y="1851837"/>
                    <a:pt x="1706105" y="1857553"/>
                    <a:pt x="1868982" y="1861362"/>
                  </a:cubicBezTo>
                  <a:cubicBezTo>
                    <a:pt x="1959470" y="1863268"/>
                    <a:pt x="2049957" y="1865173"/>
                    <a:pt x="2140445" y="1866125"/>
                  </a:cubicBezTo>
                  <a:cubicBezTo>
                    <a:pt x="2186165" y="1866125"/>
                    <a:pt x="2232837" y="1863268"/>
                    <a:pt x="2279510" y="1863268"/>
                  </a:cubicBezTo>
                  <a:lnTo>
                    <a:pt x="2284273" y="1863268"/>
                  </a:lnTo>
                  <a:lnTo>
                    <a:pt x="2284273" y="1860410"/>
                  </a:lnTo>
                  <a:cubicBezTo>
                    <a:pt x="2285225" y="1744205"/>
                    <a:pt x="2282368" y="1628000"/>
                    <a:pt x="2280462" y="1510843"/>
                  </a:cubicBezTo>
                  <a:cubicBezTo>
                    <a:pt x="2278557" y="1377493"/>
                    <a:pt x="2275700" y="1243190"/>
                    <a:pt x="2273795" y="1109840"/>
                  </a:cubicBezTo>
                  <a:cubicBezTo>
                    <a:pt x="2271890" y="977443"/>
                    <a:pt x="2271890" y="845045"/>
                    <a:pt x="2274748" y="712648"/>
                  </a:cubicBezTo>
                  <a:cubicBezTo>
                    <a:pt x="2275700" y="579298"/>
                    <a:pt x="2281415" y="445947"/>
                    <a:pt x="2286178" y="311645"/>
                  </a:cubicBezTo>
                  <a:lnTo>
                    <a:pt x="2286178" y="311645"/>
                  </a:lnTo>
                  <a:close/>
                  <a:moveTo>
                    <a:pt x="2272843" y="1457503"/>
                  </a:moveTo>
                  <a:cubicBezTo>
                    <a:pt x="2275700" y="1591805"/>
                    <a:pt x="2276653" y="1725155"/>
                    <a:pt x="2278557" y="1859457"/>
                  </a:cubicBezTo>
                  <a:cubicBezTo>
                    <a:pt x="2249030" y="1859457"/>
                    <a:pt x="2220455" y="1860410"/>
                    <a:pt x="2190928" y="1861362"/>
                  </a:cubicBezTo>
                  <a:cubicBezTo>
                    <a:pt x="2109012" y="1862315"/>
                    <a:pt x="2028050" y="1860410"/>
                    <a:pt x="1946135" y="1858505"/>
                  </a:cubicBezTo>
                  <a:cubicBezTo>
                    <a:pt x="1781353" y="1854695"/>
                    <a:pt x="1617523" y="1848028"/>
                    <a:pt x="1452740" y="1845170"/>
                  </a:cubicBezTo>
                  <a:cubicBezTo>
                    <a:pt x="1125080" y="1838503"/>
                    <a:pt x="797420" y="1844218"/>
                    <a:pt x="469760" y="1848980"/>
                  </a:cubicBezTo>
                  <a:cubicBezTo>
                    <a:pt x="318312" y="1850885"/>
                    <a:pt x="166865" y="1852790"/>
                    <a:pt x="15417" y="1853743"/>
                  </a:cubicBezTo>
                  <a:cubicBezTo>
                    <a:pt x="15417" y="1751825"/>
                    <a:pt x="12560" y="1649907"/>
                    <a:pt x="11607" y="1547037"/>
                  </a:cubicBezTo>
                  <a:cubicBezTo>
                    <a:pt x="9702" y="1413687"/>
                    <a:pt x="6845" y="1279385"/>
                    <a:pt x="4940" y="1146035"/>
                  </a:cubicBezTo>
                  <a:cubicBezTo>
                    <a:pt x="3035" y="1013637"/>
                    <a:pt x="3035" y="881240"/>
                    <a:pt x="5892" y="748842"/>
                  </a:cubicBezTo>
                  <a:cubicBezTo>
                    <a:pt x="8750" y="615492"/>
                    <a:pt x="14465" y="482142"/>
                    <a:pt x="19227" y="348792"/>
                  </a:cubicBezTo>
                  <a:cubicBezTo>
                    <a:pt x="21132" y="274497"/>
                    <a:pt x="23037" y="200202"/>
                    <a:pt x="23990" y="125907"/>
                  </a:cubicBezTo>
                  <a:cubicBezTo>
                    <a:pt x="23990" y="89712"/>
                    <a:pt x="21132" y="52565"/>
                    <a:pt x="21132" y="16370"/>
                  </a:cubicBezTo>
                  <a:cubicBezTo>
                    <a:pt x="149720" y="16370"/>
                    <a:pt x="279260" y="13512"/>
                    <a:pt x="407848" y="12560"/>
                  </a:cubicBezTo>
                  <a:cubicBezTo>
                    <a:pt x="570725" y="10655"/>
                    <a:pt x="733602" y="7797"/>
                    <a:pt x="897432" y="5892"/>
                  </a:cubicBezTo>
                  <a:cubicBezTo>
                    <a:pt x="1058405" y="3987"/>
                    <a:pt x="1220330" y="3987"/>
                    <a:pt x="1381303" y="6845"/>
                  </a:cubicBezTo>
                  <a:cubicBezTo>
                    <a:pt x="1544180" y="9702"/>
                    <a:pt x="1707057" y="15417"/>
                    <a:pt x="1869935" y="20180"/>
                  </a:cubicBezTo>
                  <a:cubicBezTo>
                    <a:pt x="1960423" y="22085"/>
                    <a:pt x="2050910" y="23990"/>
                    <a:pt x="2141398" y="24942"/>
                  </a:cubicBezTo>
                  <a:cubicBezTo>
                    <a:pt x="2189023" y="24942"/>
                    <a:pt x="2238553" y="21132"/>
                    <a:pt x="2287130" y="22085"/>
                  </a:cubicBezTo>
                  <a:cubicBezTo>
                    <a:pt x="2287130" y="30657"/>
                    <a:pt x="2288082" y="39230"/>
                    <a:pt x="2288082" y="48755"/>
                  </a:cubicBezTo>
                  <a:cubicBezTo>
                    <a:pt x="2289035" y="115430"/>
                    <a:pt x="2287130" y="182105"/>
                    <a:pt x="2285225" y="249732"/>
                  </a:cubicBezTo>
                  <a:cubicBezTo>
                    <a:pt x="2281415" y="384987"/>
                    <a:pt x="2274748" y="519290"/>
                    <a:pt x="2271890" y="653592"/>
                  </a:cubicBezTo>
                  <a:cubicBezTo>
                    <a:pt x="2262365" y="920293"/>
                    <a:pt x="2268080" y="1188898"/>
                    <a:pt x="2272843" y="1457503"/>
                  </a:cubicBezTo>
                  <a:lnTo>
                    <a:pt x="2272843" y="1457503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CCE0C553-6EF9-3431-C6CF-CDD9EF549C27}"/>
                </a:ext>
              </a:extLst>
            </p:cNvPr>
            <p:cNvSpPr/>
            <p:nvPr/>
          </p:nvSpPr>
          <p:spPr>
            <a:xfrm>
              <a:off x="8870268" y="4089867"/>
              <a:ext cx="67051" cy="76733"/>
            </a:xfrm>
            <a:custGeom>
              <a:avLst/>
              <a:gdLst>
                <a:gd name="connsiteX0" fmla="*/ 189609 w 400111"/>
                <a:gd name="connsiteY0" fmla="*/ 13292 h 457156"/>
                <a:gd name="connsiteX1" fmla="*/ 1014 w 400111"/>
                <a:gd name="connsiteY1" fmla="*/ 269514 h 457156"/>
                <a:gd name="connsiteX2" fmla="*/ 47687 w 400111"/>
                <a:gd name="connsiteY2" fmla="*/ 457157 h 457156"/>
                <a:gd name="connsiteX3" fmla="*/ 129602 w 400111"/>
                <a:gd name="connsiteY3" fmla="*/ 392387 h 457156"/>
                <a:gd name="connsiteX4" fmla="*/ 189609 w 400111"/>
                <a:gd name="connsiteY4" fmla="*/ 351429 h 457156"/>
                <a:gd name="connsiteX5" fmla="*/ 169607 w 400111"/>
                <a:gd name="connsiteY5" fmla="*/ 275229 h 457156"/>
                <a:gd name="connsiteX6" fmla="*/ 243902 w 400111"/>
                <a:gd name="connsiteY6" fmla="*/ 174264 h 457156"/>
                <a:gd name="connsiteX7" fmla="*/ 324864 w 400111"/>
                <a:gd name="connsiteY7" fmla="*/ 179027 h 457156"/>
                <a:gd name="connsiteX8" fmla="*/ 400112 w 400111"/>
                <a:gd name="connsiteY8" fmla="*/ 28532 h 457156"/>
                <a:gd name="connsiteX9" fmla="*/ 189609 w 400111"/>
                <a:gd name="connsiteY9" fmla="*/ 13292 h 457156"/>
                <a:gd name="connsiteX10" fmla="*/ 189609 w 400111"/>
                <a:gd name="connsiteY10" fmla="*/ 13292 h 45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0111" h="457156">
                  <a:moveTo>
                    <a:pt x="189609" y="13292"/>
                  </a:moveTo>
                  <a:cubicBezTo>
                    <a:pt x="79119" y="48534"/>
                    <a:pt x="8634" y="156167"/>
                    <a:pt x="1014" y="269514"/>
                  </a:cubicBezTo>
                  <a:cubicBezTo>
                    <a:pt x="-3748" y="339047"/>
                    <a:pt x="7681" y="405722"/>
                    <a:pt x="47687" y="457157"/>
                  </a:cubicBezTo>
                  <a:cubicBezTo>
                    <a:pt x="74357" y="435249"/>
                    <a:pt x="101027" y="412389"/>
                    <a:pt x="129602" y="392387"/>
                  </a:cubicBezTo>
                  <a:cubicBezTo>
                    <a:pt x="149604" y="378099"/>
                    <a:pt x="169607" y="364764"/>
                    <a:pt x="189609" y="351429"/>
                  </a:cubicBezTo>
                  <a:cubicBezTo>
                    <a:pt x="172464" y="330474"/>
                    <a:pt x="167702" y="303804"/>
                    <a:pt x="169607" y="275229"/>
                  </a:cubicBezTo>
                  <a:cubicBezTo>
                    <a:pt x="172464" y="230462"/>
                    <a:pt x="201039" y="188552"/>
                    <a:pt x="243902" y="174264"/>
                  </a:cubicBezTo>
                  <a:cubicBezTo>
                    <a:pt x="270572" y="165692"/>
                    <a:pt x="300099" y="168549"/>
                    <a:pt x="324864" y="179027"/>
                  </a:cubicBezTo>
                  <a:cubicBezTo>
                    <a:pt x="349629" y="128544"/>
                    <a:pt x="373442" y="78062"/>
                    <a:pt x="400112" y="28532"/>
                  </a:cubicBezTo>
                  <a:cubicBezTo>
                    <a:pt x="334389" y="-1948"/>
                    <a:pt x="259142" y="-9568"/>
                    <a:pt x="189609" y="13292"/>
                  </a:cubicBezTo>
                  <a:lnTo>
                    <a:pt x="189609" y="13292"/>
                  </a:lnTo>
                  <a:close/>
                </a:path>
              </a:pathLst>
            </a:custGeom>
            <a:solidFill>
              <a:srgbClr val="051C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27BC8C13-23FE-CF57-C50C-0525E92C016F}"/>
                </a:ext>
              </a:extLst>
            </p:cNvPr>
            <p:cNvSpPr/>
            <p:nvPr/>
          </p:nvSpPr>
          <p:spPr>
            <a:xfrm>
              <a:off x="8878100" y="4143418"/>
              <a:ext cx="83481" cy="40072"/>
            </a:xfrm>
            <a:custGeom>
              <a:avLst/>
              <a:gdLst>
                <a:gd name="connsiteX0" fmla="*/ 498158 w 498157"/>
                <a:gd name="connsiteY0" fmla="*/ 41910 h 238737"/>
                <a:gd name="connsiteX1" fmla="*/ 467678 w 498157"/>
                <a:gd name="connsiteY1" fmla="*/ 113347 h 238737"/>
                <a:gd name="connsiteX2" fmla="*/ 348615 w 498157"/>
                <a:gd name="connsiteY2" fmla="*/ 214313 h 238737"/>
                <a:gd name="connsiteX3" fmla="*/ 53340 w 498157"/>
                <a:gd name="connsiteY3" fmla="*/ 188595 h 238737"/>
                <a:gd name="connsiteX4" fmla="*/ 0 w 498157"/>
                <a:gd name="connsiteY4" fmla="*/ 139065 h 238737"/>
                <a:gd name="connsiteX5" fmla="*/ 81915 w 498157"/>
                <a:gd name="connsiteY5" fmla="*/ 74295 h 238737"/>
                <a:gd name="connsiteX6" fmla="*/ 141922 w 498157"/>
                <a:gd name="connsiteY6" fmla="*/ 33338 h 238737"/>
                <a:gd name="connsiteX7" fmla="*/ 160972 w 498157"/>
                <a:gd name="connsiteY7" fmla="*/ 50482 h 238737"/>
                <a:gd name="connsiteX8" fmla="*/ 277178 w 498157"/>
                <a:gd name="connsiteY8" fmla="*/ 60960 h 238737"/>
                <a:gd name="connsiteX9" fmla="*/ 323850 w 498157"/>
                <a:gd name="connsiteY9" fmla="*/ 20955 h 238737"/>
                <a:gd name="connsiteX10" fmla="*/ 333375 w 498157"/>
                <a:gd name="connsiteY10" fmla="*/ 0 h 238737"/>
                <a:gd name="connsiteX11" fmla="*/ 398145 w 498157"/>
                <a:gd name="connsiteY11" fmla="*/ 17145 h 238737"/>
                <a:gd name="connsiteX12" fmla="*/ 492443 w 498157"/>
                <a:gd name="connsiteY12" fmla="*/ 40957 h 238737"/>
                <a:gd name="connsiteX13" fmla="*/ 498158 w 498157"/>
                <a:gd name="connsiteY13" fmla="*/ 41910 h 238737"/>
                <a:gd name="connsiteX14" fmla="*/ 498158 w 498157"/>
                <a:gd name="connsiteY14" fmla="*/ 41910 h 23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8157" h="238737">
                  <a:moveTo>
                    <a:pt x="498158" y="41910"/>
                  </a:moveTo>
                  <a:cubicBezTo>
                    <a:pt x="491490" y="66675"/>
                    <a:pt x="481965" y="90488"/>
                    <a:pt x="467678" y="113347"/>
                  </a:cubicBezTo>
                  <a:cubicBezTo>
                    <a:pt x="440055" y="158115"/>
                    <a:pt x="398145" y="193358"/>
                    <a:pt x="348615" y="214313"/>
                  </a:cubicBezTo>
                  <a:cubicBezTo>
                    <a:pt x="255270" y="254317"/>
                    <a:pt x="138113" y="244792"/>
                    <a:pt x="53340" y="188595"/>
                  </a:cubicBezTo>
                  <a:cubicBezTo>
                    <a:pt x="31433" y="174308"/>
                    <a:pt x="14288" y="157163"/>
                    <a:pt x="0" y="139065"/>
                  </a:cubicBezTo>
                  <a:cubicBezTo>
                    <a:pt x="26670" y="117157"/>
                    <a:pt x="53340" y="94297"/>
                    <a:pt x="81915" y="74295"/>
                  </a:cubicBezTo>
                  <a:cubicBezTo>
                    <a:pt x="101918" y="60007"/>
                    <a:pt x="121920" y="46672"/>
                    <a:pt x="141922" y="33338"/>
                  </a:cubicBezTo>
                  <a:cubicBezTo>
                    <a:pt x="147638" y="40005"/>
                    <a:pt x="153353" y="45720"/>
                    <a:pt x="160972" y="50482"/>
                  </a:cubicBezTo>
                  <a:cubicBezTo>
                    <a:pt x="194310" y="73342"/>
                    <a:pt x="240983" y="76200"/>
                    <a:pt x="277178" y="60960"/>
                  </a:cubicBezTo>
                  <a:cubicBezTo>
                    <a:pt x="296228" y="52388"/>
                    <a:pt x="313372" y="39052"/>
                    <a:pt x="323850" y="20955"/>
                  </a:cubicBezTo>
                  <a:cubicBezTo>
                    <a:pt x="327660" y="14288"/>
                    <a:pt x="331470" y="7620"/>
                    <a:pt x="333375" y="0"/>
                  </a:cubicBezTo>
                  <a:cubicBezTo>
                    <a:pt x="354330" y="5715"/>
                    <a:pt x="376238" y="12382"/>
                    <a:pt x="398145" y="17145"/>
                  </a:cubicBezTo>
                  <a:cubicBezTo>
                    <a:pt x="429578" y="24765"/>
                    <a:pt x="461010" y="32385"/>
                    <a:pt x="492443" y="40957"/>
                  </a:cubicBezTo>
                  <a:cubicBezTo>
                    <a:pt x="494347" y="40957"/>
                    <a:pt x="496253" y="40957"/>
                    <a:pt x="498158" y="41910"/>
                  </a:cubicBezTo>
                  <a:lnTo>
                    <a:pt x="498158" y="41910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E0E33585-3518-B920-60B5-44A62601BD34}"/>
                </a:ext>
              </a:extLst>
            </p:cNvPr>
            <p:cNvSpPr/>
            <p:nvPr/>
          </p:nvSpPr>
          <p:spPr>
            <a:xfrm>
              <a:off x="8934126" y="4132866"/>
              <a:ext cx="29370" cy="17586"/>
            </a:xfrm>
            <a:custGeom>
              <a:avLst/>
              <a:gdLst>
                <a:gd name="connsiteX0" fmla="*/ 175260 w 175259"/>
                <a:gd name="connsiteY0" fmla="*/ 13335 h 104775"/>
                <a:gd name="connsiteX1" fmla="*/ 175260 w 175259"/>
                <a:gd name="connsiteY1" fmla="*/ 20955 h 104775"/>
                <a:gd name="connsiteX2" fmla="*/ 175260 w 175259"/>
                <a:gd name="connsiteY2" fmla="*/ 22860 h 104775"/>
                <a:gd name="connsiteX3" fmla="*/ 175260 w 175259"/>
                <a:gd name="connsiteY3" fmla="*/ 28575 h 104775"/>
                <a:gd name="connsiteX4" fmla="*/ 175260 w 175259"/>
                <a:gd name="connsiteY4" fmla="*/ 32385 h 104775"/>
                <a:gd name="connsiteX5" fmla="*/ 175260 w 175259"/>
                <a:gd name="connsiteY5" fmla="*/ 39053 h 104775"/>
                <a:gd name="connsiteX6" fmla="*/ 174307 w 175259"/>
                <a:gd name="connsiteY6" fmla="*/ 48578 h 104775"/>
                <a:gd name="connsiteX7" fmla="*/ 174307 w 175259"/>
                <a:gd name="connsiteY7" fmla="*/ 53340 h 104775"/>
                <a:gd name="connsiteX8" fmla="*/ 174307 w 175259"/>
                <a:gd name="connsiteY8" fmla="*/ 55245 h 104775"/>
                <a:gd name="connsiteX9" fmla="*/ 174307 w 175259"/>
                <a:gd name="connsiteY9" fmla="*/ 58103 h 104775"/>
                <a:gd name="connsiteX10" fmla="*/ 173355 w 175259"/>
                <a:gd name="connsiteY10" fmla="*/ 62865 h 104775"/>
                <a:gd name="connsiteX11" fmla="*/ 173355 w 175259"/>
                <a:gd name="connsiteY11" fmla="*/ 64770 h 104775"/>
                <a:gd name="connsiteX12" fmla="*/ 172403 w 175259"/>
                <a:gd name="connsiteY12" fmla="*/ 69533 h 104775"/>
                <a:gd name="connsiteX13" fmla="*/ 172403 w 175259"/>
                <a:gd name="connsiteY13" fmla="*/ 71438 h 104775"/>
                <a:gd name="connsiteX14" fmla="*/ 171450 w 175259"/>
                <a:gd name="connsiteY14" fmla="*/ 78105 h 104775"/>
                <a:gd name="connsiteX15" fmla="*/ 169545 w 175259"/>
                <a:gd name="connsiteY15" fmla="*/ 85725 h 104775"/>
                <a:gd name="connsiteX16" fmla="*/ 168593 w 175259"/>
                <a:gd name="connsiteY16" fmla="*/ 91440 h 104775"/>
                <a:gd name="connsiteX17" fmla="*/ 168593 w 175259"/>
                <a:gd name="connsiteY17" fmla="*/ 91440 h 104775"/>
                <a:gd name="connsiteX18" fmla="*/ 166688 w 175259"/>
                <a:gd name="connsiteY18" fmla="*/ 98108 h 104775"/>
                <a:gd name="connsiteX19" fmla="*/ 164782 w 175259"/>
                <a:gd name="connsiteY19" fmla="*/ 104775 h 104775"/>
                <a:gd name="connsiteX20" fmla="*/ 159068 w 175259"/>
                <a:gd name="connsiteY20" fmla="*/ 103823 h 104775"/>
                <a:gd name="connsiteX21" fmla="*/ 64770 w 175259"/>
                <a:gd name="connsiteY21" fmla="*/ 80010 h 104775"/>
                <a:gd name="connsiteX22" fmla="*/ 0 w 175259"/>
                <a:gd name="connsiteY22" fmla="*/ 62865 h 104775"/>
                <a:gd name="connsiteX23" fmla="*/ 5715 w 175259"/>
                <a:gd name="connsiteY23" fmla="*/ 36195 h 104775"/>
                <a:gd name="connsiteX24" fmla="*/ 6668 w 175259"/>
                <a:gd name="connsiteY24" fmla="*/ 17145 h 104775"/>
                <a:gd name="connsiteX25" fmla="*/ 120968 w 175259"/>
                <a:gd name="connsiteY25" fmla="*/ 5715 h 104775"/>
                <a:gd name="connsiteX26" fmla="*/ 174307 w 175259"/>
                <a:gd name="connsiteY26" fmla="*/ 0 h 104775"/>
                <a:gd name="connsiteX27" fmla="*/ 175260 w 175259"/>
                <a:gd name="connsiteY27" fmla="*/ 13335 h 104775"/>
                <a:gd name="connsiteX28" fmla="*/ 175260 w 175259"/>
                <a:gd name="connsiteY28" fmla="*/ 13335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75259" h="104775">
                  <a:moveTo>
                    <a:pt x="175260" y="13335"/>
                  </a:moveTo>
                  <a:cubicBezTo>
                    <a:pt x="175260" y="16193"/>
                    <a:pt x="175260" y="18098"/>
                    <a:pt x="175260" y="20955"/>
                  </a:cubicBezTo>
                  <a:cubicBezTo>
                    <a:pt x="175260" y="21908"/>
                    <a:pt x="175260" y="21908"/>
                    <a:pt x="175260" y="22860"/>
                  </a:cubicBezTo>
                  <a:cubicBezTo>
                    <a:pt x="175260" y="24765"/>
                    <a:pt x="175260" y="26670"/>
                    <a:pt x="175260" y="28575"/>
                  </a:cubicBezTo>
                  <a:cubicBezTo>
                    <a:pt x="175260" y="29528"/>
                    <a:pt x="175260" y="30480"/>
                    <a:pt x="175260" y="32385"/>
                  </a:cubicBezTo>
                  <a:cubicBezTo>
                    <a:pt x="175260" y="34290"/>
                    <a:pt x="175260" y="37148"/>
                    <a:pt x="175260" y="39053"/>
                  </a:cubicBezTo>
                  <a:cubicBezTo>
                    <a:pt x="175260" y="41910"/>
                    <a:pt x="175260" y="44768"/>
                    <a:pt x="174307" y="48578"/>
                  </a:cubicBezTo>
                  <a:cubicBezTo>
                    <a:pt x="174307" y="50483"/>
                    <a:pt x="174307" y="51435"/>
                    <a:pt x="174307" y="53340"/>
                  </a:cubicBezTo>
                  <a:cubicBezTo>
                    <a:pt x="174307" y="54293"/>
                    <a:pt x="174307" y="54293"/>
                    <a:pt x="174307" y="55245"/>
                  </a:cubicBezTo>
                  <a:cubicBezTo>
                    <a:pt x="174307" y="56198"/>
                    <a:pt x="174307" y="57150"/>
                    <a:pt x="174307" y="58103"/>
                  </a:cubicBezTo>
                  <a:cubicBezTo>
                    <a:pt x="174307" y="60008"/>
                    <a:pt x="174307" y="60960"/>
                    <a:pt x="173355" y="62865"/>
                  </a:cubicBezTo>
                  <a:cubicBezTo>
                    <a:pt x="173355" y="63818"/>
                    <a:pt x="173355" y="63818"/>
                    <a:pt x="173355" y="64770"/>
                  </a:cubicBezTo>
                  <a:cubicBezTo>
                    <a:pt x="173355" y="66675"/>
                    <a:pt x="173355" y="67628"/>
                    <a:pt x="172403" y="69533"/>
                  </a:cubicBezTo>
                  <a:cubicBezTo>
                    <a:pt x="172403" y="70485"/>
                    <a:pt x="172403" y="70485"/>
                    <a:pt x="172403" y="71438"/>
                  </a:cubicBezTo>
                  <a:cubicBezTo>
                    <a:pt x="172403" y="73343"/>
                    <a:pt x="171450" y="76200"/>
                    <a:pt x="171450" y="78105"/>
                  </a:cubicBezTo>
                  <a:cubicBezTo>
                    <a:pt x="171450" y="80963"/>
                    <a:pt x="170497" y="83820"/>
                    <a:pt x="169545" y="85725"/>
                  </a:cubicBezTo>
                  <a:cubicBezTo>
                    <a:pt x="169545" y="87630"/>
                    <a:pt x="168593" y="89535"/>
                    <a:pt x="168593" y="91440"/>
                  </a:cubicBezTo>
                  <a:cubicBezTo>
                    <a:pt x="168593" y="91440"/>
                    <a:pt x="168593" y="91440"/>
                    <a:pt x="168593" y="91440"/>
                  </a:cubicBezTo>
                  <a:cubicBezTo>
                    <a:pt x="167640" y="93345"/>
                    <a:pt x="167640" y="96203"/>
                    <a:pt x="166688" y="98108"/>
                  </a:cubicBezTo>
                  <a:cubicBezTo>
                    <a:pt x="165735" y="100013"/>
                    <a:pt x="165735" y="102870"/>
                    <a:pt x="164782" y="104775"/>
                  </a:cubicBezTo>
                  <a:cubicBezTo>
                    <a:pt x="162878" y="103823"/>
                    <a:pt x="160972" y="103823"/>
                    <a:pt x="159068" y="103823"/>
                  </a:cubicBezTo>
                  <a:cubicBezTo>
                    <a:pt x="127635" y="96203"/>
                    <a:pt x="96203" y="87630"/>
                    <a:pt x="64770" y="80010"/>
                  </a:cubicBezTo>
                  <a:cubicBezTo>
                    <a:pt x="42863" y="75248"/>
                    <a:pt x="21907" y="68580"/>
                    <a:pt x="0" y="62865"/>
                  </a:cubicBezTo>
                  <a:cubicBezTo>
                    <a:pt x="2857" y="54293"/>
                    <a:pt x="4763" y="44768"/>
                    <a:pt x="5715" y="36195"/>
                  </a:cubicBezTo>
                  <a:cubicBezTo>
                    <a:pt x="6668" y="29528"/>
                    <a:pt x="6668" y="22860"/>
                    <a:pt x="6668" y="17145"/>
                  </a:cubicBezTo>
                  <a:cubicBezTo>
                    <a:pt x="44768" y="12383"/>
                    <a:pt x="82868" y="9525"/>
                    <a:pt x="120968" y="5715"/>
                  </a:cubicBezTo>
                  <a:cubicBezTo>
                    <a:pt x="139065" y="3810"/>
                    <a:pt x="156210" y="1905"/>
                    <a:pt x="174307" y="0"/>
                  </a:cubicBezTo>
                  <a:cubicBezTo>
                    <a:pt x="175260" y="3810"/>
                    <a:pt x="175260" y="8573"/>
                    <a:pt x="175260" y="13335"/>
                  </a:cubicBezTo>
                  <a:lnTo>
                    <a:pt x="175260" y="13335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F56D42C-E65B-412C-AD11-510DC764361F}"/>
                </a:ext>
              </a:extLst>
            </p:cNvPr>
            <p:cNvSpPr/>
            <p:nvPr/>
          </p:nvSpPr>
          <p:spPr>
            <a:xfrm>
              <a:off x="8924868" y="4094656"/>
              <a:ext cx="38788" cy="40928"/>
            </a:xfrm>
            <a:custGeom>
              <a:avLst/>
              <a:gdLst>
                <a:gd name="connsiteX0" fmla="*/ 230505 w 231457"/>
                <a:gd name="connsiteY0" fmla="*/ 226695 h 243839"/>
                <a:gd name="connsiteX1" fmla="*/ 177165 w 231457"/>
                <a:gd name="connsiteY1" fmla="*/ 232410 h 243839"/>
                <a:gd name="connsiteX2" fmla="*/ 62865 w 231457"/>
                <a:gd name="connsiteY2" fmla="*/ 243840 h 243839"/>
                <a:gd name="connsiteX3" fmla="*/ 62865 w 231457"/>
                <a:gd name="connsiteY3" fmla="*/ 238125 h 243839"/>
                <a:gd name="connsiteX4" fmla="*/ 62865 w 231457"/>
                <a:gd name="connsiteY4" fmla="*/ 233363 h 243839"/>
                <a:gd name="connsiteX5" fmla="*/ 0 w 231457"/>
                <a:gd name="connsiteY5" fmla="*/ 150495 h 243839"/>
                <a:gd name="connsiteX6" fmla="*/ 75247 w 231457"/>
                <a:gd name="connsiteY6" fmla="*/ 0 h 243839"/>
                <a:gd name="connsiteX7" fmla="*/ 229552 w 231457"/>
                <a:gd name="connsiteY7" fmla="*/ 198120 h 243839"/>
                <a:gd name="connsiteX8" fmla="*/ 231457 w 231457"/>
                <a:gd name="connsiteY8" fmla="*/ 220027 h 243839"/>
                <a:gd name="connsiteX9" fmla="*/ 230505 w 231457"/>
                <a:gd name="connsiteY9" fmla="*/ 226695 h 243839"/>
                <a:gd name="connsiteX10" fmla="*/ 230505 w 231457"/>
                <a:gd name="connsiteY10" fmla="*/ 226695 h 24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1457" h="243839">
                  <a:moveTo>
                    <a:pt x="230505" y="226695"/>
                  </a:moveTo>
                  <a:cubicBezTo>
                    <a:pt x="212407" y="228600"/>
                    <a:pt x="195263" y="230505"/>
                    <a:pt x="177165" y="232410"/>
                  </a:cubicBezTo>
                  <a:cubicBezTo>
                    <a:pt x="139065" y="236220"/>
                    <a:pt x="100965" y="239077"/>
                    <a:pt x="62865" y="243840"/>
                  </a:cubicBezTo>
                  <a:cubicBezTo>
                    <a:pt x="62865" y="241935"/>
                    <a:pt x="62865" y="240030"/>
                    <a:pt x="62865" y="238125"/>
                  </a:cubicBezTo>
                  <a:cubicBezTo>
                    <a:pt x="62865" y="236220"/>
                    <a:pt x="62865" y="235267"/>
                    <a:pt x="62865" y="233363"/>
                  </a:cubicBezTo>
                  <a:cubicBezTo>
                    <a:pt x="59055" y="195263"/>
                    <a:pt x="33338" y="164782"/>
                    <a:pt x="0" y="150495"/>
                  </a:cubicBezTo>
                  <a:cubicBezTo>
                    <a:pt x="24765" y="100013"/>
                    <a:pt x="48577" y="49530"/>
                    <a:pt x="75247" y="0"/>
                  </a:cubicBezTo>
                  <a:cubicBezTo>
                    <a:pt x="154305" y="37147"/>
                    <a:pt x="216217" y="107632"/>
                    <a:pt x="229552" y="198120"/>
                  </a:cubicBezTo>
                  <a:cubicBezTo>
                    <a:pt x="230505" y="205740"/>
                    <a:pt x="231457" y="212407"/>
                    <a:pt x="231457" y="220027"/>
                  </a:cubicBezTo>
                  <a:cubicBezTo>
                    <a:pt x="229552" y="221932"/>
                    <a:pt x="229552" y="224790"/>
                    <a:pt x="230505" y="226695"/>
                  </a:cubicBezTo>
                  <a:lnTo>
                    <a:pt x="230505" y="226695"/>
                  </a:ln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90FFABD9-3D84-B56C-65E3-F358AC232911}"/>
                </a:ext>
              </a:extLst>
            </p:cNvPr>
            <p:cNvSpPr/>
            <p:nvPr/>
          </p:nvSpPr>
          <p:spPr>
            <a:xfrm>
              <a:off x="9105358" y="4066239"/>
              <a:ext cx="12011" cy="12087"/>
            </a:xfrm>
            <a:custGeom>
              <a:avLst/>
              <a:gdLst>
                <a:gd name="connsiteX0" fmla="*/ 71676 w 71675"/>
                <a:gd name="connsiteY0" fmla="*/ 33094 h 72010"/>
                <a:gd name="connsiteX1" fmla="*/ 71676 w 71675"/>
                <a:gd name="connsiteY1" fmla="*/ 32141 h 72010"/>
                <a:gd name="connsiteX2" fmla="*/ 71676 w 71675"/>
                <a:gd name="connsiteY2" fmla="*/ 29284 h 72010"/>
                <a:gd name="connsiteX3" fmla="*/ 51673 w 71675"/>
                <a:gd name="connsiteY3" fmla="*/ 3566 h 72010"/>
                <a:gd name="connsiteX4" fmla="*/ 25003 w 71675"/>
                <a:gd name="connsiteY4" fmla="*/ 1661 h 72010"/>
                <a:gd name="connsiteX5" fmla="*/ 238 w 71675"/>
                <a:gd name="connsiteY5" fmla="*/ 34999 h 72010"/>
                <a:gd name="connsiteX6" fmla="*/ 5953 w 71675"/>
                <a:gd name="connsiteY6" fmla="*/ 58811 h 72010"/>
                <a:gd name="connsiteX7" fmla="*/ 12620 w 71675"/>
                <a:gd name="connsiteY7" fmla="*/ 65479 h 72010"/>
                <a:gd name="connsiteX8" fmla="*/ 50720 w 71675"/>
                <a:gd name="connsiteY8" fmla="*/ 68336 h 72010"/>
                <a:gd name="connsiteX9" fmla="*/ 65961 w 71675"/>
                <a:gd name="connsiteY9" fmla="*/ 55002 h 72010"/>
                <a:gd name="connsiteX10" fmla="*/ 69770 w 71675"/>
                <a:gd name="connsiteY10" fmla="*/ 45477 h 72010"/>
                <a:gd name="connsiteX11" fmla="*/ 69770 w 71675"/>
                <a:gd name="connsiteY11" fmla="*/ 44524 h 72010"/>
                <a:gd name="connsiteX12" fmla="*/ 69770 w 71675"/>
                <a:gd name="connsiteY12" fmla="*/ 43571 h 72010"/>
                <a:gd name="connsiteX13" fmla="*/ 69770 w 71675"/>
                <a:gd name="connsiteY13" fmla="*/ 43571 h 72010"/>
                <a:gd name="connsiteX14" fmla="*/ 69770 w 71675"/>
                <a:gd name="connsiteY14" fmla="*/ 42619 h 72010"/>
                <a:gd name="connsiteX15" fmla="*/ 69770 w 71675"/>
                <a:gd name="connsiteY15" fmla="*/ 41666 h 72010"/>
                <a:gd name="connsiteX16" fmla="*/ 69770 w 71675"/>
                <a:gd name="connsiteY16" fmla="*/ 40714 h 72010"/>
                <a:gd name="connsiteX17" fmla="*/ 69770 w 71675"/>
                <a:gd name="connsiteY17" fmla="*/ 40714 h 72010"/>
                <a:gd name="connsiteX18" fmla="*/ 69770 w 71675"/>
                <a:gd name="connsiteY18" fmla="*/ 39761 h 72010"/>
                <a:gd name="connsiteX19" fmla="*/ 69770 w 71675"/>
                <a:gd name="connsiteY19" fmla="*/ 39761 h 72010"/>
                <a:gd name="connsiteX20" fmla="*/ 69770 w 71675"/>
                <a:gd name="connsiteY20" fmla="*/ 38809 h 72010"/>
                <a:gd name="connsiteX21" fmla="*/ 69770 w 71675"/>
                <a:gd name="connsiteY21" fmla="*/ 38809 h 72010"/>
                <a:gd name="connsiteX22" fmla="*/ 69770 w 71675"/>
                <a:gd name="connsiteY22" fmla="*/ 38809 h 72010"/>
                <a:gd name="connsiteX23" fmla="*/ 69770 w 71675"/>
                <a:gd name="connsiteY23" fmla="*/ 37856 h 72010"/>
                <a:gd name="connsiteX24" fmla="*/ 69770 w 71675"/>
                <a:gd name="connsiteY24" fmla="*/ 36904 h 72010"/>
                <a:gd name="connsiteX25" fmla="*/ 69770 w 71675"/>
                <a:gd name="connsiteY25" fmla="*/ 35952 h 72010"/>
                <a:gd name="connsiteX26" fmla="*/ 69770 w 71675"/>
                <a:gd name="connsiteY26" fmla="*/ 35952 h 72010"/>
                <a:gd name="connsiteX27" fmla="*/ 69770 w 71675"/>
                <a:gd name="connsiteY27" fmla="*/ 34999 h 72010"/>
                <a:gd name="connsiteX28" fmla="*/ 69770 w 71675"/>
                <a:gd name="connsiteY28" fmla="*/ 34999 h 72010"/>
                <a:gd name="connsiteX29" fmla="*/ 69770 w 71675"/>
                <a:gd name="connsiteY29" fmla="*/ 34046 h 72010"/>
                <a:gd name="connsiteX30" fmla="*/ 71676 w 71675"/>
                <a:gd name="connsiteY30" fmla="*/ 33094 h 72010"/>
                <a:gd name="connsiteX31" fmla="*/ 71676 w 71675"/>
                <a:gd name="connsiteY31" fmla="*/ 33094 h 7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1675" h="72010">
                  <a:moveTo>
                    <a:pt x="71676" y="33094"/>
                  </a:moveTo>
                  <a:cubicBezTo>
                    <a:pt x="71676" y="33094"/>
                    <a:pt x="71676" y="32141"/>
                    <a:pt x="71676" y="32141"/>
                  </a:cubicBezTo>
                  <a:cubicBezTo>
                    <a:pt x="71676" y="31189"/>
                    <a:pt x="71676" y="30236"/>
                    <a:pt x="71676" y="29284"/>
                  </a:cubicBezTo>
                  <a:cubicBezTo>
                    <a:pt x="69770" y="17854"/>
                    <a:pt x="62151" y="8329"/>
                    <a:pt x="51673" y="3566"/>
                  </a:cubicBezTo>
                  <a:cubicBezTo>
                    <a:pt x="43101" y="-244"/>
                    <a:pt x="33576" y="-1196"/>
                    <a:pt x="25003" y="1661"/>
                  </a:cubicBezTo>
                  <a:cubicBezTo>
                    <a:pt x="10716" y="6424"/>
                    <a:pt x="1191" y="19759"/>
                    <a:pt x="238" y="34999"/>
                  </a:cubicBezTo>
                  <a:cubicBezTo>
                    <a:pt x="-714" y="43571"/>
                    <a:pt x="1191" y="52144"/>
                    <a:pt x="5953" y="58811"/>
                  </a:cubicBezTo>
                  <a:cubicBezTo>
                    <a:pt x="7858" y="61669"/>
                    <a:pt x="9763" y="63574"/>
                    <a:pt x="12620" y="65479"/>
                  </a:cubicBezTo>
                  <a:cubicBezTo>
                    <a:pt x="23098" y="73099"/>
                    <a:pt x="38338" y="74052"/>
                    <a:pt x="50720" y="68336"/>
                  </a:cubicBezTo>
                  <a:cubicBezTo>
                    <a:pt x="57388" y="65479"/>
                    <a:pt x="62151" y="61669"/>
                    <a:pt x="65961" y="55002"/>
                  </a:cubicBezTo>
                  <a:cubicBezTo>
                    <a:pt x="67866" y="52144"/>
                    <a:pt x="68818" y="49286"/>
                    <a:pt x="69770" y="45477"/>
                  </a:cubicBezTo>
                  <a:cubicBezTo>
                    <a:pt x="69770" y="45477"/>
                    <a:pt x="69770" y="44524"/>
                    <a:pt x="69770" y="44524"/>
                  </a:cubicBezTo>
                  <a:cubicBezTo>
                    <a:pt x="69770" y="44524"/>
                    <a:pt x="69770" y="43571"/>
                    <a:pt x="69770" y="43571"/>
                  </a:cubicBezTo>
                  <a:cubicBezTo>
                    <a:pt x="69770" y="43571"/>
                    <a:pt x="69770" y="43571"/>
                    <a:pt x="69770" y="43571"/>
                  </a:cubicBezTo>
                  <a:cubicBezTo>
                    <a:pt x="69770" y="43571"/>
                    <a:pt x="69770" y="42619"/>
                    <a:pt x="69770" y="42619"/>
                  </a:cubicBezTo>
                  <a:cubicBezTo>
                    <a:pt x="69770" y="42619"/>
                    <a:pt x="69770" y="41666"/>
                    <a:pt x="69770" y="41666"/>
                  </a:cubicBezTo>
                  <a:cubicBezTo>
                    <a:pt x="69770" y="41666"/>
                    <a:pt x="69770" y="40714"/>
                    <a:pt x="69770" y="40714"/>
                  </a:cubicBezTo>
                  <a:cubicBezTo>
                    <a:pt x="69770" y="40714"/>
                    <a:pt x="69770" y="40714"/>
                    <a:pt x="69770" y="40714"/>
                  </a:cubicBezTo>
                  <a:cubicBezTo>
                    <a:pt x="69770" y="40714"/>
                    <a:pt x="69770" y="40714"/>
                    <a:pt x="69770" y="39761"/>
                  </a:cubicBezTo>
                  <a:cubicBezTo>
                    <a:pt x="69770" y="39761"/>
                    <a:pt x="69770" y="39761"/>
                    <a:pt x="69770" y="39761"/>
                  </a:cubicBezTo>
                  <a:cubicBezTo>
                    <a:pt x="69770" y="39761"/>
                    <a:pt x="69770" y="39761"/>
                    <a:pt x="69770" y="38809"/>
                  </a:cubicBezTo>
                  <a:cubicBezTo>
                    <a:pt x="69770" y="38809"/>
                    <a:pt x="69770" y="38809"/>
                    <a:pt x="69770" y="38809"/>
                  </a:cubicBezTo>
                  <a:cubicBezTo>
                    <a:pt x="69770" y="38809"/>
                    <a:pt x="69770" y="38809"/>
                    <a:pt x="69770" y="38809"/>
                  </a:cubicBezTo>
                  <a:cubicBezTo>
                    <a:pt x="69770" y="38809"/>
                    <a:pt x="69770" y="38809"/>
                    <a:pt x="69770" y="37856"/>
                  </a:cubicBezTo>
                  <a:cubicBezTo>
                    <a:pt x="69770" y="37856"/>
                    <a:pt x="69770" y="36904"/>
                    <a:pt x="69770" y="36904"/>
                  </a:cubicBezTo>
                  <a:cubicBezTo>
                    <a:pt x="69770" y="36904"/>
                    <a:pt x="69770" y="35952"/>
                    <a:pt x="69770" y="35952"/>
                  </a:cubicBezTo>
                  <a:cubicBezTo>
                    <a:pt x="69770" y="35952"/>
                    <a:pt x="69770" y="35952"/>
                    <a:pt x="69770" y="35952"/>
                  </a:cubicBezTo>
                  <a:cubicBezTo>
                    <a:pt x="69770" y="35952"/>
                    <a:pt x="69770" y="35952"/>
                    <a:pt x="69770" y="34999"/>
                  </a:cubicBezTo>
                  <a:cubicBezTo>
                    <a:pt x="69770" y="34999"/>
                    <a:pt x="69770" y="34999"/>
                    <a:pt x="69770" y="34999"/>
                  </a:cubicBezTo>
                  <a:cubicBezTo>
                    <a:pt x="69770" y="34999"/>
                    <a:pt x="69770" y="34046"/>
                    <a:pt x="69770" y="34046"/>
                  </a:cubicBezTo>
                  <a:cubicBezTo>
                    <a:pt x="71676" y="34046"/>
                    <a:pt x="71676" y="34046"/>
                    <a:pt x="71676" y="33094"/>
                  </a:cubicBezTo>
                  <a:lnTo>
                    <a:pt x="71676" y="3309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7390A177-4284-030D-C4A5-8368E96B070B}"/>
                </a:ext>
              </a:extLst>
            </p:cNvPr>
            <p:cNvSpPr/>
            <p:nvPr/>
          </p:nvSpPr>
          <p:spPr>
            <a:xfrm>
              <a:off x="9128662" y="4066239"/>
              <a:ext cx="12011" cy="12087"/>
            </a:xfrm>
            <a:custGeom>
              <a:avLst/>
              <a:gdLst>
                <a:gd name="connsiteX0" fmla="*/ 71676 w 71675"/>
                <a:gd name="connsiteY0" fmla="*/ 33094 h 72010"/>
                <a:gd name="connsiteX1" fmla="*/ 71676 w 71675"/>
                <a:gd name="connsiteY1" fmla="*/ 32141 h 72010"/>
                <a:gd name="connsiteX2" fmla="*/ 71676 w 71675"/>
                <a:gd name="connsiteY2" fmla="*/ 29284 h 72010"/>
                <a:gd name="connsiteX3" fmla="*/ 51673 w 71675"/>
                <a:gd name="connsiteY3" fmla="*/ 3566 h 72010"/>
                <a:gd name="connsiteX4" fmla="*/ 25003 w 71675"/>
                <a:gd name="connsiteY4" fmla="*/ 1661 h 72010"/>
                <a:gd name="connsiteX5" fmla="*/ 238 w 71675"/>
                <a:gd name="connsiteY5" fmla="*/ 34999 h 72010"/>
                <a:gd name="connsiteX6" fmla="*/ 5953 w 71675"/>
                <a:gd name="connsiteY6" fmla="*/ 58811 h 72010"/>
                <a:gd name="connsiteX7" fmla="*/ 12621 w 71675"/>
                <a:gd name="connsiteY7" fmla="*/ 65479 h 72010"/>
                <a:gd name="connsiteX8" fmla="*/ 50721 w 71675"/>
                <a:gd name="connsiteY8" fmla="*/ 68336 h 72010"/>
                <a:gd name="connsiteX9" fmla="*/ 65960 w 71675"/>
                <a:gd name="connsiteY9" fmla="*/ 55002 h 72010"/>
                <a:gd name="connsiteX10" fmla="*/ 69771 w 71675"/>
                <a:gd name="connsiteY10" fmla="*/ 45477 h 72010"/>
                <a:gd name="connsiteX11" fmla="*/ 69771 w 71675"/>
                <a:gd name="connsiteY11" fmla="*/ 44524 h 72010"/>
                <a:gd name="connsiteX12" fmla="*/ 69771 w 71675"/>
                <a:gd name="connsiteY12" fmla="*/ 43571 h 72010"/>
                <a:gd name="connsiteX13" fmla="*/ 69771 w 71675"/>
                <a:gd name="connsiteY13" fmla="*/ 43571 h 72010"/>
                <a:gd name="connsiteX14" fmla="*/ 69771 w 71675"/>
                <a:gd name="connsiteY14" fmla="*/ 42619 h 72010"/>
                <a:gd name="connsiteX15" fmla="*/ 69771 w 71675"/>
                <a:gd name="connsiteY15" fmla="*/ 41666 h 72010"/>
                <a:gd name="connsiteX16" fmla="*/ 69771 w 71675"/>
                <a:gd name="connsiteY16" fmla="*/ 40714 h 72010"/>
                <a:gd name="connsiteX17" fmla="*/ 69771 w 71675"/>
                <a:gd name="connsiteY17" fmla="*/ 40714 h 72010"/>
                <a:gd name="connsiteX18" fmla="*/ 69771 w 71675"/>
                <a:gd name="connsiteY18" fmla="*/ 39761 h 72010"/>
                <a:gd name="connsiteX19" fmla="*/ 69771 w 71675"/>
                <a:gd name="connsiteY19" fmla="*/ 39761 h 72010"/>
                <a:gd name="connsiteX20" fmla="*/ 69771 w 71675"/>
                <a:gd name="connsiteY20" fmla="*/ 38809 h 72010"/>
                <a:gd name="connsiteX21" fmla="*/ 69771 w 71675"/>
                <a:gd name="connsiteY21" fmla="*/ 38809 h 72010"/>
                <a:gd name="connsiteX22" fmla="*/ 69771 w 71675"/>
                <a:gd name="connsiteY22" fmla="*/ 38809 h 72010"/>
                <a:gd name="connsiteX23" fmla="*/ 69771 w 71675"/>
                <a:gd name="connsiteY23" fmla="*/ 37856 h 72010"/>
                <a:gd name="connsiteX24" fmla="*/ 69771 w 71675"/>
                <a:gd name="connsiteY24" fmla="*/ 36904 h 72010"/>
                <a:gd name="connsiteX25" fmla="*/ 69771 w 71675"/>
                <a:gd name="connsiteY25" fmla="*/ 35952 h 72010"/>
                <a:gd name="connsiteX26" fmla="*/ 69771 w 71675"/>
                <a:gd name="connsiteY26" fmla="*/ 35952 h 72010"/>
                <a:gd name="connsiteX27" fmla="*/ 69771 w 71675"/>
                <a:gd name="connsiteY27" fmla="*/ 34999 h 72010"/>
                <a:gd name="connsiteX28" fmla="*/ 69771 w 71675"/>
                <a:gd name="connsiteY28" fmla="*/ 34999 h 72010"/>
                <a:gd name="connsiteX29" fmla="*/ 69771 w 71675"/>
                <a:gd name="connsiteY29" fmla="*/ 34046 h 72010"/>
                <a:gd name="connsiteX30" fmla="*/ 71676 w 71675"/>
                <a:gd name="connsiteY30" fmla="*/ 33094 h 72010"/>
                <a:gd name="connsiteX31" fmla="*/ 71676 w 71675"/>
                <a:gd name="connsiteY31" fmla="*/ 33094 h 7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1675" h="72010">
                  <a:moveTo>
                    <a:pt x="71676" y="33094"/>
                  </a:moveTo>
                  <a:cubicBezTo>
                    <a:pt x="71676" y="33094"/>
                    <a:pt x="71676" y="32141"/>
                    <a:pt x="71676" y="32141"/>
                  </a:cubicBezTo>
                  <a:cubicBezTo>
                    <a:pt x="71676" y="31189"/>
                    <a:pt x="71676" y="30236"/>
                    <a:pt x="71676" y="29284"/>
                  </a:cubicBezTo>
                  <a:cubicBezTo>
                    <a:pt x="69771" y="17854"/>
                    <a:pt x="62151" y="8329"/>
                    <a:pt x="51673" y="3566"/>
                  </a:cubicBezTo>
                  <a:cubicBezTo>
                    <a:pt x="43101" y="-244"/>
                    <a:pt x="33576" y="-1196"/>
                    <a:pt x="25003" y="1661"/>
                  </a:cubicBezTo>
                  <a:cubicBezTo>
                    <a:pt x="10716" y="6424"/>
                    <a:pt x="1191" y="19759"/>
                    <a:pt x="238" y="34999"/>
                  </a:cubicBezTo>
                  <a:cubicBezTo>
                    <a:pt x="-715" y="43571"/>
                    <a:pt x="1191" y="52144"/>
                    <a:pt x="5953" y="58811"/>
                  </a:cubicBezTo>
                  <a:cubicBezTo>
                    <a:pt x="7858" y="61669"/>
                    <a:pt x="9763" y="63574"/>
                    <a:pt x="12621" y="65479"/>
                  </a:cubicBezTo>
                  <a:cubicBezTo>
                    <a:pt x="23098" y="73099"/>
                    <a:pt x="38338" y="74052"/>
                    <a:pt x="50721" y="68336"/>
                  </a:cubicBezTo>
                  <a:cubicBezTo>
                    <a:pt x="57388" y="65479"/>
                    <a:pt x="62151" y="61669"/>
                    <a:pt x="65960" y="55002"/>
                  </a:cubicBezTo>
                  <a:cubicBezTo>
                    <a:pt x="67866" y="52144"/>
                    <a:pt x="68818" y="49286"/>
                    <a:pt x="69771" y="45477"/>
                  </a:cubicBezTo>
                  <a:cubicBezTo>
                    <a:pt x="69771" y="45477"/>
                    <a:pt x="69771" y="44524"/>
                    <a:pt x="69771" y="44524"/>
                  </a:cubicBezTo>
                  <a:cubicBezTo>
                    <a:pt x="69771" y="44524"/>
                    <a:pt x="69771" y="43571"/>
                    <a:pt x="69771" y="43571"/>
                  </a:cubicBezTo>
                  <a:cubicBezTo>
                    <a:pt x="69771" y="43571"/>
                    <a:pt x="69771" y="43571"/>
                    <a:pt x="69771" y="43571"/>
                  </a:cubicBezTo>
                  <a:cubicBezTo>
                    <a:pt x="69771" y="43571"/>
                    <a:pt x="69771" y="42619"/>
                    <a:pt x="69771" y="42619"/>
                  </a:cubicBezTo>
                  <a:cubicBezTo>
                    <a:pt x="69771" y="42619"/>
                    <a:pt x="69771" y="41666"/>
                    <a:pt x="69771" y="41666"/>
                  </a:cubicBezTo>
                  <a:cubicBezTo>
                    <a:pt x="69771" y="41666"/>
                    <a:pt x="69771" y="40714"/>
                    <a:pt x="69771" y="40714"/>
                  </a:cubicBezTo>
                  <a:cubicBezTo>
                    <a:pt x="69771" y="40714"/>
                    <a:pt x="69771" y="40714"/>
                    <a:pt x="69771" y="40714"/>
                  </a:cubicBezTo>
                  <a:cubicBezTo>
                    <a:pt x="69771" y="40714"/>
                    <a:pt x="69771" y="40714"/>
                    <a:pt x="69771" y="39761"/>
                  </a:cubicBezTo>
                  <a:cubicBezTo>
                    <a:pt x="69771" y="39761"/>
                    <a:pt x="69771" y="39761"/>
                    <a:pt x="69771" y="39761"/>
                  </a:cubicBezTo>
                  <a:cubicBezTo>
                    <a:pt x="69771" y="39761"/>
                    <a:pt x="69771" y="39761"/>
                    <a:pt x="69771" y="38809"/>
                  </a:cubicBezTo>
                  <a:cubicBezTo>
                    <a:pt x="69771" y="38809"/>
                    <a:pt x="69771" y="38809"/>
                    <a:pt x="69771" y="38809"/>
                  </a:cubicBezTo>
                  <a:cubicBezTo>
                    <a:pt x="69771" y="38809"/>
                    <a:pt x="69771" y="38809"/>
                    <a:pt x="69771" y="38809"/>
                  </a:cubicBezTo>
                  <a:cubicBezTo>
                    <a:pt x="69771" y="38809"/>
                    <a:pt x="69771" y="38809"/>
                    <a:pt x="69771" y="37856"/>
                  </a:cubicBezTo>
                  <a:cubicBezTo>
                    <a:pt x="69771" y="37856"/>
                    <a:pt x="69771" y="36904"/>
                    <a:pt x="69771" y="36904"/>
                  </a:cubicBezTo>
                  <a:cubicBezTo>
                    <a:pt x="69771" y="36904"/>
                    <a:pt x="69771" y="35952"/>
                    <a:pt x="69771" y="35952"/>
                  </a:cubicBezTo>
                  <a:cubicBezTo>
                    <a:pt x="69771" y="35952"/>
                    <a:pt x="69771" y="35952"/>
                    <a:pt x="69771" y="35952"/>
                  </a:cubicBezTo>
                  <a:cubicBezTo>
                    <a:pt x="69771" y="35952"/>
                    <a:pt x="69771" y="35952"/>
                    <a:pt x="69771" y="34999"/>
                  </a:cubicBezTo>
                  <a:cubicBezTo>
                    <a:pt x="69771" y="34999"/>
                    <a:pt x="69771" y="34999"/>
                    <a:pt x="69771" y="34999"/>
                  </a:cubicBezTo>
                  <a:cubicBezTo>
                    <a:pt x="69771" y="34999"/>
                    <a:pt x="69771" y="34046"/>
                    <a:pt x="69771" y="34046"/>
                  </a:cubicBezTo>
                  <a:cubicBezTo>
                    <a:pt x="71676" y="34046"/>
                    <a:pt x="71676" y="34046"/>
                    <a:pt x="71676" y="33094"/>
                  </a:cubicBezTo>
                  <a:lnTo>
                    <a:pt x="71676" y="3309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2D127F68-3F67-0788-5B4D-37CD52B4D4BD}"/>
                </a:ext>
              </a:extLst>
            </p:cNvPr>
            <p:cNvSpPr/>
            <p:nvPr/>
          </p:nvSpPr>
          <p:spPr>
            <a:xfrm>
              <a:off x="9151967" y="4066239"/>
              <a:ext cx="12011" cy="12087"/>
            </a:xfrm>
            <a:custGeom>
              <a:avLst/>
              <a:gdLst>
                <a:gd name="connsiteX0" fmla="*/ 71676 w 71675"/>
                <a:gd name="connsiteY0" fmla="*/ 33094 h 72010"/>
                <a:gd name="connsiteX1" fmla="*/ 71676 w 71675"/>
                <a:gd name="connsiteY1" fmla="*/ 32141 h 72010"/>
                <a:gd name="connsiteX2" fmla="*/ 71676 w 71675"/>
                <a:gd name="connsiteY2" fmla="*/ 29284 h 72010"/>
                <a:gd name="connsiteX3" fmla="*/ 51673 w 71675"/>
                <a:gd name="connsiteY3" fmla="*/ 3566 h 72010"/>
                <a:gd name="connsiteX4" fmla="*/ 25003 w 71675"/>
                <a:gd name="connsiteY4" fmla="*/ 1661 h 72010"/>
                <a:gd name="connsiteX5" fmla="*/ 238 w 71675"/>
                <a:gd name="connsiteY5" fmla="*/ 34999 h 72010"/>
                <a:gd name="connsiteX6" fmla="*/ 5953 w 71675"/>
                <a:gd name="connsiteY6" fmla="*/ 58811 h 72010"/>
                <a:gd name="connsiteX7" fmla="*/ 12620 w 71675"/>
                <a:gd name="connsiteY7" fmla="*/ 65479 h 72010"/>
                <a:gd name="connsiteX8" fmla="*/ 50720 w 71675"/>
                <a:gd name="connsiteY8" fmla="*/ 68336 h 72010"/>
                <a:gd name="connsiteX9" fmla="*/ 65961 w 71675"/>
                <a:gd name="connsiteY9" fmla="*/ 55002 h 72010"/>
                <a:gd name="connsiteX10" fmla="*/ 69770 w 71675"/>
                <a:gd name="connsiteY10" fmla="*/ 45477 h 72010"/>
                <a:gd name="connsiteX11" fmla="*/ 69770 w 71675"/>
                <a:gd name="connsiteY11" fmla="*/ 44524 h 72010"/>
                <a:gd name="connsiteX12" fmla="*/ 69770 w 71675"/>
                <a:gd name="connsiteY12" fmla="*/ 43571 h 72010"/>
                <a:gd name="connsiteX13" fmla="*/ 69770 w 71675"/>
                <a:gd name="connsiteY13" fmla="*/ 43571 h 72010"/>
                <a:gd name="connsiteX14" fmla="*/ 69770 w 71675"/>
                <a:gd name="connsiteY14" fmla="*/ 42619 h 72010"/>
                <a:gd name="connsiteX15" fmla="*/ 69770 w 71675"/>
                <a:gd name="connsiteY15" fmla="*/ 41666 h 72010"/>
                <a:gd name="connsiteX16" fmla="*/ 69770 w 71675"/>
                <a:gd name="connsiteY16" fmla="*/ 40714 h 72010"/>
                <a:gd name="connsiteX17" fmla="*/ 69770 w 71675"/>
                <a:gd name="connsiteY17" fmla="*/ 40714 h 72010"/>
                <a:gd name="connsiteX18" fmla="*/ 69770 w 71675"/>
                <a:gd name="connsiteY18" fmla="*/ 39761 h 72010"/>
                <a:gd name="connsiteX19" fmla="*/ 69770 w 71675"/>
                <a:gd name="connsiteY19" fmla="*/ 39761 h 72010"/>
                <a:gd name="connsiteX20" fmla="*/ 69770 w 71675"/>
                <a:gd name="connsiteY20" fmla="*/ 38809 h 72010"/>
                <a:gd name="connsiteX21" fmla="*/ 69770 w 71675"/>
                <a:gd name="connsiteY21" fmla="*/ 38809 h 72010"/>
                <a:gd name="connsiteX22" fmla="*/ 69770 w 71675"/>
                <a:gd name="connsiteY22" fmla="*/ 38809 h 72010"/>
                <a:gd name="connsiteX23" fmla="*/ 69770 w 71675"/>
                <a:gd name="connsiteY23" fmla="*/ 37856 h 72010"/>
                <a:gd name="connsiteX24" fmla="*/ 69770 w 71675"/>
                <a:gd name="connsiteY24" fmla="*/ 36904 h 72010"/>
                <a:gd name="connsiteX25" fmla="*/ 69770 w 71675"/>
                <a:gd name="connsiteY25" fmla="*/ 35952 h 72010"/>
                <a:gd name="connsiteX26" fmla="*/ 69770 w 71675"/>
                <a:gd name="connsiteY26" fmla="*/ 35952 h 72010"/>
                <a:gd name="connsiteX27" fmla="*/ 69770 w 71675"/>
                <a:gd name="connsiteY27" fmla="*/ 34999 h 72010"/>
                <a:gd name="connsiteX28" fmla="*/ 69770 w 71675"/>
                <a:gd name="connsiteY28" fmla="*/ 34999 h 72010"/>
                <a:gd name="connsiteX29" fmla="*/ 69770 w 71675"/>
                <a:gd name="connsiteY29" fmla="*/ 34046 h 72010"/>
                <a:gd name="connsiteX30" fmla="*/ 71676 w 71675"/>
                <a:gd name="connsiteY30" fmla="*/ 33094 h 72010"/>
                <a:gd name="connsiteX31" fmla="*/ 71676 w 71675"/>
                <a:gd name="connsiteY31" fmla="*/ 33094 h 7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1675" h="72010">
                  <a:moveTo>
                    <a:pt x="71676" y="33094"/>
                  </a:moveTo>
                  <a:cubicBezTo>
                    <a:pt x="71676" y="33094"/>
                    <a:pt x="71676" y="32141"/>
                    <a:pt x="71676" y="32141"/>
                  </a:cubicBezTo>
                  <a:cubicBezTo>
                    <a:pt x="71676" y="31189"/>
                    <a:pt x="71676" y="30236"/>
                    <a:pt x="71676" y="29284"/>
                  </a:cubicBezTo>
                  <a:cubicBezTo>
                    <a:pt x="69770" y="17854"/>
                    <a:pt x="62151" y="8329"/>
                    <a:pt x="51673" y="3566"/>
                  </a:cubicBezTo>
                  <a:cubicBezTo>
                    <a:pt x="43101" y="-244"/>
                    <a:pt x="33576" y="-1196"/>
                    <a:pt x="25003" y="1661"/>
                  </a:cubicBezTo>
                  <a:cubicBezTo>
                    <a:pt x="10715" y="6424"/>
                    <a:pt x="1190" y="19759"/>
                    <a:pt x="238" y="34999"/>
                  </a:cubicBezTo>
                  <a:cubicBezTo>
                    <a:pt x="-714" y="43571"/>
                    <a:pt x="1190" y="52144"/>
                    <a:pt x="5953" y="58811"/>
                  </a:cubicBezTo>
                  <a:cubicBezTo>
                    <a:pt x="7858" y="61669"/>
                    <a:pt x="9763" y="63574"/>
                    <a:pt x="12620" y="65479"/>
                  </a:cubicBezTo>
                  <a:cubicBezTo>
                    <a:pt x="23098" y="73099"/>
                    <a:pt x="38338" y="74052"/>
                    <a:pt x="50720" y="68336"/>
                  </a:cubicBezTo>
                  <a:cubicBezTo>
                    <a:pt x="57388" y="65479"/>
                    <a:pt x="62151" y="61669"/>
                    <a:pt x="65961" y="55002"/>
                  </a:cubicBezTo>
                  <a:cubicBezTo>
                    <a:pt x="67865" y="52144"/>
                    <a:pt x="68818" y="49286"/>
                    <a:pt x="69770" y="45477"/>
                  </a:cubicBezTo>
                  <a:cubicBezTo>
                    <a:pt x="69770" y="45477"/>
                    <a:pt x="69770" y="44524"/>
                    <a:pt x="69770" y="44524"/>
                  </a:cubicBezTo>
                  <a:cubicBezTo>
                    <a:pt x="69770" y="44524"/>
                    <a:pt x="69770" y="43571"/>
                    <a:pt x="69770" y="43571"/>
                  </a:cubicBezTo>
                  <a:cubicBezTo>
                    <a:pt x="69770" y="43571"/>
                    <a:pt x="69770" y="43571"/>
                    <a:pt x="69770" y="43571"/>
                  </a:cubicBezTo>
                  <a:cubicBezTo>
                    <a:pt x="69770" y="43571"/>
                    <a:pt x="69770" y="42619"/>
                    <a:pt x="69770" y="42619"/>
                  </a:cubicBezTo>
                  <a:cubicBezTo>
                    <a:pt x="69770" y="42619"/>
                    <a:pt x="69770" y="41666"/>
                    <a:pt x="69770" y="41666"/>
                  </a:cubicBezTo>
                  <a:cubicBezTo>
                    <a:pt x="69770" y="41666"/>
                    <a:pt x="69770" y="40714"/>
                    <a:pt x="69770" y="40714"/>
                  </a:cubicBezTo>
                  <a:cubicBezTo>
                    <a:pt x="69770" y="40714"/>
                    <a:pt x="69770" y="40714"/>
                    <a:pt x="69770" y="40714"/>
                  </a:cubicBezTo>
                  <a:cubicBezTo>
                    <a:pt x="69770" y="40714"/>
                    <a:pt x="69770" y="40714"/>
                    <a:pt x="69770" y="39761"/>
                  </a:cubicBezTo>
                  <a:cubicBezTo>
                    <a:pt x="69770" y="39761"/>
                    <a:pt x="69770" y="39761"/>
                    <a:pt x="69770" y="39761"/>
                  </a:cubicBezTo>
                  <a:cubicBezTo>
                    <a:pt x="69770" y="39761"/>
                    <a:pt x="69770" y="39761"/>
                    <a:pt x="69770" y="38809"/>
                  </a:cubicBezTo>
                  <a:cubicBezTo>
                    <a:pt x="69770" y="38809"/>
                    <a:pt x="69770" y="38809"/>
                    <a:pt x="69770" y="38809"/>
                  </a:cubicBezTo>
                  <a:cubicBezTo>
                    <a:pt x="69770" y="38809"/>
                    <a:pt x="69770" y="38809"/>
                    <a:pt x="69770" y="38809"/>
                  </a:cubicBezTo>
                  <a:cubicBezTo>
                    <a:pt x="69770" y="38809"/>
                    <a:pt x="69770" y="38809"/>
                    <a:pt x="69770" y="37856"/>
                  </a:cubicBezTo>
                  <a:cubicBezTo>
                    <a:pt x="69770" y="37856"/>
                    <a:pt x="69770" y="36904"/>
                    <a:pt x="69770" y="36904"/>
                  </a:cubicBezTo>
                  <a:cubicBezTo>
                    <a:pt x="69770" y="36904"/>
                    <a:pt x="69770" y="35952"/>
                    <a:pt x="69770" y="35952"/>
                  </a:cubicBezTo>
                  <a:cubicBezTo>
                    <a:pt x="69770" y="35952"/>
                    <a:pt x="69770" y="35952"/>
                    <a:pt x="69770" y="35952"/>
                  </a:cubicBezTo>
                  <a:cubicBezTo>
                    <a:pt x="69770" y="35952"/>
                    <a:pt x="69770" y="35952"/>
                    <a:pt x="69770" y="34999"/>
                  </a:cubicBezTo>
                  <a:cubicBezTo>
                    <a:pt x="69770" y="34999"/>
                    <a:pt x="69770" y="34999"/>
                    <a:pt x="69770" y="34999"/>
                  </a:cubicBezTo>
                  <a:cubicBezTo>
                    <a:pt x="69770" y="34999"/>
                    <a:pt x="69770" y="34046"/>
                    <a:pt x="69770" y="34046"/>
                  </a:cubicBezTo>
                  <a:cubicBezTo>
                    <a:pt x="71676" y="34046"/>
                    <a:pt x="71676" y="34046"/>
                    <a:pt x="71676" y="33094"/>
                  </a:cubicBezTo>
                  <a:lnTo>
                    <a:pt x="71676" y="3309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3DAFC607-933F-C434-9014-2FF19BFA53AB}"/>
                </a:ext>
              </a:extLst>
            </p:cNvPr>
            <p:cNvSpPr/>
            <p:nvPr/>
          </p:nvSpPr>
          <p:spPr>
            <a:xfrm>
              <a:off x="8904412" y="4226233"/>
              <a:ext cx="40301" cy="79998"/>
            </a:xfrm>
            <a:custGeom>
              <a:avLst/>
              <a:gdLst>
                <a:gd name="connsiteX0" fmla="*/ 240174 w 240491"/>
                <a:gd name="connsiteY0" fmla="*/ 298132 h 476610"/>
                <a:gd name="connsiteX1" fmla="*/ 220171 w 240491"/>
                <a:gd name="connsiteY1" fmla="*/ 374332 h 476610"/>
                <a:gd name="connsiteX2" fmla="*/ 189691 w 240491"/>
                <a:gd name="connsiteY2" fmla="*/ 409575 h 476610"/>
                <a:gd name="connsiteX3" fmla="*/ 164927 w 240491"/>
                <a:gd name="connsiteY3" fmla="*/ 424815 h 476610"/>
                <a:gd name="connsiteX4" fmla="*/ 156354 w 240491"/>
                <a:gd name="connsiteY4" fmla="*/ 427673 h 476610"/>
                <a:gd name="connsiteX5" fmla="*/ 152544 w 240491"/>
                <a:gd name="connsiteY5" fmla="*/ 428625 h 476610"/>
                <a:gd name="connsiteX6" fmla="*/ 150639 w 240491"/>
                <a:gd name="connsiteY6" fmla="*/ 428625 h 476610"/>
                <a:gd name="connsiteX7" fmla="*/ 148734 w 240491"/>
                <a:gd name="connsiteY7" fmla="*/ 428625 h 476610"/>
                <a:gd name="connsiteX8" fmla="*/ 141114 w 240491"/>
                <a:gd name="connsiteY8" fmla="*/ 431482 h 476610"/>
                <a:gd name="connsiteX9" fmla="*/ 140161 w 240491"/>
                <a:gd name="connsiteY9" fmla="*/ 437198 h 476610"/>
                <a:gd name="connsiteX10" fmla="*/ 139209 w 240491"/>
                <a:gd name="connsiteY10" fmla="*/ 441960 h 476610"/>
                <a:gd name="connsiteX11" fmla="*/ 138256 w 240491"/>
                <a:gd name="connsiteY11" fmla="*/ 447675 h 476610"/>
                <a:gd name="connsiteX12" fmla="*/ 123969 w 240491"/>
                <a:gd name="connsiteY12" fmla="*/ 470535 h 476610"/>
                <a:gd name="connsiteX13" fmla="*/ 98252 w 240491"/>
                <a:gd name="connsiteY13" fmla="*/ 475298 h 476610"/>
                <a:gd name="connsiteX14" fmla="*/ 76344 w 240491"/>
                <a:gd name="connsiteY14" fmla="*/ 456248 h 476610"/>
                <a:gd name="connsiteX15" fmla="*/ 74439 w 240491"/>
                <a:gd name="connsiteY15" fmla="*/ 447675 h 476610"/>
                <a:gd name="connsiteX16" fmla="*/ 73486 w 240491"/>
                <a:gd name="connsiteY16" fmla="*/ 443865 h 476610"/>
                <a:gd name="connsiteX17" fmla="*/ 72534 w 240491"/>
                <a:gd name="connsiteY17" fmla="*/ 441007 h 476610"/>
                <a:gd name="connsiteX18" fmla="*/ 66819 w 240491"/>
                <a:gd name="connsiteY18" fmla="*/ 431482 h 476610"/>
                <a:gd name="connsiteX19" fmla="*/ 54436 w 240491"/>
                <a:gd name="connsiteY19" fmla="*/ 426720 h 476610"/>
                <a:gd name="connsiteX20" fmla="*/ 45864 w 240491"/>
                <a:gd name="connsiteY20" fmla="*/ 423863 h 476610"/>
                <a:gd name="connsiteX21" fmla="*/ 39196 w 240491"/>
                <a:gd name="connsiteY21" fmla="*/ 421005 h 476610"/>
                <a:gd name="connsiteX22" fmla="*/ 10621 w 240491"/>
                <a:gd name="connsiteY22" fmla="*/ 396240 h 476610"/>
                <a:gd name="connsiteX23" fmla="*/ 144 w 240491"/>
                <a:gd name="connsiteY23" fmla="*/ 360998 h 476610"/>
                <a:gd name="connsiteX24" fmla="*/ 9669 w 240491"/>
                <a:gd name="connsiteY24" fmla="*/ 330518 h 476610"/>
                <a:gd name="connsiteX25" fmla="*/ 36339 w 240491"/>
                <a:gd name="connsiteY25" fmla="*/ 313373 h 476610"/>
                <a:gd name="connsiteX26" fmla="*/ 79202 w 240491"/>
                <a:gd name="connsiteY26" fmla="*/ 317182 h 476610"/>
                <a:gd name="connsiteX27" fmla="*/ 83964 w 240491"/>
                <a:gd name="connsiteY27" fmla="*/ 318135 h 476610"/>
                <a:gd name="connsiteX28" fmla="*/ 88727 w 240491"/>
                <a:gd name="connsiteY28" fmla="*/ 320040 h 476610"/>
                <a:gd name="connsiteX29" fmla="*/ 99204 w 240491"/>
                <a:gd name="connsiteY29" fmla="*/ 322898 h 476610"/>
                <a:gd name="connsiteX30" fmla="*/ 120159 w 240491"/>
                <a:gd name="connsiteY30" fmla="*/ 323850 h 476610"/>
                <a:gd name="connsiteX31" fmla="*/ 132541 w 240491"/>
                <a:gd name="connsiteY31" fmla="*/ 305752 h 476610"/>
                <a:gd name="connsiteX32" fmla="*/ 118254 w 240491"/>
                <a:gd name="connsiteY32" fmla="*/ 284798 h 476610"/>
                <a:gd name="connsiteX33" fmla="*/ 101109 w 240491"/>
                <a:gd name="connsiteY33" fmla="*/ 273368 h 476610"/>
                <a:gd name="connsiteX34" fmla="*/ 91584 w 240491"/>
                <a:gd name="connsiteY34" fmla="*/ 268605 h 476610"/>
                <a:gd name="connsiteX35" fmla="*/ 82059 w 240491"/>
                <a:gd name="connsiteY35" fmla="*/ 263843 h 476610"/>
                <a:gd name="connsiteX36" fmla="*/ 45864 w 240491"/>
                <a:gd name="connsiteY36" fmla="*/ 241935 h 476610"/>
                <a:gd name="connsiteX37" fmla="*/ 3002 w 240491"/>
                <a:gd name="connsiteY37" fmla="*/ 177165 h 476610"/>
                <a:gd name="connsiteX38" fmla="*/ 1096 w 240491"/>
                <a:gd name="connsiteY38" fmla="*/ 133350 h 476610"/>
                <a:gd name="connsiteX39" fmla="*/ 15384 w 240491"/>
                <a:gd name="connsiteY39" fmla="*/ 91440 h 476610"/>
                <a:gd name="connsiteX40" fmla="*/ 40149 w 240491"/>
                <a:gd name="connsiteY40" fmla="*/ 61913 h 476610"/>
                <a:gd name="connsiteX41" fmla="*/ 50627 w 240491"/>
                <a:gd name="connsiteY41" fmla="*/ 55245 h 476610"/>
                <a:gd name="connsiteX42" fmla="*/ 59199 w 240491"/>
                <a:gd name="connsiteY42" fmla="*/ 51435 h 476610"/>
                <a:gd name="connsiteX43" fmla="*/ 69677 w 240491"/>
                <a:gd name="connsiteY43" fmla="*/ 46673 h 476610"/>
                <a:gd name="connsiteX44" fmla="*/ 71581 w 240491"/>
                <a:gd name="connsiteY44" fmla="*/ 40957 h 476610"/>
                <a:gd name="connsiteX45" fmla="*/ 72534 w 240491"/>
                <a:gd name="connsiteY45" fmla="*/ 39052 h 476610"/>
                <a:gd name="connsiteX46" fmla="*/ 72534 w 240491"/>
                <a:gd name="connsiteY46" fmla="*/ 36195 h 476610"/>
                <a:gd name="connsiteX47" fmla="*/ 73486 w 240491"/>
                <a:gd name="connsiteY47" fmla="*/ 30480 h 476610"/>
                <a:gd name="connsiteX48" fmla="*/ 85869 w 240491"/>
                <a:gd name="connsiteY48" fmla="*/ 7620 h 476610"/>
                <a:gd name="connsiteX49" fmla="*/ 120159 w 240491"/>
                <a:gd name="connsiteY49" fmla="*/ 1905 h 476610"/>
                <a:gd name="connsiteX50" fmla="*/ 136352 w 240491"/>
                <a:gd name="connsiteY50" fmla="*/ 14288 h 476610"/>
                <a:gd name="connsiteX51" fmla="*/ 141114 w 240491"/>
                <a:gd name="connsiteY51" fmla="*/ 35243 h 476610"/>
                <a:gd name="connsiteX52" fmla="*/ 141114 w 240491"/>
                <a:gd name="connsiteY52" fmla="*/ 44768 h 476610"/>
                <a:gd name="connsiteX53" fmla="*/ 150639 w 240491"/>
                <a:gd name="connsiteY53" fmla="*/ 48577 h 476610"/>
                <a:gd name="connsiteX54" fmla="*/ 159211 w 240491"/>
                <a:gd name="connsiteY54" fmla="*/ 52388 h 476610"/>
                <a:gd name="connsiteX55" fmla="*/ 169689 w 240491"/>
                <a:gd name="connsiteY55" fmla="*/ 58102 h 476610"/>
                <a:gd name="connsiteX56" fmla="*/ 193502 w 240491"/>
                <a:gd name="connsiteY56" fmla="*/ 82868 h 476610"/>
                <a:gd name="connsiteX57" fmla="*/ 203979 w 240491"/>
                <a:gd name="connsiteY57" fmla="*/ 115252 h 476610"/>
                <a:gd name="connsiteX58" fmla="*/ 191596 w 240491"/>
                <a:gd name="connsiteY58" fmla="*/ 140970 h 476610"/>
                <a:gd name="connsiteX59" fmla="*/ 164927 w 240491"/>
                <a:gd name="connsiteY59" fmla="*/ 149543 h 476610"/>
                <a:gd name="connsiteX60" fmla="*/ 142066 w 240491"/>
                <a:gd name="connsiteY60" fmla="*/ 145732 h 476610"/>
                <a:gd name="connsiteX61" fmla="*/ 131589 w 240491"/>
                <a:gd name="connsiteY61" fmla="*/ 141923 h 476610"/>
                <a:gd name="connsiteX62" fmla="*/ 121111 w 240491"/>
                <a:gd name="connsiteY62" fmla="*/ 138113 h 476610"/>
                <a:gd name="connsiteX63" fmla="*/ 117302 w 240491"/>
                <a:gd name="connsiteY63" fmla="*/ 137160 h 476610"/>
                <a:gd name="connsiteX64" fmla="*/ 113491 w 240491"/>
                <a:gd name="connsiteY64" fmla="*/ 136207 h 476610"/>
                <a:gd name="connsiteX65" fmla="*/ 103966 w 240491"/>
                <a:gd name="connsiteY65" fmla="*/ 135255 h 476610"/>
                <a:gd name="connsiteX66" fmla="*/ 89679 w 240491"/>
                <a:gd name="connsiteY66" fmla="*/ 142875 h 476610"/>
                <a:gd name="connsiteX67" fmla="*/ 103966 w 240491"/>
                <a:gd name="connsiteY67" fmla="*/ 171450 h 476610"/>
                <a:gd name="connsiteX68" fmla="*/ 121111 w 240491"/>
                <a:gd name="connsiteY68" fmla="*/ 180023 h 476610"/>
                <a:gd name="connsiteX69" fmla="*/ 135399 w 240491"/>
                <a:gd name="connsiteY69" fmla="*/ 184785 h 476610"/>
                <a:gd name="connsiteX70" fmla="*/ 206836 w 240491"/>
                <a:gd name="connsiteY70" fmla="*/ 224790 h 476610"/>
                <a:gd name="connsiteX71" fmla="*/ 240174 w 240491"/>
                <a:gd name="connsiteY71" fmla="*/ 298132 h 476610"/>
                <a:gd name="connsiteX72" fmla="*/ 240174 w 240491"/>
                <a:gd name="connsiteY72" fmla="*/ 298132 h 476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40491" h="476610">
                  <a:moveTo>
                    <a:pt x="240174" y="298132"/>
                  </a:moveTo>
                  <a:cubicBezTo>
                    <a:pt x="242079" y="324802"/>
                    <a:pt x="235411" y="349568"/>
                    <a:pt x="220171" y="374332"/>
                  </a:cubicBezTo>
                  <a:cubicBezTo>
                    <a:pt x="211599" y="388620"/>
                    <a:pt x="201121" y="400050"/>
                    <a:pt x="189691" y="409575"/>
                  </a:cubicBezTo>
                  <a:cubicBezTo>
                    <a:pt x="182071" y="415290"/>
                    <a:pt x="173499" y="421005"/>
                    <a:pt x="164927" y="424815"/>
                  </a:cubicBezTo>
                  <a:cubicBezTo>
                    <a:pt x="162069" y="425768"/>
                    <a:pt x="159211" y="427673"/>
                    <a:pt x="156354" y="427673"/>
                  </a:cubicBezTo>
                  <a:cubicBezTo>
                    <a:pt x="155402" y="427673"/>
                    <a:pt x="154449" y="428625"/>
                    <a:pt x="152544" y="428625"/>
                  </a:cubicBezTo>
                  <a:lnTo>
                    <a:pt x="150639" y="428625"/>
                  </a:lnTo>
                  <a:lnTo>
                    <a:pt x="148734" y="428625"/>
                  </a:lnTo>
                  <a:cubicBezTo>
                    <a:pt x="144924" y="429577"/>
                    <a:pt x="142066" y="430530"/>
                    <a:pt x="141114" y="431482"/>
                  </a:cubicBezTo>
                  <a:cubicBezTo>
                    <a:pt x="141114" y="431482"/>
                    <a:pt x="140161" y="433388"/>
                    <a:pt x="140161" y="437198"/>
                  </a:cubicBezTo>
                  <a:cubicBezTo>
                    <a:pt x="140161" y="439102"/>
                    <a:pt x="139209" y="441007"/>
                    <a:pt x="139209" y="441960"/>
                  </a:cubicBezTo>
                  <a:cubicBezTo>
                    <a:pt x="139209" y="443865"/>
                    <a:pt x="138256" y="445770"/>
                    <a:pt x="138256" y="447675"/>
                  </a:cubicBezTo>
                  <a:cubicBezTo>
                    <a:pt x="135399" y="458152"/>
                    <a:pt x="130636" y="465773"/>
                    <a:pt x="123969" y="470535"/>
                  </a:cubicBezTo>
                  <a:cubicBezTo>
                    <a:pt x="116349" y="476250"/>
                    <a:pt x="107777" y="478155"/>
                    <a:pt x="98252" y="475298"/>
                  </a:cubicBezTo>
                  <a:cubicBezTo>
                    <a:pt x="87774" y="473393"/>
                    <a:pt x="80154" y="466725"/>
                    <a:pt x="76344" y="456248"/>
                  </a:cubicBezTo>
                  <a:cubicBezTo>
                    <a:pt x="75391" y="453390"/>
                    <a:pt x="74439" y="451485"/>
                    <a:pt x="74439" y="447675"/>
                  </a:cubicBezTo>
                  <a:lnTo>
                    <a:pt x="73486" y="443865"/>
                  </a:lnTo>
                  <a:lnTo>
                    <a:pt x="72534" y="441007"/>
                  </a:lnTo>
                  <a:cubicBezTo>
                    <a:pt x="71581" y="436245"/>
                    <a:pt x="69677" y="433388"/>
                    <a:pt x="66819" y="431482"/>
                  </a:cubicBezTo>
                  <a:cubicBezTo>
                    <a:pt x="65866" y="430530"/>
                    <a:pt x="62056" y="429577"/>
                    <a:pt x="54436" y="426720"/>
                  </a:cubicBezTo>
                  <a:cubicBezTo>
                    <a:pt x="50627" y="425768"/>
                    <a:pt x="47769" y="424815"/>
                    <a:pt x="45864" y="423863"/>
                  </a:cubicBezTo>
                  <a:cubicBezTo>
                    <a:pt x="43006" y="422910"/>
                    <a:pt x="41102" y="421957"/>
                    <a:pt x="39196" y="421005"/>
                  </a:cubicBezTo>
                  <a:cubicBezTo>
                    <a:pt x="26814" y="414338"/>
                    <a:pt x="17289" y="406718"/>
                    <a:pt x="10621" y="396240"/>
                  </a:cubicBezTo>
                  <a:cubicBezTo>
                    <a:pt x="3002" y="384810"/>
                    <a:pt x="-809" y="373380"/>
                    <a:pt x="144" y="360998"/>
                  </a:cubicBezTo>
                  <a:cubicBezTo>
                    <a:pt x="144" y="349568"/>
                    <a:pt x="3954" y="339090"/>
                    <a:pt x="9669" y="330518"/>
                  </a:cubicBezTo>
                  <a:cubicBezTo>
                    <a:pt x="16336" y="321945"/>
                    <a:pt x="24909" y="316230"/>
                    <a:pt x="36339" y="313373"/>
                  </a:cubicBezTo>
                  <a:cubicBezTo>
                    <a:pt x="47769" y="311468"/>
                    <a:pt x="62056" y="312420"/>
                    <a:pt x="79202" y="317182"/>
                  </a:cubicBezTo>
                  <a:lnTo>
                    <a:pt x="83964" y="318135"/>
                  </a:lnTo>
                  <a:lnTo>
                    <a:pt x="88727" y="320040"/>
                  </a:lnTo>
                  <a:cubicBezTo>
                    <a:pt x="92536" y="320993"/>
                    <a:pt x="96346" y="322898"/>
                    <a:pt x="99204" y="322898"/>
                  </a:cubicBezTo>
                  <a:cubicBezTo>
                    <a:pt x="106824" y="324802"/>
                    <a:pt x="114444" y="324802"/>
                    <a:pt x="120159" y="323850"/>
                  </a:cubicBezTo>
                  <a:cubicBezTo>
                    <a:pt x="130636" y="320993"/>
                    <a:pt x="134446" y="314325"/>
                    <a:pt x="132541" y="305752"/>
                  </a:cubicBezTo>
                  <a:cubicBezTo>
                    <a:pt x="130636" y="298132"/>
                    <a:pt x="125874" y="290513"/>
                    <a:pt x="118254" y="284798"/>
                  </a:cubicBezTo>
                  <a:cubicBezTo>
                    <a:pt x="113491" y="280988"/>
                    <a:pt x="107777" y="277177"/>
                    <a:pt x="101109" y="273368"/>
                  </a:cubicBezTo>
                  <a:lnTo>
                    <a:pt x="91584" y="268605"/>
                  </a:lnTo>
                  <a:lnTo>
                    <a:pt x="82059" y="263843"/>
                  </a:lnTo>
                  <a:cubicBezTo>
                    <a:pt x="65866" y="255270"/>
                    <a:pt x="53484" y="247650"/>
                    <a:pt x="45864" y="241935"/>
                  </a:cubicBezTo>
                  <a:cubicBezTo>
                    <a:pt x="23004" y="223838"/>
                    <a:pt x="8716" y="201930"/>
                    <a:pt x="3002" y="177165"/>
                  </a:cubicBezTo>
                  <a:cubicBezTo>
                    <a:pt x="144" y="162877"/>
                    <a:pt x="-809" y="148590"/>
                    <a:pt x="1096" y="133350"/>
                  </a:cubicBezTo>
                  <a:cubicBezTo>
                    <a:pt x="3002" y="118110"/>
                    <a:pt x="7764" y="103823"/>
                    <a:pt x="15384" y="91440"/>
                  </a:cubicBezTo>
                  <a:cubicBezTo>
                    <a:pt x="22052" y="79057"/>
                    <a:pt x="30624" y="69532"/>
                    <a:pt x="40149" y="61913"/>
                  </a:cubicBezTo>
                  <a:cubicBezTo>
                    <a:pt x="43959" y="59055"/>
                    <a:pt x="46816" y="57150"/>
                    <a:pt x="50627" y="55245"/>
                  </a:cubicBezTo>
                  <a:cubicBezTo>
                    <a:pt x="53484" y="54293"/>
                    <a:pt x="56341" y="52388"/>
                    <a:pt x="59199" y="51435"/>
                  </a:cubicBezTo>
                  <a:cubicBezTo>
                    <a:pt x="65866" y="48577"/>
                    <a:pt x="68724" y="47625"/>
                    <a:pt x="69677" y="46673"/>
                  </a:cubicBezTo>
                  <a:cubicBezTo>
                    <a:pt x="70629" y="45720"/>
                    <a:pt x="70629" y="43815"/>
                    <a:pt x="71581" y="40957"/>
                  </a:cubicBezTo>
                  <a:lnTo>
                    <a:pt x="72534" y="39052"/>
                  </a:lnTo>
                  <a:lnTo>
                    <a:pt x="72534" y="36195"/>
                  </a:lnTo>
                  <a:cubicBezTo>
                    <a:pt x="72534" y="34290"/>
                    <a:pt x="73486" y="32385"/>
                    <a:pt x="73486" y="30480"/>
                  </a:cubicBezTo>
                  <a:cubicBezTo>
                    <a:pt x="75391" y="20955"/>
                    <a:pt x="80154" y="13335"/>
                    <a:pt x="85869" y="7620"/>
                  </a:cubicBezTo>
                  <a:cubicBezTo>
                    <a:pt x="95394" y="0"/>
                    <a:pt x="106824" y="-1905"/>
                    <a:pt x="120159" y="1905"/>
                  </a:cubicBezTo>
                  <a:cubicBezTo>
                    <a:pt x="127779" y="3810"/>
                    <a:pt x="132541" y="8573"/>
                    <a:pt x="136352" y="14288"/>
                  </a:cubicBezTo>
                  <a:cubicBezTo>
                    <a:pt x="140161" y="20002"/>
                    <a:pt x="141114" y="26670"/>
                    <a:pt x="141114" y="35243"/>
                  </a:cubicBezTo>
                  <a:cubicBezTo>
                    <a:pt x="141114" y="40957"/>
                    <a:pt x="141114" y="43815"/>
                    <a:pt x="141114" y="44768"/>
                  </a:cubicBezTo>
                  <a:cubicBezTo>
                    <a:pt x="141114" y="44768"/>
                    <a:pt x="144924" y="46673"/>
                    <a:pt x="150639" y="48577"/>
                  </a:cubicBezTo>
                  <a:cubicBezTo>
                    <a:pt x="154449" y="49530"/>
                    <a:pt x="157306" y="51435"/>
                    <a:pt x="159211" y="52388"/>
                  </a:cubicBezTo>
                  <a:cubicBezTo>
                    <a:pt x="163021" y="54293"/>
                    <a:pt x="166831" y="56198"/>
                    <a:pt x="169689" y="58102"/>
                  </a:cubicBezTo>
                  <a:cubicBezTo>
                    <a:pt x="179214" y="64770"/>
                    <a:pt x="187786" y="73343"/>
                    <a:pt x="193502" y="82868"/>
                  </a:cubicBezTo>
                  <a:cubicBezTo>
                    <a:pt x="200169" y="94298"/>
                    <a:pt x="203979" y="104775"/>
                    <a:pt x="203979" y="115252"/>
                  </a:cubicBezTo>
                  <a:cubicBezTo>
                    <a:pt x="203979" y="125730"/>
                    <a:pt x="199216" y="134302"/>
                    <a:pt x="191596" y="140970"/>
                  </a:cubicBezTo>
                  <a:cubicBezTo>
                    <a:pt x="184929" y="146685"/>
                    <a:pt x="175404" y="149543"/>
                    <a:pt x="164927" y="149543"/>
                  </a:cubicBezTo>
                  <a:cubicBezTo>
                    <a:pt x="158259" y="149543"/>
                    <a:pt x="150639" y="147638"/>
                    <a:pt x="142066" y="145732"/>
                  </a:cubicBezTo>
                  <a:lnTo>
                    <a:pt x="131589" y="141923"/>
                  </a:lnTo>
                  <a:lnTo>
                    <a:pt x="121111" y="138113"/>
                  </a:lnTo>
                  <a:cubicBezTo>
                    <a:pt x="119206" y="137160"/>
                    <a:pt x="118254" y="137160"/>
                    <a:pt x="117302" y="137160"/>
                  </a:cubicBezTo>
                  <a:lnTo>
                    <a:pt x="113491" y="136207"/>
                  </a:lnTo>
                  <a:cubicBezTo>
                    <a:pt x="109681" y="135255"/>
                    <a:pt x="106824" y="135255"/>
                    <a:pt x="103966" y="135255"/>
                  </a:cubicBezTo>
                  <a:cubicBezTo>
                    <a:pt x="96346" y="135255"/>
                    <a:pt x="91584" y="138113"/>
                    <a:pt x="89679" y="142875"/>
                  </a:cubicBezTo>
                  <a:cubicBezTo>
                    <a:pt x="85869" y="152400"/>
                    <a:pt x="90631" y="161925"/>
                    <a:pt x="103966" y="171450"/>
                  </a:cubicBezTo>
                  <a:cubicBezTo>
                    <a:pt x="108729" y="174307"/>
                    <a:pt x="114444" y="178118"/>
                    <a:pt x="121111" y="180023"/>
                  </a:cubicBezTo>
                  <a:cubicBezTo>
                    <a:pt x="125874" y="181927"/>
                    <a:pt x="130636" y="183832"/>
                    <a:pt x="135399" y="184785"/>
                  </a:cubicBezTo>
                  <a:cubicBezTo>
                    <a:pt x="163974" y="192405"/>
                    <a:pt x="187786" y="206693"/>
                    <a:pt x="206836" y="224790"/>
                  </a:cubicBezTo>
                  <a:cubicBezTo>
                    <a:pt x="226839" y="245745"/>
                    <a:pt x="238269" y="269557"/>
                    <a:pt x="240174" y="298132"/>
                  </a:cubicBezTo>
                  <a:lnTo>
                    <a:pt x="240174" y="298132"/>
                  </a:lnTo>
                  <a:close/>
                </a:path>
              </a:pathLst>
            </a:custGeom>
            <a:solidFill>
              <a:srgbClr val="051C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56B0977A-AE2E-04FA-1BE8-32326E2BC8FA}"/>
                </a:ext>
              </a:extLst>
            </p:cNvPr>
            <p:cNvSpPr/>
            <p:nvPr/>
          </p:nvSpPr>
          <p:spPr>
            <a:xfrm>
              <a:off x="8986322" y="3989362"/>
              <a:ext cx="288912" cy="243906"/>
            </a:xfrm>
            <a:custGeom>
              <a:avLst/>
              <a:gdLst>
                <a:gd name="connsiteX0" fmla="*/ 1717357 w 1724025"/>
                <a:gd name="connsiteY0" fmla="*/ 570 h 1453132"/>
                <a:gd name="connsiteX1" fmla="*/ 1442085 w 1724025"/>
                <a:gd name="connsiteY1" fmla="*/ 109155 h 1453132"/>
                <a:gd name="connsiteX2" fmla="*/ 1330643 w 1724025"/>
                <a:gd name="connsiteY2" fmla="*/ 153922 h 1453132"/>
                <a:gd name="connsiteX3" fmla="*/ 1326832 w 1724025"/>
                <a:gd name="connsiteY3" fmla="*/ 154875 h 1453132"/>
                <a:gd name="connsiteX4" fmla="*/ 1328738 w 1724025"/>
                <a:gd name="connsiteY4" fmla="*/ 156780 h 1453132"/>
                <a:gd name="connsiteX5" fmla="*/ 1407795 w 1724025"/>
                <a:gd name="connsiteY5" fmla="*/ 219645 h 1453132"/>
                <a:gd name="connsiteX6" fmla="*/ 1411605 w 1724025"/>
                <a:gd name="connsiteY6" fmla="*/ 222502 h 1453132"/>
                <a:gd name="connsiteX7" fmla="*/ 1415415 w 1724025"/>
                <a:gd name="connsiteY7" fmla="*/ 225360 h 1453132"/>
                <a:gd name="connsiteX8" fmla="*/ 1430655 w 1724025"/>
                <a:gd name="connsiteY8" fmla="*/ 236790 h 1453132"/>
                <a:gd name="connsiteX9" fmla="*/ 1132522 w 1724025"/>
                <a:gd name="connsiteY9" fmla="*/ 620647 h 1453132"/>
                <a:gd name="connsiteX10" fmla="*/ 1130618 w 1724025"/>
                <a:gd name="connsiteY10" fmla="*/ 623505 h 1453132"/>
                <a:gd name="connsiteX11" fmla="*/ 1069657 w 1724025"/>
                <a:gd name="connsiteY11" fmla="*/ 700657 h 1453132"/>
                <a:gd name="connsiteX12" fmla="*/ 931545 w 1724025"/>
                <a:gd name="connsiteY12" fmla="*/ 875917 h 1453132"/>
                <a:gd name="connsiteX13" fmla="*/ 847725 w 1724025"/>
                <a:gd name="connsiteY13" fmla="*/ 976882 h 1453132"/>
                <a:gd name="connsiteX14" fmla="*/ 603885 w 1724025"/>
                <a:gd name="connsiteY14" fmla="*/ 831150 h 1453132"/>
                <a:gd name="connsiteX15" fmla="*/ 600075 w 1724025"/>
                <a:gd name="connsiteY15" fmla="*/ 829245 h 1453132"/>
                <a:gd name="connsiteX16" fmla="*/ 529590 w 1724025"/>
                <a:gd name="connsiteY16" fmla="*/ 784477 h 1453132"/>
                <a:gd name="connsiteX17" fmla="*/ 494347 w 1724025"/>
                <a:gd name="connsiteY17" fmla="*/ 761617 h 1453132"/>
                <a:gd name="connsiteX18" fmla="*/ 490538 w 1724025"/>
                <a:gd name="connsiteY18" fmla="*/ 759712 h 1453132"/>
                <a:gd name="connsiteX19" fmla="*/ 488632 w 1724025"/>
                <a:gd name="connsiteY19" fmla="*/ 762570 h 1453132"/>
                <a:gd name="connsiteX20" fmla="*/ 488632 w 1724025"/>
                <a:gd name="connsiteY20" fmla="*/ 762570 h 1453132"/>
                <a:gd name="connsiteX21" fmla="*/ 415290 w 1724025"/>
                <a:gd name="connsiteY21" fmla="*/ 856867 h 1453132"/>
                <a:gd name="connsiteX22" fmla="*/ 413385 w 1724025"/>
                <a:gd name="connsiteY22" fmla="*/ 859725 h 1453132"/>
                <a:gd name="connsiteX23" fmla="*/ 352425 w 1724025"/>
                <a:gd name="connsiteY23" fmla="*/ 936877 h 1453132"/>
                <a:gd name="connsiteX24" fmla="*/ 214313 w 1724025"/>
                <a:gd name="connsiteY24" fmla="*/ 1112137 h 1453132"/>
                <a:gd name="connsiteX25" fmla="*/ 79057 w 1724025"/>
                <a:gd name="connsiteY25" fmla="*/ 1272157 h 1453132"/>
                <a:gd name="connsiteX26" fmla="*/ 1905 w 1724025"/>
                <a:gd name="connsiteY26" fmla="*/ 1363597 h 1453132"/>
                <a:gd name="connsiteX27" fmla="*/ 0 w 1724025"/>
                <a:gd name="connsiteY27" fmla="*/ 1366455 h 1453132"/>
                <a:gd name="connsiteX28" fmla="*/ 2857 w 1724025"/>
                <a:gd name="connsiteY28" fmla="*/ 1368360 h 1453132"/>
                <a:gd name="connsiteX29" fmla="*/ 72390 w 1724025"/>
                <a:gd name="connsiteY29" fmla="*/ 1423605 h 1453132"/>
                <a:gd name="connsiteX30" fmla="*/ 110490 w 1724025"/>
                <a:gd name="connsiteY30" fmla="*/ 1451227 h 1453132"/>
                <a:gd name="connsiteX31" fmla="*/ 113347 w 1724025"/>
                <a:gd name="connsiteY31" fmla="*/ 1453132 h 1453132"/>
                <a:gd name="connsiteX32" fmla="*/ 116205 w 1724025"/>
                <a:gd name="connsiteY32" fmla="*/ 1450275 h 1453132"/>
                <a:gd name="connsiteX33" fmla="*/ 158115 w 1724025"/>
                <a:gd name="connsiteY33" fmla="*/ 1401697 h 1453132"/>
                <a:gd name="connsiteX34" fmla="*/ 300990 w 1724025"/>
                <a:gd name="connsiteY34" fmla="*/ 1228342 h 1453132"/>
                <a:gd name="connsiteX35" fmla="*/ 518160 w 1724025"/>
                <a:gd name="connsiteY35" fmla="*/ 943545 h 1453132"/>
                <a:gd name="connsiteX36" fmla="*/ 521018 w 1724025"/>
                <a:gd name="connsiteY36" fmla="*/ 945450 h 1453132"/>
                <a:gd name="connsiteX37" fmla="*/ 589597 w 1724025"/>
                <a:gd name="connsiteY37" fmla="*/ 987360 h 1453132"/>
                <a:gd name="connsiteX38" fmla="*/ 754380 w 1724025"/>
                <a:gd name="connsiteY38" fmla="*/ 1085467 h 1453132"/>
                <a:gd name="connsiteX39" fmla="*/ 755332 w 1724025"/>
                <a:gd name="connsiteY39" fmla="*/ 1086420 h 1453132"/>
                <a:gd name="connsiteX40" fmla="*/ 758190 w 1724025"/>
                <a:gd name="connsiteY40" fmla="*/ 1088325 h 1453132"/>
                <a:gd name="connsiteX41" fmla="*/ 776288 w 1724025"/>
                <a:gd name="connsiteY41" fmla="*/ 1098802 h 1453132"/>
                <a:gd name="connsiteX42" fmla="*/ 780097 w 1724025"/>
                <a:gd name="connsiteY42" fmla="*/ 1100707 h 1453132"/>
                <a:gd name="connsiteX43" fmla="*/ 878205 w 1724025"/>
                <a:gd name="connsiteY43" fmla="*/ 1156905 h 1453132"/>
                <a:gd name="connsiteX44" fmla="*/ 881063 w 1724025"/>
                <a:gd name="connsiteY44" fmla="*/ 1158810 h 1453132"/>
                <a:gd name="connsiteX45" fmla="*/ 883920 w 1724025"/>
                <a:gd name="connsiteY45" fmla="*/ 1155952 h 1453132"/>
                <a:gd name="connsiteX46" fmla="*/ 970597 w 1724025"/>
                <a:gd name="connsiteY46" fmla="*/ 1053082 h 1453132"/>
                <a:gd name="connsiteX47" fmla="*/ 973455 w 1724025"/>
                <a:gd name="connsiteY47" fmla="*/ 1050225 h 1453132"/>
                <a:gd name="connsiteX48" fmla="*/ 1019175 w 1724025"/>
                <a:gd name="connsiteY48" fmla="*/ 993075 h 1453132"/>
                <a:gd name="connsiteX49" fmla="*/ 1523047 w 1724025"/>
                <a:gd name="connsiteY49" fmla="*/ 341565 h 1453132"/>
                <a:gd name="connsiteX50" fmla="*/ 1525905 w 1724025"/>
                <a:gd name="connsiteY50" fmla="*/ 338707 h 1453132"/>
                <a:gd name="connsiteX51" fmla="*/ 1546860 w 1724025"/>
                <a:gd name="connsiteY51" fmla="*/ 312037 h 1453132"/>
                <a:gd name="connsiteX52" fmla="*/ 1576388 w 1724025"/>
                <a:gd name="connsiteY52" fmla="*/ 330135 h 1453132"/>
                <a:gd name="connsiteX53" fmla="*/ 1632585 w 1724025"/>
                <a:gd name="connsiteY53" fmla="*/ 366330 h 1453132"/>
                <a:gd name="connsiteX54" fmla="*/ 1636395 w 1724025"/>
                <a:gd name="connsiteY54" fmla="*/ 369187 h 1453132"/>
                <a:gd name="connsiteX55" fmla="*/ 1637347 w 1724025"/>
                <a:gd name="connsiteY55" fmla="*/ 365377 h 1453132"/>
                <a:gd name="connsiteX56" fmla="*/ 1637347 w 1724025"/>
                <a:gd name="connsiteY56" fmla="*/ 364425 h 1453132"/>
                <a:gd name="connsiteX57" fmla="*/ 1685925 w 1724025"/>
                <a:gd name="connsiteY57" fmla="*/ 152970 h 1453132"/>
                <a:gd name="connsiteX58" fmla="*/ 1687830 w 1724025"/>
                <a:gd name="connsiteY58" fmla="*/ 144397 h 1453132"/>
                <a:gd name="connsiteX59" fmla="*/ 1705927 w 1724025"/>
                <a:gd name="connsiteY59" fmla="*/ 72007 h 1453132"/>
                <a:gd name="connsiteX60" fmla="*/ 1723072 w 1724025"/>
                <a:gd name="connsiteY60" fmla="*/ 7237 h 1453132"/>
                <a:gd name="connsiteX61" fmla="*/ 1724025 w 1724025"/>
                <a:gd name="connsiteY61" fmla="*/ 2475 h 1453132"/>
                <a:gd name="connsiteX62" fmla="*/ 1717357 w 1724025"/>
                <a:gd name="connsiteY62" fmla="*/ 570 h 1453132"/>
                <a:gd name="connsiteX63" fmla="*/ 1717357 w 1724025"/>
                <a:gd name="connsiteY63" fmla="*/ 570 h 145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724025" h="1453132">
                  <a:moveTo>
                    <a:pt x="1717357" y="570"/>
                  </a:moveTo>
                  <a:cubicBezTo>
                    <a:pt x="1625918" y="36765"/>
                    <a:pt x="1533525" y="71055"/>
                    <a:pt x="1442085" y="109155"/>
                  </a:cubicBezTo>
                  <a:cubicBezTo>
                    <a:pt x="1404938" y="124395"/>
                    <a:pt x="1367790" y="139635"/>
                    <a:pt x="1330643" y="153922"/>
                  </a:cubicBezTo>
                  <a:cubicBezTo>
                    <a:pt x="1329690" y="153922"/>
                    <a:pt x="1327785" y="154875"/>
                    <a:pt x="1326832" y="154875"/>
                  </a:cubicBezTo>
                  <a:cubicBezTo>
                    <a:pt x="1327785" y="155827"/>
                    <a:pt x="1328738" y="155827"/>
                    <a:pt x="1328738" y="156780"/>
                  </a:cubicBezTo>
                  <a:cubicBezTo>
                    <a:pt x="1354455" y="177735"/>
                    <a:pt x="1381125" y="198690"/>
                    <a:pt x="1407795" y="219645"/>
                  </a:cubicBezTo>
                  <a:cubicBezTo>
                    <a:pt x="1408747" y="220597"/>
                    <a:pt x="1410652" y="221550"/>
                    <a:pt x="1411605" y="222502"/>
                  </a:cubicBezTo>
                  <a:cubicBezTo>
                    <a:pt x="1412557" y="223455"/>
                    <a:pt x="1414463" y="224407"/>
                    <a:pt x="1415415" y="225360"/>
                  </a:cubicBezTo>
                  <a:cubicBezTo>
                    <a:pt x="1420177" y="229170"/>
                    <a:pt x="1425893" y="232980"/>
                    <a:pt x="1430655" y="236790"/>
                  </a:cubicBezTo>
                  <a:cubicBezTo>
                    <a:pt x="1337310" y="357757"/>
                    <a:pt x="1151572" y="595882"/>
                    <a:pt x="1132522" y="620647"/>
                  </a:cubicBezTo>
                  <a:cubicBezTo>
                    <a:pt x="1131570" y="621600"/>
                    <a:pt x="1131570" y="622552"/>
                    <a:pt x="1130618" y="623505"/>
                  </a:cubicBezTo>
                  <a:cubicBezTo>
                    <a:pt x="1110615" y="649222"/>
                    <a:pt x="1090613" y="674940"/>
                    <a:pt x="1069657" y="700657"/>
                  </a:cubicBezTo>
                  <a:cubicBezTo>
                    <a:pt x="1023938" y="759712"/>
                    <a:pt x="978218" y="817815"/>
                    <a:pt x="931545" y="875917"/>
                  </a:cubicBezTo>
                  <a:cubicBezTo>
                    <a:pt x="903922" y="910207"/>
                    <a:pt x="876300" y="943545"/>
                    <a:pt x="847725" y="976882"/>
                  </a:cubicBezTo>
                  <a:cubicBezTo>
                    <a:pt x="765810" y="930210"/>
                    <a:pt x="684847" y="881632"/>
                    <a:pt x="603885" y="831150"/>
                  </a:cubicBezTo>
                  <a:cubicBezTo>
                    <a:pt x="602932" y="830197"/>
                    <a:pt x="601980" y="830197"/>
                    <a:pt x="600075" y="829245"/>
                  </a:cubicBezTo>
                  <a:cubicBezTo>
                    <a:pt x="576263" y="814957"/>
                    <a:pt x="553402" y="799717"/>
                    <a:pt x="529590" y="784477"/>
                  </a:cubicBezTo>
                  <a:cubicBezTo>
                    <a:pt x="518160" y="776857"/>
                    <a:pt x="505777" y="769237"/>
                    <a:pt x="494347" y="761617"/>
                  </a:cubicBezTo>
                  <a:cubicBezTo>
                    <a:pt x="493395" y="760665"/>
                    <a:pt x="491490" y="759712"/>
                    <a:pt x="490538" y="759712"/>
                  </a:cubicBezTo>
                  <a:cubicBezTo>
                    <a:pt x="489585" y="760665"/>
                    <a:pt x="489585" y="761617"/>
                    <a:pt x="488632" y="762570"/>
                  </a:cubicBezTo>
                  <a:lnTo>
                    <a:pt x="488632" y="762570"/>
                  </a:lnTo>
                  <a:cubicBezTo>
                    <a:pt x="463868" y="794002"/>
                    <a:pt x="439102" y="825435"/>
                    <a:pt x="415290" y="856867"/>
                  </a:cubicBezTo>
                  <a:cubicBezTo>
                    <a:pt x="414338" y="857820"/>
                    <a:pt x="414338" y="858772"/>
                    <a:pt x="413385" y="859725"/>
                  </a:cubicBezTo>
                  <a:cubicBezTo>
                    <a:pt x="393382" y="885442"/>
                    <a:pt x="373380" y="911160"/>
                    <a:pt x="352425" y="936877"/>
                  </a:cubicBezTo>
                  <a:cubicBezTo>
                    <a:pt x="306705" y="995932"/>
                    <a:pt x="260985" y="1054035"/>
                    <a:pt x="214313" y="1112137"/>
                  </a:cubicBezTo>
                  <a:cubicBezTo>
                    <a:pt x="170497" y="1166430"/>
                    <a:pt x="124777" y="1219770"/>
                    <a:pt x="79057" y="1272157"/>
                  </a:cubicBezTo>
                  <a:cubicBezTo>
                    <a:pt x="53340" y="1302637"/>
                    <a:pt x="26670" y="1332165"/>
                    <a:pt x="1905" y="1363597"/>
                  </a:cubicBezTo>
                  <a:cubicBezTo>
                    <a:pt x="952" y="1364550"/>
                    <a:pt x="0" y="1365502"/>
                    <a:pt x="0" y="1366455"/>
                  </a:cubicBezTo>
                  <a:cubicBezTo>
                    <a:pt x="952" y="1367407"/>
                    <a:pt x="1905" y="1367407"/>
                    <a:pt x="2857" y="1368360"/>
                  </a:cubicBezTo>
                  <a:cubicBezTo>
                    <a:pt x="25717" y="1386457"/>
                    <a:pt x="48577" y="1405507"/>
                    <a:pt x="72390" y="1423605"/>
                  </a:cubicBezTo>
                  <a:cubicBezTo>
                    <a:pt x="84772" y="1433130"/>
                    <a:pt x="98107" y="1442655"/>
                    <a:pt x="110490" y="1451227"/>
                  </a:cubicBezTo>
                  <a:cubicBezTo>
                    <a:pt x="111442" y="1452180"/>
                    <a:pt x="112395" y="1452180"/>
                    <a:pt x="113347" y="1453132"/>
                  </a:cubicBezTo>
                  <a:cubicBezTo>
                    <a:pt x="114300" y="1452180"/>
                    <a:pt x="115252" y="1451227"/>
                    <a:pt x="116205" y="1450275"/>
                  </a:cubicBezTo>
                  <a:cubicBezTo>
                    <a:pt x="129540" y="1434082"/>
                    <a:pt x="143827" y="1417890"/>
                    <a:pt x="158115" y="1401697"/>
                  </a:cubicBezTo>
                  <a:cubicBezTo>
                    <a:pt x="206693" y="1344547"/>
                    <a:pt x="255270" y="1287397"/>
                    <a:pt x="300990" y="1228342"/>
                  </a:cubicBezTo>
                  <a:cubicBezTo>
                    <a:pt x="374332" y="1134045"/>
                    <a:pt x="445770" y="1038795"/>
                    <a:pt x="518160" y="943545"/>
                  </a:cubicBezTo>
                  <a:cubicBezTo>
                    <a:pt x="519113" y="944497"/>
                    <a:pt x="520065" y="944497"/>
                    <a:pt x="521018" y="945450"/>
                  </a:cubicBezTo>
                  <a:cubicBezTo>
                    <a:pt x="543877" y="959737"/>
                    <a:pt x="566738" y="974025"/>
                    <a:pt x="589597" y="987360"/>
                  </a:cubicBezTo>
                  <a:cubicBezTo>
                    <a:pt x="643890" y="1020697"/>
                    <a:pt x="699135" y="1053082"/>
                    <a:pt x="754380" y="1085467"/>
                  </a:cubicBezTo>
                  <a:cubicBezTo>
                    <a:pt x="754380" y="1085467"/>
                    <a:pt x="755332" y="1085467"/>
                    <a:pt x="755332" y="1086420"/>
                  </a:cubicBezTo>
                  <a:cubicBezTo>
                    <a:pt x="756285" y="1087372"/>
                    <a:pt x="757238" y="1087372"/>
                    <a:pt x="758190" y="1088325"/>
                  </a:cubicBezTo>
                  <a:cubicBezTo>
                    <a:pt x="763905" y="1092135"/>
                    <a:pt x="770572" y="1094992"/>
                    <a:pt x="776288" y="1098802"/>
                  </a:cubicBezTo>
                  <a:cubicBezTo>
                    <a:pt x="777240" y="1099755"/>
                    <a:pt x="778193" y="1099755"/>
                    <a:pt x="780097" y="1100707"/>
                  </a:cubicBezTo>
                  <a:cubicBezTo>
                    <a:pt x="812482" y="1118805"/>
                    <a:pt x="845820" y="1137855"/>
                    <a:pt x="878205" y="1156905"/>
                  </a:cubicBezTo>
                  <a:cubicBezTo>
                    <a:pt x="879157" y="1157857"/>
                    <a:pt x="880110" y="1157857"/>
                    <a:pt x="881063" y="1158810"/>
                  </a:cubicBezTo>
                  <a:cubicBezTo>
                    <a:pt x="882015" y="1157857"/>
                    <a:pt x="882968" y="1156905"/>
                    <a:pt x="883920" y="1155952"/>
                  </a:cubicBezTo>
                  <a:cubicBezTo>
                    <a:pt x="913447" y="1121662"/>
                    <a:pt x="942022" y="1087372"/>
                    <a:pt x="970597" y="1053082"/>
                  </a:cubicBezTo>
                  <a:cubicBezTo>
                    <a:pt x="971550" y="1052130"/>
                    <a:pt x="972502" y="1051177"/>
                    <a:pt x="973455" y="1050225"/>
                  </a:cubicBezTo>
                  <a:cubicBezTo>
                    <a:pt x="988695" y="1031175"/>
                    <a:pt x="1003935" y="1012125"/>
                    <a:pt x="1019175" y="993075"/>
                  </a:cubicBezTo>
                  <a:cubicBezTo>
                    <a:pt x="1095375" y="895920"/>
                    <a:pt x="1446847" y="439672"/>
                    <a:pt x="1523047" y="341565"/>
                  </a:cubicBezTo>
                  <a:cubicBezTo>
                    <a:pt x="1524000" y="340612"/>
                    <a:pt x="1524952" y="339660"/>
                    <a:pt x="1525905" y="338707"/>
                  </a:cubicBezTo>
                  <a:cubicBezTo>
                    <a:pt x="1532572" y="330135"/>
                    <a:pt x="1540193" y="320610"/>
                    <a:pt x="1546860" y="312037"/>
                  </a:cubicBezTo>
                  <a:cubicBezTo>
                    <a:pt x="1556385" y="317752"/>
                    <a:pt x="1565910" y="323467"/>
                    <a:pt x="1576388" y="330135"/>
                  </a:cubicBezTo>
                  <a:cubicBezTo>
                    <a:pt x="1595438" y="341565"/>
                    <a:pt x="1614488" y="353947"/>
                    <a:pt x="1632585" y="366330"/>
                  </a:cubicBezTo>
                  <a:cubicBezTo>
                    <a:pt x="1633538" y="367282"/>
                    <a:pt x="1635443" y="368235"/>
                    <a:pt x="1636395" y="369187"/>
                  </a:cubicBezTo>
                  <a:cubicBezTo>
                    <a:pt x="1636395" y="368235"/>
                    <a:pt x="1637347" y="366330"/>
                    <a:pt x="1637347" y="365377"/>
                  </a:cubicBezTo>
                  <a:cubicBezTo>
                    <a:pt x="1637347" y="365377"/>
                    <a:pt x="1637347" y="364425"/>
                    <a:pt x="1637347" y="364425"/>
                  </a:cubicBezTo>
                  <a:cubicBezTo>
                    <a:pt x="1652588" y="293940"/>
                    <a:pt x="1668780" y="223455"/>
                    <a:pt x="1685925" y="152970"/>
                  </a:cubicBezTo>
                  <a:cubicBezTo>
                    <a:pt x="1686877" y="150112"/>
                    <a:pt x="1686877" y="147255"/>
                    <a:pt x="1687830" y="144397"/>
                  </a:cubicBezTo>
                  <a:cubicBezTo>
                    <a:pt x="1693545" y="120585"/>
                    <a:pt x="1700213" y="95820"/>
                    <a:pt x="1705927" y="72007"/>
                  </a:cubicBezTo>
                  <a:cubicBezTo>
                    <a:pt x="1711643" y="50100"/>
                    <a:pt x="1717357" y="29145"/>
                    <a:pt x="1723072" y="7237"/>
                  </a:cubicBezTo>
                  <a:cubicBezTo>
                    <a:pt x="1723072" y="5332"/>
                    <a:pt x="1724025" y="4380"/>
                    <a:pt x="1724025" y="2475"/>
                  </a:cubicBezTo>
                  <a:cubicBezTo>
                    <a:pt x="1720215" y="-383"/>
                    <a:pt x="1719263" y="-383"/>
                    <a:pt x="1717357" y="570"/>
                  </a:cubicBezTo>
                  <a:lnTo>
                    <a:pt x="1717357" y="570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3B8A35B8-968A-1143-588E-8EC9B3986E65}"/>
                </a:ext>
              </a:extLst>
            </p:cNvPr>
            <p:cNvSpPr/>
            <p:nvPr/>
          </p:nvSpPr>
          <p:spPr>
            <a:xfrm>
              <a:off x="9076028" y="4267961"/>
              <a:ext cx="24103" cy="36132"/>
            </a:xfrm>
            <a:custGeom>
              <a:avLst/>
              <a:gdLst>
                <a:gd name="connsiteX0" fmla="*/ 143827 w 143827"/>
                <a:gd name="connsiteY0" fmla="*/ 211455 h 215265"/>
                <a:gd name="connsiteX1" fmla="*/ 143827 w 143827"/>
                <a:gd name="connsiteY1" fmla="*/ 209550 h 215265"/>
                <a:gd name="connsiteX2" fmla="*/ 141922 w 143827"/>
                <a:gd name="connsiteY2" fmla="*/ 137160 h 215265"/>
                <a:gd name="connsiteX3" fmla="*/ 142875 w 143827"/>
                <a:gd name="connsiteY3" fmla="*/ 4763 h 215265"/>
                <a:gd name="connsiteX4" fmla="*/ 142875 w 143827"/>
                <a:gd name="connsiteY4" fmla="*/ 1905 h 215265"/>
                <a:gd name="connsiteX5" fmla="*/ 139065 w 143827"/>
                <a:gd name="connsiteY5" fmla="*/ 1905 h 215265"/>
                <a:gd name="connsiteX6" fmla="*/ 7620 w 143827"/>
                <a:gd name="connsiteY6" fmla="*/ 0 h 215265"/>
                <a:gd name="connsiteX7" fmla="*/ 3810 w 143827"/>
                <a:gd name="connsiteY7" fmla="*/ 0 h 215265"/>
                <a:gd name="connsiteX8" fmla="*/ 0 w 143827"/>
                <a:gd name="connsiteY8" fmla="*/ 0 h 215265"/>
                <a:gd name="connsiteX9" fmla="*/ 0 w 143827"/>
                <a:gd name="connsiteY9" fmla="*/ 2858 h 215265"/>
                <a:gd name="connsiteX10" fmla="*/ 2857 w 143827"/>
                <a:gd name="connsiteY10" fmla="*/ 58103 h 215265"/>
                <a:gd name="connsiteX11" fmla="*/ 6667 w 143827"/>
                <a:gd name="connsiteY11" fmla="*/ 175260 h 215265"/>
                <a:gd name="connsiteX12" fmla="*/ 7620 w 143827"/>
                <a:gd name="connsiteY12" fmla="*/ 210503 h 215265"/>
                <a:gd name="connsiteX13" fmla="*/ 7620 w 143827"/>
                <a:gd name="connsiteY13" fmla="*/ 213360 h 215265"/>
                <a:gd name="connsiteX14" fmla="*/ 13335 w 143827"/>
                <a:gd name="connsiteY14" fmla="*/ 213360 h 215265"/>
                <a:gd name="connsiteX15" fmla="*/ 98107 w 143827"/>
                <a:gd name="connsiteY15" fmla="*/ 214313 h 215265"/>
                <a:gd name="connsiteX16" fmla="*/ 138113 w 143827"/>
                <a:gd name="connsiteY16" fmla="*/ 215265 h 215265"/>
                <a:gd name="connsiteX17" fmla="*/ 142875 w 143827"/>
                <a:gd name="connsiteY17" fmla="*/ 215265 h 215265"/>
                <a:gd name="connsiteX18" fmla="*/ 143827 w 143827"/>
                <a:gd name="connsiteY18" fmla="*/ 211455 h 215265"/>
                <a:gd name="connsiteX19" fmla="*/ 143827 w 143827"/>
                <a:gd name="connsiteY19" fmla="*/ 21145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3827" h="215265">
                  <a:moveTo>
                    <a:pt x="143827" y="211455"/>
                  </a:moveTo>
                  <a:cubicBezTo>
                    <a:pt x="143827" y="210503"/>
                    <a:pt x="143827" y="209550"/>
                    <a:pt x="143827" y="209550"/>
                  </a:cubicBezTo>
                  <a:cubicBezTo>
                    <a:pt x="142875" y="185738"/>
                    <a:pt x="141922" y="160973"/>
                    <a:pt x="141922" y="137160"/>
                  </a:cubicBezTo>
                  <a:cubicBezTo>
                    <a:pt x="140970" y="93345"/>
                    <a:pt x="140970" y="48578"/>
                    <a:pt x="142875" y="4763"/>
                  </a:cubicBezTo>
                  <a:cubicBezTo>
                    <a:pt x="142875" y="3810"/>
                    <a:pt x="142875" y="2858"/>
                    <a:pt x="142875" y="1905"/>
                  </a:cubicBezTo>
                  <a:cubicBezTo>
                    <a:pt x="141922" y="1905"/>
                    <a:pt x="140017" y="1905"/>
                    <a:pt x="139065" y="1905"/>
                  </a:cubicBezTo>
                  <a:cubicBezTo>
                    <a:pt x="95250" y="953"/>
                    <a:pt x="51435" y="953"/>
                    <a:pt x="7620" y="0"/>
                  </a:cubicBezTo>
                  <a:cubicBezTo>
                    <a:pt x="6667" y="0"/>
                    <a:pt x="5715" y="0"/>
                    <a:pt x="3810" y="0"/>
                  </a:cubicBezTo>
                  <a:cubicBezTo>
                    <a:pt x="2857" y="0"/>
                    <a:pt x="952" y="0"/>
                    <a:pt x="0" y="0"/>
                  </a:cubicBezTo>
                  <a:cubicBezTo>
                    <a:pt x="0" y="953"/>
                    <a:pt x="0" y="1905"/>
                    <a:pt x="0" y="2858"/>
                  </a:cubicBezTo>
                  <a:cubicBezTo>
                    <a:pt x="0" y="20955"/>
                    <a:pt x="1905" y="40005"/>
                    <a:pt x="2857" y="58103"/>
                  </a:cubicBezTo>
                  <a:cubicBezTo>
                    <a:pt x="5715" y="97155"/>
                    <a:pt x="4763" y="136208"/>
                    <a:pt x="6667" y="175260"/>
                  </a:cubicBezTo>
                  <a:cubicBezTo>
                    <a:pt x="7620" y="186690"/>
                    <a:pt x="7620" y="198120"/>
                    <a:pt x="7620" y="210503"/>
                  </a:cubicBezTo>
                  <a:cubicBezTo>
                    <a:pt x="7620" y="211455"/>
                    <a:pt x="7620" y="212408"/>
                    <a:pt x="7620" y="213360"/>
                  </a:cubicBezTo>
                  <a:lnTo>
                    <a:pt x="13335" y="213360"/>
                  </a:lnTo>
                  <a:cubicBezTo>
                    <a:pt x="41910" y="213360"/>
                    <a:pt x="69532" y="213360"/>
                    <a:pt x="98107" y="214313"/>
                  </a:cubicBezTo>
                  <a:cubicBezTo>
                    <a:pt x="111442" y="214313"/>
                    <a:pt x="124777" y="215265"/>
                    <a:pt x="138113" y="215265"/>
                  </a:cubicBezTo>
                  <a:cubicBezTo>
                    <a:pt x="140017" y="215265"/>
                    <a:pt x="140970" y="215265"/>
                    <a:pt x="142875" y="215265"/>
                  </a:cubicBezTo>
                  <a:cubicBezTo>
                    <a:pt x="143827" y="213360"/>
                    <a:pt x="143827" y="212408"/>
                    <a:pt x="143827" y="211455"/>
                  </a:cubicBezTo>
                  <a:lnTo>
                    <a:pt x="143827" y="211455"/>
                  </a:lnTo>
                  <a:close/>
                </a:path>
              </a:pathLst>
            </a:custGeom>
            <a:solidFill>
              <a:srgbClr val="051C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D8AD7E3-082C-FB46-8E12-CEFE24EB0C17}"/>
                </a:ext>
              </a:extLst>
            </p:cNvPr>
            <p:cNvSpPr/>
            <p:nvPr/>
          </p:nvSpPr>
          <p:spPr>
            <a:xfrm>
              <a:off x="9142589" y="4291943"/>
              <a:ext cx="24103" cy="11951"/>
            </a:xfrm>
            <a:custGeom>
              <a:avLst/>
              <a:gdLst>
                <a:gd name="connsiteX0" fmla="*/ 143828 w 143827"/>
                <a:gd name="connsiteY0" fmla="*/ 70485 h 71199"/>
                <a:gd name="connsiteX1" fmla="*/ 143828 w 143827"/>
                <a:gd name="connsiteY1" fmla="*/ 70485 h 71199"/>
                <a:gd name="connsiteX2" fmla="*/ 141923 w 143827"/>
                <a:gd name="connsiteY2" fmla="*/ 45720 h 71199"/>
                <a:gd name="connsiteX3" fmla="*/ 142875 w 143827"/>
                <a:gd name="connsiteY3" fmla="*/ 1905 h 71199"/>
                <a:gd name="connsiteX4" fmla="*/ 142875 w 143827"/>
                <a:gd name="connsiteY4" fmla="*/ 953 h 71199"/>
                <a:gd name="connsiteX5" fmla="*/ 139065 w 143827"/>
                <a:gd name="connsiteY5" fmla="*/ 953 h 71199"/>
                <a:gd name="connsiteX6" fmla="*/ 7620 w 143827"/>
                <a:gd name="connsiteY6" fmla="*/ 0 h 71199"/>
                <a:gd name="connsiteX7" fmla="*/ 3810 w 143827"/>
                <a:gd name="connsiteY7" fmla="*/ 0 h 71199"/>
                <a:gd name="connsiteX8" fmla="*/ 0 w 143827"/>
                <a:gd name="connsiteY8" fmla="*/ 0 h 71199"/>
                <a:gd name="connsiteX9" fmla="*/ 0 w 143827"/>
                <a:gd name="connsiteY9" fmla="*/ 953 h 71199"/>
                <a:gd name="connsiteX10" fmla="*/ 2858 w 143827"/>
                <a:gd name="connsiteY10" fmla="*/ 19050 h 71199"/>
                <a:gd name="connsiteX11" fmla="*/ 6668 w 143827"/>
                <a:gd name="connsiteY11" fmla="*/ 58103 h 71199"/>
                <a:gd name="connsiteX12" fmla="*/ 7620 w 143827"/>
                <a:gd name="connsiteY12" fmla="*/ 69533 h 71199"/>
                <a:gd name="connsiteX13" fmla="*/ 7620 w 143827"/>
                <a:gd name="connsiteY13" fmla="*/ 70485 h 71199"/>
                <a:gd name="connsiteX14" fmla="*/ 13335 w 143827"/>
                <a:gd name="connsiteY14" fmla="*/ 70485 h 71199"/>
                <a:gd name="connsiteX15" fmla="*/ 98108 w 143827"/>
                <a:gd name="connsiteY15" fmla="*/ 70485 h 71199"/>
                <a:gd name="connsiteX16" fmla="*/ 138113 w 143827"/>
                <a:gd name="connsiteY16" fmla="*/ 70485 h 71199"/>
                <a:gd name="connsiteX17" fmla="*/ 142875 w 143827"/>
                <a:gd name="connsiteY17" fmla="*/ 70485 h 71199"/>
                <a:gd name="connsiteX18" fmla="*/ 143828 w 143827"/>
                <a:gd name="connsiteY18" fmla="*/ 70485 h 71199"/>
                <a:gd name="connsiteX19" fmla="*/ 143828 w 143827"/>
                <a:gd name="connsiteY19" fmla="*/ 70485 h 7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3827" h="71199">
                  <a:moveTo>
                    <a:pt x="143828" y="70485"/>
                  </a:moveTo>
                  <a:cubicBezTo>
                    <a:pt x="143828" y="70485"/>
                    <a:pt x="143828" y="70485"/>
                    <a:pt x="143828" y="70485"/>
                  </a:cubicBezTo>
                  <a:cubicBezTo>
                    <a:pt x="142875" y="61913"/>
                    <a:pt x="141923" y="53340"/>
                    <a:pt x="141923" y="45720"/>
                  </a:cubicBezTo>
                  <a:cubicBezTo>
                    <a:pt x="140970" y="31433"/>
                    <a:pt x="140970" y="16192"/>
                    <a:pt x="142875" y="1905"/>
                  </a:cubicBezTo>
                  <a:cubicBezTo>
                    <a:pt x="142875" y="1905"/>
                    <a:pt x="142875" y="953"/>
                    <a:pt x="142875" y="953"/>
                  </a:cubicBezTo>
                  <a:cubicBezTo>
                    <a:pt x="141923" y="953"/>
                    <a:pt x="140018" y="953"/>
                    <a:pt x="139065" y="953"/>
                  </a:cubicBezTo>
                  <a:cubicBezTo>
                    <a:pt x="95250" y="953"/>
                    <a:pt x="51435" y="953"/>
                    <a:pt x="7620" y="0"/>
                  </a:cubicBezTo>
                  <a:cubicBezTo>
                    <a:pt x="6668" y="0"/>
                    <a:pt x="5715" y="0"/>
                    <a:pt x="3810" y="0"/>
                  </a:cubicBezTo>
                  <a:cubicBezTo>
                    <a:pt x="2858" y="0"/>
                    <a:pt x="953" y="0"/>
                    <a:pt x="0" y="0"/>
                  </a:cubicBezTo>
                  <a:cubicBezTo>
                    <a:pt x="0" y="0"/>
                    <a:pt x="0" y="953"/>
                    <a:pt x="0" y="953"/>
                  </a:cubicBezTo>
                  <a:cubicBezTo>
                    <a:pt x="0" y="6667"/>
                    <a:pt x="1905" y="13335"/>
                    <a:pt x="2858" y="19050"/>
                  </a:cubicBezTo>
                  <a:cubicBezTo>
                    <a:pt x="5715" y="32385"/>
                    <a:pt x="4763" y="44767"/>
                    <a:pt x="6668" y="58103"/>
                  </a:cubicBezTo>
                  <a:cubicBezTo>
                    <a:pt x="7620" y="61913"/>
                    <a:pt x="7620" y="65723"/>
                    <a:pt x="7620" y="69533"/>
                  </a:cubicBezTo>
                  <a:cubicBezTo>
                    <a:pt x="7620" y="69533"/>
                    <a:pt x="7620" y="70485"/>
                    <a:pt x="7620" y="70485"/>
                  </a:cubicBezTo>
                  <a:lnTo>
                    <a:pt x="13335" y="70485"/>
                  </a:lnTo>
                  <a:cubicBezTo>
                    <a:pt x="41910" y="70485"/>
                    <a:pt x="69533" y="70485"/>
                    <a:pt x="98108" y="70485"/>
                  </a:cubicBezTo>
                  <a:cubicBezTo>
                    <a:pt x="111443" y="70485"/>
                    <a:pt x="124778" y="70485"/>
                    <a:pt x="138113" y="70485"/>
                  </a:cubicBezTo>
                  <a:cubicBezTo>
                    <a:pt x="140018" y="70485"/>
                    <a:pt x="140970" y="70485"/>
                    <a:pt x="142875" y="70485"/>
                  </a:cubicBezTo>
                  <a:cubicBezTo>
                    <a:pt x="143828" y="71438"/>
                    <a:pt x="143828" y="71438"/>
                    <a:pt x="143828" y="70485"/>
                  </a:cubicBezTo>
                  <a:lnTo>
                    <a:pt x="143828" y="7048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512E9FF3-9677-F126-3605-4A358BDD4C3E}"/>
                </a:ext>
              </a:extLst>
            </p:cNvPr>
            <p:cNvSpPr/>
            <p:nvPr/>
          </p:nvSpPr>
          <p:spPr>
            <a:xfrm>
              <a:off x="9032292" y="4279952"/>
              <a:ext cx="24103" cy="23981"/>
            </a:xfrm>
            <a:custGeom>
              <a:avLst/>
              <a:gdLst>
                <a:gd name="connsiteX0" fmla="*/ 143827 w 143827"/>
                <a:gd name="connsiteY0" fmla="*/ 140970 h 142875"/>
                <a:gd name="connsiteX1" fmla="*/ 143827 w 143827"/>
                <a:gd name="connsiteY1" fmla="*/ 139065 h 142875"/>
                <a:gd name="connsiteX2" fmla="*/ 141923 w 143827"/>
                <a:gd name="connsiteY2" fmla="*/ 90488 h 142875"/>
                <a:gd name="connsiteX3" fmla="*/ 142875 w 143827"/>
                <a:gd name="connsiteY3" fmla="*/ 2858 h 142875"/>
                <a:gd name="connsiteX4" fmla="*/ 142875 w 143827"/>
                <a:gd name="connsiteY4" fmla="*/ 953 h 142875"/>
                <a:gd name="connsiteX5" fmla="*/ 139065 w 143827"/>
                <a:gd name="connsiteY5" fmla="*/ 953 h 142875"/>
                <a:gd name="connsiteX6" fmla="*/ 7620 w 143827"/>
                <a:gd name="connsiteY6" fmla="*/ 0 h 142875"/>
                <a:gd name="connsiteX7" fmla="*/ 3810 w 143827"/>
                <a:gd name="connsiteY7" fmla="*/ 0 h 142875"/>
                <a:gd name="connsiteX8" fmla="*/ 0 w 143827"/>
                <a:gd name="connsiteY8" fmla="*/ 0 h 142875"/>
                <a:gd name="connsiteX9" fmla="*/ 0 w 143827"/>
                <a:gd name="connsiteY9" fmla="*/ 1905 h 142875"/>
                <a:gd name="connsiteX10" fmla="*/ 2857 w 143827"/>
                <a:gd name="connsiteY10" fmla="*/ 38100 h 142875"/>
                <a:gd name="connsiteX11" fmla="*/ 6668 w 143827"/>
                <a:gd name="connsiteY11" fmla="*/ 116205 h 142875"/>
                <a:gd name="connsiteX12" fmla="*/ 7620 w 143827"/>
                <a:gd name="connsiteY12" fmla="*/ 139065 h 142875"/>
                <a:gd name="connsiteX13" fmla="*/ 7620 w 143827"/>
                <a:gd name="connsiteY13" fmla="*/ 140970 h 142875"/>
                <a:gd name="connsiteX14" fmla="*/ 13335 w 143827"/>
                <a:gd name="connsiteY14" fmla="*/ 140970 h 142875"/>
                <a:gd name="connsiteX15" fmla="*/ 98107 w 143827"/>
                <a:gd name="connsiteY15" fmla="*/ 141923 h 142875"/>
                <a:gd name="connsiteX16" fmla="*/ 138113 w 143827"/>
                <a:gd name="connsiteY16" fmla="*/ 142875 h 142875"/>
                <a:gd name="connsiteX17" fmla="*/ 142875 w 143827"/>
                <a:gd name="connsiteY17" fmla="*/ 142875 h 142875"/>
                <a:gd name="connsiteX18" fmla="*/ 143827 w 143827"/>
                <a:gd name="connsiteY18" fmla="*/ 140970 h 142875"/>
                <a:gd name="connsiteX19" fmla="*/ 143827 w 143827"/>
                <a:gd name="connsiteY19" fmla="*/ 1409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3827" h="142875">
                  <a:moveTo>
                    <a:pt x="143827" y="140970"/>
                  </a:moveTo>
                  <a:cubicBezTo>
                    <a:pt x="143827" y="140017"/>
                    <a:pt x="143827" y="140017"/>
                    <a:pt x="143827" y="139065"/>
                  </a:cubicBezTo>
                  <a:cubicBezTo>
                    <a:pt x="142875" y="122873"/>
                    <a:pt x="141923" y="106680"/>
                    <a:pt x="141923" y="90488"/>
                  </a:cubicBezTo>
                  <a:cubicBezTo>
                    <a:pt x="140970" y="60960"/>
                    <a:pt x="140970" y="32385"/>
                    <a:pt x="142875" y="2858"/>
                  </a:cubicBezTo>
                  <a:cubicBezTo>
                    <a:pt x="142875" y="1905"/>
                    <a:pt x="142875" y="1905"/>
                    <a:pt x="142875" y="953"/>
                  </a:cubicBezTo>
                  <a:cubicBezTo>
                    <a:pt x="141923" y="953"/>
                    <a:pt x="140018" y="953"/>
                    <a:pt x="139065" y="953"/>
                  </a:cubicBezTo>
                  <a:cubicBezTo>
                    <a:pt x="95250" y="0"/>
                    <a:pt x="51435" y="0"/>
                    <a:pt x="7620" y="0"/>
                  </a:cubicBezTo>
                  <a:cubicBezTo>
                    <a:pt x="6668" y="0"/>
                    <a:pt x="5715" y="0"/>
                    <a:pt x="3810" y="0"/>
                  </a:cubicBezTo>
                  <a:cubicBezTo>
                    <a:pt x="2857" y="0"/>
                    <a:pt x="952" y="0"/>
                    <a:pt x="0" y="0"/>
                  </a:cubicBezTo>
                  <a:cubicBezTo>
                    <a:pt x="0" y="953"/>
                    <a:pt x="0" y="953"/>
                    <a:pt x="0" y="1905"/>
                  </a:cubicBezTo>
                  <a:cubicBezTo>
                    <a:pt x="0" y="14288"/>
                    <a:pt x="1905" y="26670"/>
                    <a:pt x="2857" y="38100"/>
                  </a:cubicBezTo>
                  <a:cubicBezTo>
                    <a:pt x="5715" y="63817"/>
                    <a:pt x="4763" y="90488"/>
                    <a:pt x="6668" y="116205"/>
                  </a:cubicBezTo>
                  <a:cubicBezTo>
                    <a:pt x="7620" y="123825"/>
                    <a:pt x="7620" y="131445"/>
                    <a:pt x="7620" y="139065"/>
                  </a:cubicBezTo>
                  <a:cubicBezTo>
                    <a:pt x="7620" y="140017"/>
                    <a:pt x="7620" y="140017"/>
                    <a:pt x="7620" y="140970"/>
                  </a:cubicBezTo>
                  <a:lnTo>
                    <a:pt x="13335" y="140970"/>
                  </a:lnTo>
                  <a:cubicBezTo>
                    <a:pt x="41910" y="140970"/>
                    <a:pt x="69532" y="140970"/>
                    <a:pt x="98107" y="141923"/>
                  </a:cubicBezTo>
                  <a:cubicBezTo>
                    <a:pt x="111443" y="141923"/>
                    <a:pt x="124777" y="141923"/>
                    <a:pt x="138113" y="142875"/>
                  </a:cubicBezTo>
                  <a:cubicBezTo>
                    <a:pt x="140018" y="142875"/>
                    <a:pt x="140970" y="142875"/>
                    <a:pt x="142875" y="142875"/>
                  </a:cubicBezTo>
                  <a:cubicBezTo>
                    <a:pt x="143827" y="142875"/>
                    <a:pt x="143827" y="141923"/>
                    <a:pt x="143827" y="140970"/>
                  </a:cubicBezTo>
                  <a:lnTo>
                    <a:pt x="143827" y="140970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CA728E8C-E8E3-0F49-7A66-3E9ECBE45E4B}"/>
                </a:ext>
              </a:extLst>
            </p:cNvPr>
            <p:cNvSpPr/>
            <p:nvPr/>
          </p:nvSpPr>
          <p:spPr>
            <a:xfrm>
              <a:off x="9054000" y="4256290"/>
              <a:ext cx="24103" cy="47803"/>
            </a:xfrm>
            <a:custGeom>
              <a:avLst/>
              <a:gdLst>
                <a:gd name="connsiteX0" fmla="*/ 143828 w 143827"/>
                <a:gd name="connsiteY0" fmla="*/ 280035 h 284797"/>
                <a:gd name="connsiteX1" fmla="*/ 143828 w 143827"/>
                <a:gd name="connsiteY1" fmla="*/ 277178 h 284797"/>
                <a:gd name="connsiteX2" fmla="*/ 141923 w 143827"/>
                <a:gd name="connsiteY2" fmla="*/ 180975 h 284797"/>
                <a:gd name="connsiteX3" fmla="*/ 142875 w 143827"/>
                <a:gd name="connsiteY3" fmla="*/ 5715 h 284797"/>
                <a:gd name="connsiteX4" fmla="*/ 142875 w 143827"/>
                <a:gd name="connsiteY4" fmla="*/ 1905 h 284797"/>
                <a:gd name="connsiteX5" fmla="*/ 139065 w 143827"/>
                <a:gd name="connsiteY5" fmla="*/ 1905 h 284797"/>
                <a:gd name="connsiteX6" fmla="*/ 7620 w 143827"/>
                <a:gd name="connsiteY6" fmla="*/ 0 h 284797"/>
                <a:gd name="connsiteX7" fmla="*/ 3810 w 143827"/>
                <a:gd name="connsiteY7" fmla="*/ 0 h 284797"/>
                <a:gd name="connsiteX8" fmla="*/ 0 w 143827"/>
                <a:gd name="connsiteY8" fmla="*/ 0 h 284797"/>
                <a:gd name="connsiteX9" fmla="*/ 0 w 143827"/>
                <a:gd name="connsiteY9" fmla="*/ 3810 h 284797"/>
                <a:gd name="connsiteX10" fmla="*/ 2858 w 143827"/>
                <a:gd name="connsiteY10" fmla="*/ 77153 h 284797"/>
                <a:gd name="connsiteX11" fmla="*/ 6668 w 143827"/>
                <a:gd name="connsiteY11" fmla="*/ 232410 h 284797"/>
                <a:gd name="connsiteX12" fmla="*/ 7620 w 143827"/>
                <a:gd name="connsiteY12" fmla="*/ 279083 h 284797"/>
                <a:gd name="connsiteX13" fmla="*/ 7620 w 143827"/>
                <a:gd name="connsiteY13" fmla="*/ 282893 h 284797"/>
                <a:gd name="connsiteX14" fmla="*/ 13335 w 143827"/>
                <a:gd name="connsiteY14" fmla="*/ 282893 h 284797"/>
                <a:gd name="connsiteX15" fmla="*/ 98108 w 143827"/>
                <a:gd name="connsiteY15" fmla="*/ 283845 h 284797"/>
                <a:gd name="connsiteX16" fmla="*/ 138113 w 143827"/>
                <a:gd name="connsiteY16" fmla="*/ 284798 h 284797"/>
                <a:gd name="connsiteX17" fmla="*/ 142875 w 143827"/>
                <a:gd name="connsiteY17" fmla="*/ 284798 h 284797"/>
                <a:gd name="connsiteX18" fmla="*/ 143828 w 143827"/>
                <a:gd name="connsiteY18" fmla="*/ 280035 h 284797"/>
                <a:gd name="connsiteX19" fmla="*/ 143828 w 143827"/>
                <a:gd name="connsiteY19" fmla="*/ 280035 h 28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3827" h="284797">
                  <a:moveTo>
                    <a:pt x="143828" y="280035"/>
                  </a:moveTo>
                  <a:cubicBezTo>
                    <a:pt x="143828" y="279083"/>
                    <a:pt x="143828" y="278130"/>
                    <a:pt x="143828" y="277178"/>
                  </a:cubicBezTo>
                  <a:cubicBezTo>
                    <a:pt x="142875" y="244793"/>
                    <a:pt x="141923" y="213360"/>
                    <a:pt x="141923" y="180975"/>
                  </a:cubicBezTo>
                  <a:cubicBezTo>
                    <a:pt x="140970" y="121920"/>
                    <a:pt x="140970" y="63818"/>
                    <a:pt x="142875" y="5715"/>
                  </a:cubicBezTo>
                  <a:cubicBezTo>
                    <a:pt x="142875" y="4763"/>
                    <a:pt x="142875" y="2858"/>
                    <a:pt x="142875" y="1905"/>
                  </a:cubicBezTo>
                  <a:cubicBezTo>
                    <a:pt x="141923" y="1905"/>
                    <a:pt x="140018" y="1905"/>
                    <a:pt x="139065" y="1905"/>
                  </a:cubicBezTo>
                  <a:cubicBezTo>
                    <a:pt x="95250" y="953"/>
                    <a:pt x="51435" y="0"/>
                    <a:pt x="7620" y="0"/>
                  </a:cubicBezTo>
                  <a:cubicBezTo>
                    <a:pt x="6668" y="0"/>
                    <a:pt x="5715" y="0"/>
                    <a:pt x="3810" y="0"/>
                  </a:cubicBezTo>
                  <a:cubicBezTo>
                    <a:pt x="2858" y="0"/>
                    <a:pt x="953" y="0"/>
                    <a:pt x="0" y="0"/>
                  </a:cubicBezTo>
                  <a:cubicBezTo>
                    <a:pt x="0" y="953"/>
                    <a:pt x="0" y="2858"/>
                    <a:pt x="0" y="3810"/>
                  </a:cubicBezTo>
                  <a:cubicBezTo>
                    <a:pt x="0" y="28575"/>
                    <a:pt x="1905" y="53340"/>
                    <a:pt x="2858" y="77153"/>
                  </a:cubicBezTo>
                  <a:cubicBezTo>
                    <a:pt x="5715" y="128588"/>
                    <a:pt x="4763" y="180975"/>
                    <a:pt x="6668" y="232410"/>
                  </a:cubicBezTo>
                  <a:cubicBezTo>
                    <a:pt x="7620" y="247650"/>
                    <a:pt x="7620" y="262890"/>
                    <a:pt x="7620" y="279083"/>
                  </a:cubicBezTo>
                  <a:cubicBezTo>
                    <a:pt x="7620" y="280035"/>
                    <a:pt x="7620" y="280988"/>
                    <a:pt x="7620" y="282893"/>
                  </a:cubicBezTo>
                  <a:lnTo>
                    <a:pt x="13335" y="282893"/>
                  </a:lnTo>
                  <a:cubicBezTo>
                    <a:pt x="41910" y="282893"/>
                    <a:pt x="69533" y="282893"/>
                    <a:pt x="98108" y="283845"/>
                  </a:cubicBezTo>
                  <a:cubicBezTo>
                    <a:pt x="111443" y="284798"/>
                    <a:pt x="124778" y="284798"/>
                    <a:pt x="138113" y="284798"/>
                  </a:cubicBezTo>
                  <a:cubicBezTo>
                    <a:pt x="140018" y="284798"/>
                    <a:pt x="140970" y="284798"/>
                    <a:pt x="142875" y="284798"/>
                  </a:cubicBezTo>
                  <a:cubicBezTo>
                    <a:pt x="143828" y="282893"/>
                    <a:pt x="143828" y="280988"/>
                    <a:pt x="143828" y="280035"/>
                  </a:cubicBezTo>
                  <a:lnTo>
                    <a:pt x="143828" y="28003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9685D795-286C-E6FD-CD8A-6E5E4AFCA52E}"/>
                </a:ext>
              </a:extLst>
            </p:cNvPr>
            <p:cNvSpPr/>
            <p:nvPr/>
          </p:nvSpPr>
          <p:spPr>
            <a:xfrm>
              <a:off x="9120562" y="4240302"/>
              <a:ext cx="24103" cy="63791"/>
            </a:xfrm>
            <a:custGeom>
              <a:avLst/>
              <a:gdLst>
                <a:gd name="connsiteX0" fmla="*/ 143828 w 143827"/>
                <a:gd name="connsiteY0" fmla="*/ 373380 h 380047"/>
                <a:gd name="connsiteX1" fmla="*/ 143828 w 143827"/>
                <a:gd name="connsiteY1" fmla="*/ 369570 h 380047"/>
                <a:gd name="connsiteX2" fmla="*/ 141923 w 143827"/>
                <a:gd name="connsiteY2" fmla="*/ 241935 h 380047"/>
                <a:gd name="connsiteX3" fmla="*/ 142875 w 143827"/>
                <a:gd name="connsiteY3" fmla="*/ 8573 h 380047"/>
                <a:gd name="connsiteX4" fmla="*/ 142875 w 143827"/>
                <a:gd name="connsiteY4" fmla="*/ 2858 h 380047"/>
                <a:gd name="connsiteX5" fmla="*/ 139065 w 143827"/>
                <a:gd name="connsiteY5" fmla="*/ 2858 h 380047"/>
                <a:gd name="connsiteX6" fmla="*/ 7620 w 143827"/>
                <a:gd name="connsiteY6" fmla="*/ 0 h 380047"/>
                <a:gd name="connsiteX7" fmla="*/ 3810 w 143827"/>
                <a:gd name="connsiteY7" fmla="*/ 0 h 380047"/>
                <a:gd name="connsiteX8" fmla="*/ 0 w 143827"/>
                <a:gd name="connsiteY8" fmla="*/ 0 h 380047"/>
                <a:gd name="connsiteX9" fmla="*/ 0 w 143827"/>
                <a:gd name="connsiteY9" fmla="*/ 5715 h 380047"/>
                <a:gd name="connsiteX10" fmla="*/ 2857 w 143827"/>
                <a:gd name="connsiteY10" fmla="*/ 102870 h 380047"/>
                <a:gd name="connsiteX11" fmla="*/ 6668 w 143827"/>
                <a:gd name="connsiteY11" fmla="*/ 309563 h 380047"/>
                <a:gd name="connsiteX12" fmla="*/ 7620 w 143827"/>
                <a:gd name="connsiteY12" fmla="*/ 371475 h 380047"/>
                <a:gd name="connsiteX13" fmla="*/ 7620 w 143827"/>
                <a:gd name="connsiteY13" fmla="*/ 376238 h 380047"/>
                <a:gd name="connsiteX14" fmla="*/ 13335 w 143827"/>
                <a:gd name="connsiteY14" fmla="*/ 376238 h 380047"/>
                <a:gd name="connsiteX15" fmla="*/ 98107 w 143827"/>
                <a:gd name="connsiteY15" fmla="*/ 378143 h 380047"/>
                <a:gd name="connsiteX16" fmla="*/ 138113 w 143827"/>
                <a:gd name="connsiteY16" fmla="*/ 380048 h 380047"/>
                <a:gd name="connsiteX17" fmla="*/ 142875 w 143827"/>
                <a:gd name="connsiteY17" fmla="*/ 380048 h 380047"/>
                <a:gd name="connsiteX18" fmla="*/ 143828 w 143827"/>
                <a:gd name="connsiteY18" fmla="*/ 373380 h 380047"/>
                <a:gd name="connsiteX19" fmla="*/ 143828 w 143827"/>
                <a:gd name="connsiteY19" fmla="*/ 373380 h 380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3827" h="380047">
                  <a:moveTo>
                    <a:pt x="143828" y="373380"/>
                  </a:moveTo>
                  <a:cubicBezTo>
                    <a:pt x="143828" y="372428"/>
                    <a:pt x="143828" y="370523"/>
                    <a:pt x="143828" y="369570"/>
                  </a:cubicBezTo>
                  <a:cubicBezTo>
                    <a:pt x="142875" y="326708"/>
                    <a:pt x="141923" y="283845"/>
                    <a:pt x="141923" y="241935"/>
                  </a:cubicBezTo>
                  <a:cubicBezTo>
                    <a:pt x="140970" y="163830"/>
                    <a:pt x="140970" y="86678"/>
                    <a:pt x="142875" y="8573"/>
                  </a:cubicBezTo>
                  <a:cubicBezTo>
                    <a:pt x="142875" y="6668"/>
                    <a:pt x="142875" y="4763"/>
                    <a:pt x="142875" y="2858"/>
                  </a:cubicBezTo>
                  <a:cubicBezTo>
                    <a:pt x="141923" y="2858"/>
                    <a:pt x="140018" y="2858"/>
                    <a:pt x="139065" y="2858"/>
                  </a:cubicBezTo>
                  <a:cubicBezTo>
                    <a:pt x="95250" y="1905"/>
                    <a:pt x="51435" y="953"/>
                    <a:pt x="7620" y="0"/>
                  </a:cubicBezTo>
                  <a:cubicBezTo>
                    <a:pt x="6668" y="0"/>
                    <a:pt x="5715" y="0"/>
                    <a:pt x="3810" y="0"/>
                  </a:cubicBezTo>
                  <a:cubicBezTo>
                    <a:pt x="2857" y="0"/>
                    <a:pt x="953" y="0"/>
                    <a:pt x="0" y="0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38100"/>
                    <a:pt x="1905" y="71438"/>
                    <a:pt x="2857" y="102870"/>
                  </a:cubicBezTo>
                  <a:cubicBezTo>
                    <a:pt x="5715" y="171450"/>
                    <a:pt x="4763" y="240983"/>
                    <a:pt x="6668" y="309563"/>
                  </a:cubicBezTo>
                  <a:cubicBezTo>
                    <a:pt x="7620" y="329565"/>
                    <a:pt x="7620" y="350520"/>
                    <a:pt x="7620" y="371475"/>
                  </a:cubicBezTo>
                  <a:cubicBezTo>
                    <a:pt x="7620" y="373380"/>
                    <a:pt x="7620" y="374333"/>
                    <a:pt x="7620" y="376238"/>
                  </a:cubicBezTo>
                  <a:lnTo>
                    <a:pt x="13335" y="376238"/>
                  </a:lnTo>
                  <a:cubicBezTo>
                    <a:pt x="41910" y="376238"/>
                    <a:pt x="69532" y="376238"/>
                    <a:pt x="98107" y="378143"/>
                  </a:cubicBezTo>
                  <a:cubicBezTo>
                    <a:pt x="111443" y="379095"/>
                    <a:pt x="124778" y="379095"/>
                    <a:pt x="138113" y="380048"/>
                  </a:cubicBezTo>
                  <a:cubicBezTo>
                    <a:pt x="140018" y="380048"/>
                    <a:pt x="140970" y="380048"/>
                    <a:pt x="142875" y="380048"/>
                  </a:cubicBezTo>
                  <a:cubicBezTo>
                    <a:pt x="143828" y="377190"/>
                    <a:pt x="143828" y="375285"/>
                    <a:pt x="143828" y="373380"/>
                  </a:cubicBezTo>
                  <a:lnTo>
                    <a:pt x="143828" y="373380"/>
                  </a:lnTo>
                  <a:close/>
                </a:path>
              </a:pathLst>
            </a:custGeom>
            <a:solidFill>
              <a:srgbClr val="051C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AD752DE0-6C64-342D-1232-3C65F33D298B}"/>
                </a:ext>
              </a:extLst>
            </p:cNvPr>
            <p:cNvSpPr/>
            <p:nvPr/>
          </p:nvSpPr>
          <p:spPr>
            <a:xfrm>
              <a:off x="9098055" y="4217600"/>
              <a:ext cx="24103" cy="86173"/>
            </a:xfrm>
            <a:custGeom>
              <a:avLst/>
              <a:gdLst>
                <a:gd name="connsiteX0" fmla="*/ 143827 w 143827"/>
                <a:gd name="connsiteY0" fmla="*/ 506730 h 513397"/>
                <a:gd name="connsiteX1" fmla="*/ 143827 w 143827"/>
                <a:gd name="connsiteY1" fmla="*/ 501015 h 513397"/>
                <a:gd name="connsiteX2" fmla="*/ 141922 w 143827"/>
                <a:gd name="connsiteY2" fmla="*/ 327660 h 513397"/>
                <a:gd name="connsiteX3" fmla="*/ 142875 w 143827"/>
                <a:gd name="connsiteY3" fmla="*/ 11430 h 513397"/>
                <a:gd name="connsiteX4" fmla="*/ 142875 w 143827"/>
                <a:gd name="connsiteY4" fmla="*/ 3810 h 513397"/>
                <a:gd name="connsiteX5" fmla="*/ 139065 w 143827"/>
                <a:gd name="connsiteY5" fmla="*/ 3810 h 513397"/>
                <a:gd name="connsiteX6" fmla="*/ 7620 w 143827"/>
                <a:gd name="connsiteY6" fmla="*/ 0 h 513397"/>
                <a:gd name="connsiteX7" fmla="*/ 3810 w 143827"/>
                <a:gd name="connsiteY7" fmla="*/ 0 h 513397"/>
                <a:gd name="connsiteX8" fmla="*/ 0 w 143827"/>
                <a:gd name="connsiteY8" fmla="*/ 0 h 513397"/>
                <a:gd name="connsiteX9" fmla="*/ 0 w 143827"/>
                <a:gd name="connsiteY9" fmla="*/ 7620 h 513397"/>
                <a:gd name="connsiteX10" fmla="*/ 2857 w 143827"/>
                <a:gd name="connsiteY10" fmla="*/ 139065 h 513397"/>
                <a:gd name="connsiteX11" fmla="*/ 6668 w 143827"/>
                <a:gd name="connsiteY11" fmla="*/ 419100 h 513397"/>
                <a:gd name="connsiteX12" fmla="*/ 7620 w 143827"/>
                <a:gd name="connsiteY12" fmla="*/ 502920 h 513397"/>
                <a:gd name="connsiteX13" fmla="*/ 7620 w 143827"/>
                <a:gd name="connsiteY13" fmla="*/ 509588 h 513397"/>
                <a:gd name="connsiteX14" fmla="*/ 13335 w 143827"/>
                <a:gd name="connsiteY14" fmla="*/ 509588 h 513397"/>
                <a:gd name="connsiteX15" fmla="*/ 98107 w 143827"/>
                <a:gd name="connsiteY15" fmla="*/ 511492 h 513397"/>
                <a:gd name="connsiteX16" fmla="*/ 138113 w 143827"/>
                <a:gd name="connsiteY16" fmla="*/ 513398 h 513397"/>
                <a:gd name="connsiteX17" fmla="*/ 142875 w 143827"/>
                <a:gd name="connsiteY17" fmla="*/ 513398 h 513397"/>
                <a:gd name="connsiteX18" fmla="*/ 143827 w 143827"/>
                <a:gd name="connsiteY18" fmla="*/ 506730 h 513397"/>
                <a:gd name="connsiteX19" fmla="*/ 143827 w 143827"/>
                <a:gd name="connsiteY19" fmla="*/ 506730 h 513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3827" h="513397">
                  <a:moveTo>
                    <a:pt x="143827" y="506730"/>
                  </a:moveTo>
                  <a:cubicBezTo>
                    <a:pt x="143827" y="504825"/>
                    <a:pt x="143827" y="502920"/>
                    <a:pt x="143827" y="501015"/>
                  </a:cubicBezTo>
                  <a:cubicBezTo>
                    <a:pt x="142875" y="442913"/>
                    <a:pt x="141922" y="385763"/>
                    <a:pt x="141922" y="327660"/>
                  </a:cubicBezTo>
                  <a:cubicBezTo>
                    <a:pt x="140970" y="221933"/>
                    <a:pt x="140970" y="117158"/>
                    <a:pt x="142875" y="11430"/>
                  </a:cubicBezTo>
                  <a:cubicBezTo>
                    <a:pt x="142875" y="8573"/>
                    <a:pt x="142875" y="6667"/>
                    <a:pt x="142875" y="3810"/>
                  </a:cubicBezTo>
                  <a:cubicBezTo>
                    <a:pt x="141922" y="3810"/>
                    <a:pt x="140018" y="3810"/>
                    <a:pt x="139065" y="3810"/>
                  </a:cubicBezTo>
                  <a:cubicBezTo>
                    <a:pt x="95250" y="1905"/>
                    <a:pt x="51435" y="953"/>
                    <a:pt x="7620" y="0"/>
                  </a:cubicBezTo>
                  <a:cubicBezTo>
                    <a:pt x="6668" y="0"/>
                    <a:pt x="5715" y="0"/>
                    <a:pt x="3810" y="0"/>
                  </a:cubicBezTo>
                  <a:cubicBezTo>
                    <a:pt x="2857" y="0"/>
                    <a:pt x="952" y="0"/>
                    <a:pt x="0" y="0"/>
                  </a:cubicBezTo>
                  <a:cubicBezTo>
                    <a:pt x="0" y="2858"/>
                    <a:pt x="0" y="4763"/>
                    <a:pt x="0" y="7620"/>
                  </a:cubicBezTo>
                  <a:cubicBezTo>
                    <a:pt x="0" y="51435"/>
                    <a:pt x="1905" y="96203"/>
                    <a:pt x="2857" y="139065"/>
                  </a:cubicBezTo>
                  <a:cubicBezTo>
                    <a:pt x="5715" y="232410"/>
                    <a:pt x="4763" y="325755"/>
                    <a:pt x="6668" y="419100"/>
                  </a:cubicBezTo>
                  <a:cubicBezTo>
                    <a:pt x="7620" y="446723"/>
                    <a:pt x="7620" y="474345"/>
                    <a:pt x="7620" y="502920"/>
                  </a:cubicBezTo>
                  <a:cubicBezTo>
                    <a:pt x="7620" y="504825"/>
                    <a:pt x="7620" y="506730"/>
                    <a:pt x="7620" y="509588"/>
                  </a:cubicBezTo>
                  <a:lnTo>
                    <a:pt x="13335" y="509588"/>
                  </a:lnTo>
                  <a:cubicBezTo>
                    <a:pt x="41910" y="509588"/>
                    <a:pt x="69532" y="509588"/>
                    <a:pt x="98107" y="511492"/>
                  </a:cubicBezTo>
                  <a:cubicBezTo>
                    <a:pt x="111443" y="512445"/>
                    <a:pt x="124777" y="513398"/>
                    <a:pt x="138113" y="513398"/>
                  </a:cubicBezTo>
                  <a:cubicBezTo>
                    <a:pt x="140018" y="513398"/>
                    <a:pt x="140970" y="513398"/>
                    <a:pt x="142875" y="513398"/>
                  </a:cubicBezTo>
                  <a:cubicBezTo>
                    <a:pt x="143827" y="512445"/>
                    <a:pt x="143827" y="509588"/>
                    <a:pt x="143827" y="506730"/>
                  </a:cubicBezTo>
                  <a:lnTo>
                    <a:pt x="143827" y="506730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A4A2B587-C8BE-B4FA-2BB1-2D3B4F0B25AD}"/>
                </a:ext>
              </a:extLst>
            </p:cNvPr>
            <p:cNvSpPr/>
            <p:nvPr/>
          </p:nvSpPr>
          <p:spPr>
            <a:xfrm>
              <a:off x="9028940" y="4301215"/>
              <a:ext cx="140146" cy="2558"/>
            </a:xfrm>
            <a:custGeom>
              <a:avLst/>
              <a:gdLst>
                <a:gd name="connsiteX0" fmla="*/ 835342 w 836294"/>
                <a:gd name="connsiteY0" fmla="*/ 0 h 15240"/>
                <a:gd name="connsiteX1" fmla="*/ 630555 w 836294"/>
                <a:gd name="connsiteY1" fmla="*/ 0 h 15240"/>
                <a:gd name="connsiteX2" fmla="*/ 150495 w 836294"/>
                <a:gd name="connsiteY2" fmla="*/ 0 h 15240"/>
                <a:gd name="connsiteX3" fmla="*/ 7620 w 836294"/>
                <a:gd name="connsiteY3" fmla="*/ 0 h 15240"/>
                <a:gd name="connsiteX4" fmla="*/ 0 w 836294"/>
                <a:gd name="connsiteY4" fmla="*/ 0 h 15240"/>
                <a:gd name="connsiteX5" fmla="*/ 0 w 836294"/>
                <a:gd name="connsiteY5" fmla="*/ 13335 h 15240"/>
                <a:gd name="connsiteX6" fmla="*/ 0 w 836294"/>
                <a:gd name="connsiteY6" fmla="*/ 15240 h 15240"/>
                <a:gd name="connsiteX7" fmla="*/ 1905 w 836294"/>
                <a:gd name="connsiteY7" fmla="*/ 15240 h 15240"/>
                <a:gd name="connsiteX8" fmla="*/ 11430 w 836294"/>
                <a:gd name="connsiteY8" fmla="*/ 15240 h 15240"/>
                <a:gd name="connsiteX9" fmla="*/ 308610 w 836294"/>
                <a:gd name="connsiteY9" fmla="*/ 15240 h 15240"/>
                <a:gd name="connsiteX10" fmla="*/ 836295 w 836294"/>
                <a:gd name="connsiteY10" fmla="*/ 15240 h 15240"/>
                <a:gd name="connsiteX11" fmla="*/ 835342 w 836294"/>
                <a:gd name="connsiteY11" fmla="*/ 0 h 15240"/>
                <a:gd name="connsiteX12" fmla="*/ 835342 w 836294"/>
                <a:gd name="connsiteY12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6294" h="15240">
                  <a:moveTo>
                    <a:pt x="835342" y="0"/>
                  </a:moveTo>
                  <a:cubicBezTo>
                    <a:pt x="766763" y="0"/>
                    <a:pt x="698182" y="0"/>
                    <a:pt x="630555" y="0"/>
                  </a:cubicBezTo>
                  <a:cubicBezTo>
                    <a:pt x="470535" y="0"/>
                    <a:pt x="310515" y="0"/>
                    <a:pt x="150495" y="0"/>
                  </a:cubicBezTo>
                  <a:cubicBezTo>
                    <a:pt x="102870" y="0"/>
                    <a:pt x="55245" y="0"/>
                    <a:pt x="7620" y="0"/>
                  </a:cubicBezTo>
                  <a:cubicBezTo>
                    <a:pt x="4763" y="0"/>
                    <a:pt x="2857" y="0"/>
                    <a:pt x="0" y="0"/>
                  </a:cubicBezTo>
                  <a:cubicBezTo>
                    <a:pt x="0" y="4763"/>
                    <a:pt x="0" y="8572"/>
                    <a:pt x="0" y="13335"/>
                  </a:cubicBezTo>
                  <a:cubicBezTo>
                    <a:pt x="0" y="14288"/>
                    <a:pt x="0" y="15240"/>
                    <a:pt x="0" y="15240"/>
                  </a:cubicBezTo>
                  <a:cubicBezTo>
                    <a:pt x="952" y="15240"/>
                    <a:pt x="952" y="15240"/>
                    <a:pt x="1905" y="15240"/>
                  </a:cubicBezTo>
                  <a:cubicBezTo>
                    <a:pt x="4763" y="15240"/>
                    <a:pt x="7620" y="15240"/>
                    <a:pt x="11430" y="15240"/>
                  </a:cubicBezTo>
                  <a:cubicBezTo>
                    <a:pt x="110490" y="15240"/>
                    <a:pt x="209550" y="15240"/>
                    <a:pt x="308610" y="15240"/>
                  </a:cubicBezTo>
                  <a:cubicBezTo>
                    <a:pt x="484822" y="15240"/>
                    <a:pt x="660082" y="15240"/>
                    <a:pt x="836295" y="15240"/>
                  </a:cubicBezTo>
                  <a:cubicBezTo>
                    <a:pt x="835342" y="10478"/>
                    <a:pt x="835342" y="5715"/>
                    <a:pt x="835342" y="0"/>
                  </a:cubicBezTo>
                  <a:lnTo>
                    <a:pt x="835342" y="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6F229535-9292-DA56-F306-5F1FC60D9318}"/>
                </a:ext>
              </a:extLst>
            </p:cNvPr>
            <p:cNvSpPr/>
            <p:nvPr/>
          </p:nvSpPr>
          <p:spPr>
            <a:xfrm>
              <a:off x="8441677" y="4202337"/>
              <a:ext cx="49163" cy="73543"/>
            </a:xfrm>
            <a:custGeom>
              <a:avLst/>
              <a:gdLst>
                <a:gd name="connsiteX0" fmla="*/ 0 w 293369"/>
                <a:gd name="connsiteY0" fmla="*/ 438150 h 438150"/>
                <a:gd name="connsiteX1" fmla="*/ 9525 w 293369"/>
                <a:gd name="connsiteY1" fmla="*/ 438150 h 438150"/>
                <a:gd name="connsiteX2" fmla="*/ 91440 w 293369"/>
                <a:gd name="connsiteY2" fmla="*/ 436245 h 438150"/>
                <a:gd name="connsiteX3" fmla="*/ 263843 w 293369"/>
                <a:gd name="connsiteY3" fmla="*/ 434340 h 438150"/>
                <a:gd name="connsiteX4" fmla="*/ 275272 w 293369"/>
                <a:gd name="connsiteY4" fmla="*/ 434340 h 438150"/>
                <a:gd name="connsiteX5" fmla="*/ 275272 w 293369"/>
                <a:gd name="connsiteY5" fmla="*/ 428625 h 438150"/>
                <a:gd name="connsiteX6" fmla="*/ 278130 w 293369"/>
                <a:gd name="connsiteY6" fmla="*/ 357188 h 438150"/>
                <a:gd name="connsiteX7" fmla="*/ 286703 w 293369"/>
                <a:gd name="connsiteY7" fmla="*/ 118110 h 438150"/>
                <a:gd name="connsiteX8" fmla="*/ 293370 w 293369"/>
                <a:gd name="connsiteY8" fmla="*/ 5715 h 438150"/>
                <a:gd name="connsiteX9" fmla="*/ 293370 w 293369"/>
                <a:gd name="connsiteY9" fmla="*/ 0 h 438150"/>
                <a:gd name="connsiteX10" fmla="*/ 285750 w 293369"/>
                <a:gd name="connsiteY10" fmla="*/ 0 h 438150"/>
                <a:gd name="connsiteX11" fmla="*/ 279083 w 293369"/>
                <a:gd name="connsiteY11" fmla="*/ 0 h 438150"/>
                <a:gd name="connsiteX12" fmla="*/ 12382 w 293369"/>
                <a:gd name="connsiteY12" fmla="*/ 2858 h 438150"/>
                <a:gd name="connsiteX13" fmla="*/ 3810 w 293369"/>
                <a:gd name="connsiteY13" fmla="*/ 2858 h 438150"/>
                <a:gd name="connsiteX14" fmla="*/ 3810 w 293369"/>
                <a:gd name="connsiteY14" fmla="*/ 8572 h 438150"/>
                <a:gd name="connsiteX15" fmla="*/ 5715 w 293369"/>
                <a:gd name="connsiteY15" fmla="*/ 277178 h 438150"/>
                <a:gd name="connsiteX16" fmla="*/ 952 w 293369"/>
                <a:gd name="connsiteY16" fmla="*/ 424815 h 438150"/>
                <a:gd name="connsiteX17" fmla="*/ 952 w 293369"/>
                <a:gd name="connsiteY17" fmla="*/ 429578 h 438150"/>
                <a:gd name="connsiteX18" fmla="*/ 0 w 293369"/>
                <a:gd name="connsiteY18" fmla="*/ 438150 h 438150"/>
                <a:gd name="connsiteX19" fmla="*/ 0 w 293369"/>
                <a:gd name="connsiteY19" fmla="*/ 438150 h 43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3369" h="438150">
                  <a:moveTo>
                    <a:pt x="0" y="438150"/>
                  </a:moveTo>
                  <a:cubicBezTo>
                    <a:pt x="2857" y="438150"/>
                    <a:pt x="5715" y="438150"/>
                    <a:pt x="9525" y="438150"/>
                  </a:cubicBezTo>
                  <a:cubicBezTo>
                    <a:pt x="37147" y="437197"/>
                    <a:pt x="63817" y="437197"/>
                    <a:pt x="91440" y="436245"/>
                  </a:cubicBezTo>
                  <a:cubicBezTo>
                    <a:pt x="149543" y="434340"/>
                    <a:pt x="206693" y="434340"/>
                    <a:pt x="263843" y="434340"/>
                  </a:cubicBezTo>
                  <a:lnTo>
                    <a:pt x="275272" y="434340"/>
                  </a:lnTo>
                  <a:cubicBezTo>
                    <a:pt x="275272" y="432435"/>
                    <a:pt x="275272" y="430530"/>
                    <a:pt x="275272" y="428625"/>
                  </a:cubicBezTo>
                  <a:cubicBezTo>
                    <a:pt x="276225" y="404813"/>
                    <a:pt x="277178" y="381000"/>
                    <a:pt x="278130" y="357188"/>
                  </a:cubicBezTo>
                  <a:cubicBezTo>
                    <a:pt x="281940" y="278130"/>
                    <a:pt x="280988" y="198120"/>
                    <a:pt x="286703" y="118110"/>
                  </a:cubicBezTo>
                  <a:cubicBezTo>
                    <a:pt x="288608" y="80963"/>
                    <a:pt x="293370" y="43815"/>
                    <a:pt x="293370" y="5715"/>
                  </a:cubicBezTo>
                  <a:cubicBezTo>
                    <a:pt x="293370" y="3810"/>
                    <a:pt x="293370" y="1905"/>
                    <a:pt x="293370" y="0"/>
                  </a:cubicBezTo>
                  <a:cubicBezTo>
                    <a:pt x="290513" y="0"/>
                    <a:pt x="288608" y="0"/>
                    <a:pt x="285750" y="0"/>
                  </a:cubicBezTo>
                  <a:cubicBezTo>
                    <a:pt x="283845" y="0"/>
                    <a:pt x="280988" y="0"/>
                    <a:pt x="279083" y="0"/>
                  </a:cubicBezTo>
                  <a:cubicBezTo>
                    <a:pt x="190500" y="953"/>
                    <a:pt x="100965" y="1905"/>
                    <a:pt x="12382" y="2858"/>
                  </a:cubicBezTo>
                  <a:cubicBezTo>
                    <a:pt x="9525" y="2858"/>
                    <a:pt x="6667" y="2858"/>
                    <a:pt x="3810" y="2858"/>
                  </a:cubicBezTo>
                  <a:cubicBezTo>
                    <a:pt x="3810" y="4763"/>
                    <a:pt x="3810" y="6668"/>
                    <a:pt x="3810" y="8572"/>
                  </a:cubicBezTo>
                  <a:cubicBezTo>
                    <a:pt x="8572" y="98108"/>
                    <a:pt x="8572" y="187643"/>
                    <a:pt x="5715" y="277178"/>
                  </a:cubicBezTo>
                  <a:cubicBezTo>
                    <a:pt x="3810" y="326708"/>
                    <a:pt x="2857" y="375285"/>
                    <a:pt x="952" y="424815"/>
                  </a:cubicBezTo>
                  <a:cubicBezTo>
                    <a:pt x="952" y="426720"/>
                    <a:pt x="952" y="427672"/>
                    <a:pt x="952" y="429578"/>
                  </a:cubicBezTo>
                  <a:cubicBezTo>
                    <a:pt x="952" y="433388"/>
                    <a:pt x="0" y="436245"/>
                    <a:pt x="0" y="438150"/>
                  </a:cubicBezTo>
                  <a:lnTo>
                    <a:pt x="0" y="438150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BAE71885-A0D9-D884-FB11-A946E1DA16AE}"/>
                </a:ext>
              </a:extLst>
            </p:cNvPr>
            <p:cNvSpPr/>
            <p:nvPr/>
          </p:nvSpPr>
          <p:spPr>
            <a:xfrm>
              <a:off x="8486690" y="4178516"/>
              <a:ext cx="49163" cy="97364"/>
            </a:xfrm>
            <a:custGeom>
              <a:avLst/>
              <a:gdLst>
                <a:gd name="connsiteX0" fmla="*/ 0 w 293369"/>
                <a:gd name="connsiteY0" fmla="*/ 580072 h 580072"/>
                <a:gd name="connsiteX1" fmla="*/ 9525 w 293369"/>
                <a:gd name="connsiteY1" fmla="*/ 580072 h 580072"/>
                <a:gd name="connsiteX2" fmla="*/ 91440 w 293369"/>
                <a:gd name="connsiteY2" fmla="*/ 577215 h 580072"/>
                <a:gd name="connsiteX3" fmla="*/ 263842 w 293369"/>
                <a:gd name="connsiteY3" fmla="*/ 575310 h 580072"/>
                <a:gd name="connsiteX4" fmla="*/ 275273 w 293369"/>
                <a:gd name="connsiteY4" fmla="*/ 575310 h 580072"/>
                <a:gd name="connsiteX5" fmla="*/ 275273 w 293369"/>
                <a:gd name="connsiteY5" fmla="*/ 567690 h 580072"/>
                <a:gd name="connsiteX6" fmla="*/ 278130 w 293369"/>
                <a:gd name="connsiteY6" fmla="*/ 473393 h 580072"/>
                <a:gd name="connsiteX7" fmla="*/ 286703 w 293369"/>
                <a:gd name="connsiteY7" fmla="*/ 157163 h 580072"/>
                <a:gd name="connsiteX8" fmla="*/ 293370 w 293369"/>
                <a:gd name="connsiteY8" fmla="*/ 8572 h 580072"/>
                <a:gd name="connsiteX9" fmla="*/ 293370 w 293369"/>
                <a:gd name="connsiteY9" fmla="*/ 0 h 580072"/>
                <a:gd name="connsiteX10" fmla="*/ 285750 w 293369"/>
                <a:gd name="connsiteY10" fmla="*/ 0 h 580072"/>
                <a:gd name="connsiteX11" fmla="*/ 279082 w 293369"/>
                <a:gd name="connsiteY11" fmla="*/ 0 h 580072"/>
                <a:gd name="connsiteX12" fmla="*/ 12382 w 293369"/>
                <a:gd name="connsiteY12" fmla="*/ 3810 h 580072"/>
                <a:gd name="connsiteX13" fmla="*/ 3810 w 293369"/>
                <a:gd name="connsiteY13" fmla="*/ 3810 h 580072"/>
                <a:gd name="connsiteX14" fmla="*/ 3810 w 293369"/>
                <a:gd name="connsiteY14" fmla="*/ 12382 h 580072"/>
                <a:gd name="connsiteX15" fmla="*/ 5715 w 293369"/>
                <a:gd name="connsiteY15" fmla="*/ 368618 h 580072"/>
                <a:gd name="connsiteX16" fmla="*/ 952 w 293369"/>
                <a:gd name="connsiteY16" fmla="*/ 563880 h 580072"/>
                <a:gd name="connsiteX17" fmla="*/ 952 w 293369"/>
                <a:gd name="connsiteY17" fmla="*/ 569595 h 580072"/>
                <a:gd name="connsiteX18" fmla="*/ 0 w 293369"/>
                <a:gd name="connsiteY18" fmla="*/ 580072 h 580072"/>
                <a:gd name="connsiteX19" fmla="*/ 0 w 293369"/>
                <a:gd name="connsiteY19" fmla="*/ 580072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3369" h="580072">
                  <a:moveTo>
                    <a:pt x="0" y="580072"/>
                  </a:moveTo>
                  <a:cubicBezTo>
                    <a:pt x="2857" y="580072"/>
                    <a:pt x="5715" y="580072"/>
                    <a:pt x="9525" y="580072"/>
                  </a:cubicBezTo>
                  <a:cubicBezTo>
                    <a:pt x="37147" y="579120"/>
                    <a:pt x="63817" y="578168"/>
                    <a:pt x="91440" y="577215"/>
                  </a:cubicBezTo>
                  <a:cubicBezTo>
                    <a:pt x="149542" y="575310"/>
                    <a:pt x="206692" y="575310"/>
                    <a:pt x="263842" y="575310"/>
                  </a:cubicBezTo>
                  <a:lnTo>
                    <a:pt x="275273" y="575310"/>
                  </a:lnTo>
                  <a:cubicBezTo>
                    <a:pt x="275273" y="573405"/>
                    <a:pt x="275273" y="570547"/>
                    <a:pt x="275273" y="567690"/>
                  </a:cubicBezTo>
                  <a:cubicBezTo>
                    <a:pt x="276225" y="536257"/>
                    <a:pt x="277178" y="504825"/>
                    <a:pt x="278130" y="473393"/>
                  </a:cubicBezTo>
                  <a:cubicBezTo>
                    <a:pt x="281940" y="367665"/>
                    <a:pt x="280988" y="261938"/>
                    <a:pt x="286703" y="157163"/>
                  </a:cubicBezTo>
                  <a:cubicBezTo>
                    <a:pt x="288607" y="108585"/>
                    <a:pt x="293370" y="58103"/>
                    <a:pt x="293370" y="8572"/>
                  </a:cubicBezTo>
                  <a:cubicBezTo>
                    <a:pt x="293370" y="5715"/>
                    <a:pt x="293370" y="2857"/>
                    <a:pt x="293370" y="0"/>
                  </a:cubicBezTo>
                  <a:cubicBezTo>
                    <a:pt x="290513" y="0"/>
                    <a:pt x="288607" y="0"/>
                    <a:pt x="285750" y="0"/>
                  </a:cubicBezTo>
                  <a:cubicBezTo>
                    <a:pt x="283845" y="0"/>
                    <a:pt x="280988" y="0"/>
                    <a:pt x="279082" y="0"/>
                  </a:cubicBezTo>
                  <a:cubicBezTo>
                    <a:pt x="190500" y="953"/>
                    <a:pt x="100965" y="1905"/>
                    <a:pt x="12382" y="3810"/>
                  </a:cubicBezTo>
                  <a:cubicBezTo>
                    <a:pt x="9525" y="3810"/>
                    <a:pt x="6667" y="3810"/>
                    <a:pt x="3810" y="3810"/>
                  </a:cubicBezTo>
                  <a:cubicBezTo>
                    <a:pt x="3810" y="6668"/>
                    <a:pt x="3810" y="9525"/>
                    <a:pt x="3810" y="12382"/>
                  </a:cubicBezTo>
                  <a:cubicBezTo>
                    <a:pt x="8572" y="131445"/>
                    <a:pt x="8572" y="249555"/>
                    <a:pt x="5715" y="368618"/>
                  </a:cubicBezTo>
                  <a:cubicBezTo>
                    <a:pt x="3810" y="433388"/>
                    <a:pt x="2857" y="499110"/>
                    <a:pt x="952" y="563880"/>
                  </a:cubicBezTo>
                  <a:cubicBezTo>
                    <a:pt x="952" y="565785"/>
                    <a:pt x="952" y="567690"/>
                    <a:pt x="952" y="569595"/>
                  </a:cubicBezTo>
                  <a:cubicBezTo>
                    <a:pt x="0" y="574357"/>
                    <a:pt x="0" y="577215"/>
                    <a:pt x="0" y="580072"/>
                  </a:cubicBezTo>
                  <a:lnTo>
                    <a:pt x="0" y="580072"/>
                  </a:ln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4FF5CF0-8C51-245D-2259-585D2D324B81}"/>
                </a:ext>
              </a:extLst>
            </p:cNvPr>
            <p:cNvSpPr/>
            <p:nvPr/>
          </p:nvSpPr>
          <p:spPr>
            <a:xfrm>
              <a:off x="8530745" y="4116324"/>
              <a:ext cx="49163" cy="159556"/>
            </a:xfrm>
            <a:custGeom>
              <a:avLst/>
              <a:gdLst>
                <a:gd name="connsiteX0" fmla="*/ 0 w 293370"/>
                <a:gd name="connsiteY0" fmla="*/ 950595 h 950594"/>
                <a:gd name="connsiteX1" fmla="*/ 9525 w 293370"/>
                <a:gd name="connsiteY1" fmla="*/ 949642 h 950594"/>
                <a:gd name="connsiteX2" fmla="*/ 91440 w 293370"/>
                <a:gd name="connsiteY2" fmla="*/ 944880 h 950594"/>
                <a:gd name="connsiteX3" fmla="*/ 263842 w 293370"/>
                <a:gd name="connsiteY3" fmla="*/ 941070 h 950594"/>
                <a:gd name="connsiteX4" fmla="*/ 275273 w 293370"/>
                <a:gd name="connsiteY4" fmla="*/ 941070 h 950594"/>
                <a:gd name="connsiteX5" fmla="*/ 275273 w 293370"/>
                <a:gd name="connsiteY5" fmla="*/ 929640 h 950594"/>
                <a:gd name="connsiteX6" fmla="*/ 278130 w 293370"/>
                <a:gd name="connsiteY6" fmla="*/ 775335 h 950594"/>
                <a:gd name="connsiteX7" fmla="*/ 286703 w 293370"/>
                <a:gd name="connsiteY7" fmla="*/ 257175 h 950594"/>
                <a:gd name="connsiteX8" fmla="*/ 293370 w 293370"/>
                <a:gd name="connsiteY8" fmla="*/ 13335 h 950594"/>
                <a:gd name="connsiteX9" fmla="*/ 293370 w 293370"/>
                <a:gd name="connsiteY9" fmla="*/ 0 h 950594"/>
                <a:gd name="connsiteX10" fmla="*/ 285750 w 293370"/>
                <a:gd name="connsiteY10" fmla="*/ 0 h 950594"/>
                <a:gd name="connsiteX11" fmla="*/ 279083 w 293370"/>
                <a:gd name="connsiteY11" fmla="*/ 0 h 950594"/>
                <a:gd name="connsiteX12" fmla="*/ 12383 w 293370"/>
                <a:gd name="connsiteY12" fmla="*/ 6667 h 950594"/>
                <a:gd name="connsiteX13" fmla="*/ 3810 w 293370"/>
                <a:gd name="connsiteY13" fmla="*/ 6667 h 950594"/>
                <a:gd name="connsiteX14" fmla="*/ 3810 w 293370"/>
                <a:gd name="connsiteY14" fmla="*/ 20002 h 950594"/>
                <a:gd name="connsiteX15" fmla="*/ 5715 w 293370"/>
                <a:gd name="connsiteY15" fmla="*/ 603885 h 950594"/>
                <a:gd name="connsiteX16" fmla="*/ 952 w 293370"/>
                <a:gd name="connsiteY16" fmla="*/ 923925 h 950594"/>
                <a:gd name="connsiteX17" fmla="*/ 952 w 293370"/>
                <a:gd name="connsiteY17" fmla="*/ 933450 h 950594"/>
                <a:gd name="connsiteX18" fmla="*/ 0 w 293370"/>
                <a:gd name="connsiteY18" fmla="*/ 950595 h 950594"/>
                <a:gd name="connsiteX19" fmla="*/ 0 w 293370"/>
                <a:gd name="connsiteY19" fmla="*/ 950595 h 95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3370" h="950594">
                  <a:moveTo>
                    <a:pt x="0" y="950595"/>
                  </a:moveTo>
                  <a:cubicBezTo>
                    <a:pt x="2858" y="950595"/>
                    <a:pt x="5715" y="950595"/>
                    <a:pt x="9525" y="949642"/>
                  </a:cubicBezTo>
                  <a:cubicBezTo>
                    <a:pt x="37148" y="948690"/>
                    <a:pt x="63817" y="946785"/>
                    <a:pt x="91440" y="944880"/>
                  </a:cubicBezTo>
                  <a:cubicBezTo>
                    <a:pt x="149542" y="942022"/>
                    <a:pt x="206692" y="941070"/>
                    <a:pt x="263842" y="941070"/>
                  </a:cubicBezTo>
                  <a:lnTo>
                    <a:pt x="275273" y="941070"/>
                  </a:lnTo>
                  <a:cubicBezTo>
                    <a:pt x="275273" y="937260"/>
                    <a:pt x="275273" y="933450"/>
                    <a:pt x="275273" y="929640"/>
                  </a:cubicBezTo>
                  <a:cubicBezTo>
                    <a:pt x="276225" y="878205"/>
                    <a:pt x="277178" y="826770"/>
                    <a:pt x="278130" y="775335"/>
                  </a:cubicBezTo>
                  <a:cubicBezTo>
                    <a:pt x="281940" y="602932"/>
                    <a:pt x="280988" y="429578"/>
                    <a:pt x="286703" y="257175"/>
                  </a:cubicBezTo>
                  <a:cubicBezTo>
                    <a:pt x="288608" y="177165"/>
                    <a:pt x="293370" y="95250"/>
                    <a:pt x="293370" y="13335"/>
                  </a:cubicBezTo>
                  <a:cubicBezTo>
                    <a:pt x="293370" y="8572"/>
                    <a:pt x="293370" y="4763"/>
                    <a:pt x="293370" y="0"/>
                  </a:cubicBezTo>
                  <a:cubicBezTo>
                    <a:pt x="290513" y="0"/>
                    <a:pt x="288608" y="0"/>
                    <a:pt x="285750" y="0"/>
                  </a:cubicBezTo>
                  <a:cubicBezTo>
                    <a:pt x="283845" y="0"/>
                    <a:pt x="280988" y="0"/>
                    <a:pt x="279083" y="0"/>
                  </a:cubicBezTo>
                  <a:cubicBezTo>
                    <a:pt x="190500" y="1905"/>
                    <a:pt x="100965" y="3810"/>
                    <a:pt x="12383" y="6667"/>
                  </a:cubicBezTo>
                  <a:cubicBezTo>
                    <a:pt x="9525" y="6667"/>
                    <a:pt x="6667" y="6667"/>
                    <a:pt x="3810" y="6667"/>
                  </a:cubicBezTo>
                  <a:cubicBezTo>
                    <a:pt x="3810" y="11430"/>
                    <a:pt x="3810" y="15240"/>
                    <a:pt x="3810" y="20002"/>
                  </a:cubicBezTo>
                  <a:cubicBezTo>
                    <a:pt x="8573" y="215265"/>
                    <a:pt x="8573" y="408622"/>
                    <a:pt x="5715" y="603885"/>
                  </a:cubicBezTo>
                  <a:cubicBezTo>
                    <a:pt x="3810" y="710565"/>
                    <a:pt x="2858" y="817245"/>
                    <a:pt x="952" y="923925"/>
                  </a:cubicBezTo>
                  <a:cubicBezTo>
                    <a:pt x="952" y="926782"/>
                    <a:pt x="952" y="930592"/>
                    <a:pt x="952" y="933450"/>
                  </a:cubicBezTo>
                  <a:cubicBezTo>
                    <a:pt x="0" y="941070"/>
                    <a:pt x="0" y="945832"/>
                    <a:pt x="0" y="950595"/>
                  </a:cubicBezTo>
                  <a:lnTo>
                    <a:pt x="0" y="950595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EF18E959-7C57-2875-3453-5011C1569D39}"/>
                </a:ext>
              </a:extLst>
            </p:cNvPr>
            <p:cNvSpPr/>
            <p:nvPr/>
          </p:nvSpPr>
          <p:spPr>
            <a:xfrm>
              <a:off x="8427311" y="4270284"/>
              <a:ext cx="159141" cy="5596"/>
            </a:xfrm>
            <a:custGeom>
              <a:avLst/>
              <a:gdLst>
                <a:gd name="connsiteX0" fmla="*/ 953 w 949642"/>
                <a:gd name="connsiteY0" fmla="*/ 0 h 33337"/>
                <a:gd name="connsiteX1" fmla="*/ 233363 w 949642"/>
                <a:gd name="connsiteY1" fmla="*/ 953 h 33337"/>
                <a:gd name="connsiteX2" fmla="*/ 779145 w 949642"/>
                <a:gd name="connsiteY2" fmla="*/ 1905 h 33337"/>
                <a:gd name="connsiteX3" fmla="*/ 941070 w 949642"/>
                <a:gd name="connsiteY3" fmla="*/ 1905 h 33337"/>
                <a:gd name="connsiteX4" fmla="*/ 949643 w 949642"/>
                <a:gd name="connsiteY4" fmla="*/ 1905 h 33337"/>
                <a:gd name="connsiteX5" fmla="*/ 949643 w 949642"/>
                <a:gd name="connsiteY5" fmla="*/ 28575 h 33337"/>
                <a:gd name="connsiteX6" fmla="*/ 949643 w 949642"/>
                <a:gd name="connsiteY6" fmla="*/ 33338 h 33337"/>
                <a:gd name="connsiteX7" fmla="*/ 947738 w 949642"/>
                <a:gd name="connsiteY7" fmla="*/ 33338 h 33337"/>
                <a:gd name="connsiteX8" fmla="*/ 937260 w 949642"/>
                <a:gd name="connsiteY8" fmla="*/ 33338 h 33337"/>
                <a:gd name="connsiteX9" fmla="*/ 600075 w 949642"/>
                <a:gd name="connsiteY9" fmla="*/ 32385 h 33337"/>
                <a:gd name="connsiteX10" fmla="*/ 0 w 949642"/>
                <a:gd name="connsiteY10" fmla="*/ 32385 h 33337"/>
                <a:gd name="connsiteX11" fmla="*/ 953 w 949642"/>
                <a:gd name="connsiteY11" fmla="*/ 0 h 33337"/>
                <a:gd name="connsiteX12" fmla="*/ 953 w 949642"/>
                <a:gd name="connsiteY12" fmla="*/ 0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9642" h="33337">
                  <a:moveTo>
                    <a:pt x="953" y="0"/>
                  </a:moveTo>
                  <a:cubicBezTo>
                    <a:pt x="79058" y="0"/>
                    <a:pt x="157163" y="0"/>
                    <a:pt x="233363" y="953"/>
                  </a:cubicBezTo>
                  <a:cubicBezTo>
                    <a:pt x="415290" y="1905"/>
                    <a:pt x="597218" y="1905"/>
                    <a:pt x="779145" y="1905"/>
                  </a:cubicBezTo>
                  <a:cubicBezTo>
                    <a:pt x="832485" y="1905"/>
                    <a:pt x="886778" y="1905"/>
                    <a:pt x="941070" y="1905"/>
                  </a:cubicBezTo>
                  <a:cubicBezTo>
                    <a:pt x="943928" y="1905"/>
                    <a:pt x="946785" y="1905"/>
                    <a:pt x="949643" y="1905"/>
                  </a:cubicBezTo>
                  <a:cubicBezTo>
                    <a:pt x="949643" y="10478"/>
                    <a:pt x="949643" y="20003"/>
                    <a:pt x="949643" y="28575"/>
                  </a:cubicBezTo>
                  <a:cubicBezTo>
                    <a:pt x="949643" y="30480"/>
                    <a:pt x="949643" y="31433"/>
                    <a:pt x="949643" y="33338"/>
                  </a:cubicBezTo>
                  <a:cubicBezTo>
                    <a:pt x="948690" y="33338"/>
                    <a:pt x="947738" y="33338"/>
                    <a:pt x="947738" y="33338"/>
                  </a:cubicBezTo>
                  <a:cubicBezTo>
                    <a:pt x="943928" y="33338"/>
                    <a:pt x="941070" y="33338"/>
                    <a:pt x="937260" y="33338"/>
                  </a:cubicBezTo>
                  <a:cubicBezTo>
                    <a:pt x="824865" y="33338"/>
                    <a:pt x="712470" y="33338"/>
                    <a:pt x="600075" y="32385"/>
                  </a:cubicBezTo>
                  <a:cubicBezTo>
                    <a:pt x="400050" y="32385"/>
                    <a:pt x="200978" y="32385"/>
                    <a:pt x="0" y="32385"/>
                  </a:cubicBezTo>
                  <a:cubicBezTo>
                    <a:pt x="953" y="21908"/>
                    <a:pt x="953" y="10478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AC76739D-F669-DEEA-C2D0-A60D590F5BA4}"/>
                </a:ext>
              </a:extLst>
            </p:cNvPr>
            <p:cNvSpPr/>
            <p:nvPr/>
          </p:nvSpPr>
          <p:spPr>
            <a:xfrm>
              <a:off x="8625109" y="4233205"/>
              <a:ext cx="79302" cy="79778"/>
            </a:xfrm>
            <a:custGeom>
              <a:avLst/>
              <a:gdLst>
                <a:gd name="connsiteX0" fmla="*/ 473226 w 473225"/>
                <a:gd name="connsiteY0" fmla="*/ 217970 h 475297"/>
                <a:gd name="connsiteX1" fmla="*/ 473226 w 473225"/>
                <a:gd name="connsiteY1" fmla="*/ 211303 h 475297"/>
                <a:gd name="connsiteX2" fmla="*/ 471321 w 473225"/>
                <a:gd name="connsiteY2" fmla="*/ 192253 h 475297"/>
                <a:gd name="connsiteX3" fmla="*/ 339876 w 473225"/>
                <a:gd name="connsiteY3" fmla="*/ 23660 h 475297"/>
                <a:gd name="connsiteX4" fmla="*/ 161758 w 473225"/>
                <a:gd name="connsiteY4" fmla="*/ 11278 h 475297"/>
                <a:gd name="connsiteX5" fmla="*/ 786 w 473225"/>
                <a:gd name="connsiteY5" fmla="*/ 229400 h 475297"/>
                <a:gd name="connsiteX6" fmla="*/ 40791 w 473225"/>
                <a:gd name="connsiteY6" fmla="*/ 389420 h 475297"/>
                <a:gd name="connsiteX7" fmla="*/ 86511 w 473225"/>
                <a:gd name="connsiteY7" fmla="*/ 432283 h 475297"/>
                <a:gd name="connsiteX8" fmla="*/ 337971 w 473225"/>
                <a:gd name="connsiteY8" fmla="*/ 454190 h 475297"/>
                <a:gd name="connsiteX9" fmla="*/ 438936 w 473225"/>
                <a:gd name="connsiteY9" fmla="*/ 368465 h 475297"/>
                <a:gd name="connsiteX10" fmla="*/ 464653 w 473225"/>
                <a:gd name="connsiteY10" fmla="*/ 307505 h 475297"/>
                <a:gd name="connsiteX11" fmla="*/ 466558 w 473225"/>
                <a:gd name="connsiteY11" fmla="*/ 301790 h 475297"/>
                <a:gd name="connsiteX12" fmla="*/ 467511 w 473225"/>
                <a:gd name="connsiteY12" fmla="*/ 296075 h 475297"/>
                <a:gd name="connsiteX13" fmla="*/ 467511 w 473225"/>
                <a:gd name="connsiteY13" fmla="*/ 296075 h 475297"/>
                <a:gd name="connsiteX14" fmla="*/ 468463 w 473225"/>
                <a:gd name="connsiteY14" fmla="*/ 291313 h 475297"/>
                <a:gd name="connsiteX15" fmla="*/ 469416 w 473225"/>
                <a:gd name="connsiteY15" fmla="*/ 284645 h 475297"/>
                <a:gd name="connsiteX16" fmla="*/ 470368 w 473225"/>
                <a:gd name="connsiteY16" fmla="*/ 278930 h 475297"/>
                <a:gd name="connsiteX17" fmla="*/ 470368 w 473225"/>
                <a:gd name="connsiteY17" fmla="*/ 277025 h 475297"/>
                <a:gd name="connsiteX18" fmla="*/ 471321 w 473225"/>
                <a:gd name="connsiteY18" fmla="*/ 273215 h 475297"/>
                <a:gd name="connsiteX19" fmla="*/ 471321 w 473225"/>
                <a:gd name="connsiteY19" fmla="*/ 271310 h 475297"/>
                <a:gd name="connsiteX20" fmla="*/ 472273 w 473225"/>
                <a:gd name="connsiteY20" fmla="*/ 267500 h 475297"/>
                <a:gd name="connsiteX21" fmla="*/ 472273 w 473225"/>
                <a:gd name="connsiteY21" fmla="*/ 264643 h 475297"/>
                <a:gd name="connsiteX22" fmla="*/ 472273 w 473225"/>
                <a:gd name="connsiteY22" fmla="*/ 263690 h 475297"/>
                <a:gd name="connsiteX23" fmla="*/ 472273 w 473225"/>
                <a:gd name="connsiteY23" fmla="*/ 259880 h 475297"/>
                <a:gd name="connsiteX24" fmla="*/ 473226 w 473225"/>
                <a:gd name="connsiteY24" fmla="*/ 252260 h 475297"/>
                <a:gd name="connsiteX25" fmla="*/ 473226 w 473225"/>
                <a:gd name="connsiteY25" fmla="*/ 246545 h 475297"/>
                <a:gd name="connsiteX26" fmla="*/ 473226 w 473225"/>
                <a:gd name="connsiteY26" fmla="*/ 243688 h 475297"/>
                <a:gd name="connsiteX27" fmla="*/ 473226 w 473225"/>
                <a:gd name="connsiteY27" fmla="*/ 238925 h 475297"/>
                <a:gd name="connsiteX28" fmla="*/ 473226 w 473225"/>
                <a:gd name="connsiteY28" fmla="*/ 237020 h 475297"/>
                <a:gd name="connsiteX29" fmla="*/ 473226 w 473225"/>
                <a:gd name="connsiteY29" fmla="*/ 230353 h 475297"/>
                <a:gd name="connsiteX30" fmla="*/ 473226 w 473225"/>
                <a:gd name="connsiteY30" fmla="*/ 217970 h 475297"/>
                <a:gd name="connsiteX31" fmla="*/ 473226 w 473225"/>
                <a:gd name="connsiteY31" fmla="*/ 217970 h 47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73225" h="475297">
                  <a:moveTo>
                    <a:pt x="473226" y="217970"/>
                  </a:moveTo>
                  <a:cubicBezTo>
                    <a:pt x="473226" y="216065"/>
                    <a:pt x="473226" y="213208"/>
                    <a:pt x="473226" y="211303"/>
                  </a:cubicBezTo>
                  <a:cubicBezTo>
                    <a:pt x="473226" y="204635"/>
                    <a:pt x="472273" y="198920"/>
                    <a:pt x="471321" y="192253"/>
                  </a:cubicBezTo>
                  <a:cubicBezTo>
                    <a:pt x="459891" y="115100"/>
                    <a:pt x="406551" y="55093"/>
                    <a:pt x="339876" y="23660"/>
                  </a:cubicBezTo>
                  <a:cubicBezTo>
                    <a:pt x="284631" y="-2057"/>
                    <a:pt x="220813" y="-7772"/>
                    <a:pt x="161758" y="11278"/>
                  </a:cubicBezTo>
                  <a:cubicBezTo>
                    <a:pt x="67461" y="41758"/>
                    <a:pt x="7453" y="133198"/>
                    <a:pt x="786" y="229400"/>
                  </a:cubicBezTo>
                  <a:cubicBezTo>
                    <a:pt x="-3024" y="289408"/>
                    <a:pt x="6501" y="345605"/>
                    <a:pt x="40791" y="389420"/>
                  </a:cubicBezTo>
                  <a:cubicBezTo>
                    <a:pt x="53173" y="405613"/>
                    <a:pt x="67461" y="419900"/>
                    <a:pt x="86511" y="432283"/>
                  </a:cubicBezTo>
                  <a:cubicBezTo>
                    <a:pt x="158901" y="480860"/>
                    <a:pt x="258913" y="488480"/>
                    <a:pt x="337971" y="454190"/>
                  </a:cubicBezTo>
                  <a:cubicBezTo>
                    <a:pt x="379881" y="437045"/>
                    <a:pt x="415123" y="406565"/>
                    <a:pt x="438936" y="368465"/>
                  </a:cubicBezTo>
                  <a:cubicBezTo>
                    <a:pt x="450366" y="349415"/>
                    <a:pt x="458938" y="329413"/>
                    <a:pt x="464653" y="307505"/>
                  </a:cubicBezTo>
                  <a:cubicBezTo>
                    <a:pt x="465606" y="305600"/>
                    <a:pt x="465606" y="303695"/>
                    <a:pt x="466558" y="301790"/>
                  </a:cubicBezTo>
                  <a:cubicBezTo>
                    <a:pt x="467511" y="299885"/>
                    <a:pt x="467511" y="297980"/>
                    <a:pt x="467511" y="296075"/>
                  </a:cubicBezTo>
                  <a:cubicBezTo>
                    <a:pt x="467511" y="296075"/>
                    <a:pt x="467511" y="296075"/>
                    <a:pt x="467511" y="296075"/>
                  </a:cubicBezTo>
                  <a:cubicBezTo>
                    <a:pt x="467511" y="294170"/>
                    <a:pt x="468463" y="292265"/>
                    <a:pt x="468463" y="291313"/>
                  </a:cubicBezTo>
                  <a:cubicBezTo>
                    <a:pt x="468463" y="289408"/>
                    <a:pt x="469416" y="286550"/>
                    <a:pt x="469416" y="284645"/>
                  </a:cubicBezTo>
                  <a:cubicBezTo>
                    <a:pt x="469416" y="282740"/>
                    <a:pt x="470368" y="280835"/>
                    <a:pt x="470368" y="278930"/>
                  </a:cubicBezTo>
                  <a:cubicBezTo>
                    <a:pt x="470368" y="277978"/>
                    <a:pt x="470368" y="277978"/>
                    <a:pt x="470368" y="277025"/>
                  </a:cubicBezTo>
                  <a:cubicBezTo>
                    <a:pt x="470368" y="276073"/>
                    <a:pt x="470368" y="274168"/>
                    <a:pt x="471321" y="273215"/>
                  </a:cubicBezTo>
                  <a:cubicBezTo>
                    <a:pt x="471321" y="272263"/>
                    <a:pt x="471321" y="272263"/>
                    <a:pt x="471321" y="271310"/>
                  </a:cubicBezTo>
                  <a:cubicBezTo>
                    <a:pt x="471321" y="270358"/>
                    <a:pt x="471321" y="268453"/>
                    <a:pt x="472273" y="267500"/>
                  </a:cubicBezTo>
                  <a:cubicBezTo>
                    <a:pt x="472273" y="266548"/>
                    <a:pt x="472273" y="265595"/>
                    <a:pt x="472273" y="264643"/>
                  </a:cubicBezTo>
                  <a:cubicBezTo>
                    <a:pt x="472273" y="264643"/>
                    <a:pt x="472273" y="263690"/>
                    <a:pt x="472273" y="263690"/>
                  </a:cubicBezTo>
                  <a:cubicBezTo>
                    <a:pt x="472273" y="262738"/>
                    <a:pt x="472273" y="260833"/>
                    <a:pt x="472273" y="259880"/>
                  </a:cubicBezTo>
                  <a:cubicBezTo>
                    <a:pt x="472273" y="257023"/>
                    <a:pt x="472273" y="255118"/>
                    <a:pt x="473226" y="252260"/>
                  </a:cubicBezTo>
                  <a:cubicBezTo>
                    <a:pt x="473226" y="250355"/>
                    <a:pt x="473226" y="248450"/>
                    <a:pt x="473226" y="246545"/>
                  </a:cubicBezTo>
                  <a:cubicBezTo>
                    <a:pt x="473226" y="245593"/>
                    <a:pt x="473226" y="244640"/>
                    <a:pt x="473226" y="243688"/>
                  </a:cubicBezTo>
                  <a:cubicBezTo>
                    <a:pt x="473226" y="241783"/>
                    <a:pt x="473226" y="240830"/>
                    <a:pt x="473226" y="238925"/>
                  </a:cubicBezTo>
                  <a:cubicBezTo>
                    <a:pt x="473226" y="237973"/>
                    <a:pt x="473226" y="237973"/>
                    <a:pt x="473226" y="237020"/>
                  </a:cubicBezTo>
                  <a:cubicBezTo>
                    <a:pt x="473226" y="235115"/>
                    <a:pt x="473226" y="232258"/>
                    <a:pt x="473226" y="230353"/>
                  </a:cubicBezTo>
                  <a:cubicBezTo>
                    <a:pt x="473226" y="225590"/>
                    <a:pt x="473226" y="221780"/>
                    <a:pt x="473226" y="217970"/>
                  </a:cubicBezTo>
                  <a:lnTo>
                    <a:pt x="473226" y="217970"/>
                  </a:lnTo>
                  <a:close/>
                </a:path>
              </a:pathLst>
            </a:custGeom>
            <a:solidFill>
              <a:srgbClr val="6ECB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24DB11D-AD74-27F6-A77E-99F053BEB6D9}"/>
                </a:ext>
              </a:extLst>
            </p:cNvPr>
            <p:cNvSpPr/>
            <p:nvPr/>
          </p:nvSpPr>
          <p:spPr>
            <a:xfrm>
              <a:off x="8619522" y="4229848"/>
              <a:ext cx="79302" cy="79778"/>
            </a:xfrm>
            <a:custGeom>
              <a:avLst/>
              <a:gdLst>
                <a:gd name="connsiteX0" fmla="*/ 473226 w 473225"/>
                <a:gd name="connsiteY0" fmla="*/ 217970 h 475297"/>
                <a:gd name="connsiteX1" fmla="*/ 473226 w 473225"/>
                <a:gd name="connsiteY1" fmla="*/ 211303 h 475297"/>
                <a:gd name="connsiteX2" fmla="*/ 471321 w 473225"/>
                <a:gd name="connsiteY2" fmla="*/ 192253 h 475297"/>
                <a:gd name="connsiteX3" fmla="*/ 339876 w 473225"/>
                <a:gd name="connsiteY3" fmla="*/ 23660 h 475297"/>
                <a:gd name="connsiteX4" fmla="*/ 161758 w 473225"/>
                <a:gd name="connsiteY4" fmla="*/ 11278 h 475297"/>
                <a:gd name="connsiteX5" fmla="*/ 786 w 473225"/>
                <a:gd name="connsiteY5" fmla="*/ 229400 h 475297"/>
                <a:gd name="connsiteX6" fmla="*/ 40791 w 473225"/>
                <a:gd name="connsiteY6" fmla="*/ 389420 h 475297"/>
                <a:gd name="connsiteX7" fmla="*/ 86511 w 473225"/>
                <a:gd name="connsiteY7" fmla="*/ 432283 h 475297"/>
                <a:gd name="connsiteX8" fmla="*/ 337971 w 473225"/>
                <a:gd name="connsiteY8" fmla="*/ 454190 h 475297"/>
                <a:gd name="connsiteX9" fmla="*/ 438936 w 473225"/>
                <a:gd name="connsiteY9" fmla="*/ 368465 h 475297"/>
                <a:gd name="connsiteX10" fmla="*/ 464653 w 473225"/>
                <a:gd name="connsiteY10" fmla="*/ 307505 h 475297"/>
                <a:gd name="connsiteX11" fmla="*/ 466558 w 473225"/>
                <a:gd name="connsiteY11" fmla="*/ 301790 h 475297"/>
                <a:gd name="connsiteX12" fmla="*/ 467511 w 473225"/>
                <a:gd name="connsiteY12" fmla="*/ 296075 h 475297"/>
                <a:gd name="connsiteX13" fmla="*/ 467511 w 473225"/>
                <a:gd name="connsiteY13" fmla="*/ 296075 h 475297"/>
                <a:gd name="connsiteX14" fmla="*/ 468463 w 473225"/>
                <a:gd name="connsiteY14" fmla="*/ 291313 h 475297"/>
                <a:gd name="connsiteX15" fmla="*/ 469416 w 473225"/>
                <a:gd name="connsiteY15" fmla="*/ 284645 h 475297"/>
                <a:gd name="connsiteX16" fmla="*/ 470368 w 473225"/>
                <a:gd name="connsiteY16" fmla="*/ 278930 h 475297"/>
                <a:gd name="connsiteX17" fmla="*/ 470368 w 473225"/>
                <a:gd name="connsiteY17" fmla="*/ 277025 h 475297"/>
                <a:gd name="connsiteX18" fmla="*/ 471321 w 473225"/>
                <a:gd name="connsiteY18" fmla="*/ 273215 h 475297"/>
                <a:gd name="connsiteX19" fmla="*/ 471321 w 473225"/>
                <a:gd name="connsiteY19" fmla="*/ 271310 h 475297"/>
                <a:gd name="connsiteX20" fmla="*/ 472273 w 473225"/>
                <a:gd name="connsiteY20" fmla="*/ 267500 h 475297"/>
                <a:gd name="connsiteX21" fmla="*/ 472273 w 473225"/>
                <a:gd name="connsiteY21" fmla="*/ 264643 h 475297"/>
                <a:gd name="connsiteX22" fmla="*/ 472273 w 473225"/>
                <a:gd name="connsiteY22" fmla="*/ 263690 h 475297"/>
                <a:gd name="connsiteX23" fmla="*/ 472273 w 473225"/>
                <a:gd name="connsiteY23" fmla="*/ 259880 h 475297"/>
                <a:gd name="connsiteX24" fmla="*/ 473226 w 473225"/>
                <a:gd name="connsiteY24" fmla="*/ 252260 h 475297"/>
                <a:gd name="connsiteX25" fmla="*/ 473226 w 473225"/>
                <a:gd name="connsiteY25" fmla="*/ 246545 h 475297"/>
                <a:gd name="connsiteX26" fmla="*/ 473226 w 473225"/>
                <a:gd name="connsiteY26" fmla="*/ 243688 h 475297"/>
                <a:gd name="connsiteX27" fmla="*/ 473226 w 473225"/>
                <a:gd name="connsiteY27" fmla="*/ 238925 h 475297"/>
                <a:gd name="connsiteX28" fmla="*/ 473226 w 473225"/>
                <a:gd name="connsiteY28" fmla="*/ 237020 h 475297"/>
                <a:gd name="connsiteX29" fmla="*/ 473226 w 473225"/>
                <a:gd name="connsiteY29" fmla="*/ 230353 h 475297"/>
                <a:gd name="connsiteX30" fmla="*/ 473226 w 473225"/>
                <a:gd name="connsiteY30" fmla="*/ 217970 h 475297"/>
                <a:gd name="connsiteX31" fmla="*/ 473226 w 473225"/>
                <a:gd name="connsiteY31" fmla="*/ 217970 h 47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73225" h="475297">
                  <a:moveTo>
                    <a:pt x="473226" y="217970"/>
                  </a:moveTo>
                  <a:cubicBezTo>
                    <a:pt x="473226" y="216065"/>
                    <a:pt x="473226" y="213208"/>
                    <a:pt x="473226" y="211303"/>
                  </a:cubicBezTo>
                  <a:cubicBezTo>
                    <a:pt x="473226" y="204635"/>
                    <a:pt x="472273" y="198920"/>
                    <a:pt x="471321" y="192253"/>
                  </a:cubicBezTo>
                  <a:cubicBezTo>
                    <a:pt x="459891" y="115100"/>
                    <a:pt x="407503" y="55093"/>
                    <a:pt x="339876" y="23660"/>
                  </a:cubicBezTo>
                  <a:cubicBezTo>
                    <a:pt x="284631" y="-2057"/>
                    <a:pt x="220813" y="-7772"/>
                    <a:pt x="161758" y="11278"/>
                  </a:cubicBezTo>
                  <a:cubicBezTo>
                    <a:pt x="67461" y="41758"/>
                    <a:pt x="7453" y="133198"/>
                    <a:pt x="786" y="229400"/>
                  </a:cubicBezTo>
                  <a:cubicBezTo>
                    <a:pt x="-3024" y="289408"/>
                    <a:pt x="6501" y="345605"/>
                    <a:pt x="40791" y="389420"/>
                  </a:cubicBezTo>
                  <a:cubicBezTo>
                    <a:pt x="53173" y="405613"/>
                    <a:pt x="67461" y="419900"/>
                    <a:pt x="86511" y="432283"/>
                  </a:cubicBezTo>
                  <a:cubicBezTo>
                    <a:pt x="158901" y="480860"/>
                    <a:pt x="258913" y="488480"/>
                    <a:pt x="337971" y="454190"/>
                  </a:cubicBezTo>
                  <a:cubicBezTo>
                    <a:pt x="379881" y="437045"/>
                    <a:pt x="415123" y="406565"/>
                    <a:pt x="438936" y="368465"/>
                  </a:cubicBezTo>
                  <a:cubicBezTo>
                    <a:pt x="450366" y="349415"/>
                    <a:pt x="458938" y="329413"/>
                    <a:pt x="464653" y="307505"/>
                  </a:cubicBezTo>
                  <a:cubicBezTo>
                    <a:pt x="465606" y="305600"/>
                    <a:pt x="465606" y="303695"/>
                    <a:pt x="466558" y="301790"/>
                  </a:cubicBezTo>
                  <a:cubicBezTo>
                    <a:pt x="467511" y="299885"/>
                    <a:pt x="467511" y="297980"/>
                    <a:pt x="467511" y="296075"/>
                  </a:cubicBezTo>
                  <a:cubicBezTo>
                    <a:pt x="467511" y="296075"/>
                    <a:pt x="467511" y="296075"/>
                    <a:pt x="467511" y="296075"/>
                  </a:cubicBezTo>
                  <a:cubicBezTo>
                    <a:pt x="467511" y="294170"/>
                    <a:pt x="468463" y="292265"/>
                    <a:pt x="468463" y="291313"/>
                  </a:cubicBezTo>
                  <a:cubicBezTo>
                    <a:pt x="468463" y="289408"/>
                    <a:pt x="469416" y="286550"/>
                    <a:pt x="469416" y="284645"/>
                  </a:cubicBezTo>
                  <a:cubicBezTo>
                    <a:pt x="469416" y="282740"/>
                    <a:pt x="470368" y="280835"/>
                    <a:pt x="470368" y="278930"/>
                  </a:cubicBezTo>
                  <a:cubicBezTo>
                    <a:pt x="470368" y="277978"/>
                    <a:pt x="470368" y="277978"/>
                    <a:pt x="470368" y="277025"/>
                  </a:cubicBezTo>
                  <a:cubicBezTo>
                    <a:pt x="470368" y="276073"/>
                    <a:pt x="470368" y="274168"/>
                    <a:pt x="471321" y="273215"/>
                  </a:cubicBezTo>
                  <a:cubicBezTo>
                    <a:pt x="471321" y="272263"/>
                    <a:pt x="471321" y="272263"/>
                    <a:pt x="471321" y="271310"/>
                  </a:cubicBezTo>
                  <a:cubicBezTo>
                    <a:pt x="471321" y="270358"/>
                    <a:pt x="471321" y="268453"/>
                    <a:pt x="472273" y="267500"/>
                  </a:cubicBezTo>
                  <a:cubicBezTo>
                    <a:pt x="472273" y="266548"/>
                    <a:pt x="472273" y="265595"/>
                    <a:pt x="472273" y="264643"/>
                  </a:cubicBezTo>
                  <a:cubicBezTo>
                    <a:pt x="472273" y="264643"/>
                    <a:pt x="472273" y="263690"/>
                    <a:pt x="472273" y="263690"/>
                  </a:cubicBezTo>
                  <a:cubicBezTo>
                    <a:pt x="472273" y="262738"/>
                    <a:pt x="472273" y="260833"/>
                    <a:pt x="472273" y="259880"/>
                  </a:cubicBezTo>
                  <a:cubicBezTo>
                    <a:pt x="472273" y="257023"/>
                    <a:pt x="472273" y="255118"/>
                    <a:pt x="473226" y="252260"/>
                  </a:cubicBezTo>
                  <a:cubicBezTo>
                    <a:pt x="473226" y="250355"/>
                    <a:pt x="473226" y="248450"/>
                    <a:pt x="473226" y="246545"/>
                  </a:cubicBezTo>
                  <a:cubicBezTo>
                    <a:pt x="473226" y="245593"/>
                    <a:pt x="473226" y="244640"/>
                    <a:pt x="473226" y="243688"/>
                  </a:cubicBezTo>
                  <a:cubicBezTo>
                    <a:pt x="473226" y="241783"/>
                    <a:pt x="473226" y="240830"/>
                    <a:pt x="473226" y="238925"/>
                  </a:cubicBezTo>
                  <a:cubicBezTo>
                    <a:pt x="473226" y="237973"/>
                    <a:pt x="473226" y="237973"/>
                    <a:pt x="473226" y="237020"/>
                  </a:cubicBezTo>
                  <a:cubicBezTo>
                    <a:pt x="473226" y="235115"/>
                    <a:pt x="473226" y="232258"/>
                    <a:pt x="473226" y="230353"/>
                  </a:cubicBezTo>
                  <a:cubicBezTo>
                    <a:pt x="473226" y="225590"/>
                    <a:pt x="473226" y="221780"/>
                    <a:pt x="473226" y="217970"/>
                  </a:cubicBezTo>
                  <a:lnTo>
                    <a:pt x="473226" y="217970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67DC47E0-8C25-F977-B976-692930CB653F}"/>
                </a:ext>
              </a:extLst>
            </p:cNvPr>
            <p:cNvSpPr/>
            <p:nvPr/>
          </p:nvSpPr>
          <p:spPr>
            <a:xfrm>
              <a:off x="8647482" y="4246659"/>
              <a:ext cx="23114" cy="46054"/>
            </a:xfrm>
            <a:custGeom>
              <a:avLst/>
              <a:gdLst>
                <a:gd name="connsiteX0" fmla="*/ 137786 w 137928"/>
                <a:gd name="connsiteY0" fmla="*/ 171152 h 274379"/>
                <a:gd name="connsiteX1" fmla="*/ 126356 w 137928"/>
                <a:gd name="connsiteY1" fmla="*/ 214967 h 274379"/>
                <a:gd name="connsiteX2" fmla="*/ 108258 w 137928"/>
                <a:gd name="connsiteY2" fmla="*/ 234970 h 274379"/>
                <a:gd name="connsiteX3" fmla="*/ 93971 w 137928"/>
                <a:gd name="connsiteY3" fmla="*/ 243542 h 274379"/>
                <a:gd name="connsiteX4" fmla="*/ 89208 w 137928"/>
                <a:gd name="connsiteY4" fmla="*/ 245447 h 274379"/>
                <a:gd name="connsiteX5" fmla="*/ 87303 w 137928"/>
                <a:gd name="connsiteY5" fmla="*/ 246400 h 274379"/>
                <a:gd name="connsiteX6" fmla="*/ 86351 w 137928"/>
                <a:gd name="connsiteY6" fmla="*/ 246400 h 274379"/>
                <a:gd name="connsiteX7" fmla="*/ 85398 w 137928"/>
                <a:gd name="connsiteY7" fmla="*/ 246400 h 274379"/>
                <a:gd name="connsiteX8" fmla="*/ 81588 w 137928"/>
                <a:gd name="connsiteY8" fmla="*/ 248305 h 274379"/>
                <a:gd name="connsiteX9" fmla="*/ 80636 w 137928"/>
                <a:gd name="connsiteY9" fmla="*/ 251162 h 274379"/>
                <a:gd name="connsiteX10" fmla="*/ 80636 w 137928"/>
                <a:gd name="connsiteY10" fmla="*/ 254020 h 274379"/>
                <a:gd name="connsiteX11" fmla="*/ 79683 w 137928"/>
                <a:gd name="connsiteY11" fmla="*/ 257830 h 274379"/>
                <a:gd name="connsiteX12" fmla="*/ 72063 w 137928"/>
                <a:gd name="connsiteY12" fmla="*/ 271165 h 274379"/>
                <a:gd name="connsiteX13" fmla="*/ 57776 w 137928"/>
                <a:gd name="connsiteY13" fmla="*/ 274022 h 274379"/>
                <a:gd name="connsiteX14" fmla="*/ 45393 w 137928"/>
                <a:gd name="connsiteY14" fmla="*/ 262592 h 274379"/>
                <a:gd name="connsiteX15" fmla="*/ 44441 w 137928"/>
                <a:gd name="connsiteY15" fmla="*/ 257830 h 274379"/>
                <a:gd name="connsiteX16" fmla="*/ 44441 w 137928"/>
                <a:gd name="connsiteY16" fmla="*/ 255925 h 274379"/>
                <a:gd name="connsiteX17" fmla="*/ 44441 w 137928"/>
                <a:gd name="connsiteY17" fmla="*/ 254020 h 274379"/>
                <a:gd name="connsiteX18" fmla="*/ 40631 w 137928"/>
                <a:gd name="connsiteY18" fmla="*/ 248305 h 274379"/>
                <a:gd name="connsiteX19" fmla="*/ 33011 w 137928"/>
                <a:gd name="connsiteY19" fmla="*/ 245447 h 274379"/>
                <a:gd name="connsiteX20" fmla="*/ 28248 w 137928"/>
                <a:gd name="connsiteY20" fmla="*/ 243542 h 274379"/>
                <a:gd name="connsiteX21" fmla="*/ 24438 w 137928"/>
                <a:gd name="connsiteY21" fmla="*/ 241637 h 274379"/>
                <a:gd name="connsiteX22" fmla="*/ 8246 w 137928"/>
                <a:gd name="connsiteY22" fmla="*/ 227350 h 274379"/>
                <a:gd name="connsiteX23" fmla="*/ 1578 w 137928"/>
                <a:gd name="connsiteY23" fmla="*/ 207347 h 274379"/>
                <a:gd name="connsiteX24" fmla="*/ 7293 w 137928"/>
                <a:gd name="connsiteY24" fmla="*/ 190202 h 274379"/>
                <a:gd name="connsiteX25" fmla="*/ 22533 w 137928"/>
                <a:gd name="connsiteY25" fmla="*/ 180677 h 274379"/>
                <a:gd name="connsiteX26" fmla="*/ 47298 w 137928"/>
                <a:gd name="connsiteY26" fmla="*/ 182582 h 274379"/>
                <a:gd name="connsiteX27" fmla="*/ 50156 w 137928"/>
                <a:gd name="connsiteY27" fmla="*/ 183535 h 274379"/>
                <a:gd name="connsiteX28" fmla="*/ 53013 w 137928"/>
                <a:gd name="connsiteY28" fmla="*/ 184487 h 274379"/>
                <a:gd name="connsiteX29" fmla="*/ 58728 w 137928"/>
                <a:gd name="connsiteY29" fmla="*/ 186392 h 274379"/>
                <a:gd name="connsiteX30" fmla="*/ 70158 w 137928"/>
                <a:gd name="connsiteY30" fmla="*/ 186392 h 274379"/>
                <a:gd name="connsiteX31" fmla="*/ 77778 w 137928"/>
                <a:gd name="connsiteY31" fmla="*/ 175915 h 274379"/>
                <a:gd name="connsiteX32" fmla="*/ 69206 w 137928"/>
                <a:gd name="connsiteY32" fmla="*/ 163532 h 274379"/>
                <a:gd name="connsiteX33" fmla="*/ 58728 w 137928"/>
                <a:gd name="connsiteY33" fmla="*/ 156865 h 274379"/>
                <a:gd name="connsiteX34" fmla="*/ 53013 w 137928"/>
                <a:gd name="connsiteY34" fmla="*/ 154007 h 274379"/>
                <a:gd name="connsiteX35" fmla="*/ 47298 w 137928"/>
                <a:gd name="connsiteY35" fmla="*/ 151150 h 274379"/>
                <a:gd name="connsiteX36" fmla="*/ 26343 w 137928"/>
                <a:gd name="connsiteY36" fmla="*/ 138767 h 274379"/>
                <a:gd name="connsiteX37" fmla="*/ 1578 w 137928"/>
                <a:gd name="connsiteY37" fmla="*/ 101620 h 274379"/>
                <a:gd name="connsiteX38" fmla="*/ 626 w 137928"/>
                <a:gd name="connsiteY38" fmla="*/ 76855 h 274379"/>
                <a:gd name="connsiteX39" fmla="*/ 8246 w 137928"/>
                <a:gd name="connsiteY39" fmla="*/ 53042 h 274379"/>
                <a:gd name="connsiteX40" fmla="*/ 22533 w 137928"/>
                <a:gd name="connsiteY40" fmla="*/ 35897 h 274379"/>
                <a:gd name="connsiteX41" fmla="*/ 28248 w 137928"/>
                <a:gd name="connsiteY41" fmla="*/ 32087 h 274379"/>
                <a:gd name="connsiteX42" fmla="*/ 33011 w 137928"/>
                <a:gd name="connsiteY42" fmla="*/ 29230 h 274379"/>
                <a:gd name="connsiteX43" fmla="*/ 38726 w 137928"/>
                <a:gd name="connsiteY43" fmla="*/ 26372 h 274379"/>
                <a:gd name="connsiteX44" fmla="*/ 39678 w 137928"/>
                <a:gd name="connsiteY44" fmla="*/ 23515 h 274379"/>
                <a:gd name="connsiteX45" fmla="*/ 39678 w 137928"/>
                <a:gd name="connsiteY45" fmla="*/ 22562 h 274379"/>
                <a:gd name="connsiteX46" fmla="*/ 39678 w 137928"/>
                <a:gd name="connsiteY46" fmla="*/ 20657 h 274379"/>
                <a:gd name="connsiteX47" fmla="*/ 40631 w 137928"/>
                <a:gd name="connsiteY47" fmla="*/ 17800 h 274379"/>
                <a:gd name="connsiteX48" fmla="*/ 47298 w 137928"/>
                <a:gd name="connsiteY48" fmla="*/ 4465 h 274379"/>
                <a:gd name="connsiteX49" fmla="*/ 67301 w 137928"/>
                <a:gd name="connsiteY49" fmla="*/ 1607 h 274379"/>
                <a:gd name="connsiteX50" fmla="*/ 76826 w 137928"/>
                <a:gd name="connsiteY50" fmla="*/ 9227 h 274379"/>
                <a:gd name="connsiteX51" fmla="*/ 79683 w 137928"/>
                <a:gd name="connsiteY51" fmla="*/ 20657 h 274379"/>
                <a:gd name="connsiteX52" fmla="*/ 79683 w 137928"/>
                <a:gd name="connsiteY52" fmla="*/ 26372 h 274379"/>
                <a:gd name="connsiteX53" fmla="*/ 85398 w 137928"/>
                <a:gd name="connsiteY53" fmla="*/ 28277 h 274379"/>
                <a:gd name="connsiteX54" fmla="*/ 90161 w 137928"/>
                <a:gd name="connsiteY54" fmla="*/ 30182 h 274379"/>
                <a:gd name="connsiteX55" fmla="*/ 95876 w 137928"/>
                <a:gd name="connsiteY55" fmla="*/ 33992 h 274379"/>
                <a:gd name="connsiteX56" fmla="*/ 110163 w 137928"/>
                <a:gd name="connsiteY56" fmla="*/ 48280 h 274379"/>
                <a:gd name="connsiteX57" fmla="*/ 115878 w 137928"/>
                <a:gd name="connsiteY57" fmla="*/ 67330 h 274379"/>
                <a:gd name="connsiteX58" fmla="*/ 109211 w 137928"/>
                <a:gd name="connsiteY58" fmla="*/ 82570 h 274379"/>
                <a:gd name="connsiteX59" fmla="*/ 93971 w 137928"/>
                <a:gd name="connsiteY59" fmla="*/ 87332 h 274379"/>
                <a:gd name="connsiteX60" fmla="*/ 80636 w 137928"/>
                <a:gd name="connsiteY60" fmla="*/ 84475 h 274379"/>
                <a:gd name="connsiteX61" fmla="*/ 74921 w 137928"/>
                <a:gd name="connsiteY61" fmla="*/ 82570 h 274379"/>
                <a:gd name="connsiteX62" fmla="*/ 68253 w 137928"/>
                <a:gd name="connsiteY62" fmla="*/ 80665 h 274379"/>
                <a:gd name="connsiteX63" fmla="*/ 66348 w 137928"/>
                <a:gd name="connsiteY63" fmla="*/ 79712 h 274379"/>
                <a:gd name="connsiteX64" fmla="*/ 63491 w 137928"/>
                <a:gd name="connsiteY64" fmla="*/ 78760 h 274379"/>
                <a:gd name="connsiteX65" fmla="*/ 57776 w 137928"/>
                <a:gd name="connsiteY65" fmla="*/ 77807 h 274379"/>
                <a:gd name="connsiteX66" fmla="*/ 49203 w 137928"/>
                <a:gd name="connsiteY66" fmla="*/ 82570 h 274379"/>
                <a:gd name="connsiteX67" fmla="*/ 56823 w 137928"/>
                <a:gd name="connsiteY67" fmla="*/ 98762 h 274379"/>
                <a:gd name="connsiteX68" fmla="*/ 66348 w 137928"/>
                <a:gd name="connsiteY68" fmla="*/ 103525 h 274379"/>
                <a:gd name="connsiteX69" fmla="*/ 74921 w 137928"/>
                <a:gd name="connsiteY69" fmla="*/ 106382 h 274379"/>
                <a:gd name="connsiteX70" fmla="*/ 115878 w 137928"/>
                <a:gd name="connsiteY70" fmla="*/ 129242 h 274379"/>
                <a:gd name="connsiteX71" fmla="*/ 137786 w 137928"/>
                <a:gd name="connsiteY71" fmla="*/ 171152 h 274379"/>
                <a:gd name="connsiteX72" fmla="*/ 137786 w 137928"/>
                <a:gd name="connsiteY72" fmla="*/ 171152 h 274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137928" h="274379">
                  <a:moveTo>
                    <a:pt x="137786" y="171152"/>
                  </a:moveTo>
                  <a:cubicBezTo>
                    <a:pt x="138738" y="186392"/>
                    <a:pt x="134928" y="200680"/>
                    <a:pt x="126356" y="214967"/>
                  </a:cubicBezTo>
                  <a:cubicBezTo>
                    <a:pt x="121593" y="223540"/>
                    <a:pt x="114926" y="230207"/>
                    <a:pt x="108258" y="234970"/>
                  </a:cubicBezTo>
                  <a:cubicBezTo>
                    <a:pt x="103496" y="238780"/>
                    <a:pt x="98733" y="241637"/>
                    <a:pt x="93971" y="243542"/>
                  </a:cubicBezTo>
                  <a:cubicBezTo>
                    <a:pt x="92066" y="244495"/>
                    <a:pt x="90161" y="244495"/>
                    <a:pt x="89208" y="245447"/>
                  </a:cubicBezTo>
                  <a:cubicBezTo>
                    <a:pt x="88256" y="245447"/>
                    <a:pt x="88256" y="245447"/>
                    <a:pt x="87303" y="246400"/>
                  </a:cubicBezTo>
                  <a:lnTo>
                    <a:pt x="86351" y="246400"/>
                  </a:lnTo>
                  <a:lnTo>
                    <a:pt x="85398" y="246400"/>
                  </a:lnTo>
                  <a:cubicBezTo>
                    <a:pt x="83493" y="247352"/>
                    <a:pt x="81588" y="247352"/>
                    <a:pt x="81588" y="248305"/>
                  </a:cubicBezTo>
                  <a:cubicBezTo>
                    <a:pt x="81588" y="248305"/>
                    <a:pt x="81588" y="249257"/>
                    <a:pt x="80636" y="251162"/>
                  </a:cubicBezTo>
                  <a:cubicBezTo>
                    <a:pt x="80636" y="252115"/>
                    <a:pt x="80636" y="253067"/>
                    <a:pt x="80636" y="254020"/>
                  </a:cubicBezTo>
                  <a:cubicBezTo>
                    <a:pt x="80636" y="254972"/>
                    <a:pt x="80636" y="255925"/>
                    <a:pt x="79683" y="257830"/>
                  </a:cubicBezTo>
                  <a:cubicBezTo>
                    <a:pt x="77778" y="263545"/>
                    <a:pt x="74921" y="268307"/>
                    <a:pt x="72063" y="271165"/>
                  </a:cubicBezTo>
                  <a:cubicBezTo>
                    <a:pt x="68253" y="274022"/>
                    <a:pt x="62538" y="274975"/>
                    <a:pt x="57776" y="274022"/>
                  </a:cubicBezTo>
                  <a:cubicBezTo>
                    <a:pt x="51108" y="273070"/>
                    <a:pt x="47298" y="269260"/>
                    <a:pt x="45393" y="262592"/>
                  </a:cubicBezTo>
                  <a:cubicBezTo>
                    <a:pt x="44441" y="261640"/>
                    <a:pt x="44441" y="259735"/>
                    <a:pt x="44441" y="257830"/>
                  </a:cubicBezTo>
                  <a:lnTo>
                    <a:pt x="44441" y="255925"/>
                  </a:lnTo>
                  <a:lnTo>
                    <a:pt x="44441" y="254020"/>
                  </a:lnTo>
                  <a:cubicBezTo>
                    <a:pt x="44441" y="251162"/>
                    <a:pt x="42536" y="249257"/>
                    <a:pt x="40631" y="248305"/>
                  </a:cubicBezTo>
                  <a:cubicBezTo>
                    <a:pt x="40631" y="248305"/>
                    <a:pt x="37773" y="247352"/>
                    <a:pt x="33011" y="245447"/>
                  </a:cubicBezTo>
                  <a:cubicBezTo>
                    <a:pt x="31106" y="244495"/>
                    <a:pt x="29201" y="244495"/>
                    <a:pt x="28248" y="243542"/>
                  </a:cubicBezTo>
                  <a:cubicBezTo>
                    <a:pt x="26343" y="242590"/>
                    <a:pt x="25391" y="242590"/>
                    <a:pt x="24438" y="241637"/>
                  </a:cubicBezTo>
                  <a:cubicBezTo>
                    <a:pt x="17771" y="237827"/>
                    <a:pt x="12056" y="233065"/>
                    <a:pt x="8246" y="227350"/>
                  </a:cubicBezTo>
                  <a:cubicBezTo>
                    <a:pt x="3483" y="220682"/>
                    <a:pt x="1578" y="214015"/>
                    <a:pt x="1578" y="207347"/>
                  </a:cubicBezTo>
                  <a:cubicBezTo>
                    <a:pt x="1578" y="200680"/>
                    <a:pt x="3483" y="194965"/>
                    <a:pt x="7293" y="190202"/>
                  </a:cubicBezTo>
                  <a:cubicBezTo>
                    <a:pt x="11103" y="185440"/>
                    <a:pt x="15866" y="181630"/>
                    <a:pt x="22533" y="180677"/>
                  </a:cubicBezTo>
                  <a:cubicBezTo>
                    <a:pt x="29201" y="179725"/>
                    <a:pt x="36821" y="179725"/>
                    <a:pt x="47298" y="182582"/>
                  </a:cubicBezTo>
                  <a:lnTo>
                    <a:pt x="50156" y="183535"/>
                  </a:lnTo>
                  <a:lnTo>
                    <a:pt x="53013" y="184487"/>
                  </a:lnTo>
                  <a:cubicBezTo>
                    <a:pt x="55871" y="185440"/>
                    <a:pt x="57776" y="185440"/>
                    <a:pt x="58728" y="186392"/>
                  </a:cubicBezTo>
                  <a:cubicBezTo>
                    <a:pt x="63491" y="187345"/>
                    <a:pt x="67301" y="187345"/>
                    <a:pt x="70158" y="186392"/>
                  </a:cubicBezTo>
                  <a:cubicBezTo>
                    <a:pt x="75873" y="184487"/>
                    <a:pt x="78731" y="180677"/>
                    <a:pt x="77778" y="175915"/>
                  </a:cubicBezTo>
                  <a:cubicBezTo>
                    <a:pt x="76826" y="171152"/>
                    <a:pt x="73968" y="167342"/>
                    <a:pt x="69206" y="163532"/>
                  </a:cubicBezTo>
                  <a:cubicBezTo>
                    <a:pt x="66348" y="161627"/>
                    <a:pt x="63491" y="158770"/>
                    <a:pt x="58728" y="156865"/>
                  </a:cubicBezTo>
                  <a:lnTo>
                    <a:pt x="53013" y="154007"/>
                  </a:lnTo>
                  <a:lnTo>
                    <a:pt x="47298" y="151150"/>
                  </a:lnTo>
                  <a:cubicBezTo>
                    <a:pt x="37773" y="146387"/>
                    <a:pt x="31106" y="141625"/>
                    <a:pt x="26343" y="138767"/>
                  </a:cubicBezTo>
                  <a:cubicBezTo>
                    <a:pt x="13008" y="128290"/>
                    <a:pt x="5388" y="115907"/>
                    <a:pt x="1578" y="101620"/>
                  </a:cubicBezTo>
                  <a:cubicBezTo>
                    <a:pt x="-327" y="93047"/>
                    <a:pt x="-327" y="85427"/>
                    <a:pt x="626" y="76855"/>
                  </a:cubicBezTo>
                  <a:cubicBezTo>
                    <a:pt x="1578" y="68282"/>
                    <a:pt x="4436" y="59710"/>
                    <a:pt x="8246" y="53042"/>
                  </a:cubicBezTo>
                  <a:cubicBezTo>
                    <a:pt x="12056" y="46375"/>
                    <a:pt x="16818" y="40660"/>
                    <a:pt x="22533" y="35897"/>
                  </a:cubicBezTo>
                  <a:cubicBezTo>
                    <a:pt x="24438" y="34945"/>
                    <a:pt x="26343" y="33040"/>
                    <a:pt x="28248" y="32087"/>
                  </a:cubicBezTo>
                  <a:cubicBezTo>
                    <a:pt x="30153" y="31135"/>
                    <a:pt x="32058" y="30182"/>
                    <a:pt x="33011" y="29230"/>
                  </a:cubicBezTo>
                  <a:cubicBezTo>
                    <a:pt x="36821" y="28277"/>
                    <a:pt x="38726" y="27325"/>
                    <a:pt x="38726" y="26372"/>
                  </a:cubicBezTo>
                  <a:cubicBezTo>
                    <a:pt x="38726" y="26372"/>
                    <a:pt x="39678" y="24467"/>
                    <a:pt x="39678" y="23515"/>
                  </a:cubicBezTo>
                  <a:lnTo>
                    <a:pt x="39678" y="22562"/>
                  </a:lnTo>
                  <a:lnTo>
                    <a:pt x="39678" y="20657"/>
                  </a:lnTo>
                  <a:cubicBezTo>
                    <a:pt x="39678" y="19705"/>
                    <a:pt x="39678" y="18752"/>
                    <a:pt x="40631" y="17800"/>
                  </a:cubicBezTo>
                  <a:cubicBezTo>
                    <a:pt x="41583" y="12085"/>
                    <a:pt x="44441" y="7322"/>
                    <a:pt x="47298" y="4465"/>
                  </a:cubicBezTo>
                  <a:cubicBezTo>
                    <a:pt x="53013" y="-298"/>
                    <a:pt x="59681" y="-1250"/>
                    <a:pt x="67301" y="1607"/>
                  </a:cubicBezTo>
                  <a:cubicBezTo>
                    <a:pt x="71111" y="2560"/>
                    <a:pt x="74921" y="5417"/>
                    <a:pt x="76826" y="9227"/>
                  </a:cubicBezTo>
                  <a:cubicBezTo>
                    <a:pt x="78731" y="13037"/>
                    <a:pt x="79683" y="16847"/>
                    <a:pt x="79683" y="20657"/>
                  </a:cubicBezTo>
                  <a:cubicBezTo>
                    <a:pt x="79683" y="24467"/>
                    <a:pt x="79683" y="25420"/>
                    <a:pt x="79683" y="26372"/>
                  </a:cubicBezTo>
                  <a:cubicBezTo>
                    <a:pt x="79683" y="26372"/>
                    <a:pt x="81588" y="27325"/>
                    <a:pt x="85398" y="28277"/>
                  </a:cubicBezTo>
                  <a:cubicBezTo>
                    <a:pt x="87303" y="29230"/>
                    <a:pt x="89208" y="30182"/>
                    <a:pt x="90161" y="30182"/>
                  </a:cubicBezTo>
                  <a:cubicBezTo>
                    <a:pt x="92066" y="31135"/>
                    <a:pt x="93971" y="32087"/>
                    <a:pt x="95876" y="33992"/>
                  </a:cubicBezTo>
                  <a:cubicBezTo>
                    <a:pt x="101591" y="37802"/>
                    <a:pt x="106353" y="42565"/>
                    <a:pt x="110163" y="48280"/>
                  </a:cubicBezTo>
                  <a:cubicBezTo>
                    <a:pt x="113973" y="54947"/>
                    <a:pt x="115878" y="60662"/>
                    <a:pt x="115878" y="67330"/>
                  </a:cubicBezTo>
                  <a:cubicBezTo>
                    <a:pt x="115878" y="73997"/>
                    <a:pt x="113021" y="78760"/>
                    <a:pt x="109211" y="82570"/>
                  </a:cubicBezTo>
                  <a:cubicBezTo>
                    <a:pt x="105401" y="86380"/>
                    <a:pt x="99686" y="87332"/>
                    <a:pt x="93971" y="87332"/>
                  </a:cubicBezTo>
                  <a:cubicBezTo>
                    <a:pt x="90161" y="87332"/>
                    <a:pt x="86351" y="86380"/>
                    <a:pt x="80636" y="84475"/>
                  </a:cubicBezTo>
                  <a:lnTo>
                    <a:pt x="74921" y="82570"/>
                  </a:lnTo>
                  <a:lnTo>
                    <a:pt x="68253" y="80665"/>
                  </a:lnTo>
                  <a:cubicBezTo>
                    <a:pt x="67301" y="80665"/>
                    <a:pt x="66348" y="79712"/>
                    <a:pt x="66348" y="79712"/>
                  </a:cubicBezTo>
                  <a:lnTo>
                    <a:pt x="63491" y="78760"/>
                  </a:lnTo>
                  <a:cubicBezTo>
                    <a:pt x="61586" y="77807"/>
                    <a:pt x="59681" y="77807"/>
                    <a:pt x="57776" y="77807"/>
                  </a:cubicBezTo>
                  <a:cubicBezTo>
                    <a:pt x="53966" y="77807"/>
                    <a:pt x="51108" y="78760"/>
                    <a:pt x="49203" y="82570"/>
                  </a:cubicBezTo>
                  <a:cubicBezTo>
                    <a:pt x="47298" y="88285"/>
                    <a:pt x="49203" y="94000"/>
                    <a:pt x="56823" y="98762"/>
                  </a:cubicBezTo>
                  <a:cubicBezTo>
                    <a:pt x="59681" y="100667"/>
                    <a:pt x="62538" y="102572"/>
                    <a:pt x="66348" y="103525"/>
                  </a:cubicBezTo>
                  <a:cubicBezTo>
                    <a:pt x="69206" y="104477"/>
                    <a:pt x="72063" y="105430"/>
                    <a:pt x="74921" y="106382"/>
                  </a:cubicBezTo>
                  <a:cubicBezTo>
                    <a:pt x="91113" y="111145"/>
                    <a:pt x="104448" y="118765"/>
                    <a:pt x="115878" y="129242"/>
                  </a:cubicBezTo>
                  <a:cubicBezTo>
                    <a:pt x="131118" y="141625"/>
                    <a:pt x="136833" y="154960"/>
                    <a:pt x="137786" y="171152"/>
                  </a:cubicBezTo>
                  <a:lnTo>
                    <a:pt x="137786" y="1711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260" name="Group 2259">
            <a:extLst>
              <a:ext uri="{FF2B5EF4-FFF2-40B4-BE49-F238E27FC236}">
                <a16:creationId xmlns:a16="http://schemas.microsoft.com/office/drawing/2014/main" id="{8A8046C2-8499-53E9-B5BC-EC30A81ACEBE}"/>
              </a:ext>
            </a:extLst>
          </p:cNvPr>
          <p:cNvGrpSpPr/>
          <p:nvPr/>
        </p:nvGrpSpPr>
        <p:grpSpPr>
          <a:xfrm>
            <a:off x="5008880" y="3857354"/>
            <a:ext cx="948448" cy="513712"/>
            <a:chOff x="5029200" y="3857354"/>
            <a:chExt cx="948448" cy="513712"/>
          </a:xfrm>
        </p:grpSpPr>
        <p:grpSp>
          <p:nvGrpSpPr>
            <p:cNvPr id="2243" name="Group 2242">
              <a:extLst>
                <a:ext uri="{FF2B5EF4-FFF2-40B4-BE49-F238E27FC236}">
                  <a16:creationId xmlns:a16="http://schemas.microsoft.com/office/drawing/2014/main" id="{05BB6048-162C-4F23-24BE-DAB726F0AC9D}"/>
                </a:ext>
              </a:extLst>
            </p:cNvPr>
            <p:cNvGrpSpPr>
              <a:grpSpLocks/>
            </p:cNvGrpSpPr>
            <p:nvPr/>
          </p:nvGrpSpPr>
          <p:grpSpPr>
            <a:xfrm>
              <a:off x="5029200" y="3857354"/>
              <a:ext cx="581935" cy="429597"/>
              <a:chOff x="5366209" y="3969697"/>
              <a:chExt cx="478600" cy="397651"/>
            </a:xfrm>
          </p:grpSpPr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0C692100-CF5B-BC7F-9E9B-0D83EEE8F734}"/>
                  </a:ext>
                </a:extLst>
              </p:cNvPr>
              <p:cNvSpPr/>
              <p:nvPr/>
            </p:nvSpPr>
            <p:spPr>
              <a:xfrm>
                <a:off x="5366209" y="3969697"/>
                <a:ext cx="478600" cy="53087"/>
              </a:xfrm>
              <a:custGeom>
                <a:avLst/>
                <a:gdLst>
                  <a:gd name="connsiteX0" fmla="*/ 2283619 w 2283618"/>
                  <a:gd name="connsiteY0" fmla="*/ 94774 h 247173"/>
                  <a:gd name="connsiteX1" fmla="*/ 2194274 w 2283618"/>
                  <a:gd name="connsiteY1" fmla="*/ 0 h 247173"/>
                  <a:gd name="connsiteX2" fmla="*/ 89345 w 2283618"/>
                  <a:gd name="connsiteY2" fmla="*/ 0 h 247173"/>
                  <a:gd name="connsiteX3" fmla="*/ 0 w 2283618"/>
                  <a:gd name="connsiteY3" fmla="*/ 94774 h 247173"/>
                  <a:gd name="connsiteX4" fmla="*/ 0 w 2283618"/>
                  <a:gd name="connsiteY4" fmla="*/ 247174 h 247173"/>
                  <a:gd name="connsiteX5" fmla="*/ 2283619 w 2283618"/>
                  <a:gd name="connsiteY5" fmla="*/ 247174 h 247173"/>
                  <a:gd name="connsiteX6" fmla="*/ 2283619 w 2283618"/>
                  <a:gd name="connsiteY6" fmla="*/ 94774 h 247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3618" h="247173">
                    <a:moveTo>
                      <a:pt x="2283619" y="94774"/>
                    </a:moveTo>
                    <a:cubicBezTo>
                      <a:pt x="2283619" y="42482"/>
                      <a:pt x="2243614" y="0"/>
                      <a:pt x="2194274" y="0"/>
                    </a:cubicBezTo>
                    <a:lnTo>
                      <a:pt x="89345" y="0"/>
                    </a:lnTo>
                    <a:cubicBezTo>
                      <a:pt x="40005" y="0"/>
                      <a:pt x="0" y="42386"/>
                      <a:pt x="0" y="94774"/>
                    </a:cubicBezTo>
                    <a:lnTo>
                      <a:pt x="0" y="247174"/>
                    </a:lnTo>
                    <a:lnTo>
                      <a:pt x="2283619" y="247174"/>
                    </a:lnTo>
                    <a:lnTo>
                      <a:pt x="2283619" y="94774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131A4C03-0D91-48E5-46D1-9C75A3313D81}"/>
                  </a:ext>
                </a:extLst>
              </p:cNvPr>
              <p:cNvSpPr/>
              <p:nvPr/>
            </p:nvSpPr>
            <p:spPr>
              <a:xfrm>
                <a:off x="5366209" y="4022805"/>
                <a:ext cx="478579" cy="344543"/>
              </a:xfrm>
              <a:custGeom>
                <a:avLst/>
                <a:gdLst>
                  <a:gd name="connsiteX0" fmla="*/ 677323 w 2283523"/>
                  <a:gd name="connsiteY0" fmla="*/ 0 h 1604200"/>
                  <a:gd name="connsiteX1" fmla="*/ 0 w 2283523"/>
                  <a:gd name="connsiteY1" fmla="*/ 0 h 1604200"/>
                  <a:gd name="connsiteX2" fmla="*/ 0 w 2283523"/>
                  <a:gd name="connsiteY2" fmla="*/ 1444943 h 1604200"/>
                  <a:gd name="connsiteX3" fmla="*/ 159258 w 2283523"/>
                  <a:gd name="connsiteY3" fmla="*/ 1604201 h 1604200"/>
                  <a:gd name="connsiteX4" fmla="*/ 2124266 w 2283523"/>
                  <a:gd name="connsiteY4" fmla="*/ 1604201 h 1604200"/>
                  <a:gd name="connsiteX5" fmla="*/ 2283524 w 2283523"/>
                  <a:gd name="connsiteY5" fmla="*/ 1444943 h 1604200"/>
                  <a:gd name="connsiteX6" fmla="*/ 2283524 w 2283523"/>
                  <a:gd name="connsiteY6" fmla="*/ 0 h 1604200"/>
                  <a:gd name="connsiteX7" fmla="*/ 677323 w 2283523"/>
                  <a:gd name="connsiteY7" fmla="*/ 0 h 160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3523" h="1604200">
                    <a:moveTo>
                      <a:pt x="677323" y="0"/>
                    </a:moveTo>
                    <a:lnTo>
                      <a:pt x="0" y="0"/>
                    </a:lnTo>
                    <a:lnTo>
                      <a:pt x="0" y="1444943"/>
                    </a:lnTo>
                    <a:cubicBezTo>
                      <a:pt x="0" y="1532858"/>
                      <a:pt x="71342" y="1604201"/>
                      <a:pt x="159258" y="1604201"/>
                    </a:cubicBezTo>
                    <a:lnTo>
                      <a:pt x="2124266" y="1604201"/>
                    </a:lnTo>
                    <a:cubicBezTo>
                      <a:pt x="2212182" y="1604201"/>
                      <a:pt x="2283524" y="1532858"/>
                      <a:pt x="2283524" y="1444943"/>
                    </a:cubicBezTo>
                    <a:lnTo>
                      <a:pt x="2283524" y="0"/>
                    </a:lnTo>
                    <a:lnTo>
                      <a:pt x="677323" y="0"/>
                    </a:ln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B7B9C6F9-C299-F997-7314-1B90C2A6CDC1}"/>
                  </a:ext>
                </a:extLst>
              </p:cNvPr>
              <p:cNvSpPr/>
              <p:nvPr/>
            </p:nvSpPr>
            <p:spPr>
              <a:xfrm>
                <a:off x="5570524" y="4064191"/>
                <a:ext cx="233980" cy="237776"/>
              </a:xfrm>
              <a:custGeom>
                <a:avLst/>
                <a:gdLst>
                  <a:gd name="connsiteX0" fmla="*/ 445008 w 1116425"/>
                  <a:gd name="connsiteY0" fmla="*/ 95 h 1107090"/>
                  <a:gd name="connsiteX1" fmla="*/ 1108901 w 1116425"/>
                  <a:gd name="connsiteY1" fmla="*/ 95 h 1107090"/>
                  <a:gd name="connsiteX2" fmla="*/ 1116425 w 1116425"/>
                  <a:gd name="connsiteY2" fmla="*/ 7525 h 1107090"/>
                  <a:gd name="connsiteX3" fmla="*/ 1116425 w 1116425"/>
                  <a:gd name="connsiteY3" fmla="*/ 404908 h 1107090"/>
                  <a:gd name="connsiteX4" fmla="*/ 1108901 w 1116425"/>
                  <a:gd name="connsiteY4" fmla="*/ 412337 h 1107090"/>
                  <a:gd name="connsiteX5" fmla="*/ 445008 w 1116425"/>
                  <a:gd name="connsiteY5" fmla="*/ 412337 h 1107090"/>
                  <a:gd name="connsiteX6" fmla="*/ 437579 w 1116425"/>
                  <a:gd name="connsiteY6" fmla="*/ 404908 h 1107090"/>
                  <a:gd name="connsiteX7" fmla="*/ 437579 w 1116425"/>
                  <a:gd name="connsiteY7" fmla="*/ 7525 h 1107090"/>
                  <a:gd name="connsiteX8" fmla="*/ 445103 w 1116425"/>
                  <a:gd name="connsiteY8" fmla="*/ 0 h 1107090"/>
                  <a:gd name="connsiteX9" fmla="*/ 7525 w 1116425"/>
                  <a:gd name="connsiteY9" fmla="*/ 1107091 h 1107090"/>
                  <a:gd name="connsiteX10" fmla="*/ 331946 w 1116425"/>
                  <a:gd name="connsiteY10" fmla="*/ 1107091 h 1107090"/>
                  <a:gd name="connsiteX11" fmla="*/ 339471 w 1116425"/>
                  <a:gd name="connsiteY11" fmla="*/ 1099566 h 1107090"/>
                  <a:gd name="connsiteX12" fmla="*/ 339471 w 1116425"/>
                  <a:gd name="connsiteY12" fmla="*/ 7525 h 1107090"/>
                  <a:gd name="connsiteX13" fmla="*/ 331946 w 1116425"/>
                  <a:gd name="connsiteY13" fmla="*/ 0 h 1107090"/>
                  <a:gd name="connsiteX14" fmla="*/ 7525 w 1116425"/>
                  <a:gd name="connsiteY14" fmla="*/ 0 h 1107090"/>
                  <a:gd name="connsiteX15" fmla="*/ 0 w 1116425"/>
                  <a:gd name="connsiteY15" fmla="*/ 7525 h 1107090"/>
                  <a:gd name="connsiteX16" fmla="*/ 0 w 1116425"/>
                  <a:gd name="connsiteY16" fmla="*/ 1099566 h 1107090"/>
                  <a:gd name="connsiteX17" fmla="*/ 7429 w 1116425"/>
                  <a:gd name="connsiteY17" fmla="*/ 1106996 h 1107090"/>
                  <a:gd name="connsiteX18" fmla="*/ 445008 w 1116425"/>
                  <a:gd name="connsiteY18" fmla="*/ 1107091 h 1107090"/>
                  <a:gd name="connsiteX19" fmla="*/ 1108901 w 1116425"/>
                  <a:gd name="connsiteY19" fmla="*/ 1107091 h 1107090"/>
                  <a:gd name="connsiteX20" fmla="*/ 1116425 w 1116425"/>
                  <a:gd name="connsiteY20" fmla="*/ 1099661 h 1107090"/>
                  <a:gd name="connsiteX21" fmla="*/ 1116425 w 1116425"/>
                  <a:gd name="connsiteY21" fmla="*/ 512921 h 1107090"/>
                  <a:gd name="connsiteX22" fmla="*/ 1108901 w 1116425"/>
                  <a:gd name="connsiteY22" fmla="*/ 505492 h 1107090"/>
                  <a:gd name="connsiteX23" fmla="*/ 445008 w 1116425"/>
                  <a:gd name="connsiteY23" fmla="*/ 505492 h 1107090"/>
                  <a:gd name="connsiteX24" fmla="*/ 437579 w 1116425"/>
                  <a:gd name="connsiteY24" fmla="*/ 512921 h 1107090"/>
                  <a:gd name="connsiteX25" fmla="*/ 437579 w 1116425"/>
                  <a:gd name="connsiteY25" fmla="*/ 1099661 h 1107090"/>
                  <a:gd name="connsiteX26" fmla="*/ 445008 w 1116425"/>
                  <a:gd name="connsiteY26" fmla="*/ 1107091 h 1107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16425" h="1107090">
                    <a:moveTo>
                      <a:pt x="445008" y="95"/>
                    </a:moveTo>
                    <a:lnTo>
                      <a:pt x="1108901" y="95"/>
                    </a:lnTo>
                    <a:cubicBezTo>
                      <a:pt x="1112996" y="95"/>
                      <a:pt x="1116425" y="3429"/>
                      <a:pt x="1116425" y="7525"/>
                    </a:cubicBezTo>
                    <a:lnTo>
                      <a:pt x="1116425" y="404908"/>
                    </a:lnTo>
                    <a:cubicBezTo>
                      <a:pt x="1116425" y="409004"/>
                      <a:pt x="1113092" y="412337"/>
                      <a:pt x="1108901" y="412337"/>
                    </a:cubicBezTo>
                    <a:lnTo>
                      <a:pt x="445008" y="412337"/>
                    </a:lnTo>
                    <a:cubicBezTo>
                      <a:pt x="440912" y="412337"/>
                      <a:pt x="437579" y="409004"/>
                      <a:pt x="437579" y="404908"/>
                    </a:cubicBezTo>
                    <a:lnTo>
                      <a:pt x="437579" y="7525"/>
                    </a:lnTo>
                    <a:cubicBezTo>
                      <a:pt x="437579" y="3429"/>
                      <a:pt x="440912" y="0"/>
                      <a:pt x="445103" y="0"/>
                    </a:cubicBezTo>
                    <a:close/>
                    <a:moveTo>
                      <a:pt x="7525" y="1107091"/>
                    </a:moveTo>
                    <a:lnTo>
                      <a:pt x="331946" y="1107091"/>
                    </a:lnTo>
                    <a:cubicBezTo>
                      <a:pt x="336042" y="1107091"/>
                      <a:pt x="339471" y="1103757"/>
                      <a:pt x="339471" y="1099566"/>
                    </a:cubicBezTo>
                    <a:lnTo>
                      <a:pt x="339471" y="7525"/>
                    </a:lnTo>
                    <a:cubicBezTo>
                      <a:pt x="339471" y="3429"/>
                      <a:pt x="336137" y="0"/>
                      <a:pt x="331946" y="0"/>
                    </a:cubicBezTo>
                    <a:lnTo>
                      <a:pt x="7525" y="0"/>
                    </a:lnTo>
                    <a:cubicBezTo>
                      <a:pt x="3429" y="0"/>
                      <a:pt x="0" y="3334"/>
                      <a:pt x="0" y="7525"/>
                    </a:cubicBezTo>
                    <a:lnTo>
                      <a:pt x="0" y="1099566"/>
                    </a:lnTo>
                    <a:cubicBezTo>
                      <a:pt x="0" y="1103662"/>
                      <a:pt x="3334" y="1106996"/>
                      <a:pt x="7429" y="1106996"/>
                    </a:cubicBezTo>
                    <a:close/>
                    <a:moveTo>
                      <a:pt x="445008" y="1107091"/>
                    </a:moveTo>
                    <a:lnTo>
                      <a:pt x="1108901" y="1107091"/>
                    </a:lnTo>
                    <a:cubicBezTo>
                      <a:pt x="1112996" y="1107091"/>
                      <a:pt x="1116425" y="1103757"/>
                      <a:pt x="1116425" y="1099661"/>
                    </a:cubicBezTo>
                    <a:lnTo>
                      <a:pt x="1116425" y="512921"/>
                    </a:lnTo>
                    <a:cubicBezTo>
                      <a:pt x="1116425" y="508825"/>
                      <a:pt x="1113092" y="505492"/>
                      <a:pt x="1108901" y="505492"/>
                    </a:cubicBezTo>
                    <a:lnTo>
                      <a:pt x="445008" y="505492"/>
                    </a:lnTo>
                    <a:cubicBezTo>
                      <a:pt x="440912" y="505492"/>
                      <a:pt x="437579" y="508825"/>
                      <a:pt x="437579" y="512921"/>
                    </a:cubicBezTo>
                    <a:lnTo>
                      <a:pt x="437579" y="1099661"/>
                    </a:lnTo>
                    <a:cubicBezTo>
                      <a:pt x="437579" y="1103757"/>
                      <a:pt x="440912" y="1107091"/>
                      <a:pt x="445008" y="11070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0803FF80-18EE-ABD5-C3F2-190B79D44316}"/>
                  </a:ext>
                </a:extLst>
              </p:cNvPr>
              <p:cNvSpPr/>
              <p:nvPr/>
            </p:nvSpPr>
            <p:spPr>
              <a:xfrm rot="10800000">
                <a:off x="5401263" y="4063495"/>
                <a:ext cx="147163" cy="238472"/>
              </a:xfrm>
              <a:custGeom>
                <a:avLst/>
                <a:gdLst>
                  <a:gd name="connsiteX0" fmla="*/ 684467 w 702183"/>
                  <a:gd name="connsiteY0" fmla="*/ 0 h 1110329"/>
                  <a:gd name="connsiteX1" fmla="*/ 702183 w 702183"/>
                  <a:gd name="connsiteY1" fmla="*/ 17717 h 1110329"/>
                  <a:gd name="connsiteX2" fmla="*/ 702183 w 702183"/>
                  <a:gd name="connsiteY2" fmla="*/ 1092613 h 1110329"/>
                  <a:gd name="connsiteX3" fmla="*/ 684467 w 702183"/>
                  <a:gd name="connsiteY3" fmla="*/ 1110329 h 1110329"/>
                  <a:gd name="connsiteX4" fmla="*/ 17716 w 702183"/>
                  <a:gd name="connsiteY4" fmla="*/ 1110329 h 1110329"/>
                  <a:gd name="connsiteX5" fmla="*/ 0 w 702183"/>
                  <a:gd name="connsiteY5" fmla="*/ 1092613 h 1110329"/>
                  <a:gd name="connsiteX6" fmla="*/ 0 w 702183"/>
                  <a:gd name="connsiteY6" fmla="*/ 17716 h 1110329"/>
                  <a:gd name="connsiteX7" fmla="*/ 17716 w 702183"/>
                  <a:gd name="connsiteY7" fmla="*/ 0 h 1110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2183" h="1110329">
                    <a:moveTo>
                      <a:pt x="684467" y="0"/>
                    </a:moveTo>
                    <a:cubicBezTo>
                      <a:pt x="694251" y="0"/>
                      <a:pt x="702183" y="7932"/>
                      <a:pt x="702183" y="17717"/>
                    </a:cubicBezTo>
                    <a:lnTo>
                      <a:pt x="702183" y="1092613"/>
                    </a:lnTo>
                    <a:cubicBezTo>
                      <a:pt x="702183" y="1102397"/>
                      <a:pt x="694251" y="1110329"/>
                      <a:pt x="684467" y="1110329"/>
                    </a:cubicBezTo>
                    <a:lnTo>
                      <a:pt x="17716" y="1110329"/>
                    </a:lnTo>
                    <a:cubicBezTo>
                      <a:pt x="7932" y="1110329"/>
                      <a:pt x="0" y="1102397"/>
                      <a:pt x="0" y="1092613"/>
                    </a:cubicBezTo>
                    <a:lnTo>
                      <a:pt x="0" y="17716"/>
                    </a:lnTo>
                    <a:cubicBezTo>
                      <a:pt x="0" y="7932"/>
                      <a:pt x="7932" y="0"/>
                      <a:pt x="17716" y="0"/>
                    </a:cubicBezTo>
                    <a:close/>
                  </a:path>
                </a:pathLst>
              </a:custGeom>
              <a:solidFill>
                <a:srgbClr val="E6E6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B3075DED-FF6A-88DC-CF09-4D257F0D9A6C}"/>
                  </a:ext>
                </a:extLst>
              </p:cNvPr>
              <p:cNvSpPr/>
              <p:nvPr/>
            </p:nvSpPr>
            <p:spPr>
              <a:xfrm>
                <a:off x="5420566" y="4084873"/>
                <a:ext cx="5230" cy="194529"/>
              </a:xfrm>
              <a:custGeom>
                <a:avLst/>
                <a:gdLst>
                  <a:gd name="connsiteX0" fmla="*/ 24955 w 24955"/>
                  <a:gd name="connsiteY0" fmla="*/ 70199 h 905732"/>
                  <a:gd name="connsiteX1" fmla="*/ 0 w 24955"/>
                  <a:gd name="connsiteY1" fmla="*/ 70199 h 905732"/>
                  <a:gd name="connsiteX2" fmla="*/ 0 w 24955"/>
                  <a:gd name="connsiteY2" fmla="*/ 0 h 905732"/>
                  <a:gd name="connsiteX3" fmla="*/ 24955 w 24955"/>
                  <a:gd name="connsiteY3" fmla="*/ 0 h 905732"/>
                  <a:gd name="connsiteX4" fmla="*/ 24955 w 24955"/>
                  <a:gd name="connsiteY4" fmla="*/ 70199 h 905732"/>
                  <a:gd name="connsiteX5" fmla="*/ 24955 w 24955"/>
                  <a:gd name="connsiteY5" fmla="*/ 139255 h 905732"/>
                  <a:gd name="connsiteX6" fmla="*/ 0 w 24955"/>
                  <a:gd name="connsiteY6" fmla="*/ 139255 h 905732"/>
                  <a:gd name="connsiteX7" fmla="*/ 0 w 24955"/>
                  <a:gd name="connsiteY7" fmla="*/ 209455 h 905732"/>
                  <a:gd name="connsiteX8" fmla="*/ 24955 w 24955"/>
                  <a:gd name="connsiteY8" fmla="*/ 209455 h 905732"/>
                  <a:gd name="connsiteX9" fmla="*/ 24955 w 24955"/>
                  <a:gd name="connsiteY9" fmla="*/ 139255 h 905732"/>
                  <a:gd name="connsiteX10" fmla="*/ 24955 w 24955"/>
                  <a:gd name="connsiteY10" fmla="*/ 278511 h 905732"/>
                  <a:gd name="connsiteX11" fmla="*/ 0 w 24955"/>
                  <a:gd name="connsiteY11" fmla="*/ 278511 h 905732"/>
                  <a:gd name="connsiteX12" fmla="*/ 0 w 24955"/>
                  <a:gd name="connsiteY12" fmla="*/ 348710 h 905732"/>
                  <a:gd name="connsiteX13" fmla="*/ 24955 w 24955"/>
                  <a:gd name="connsiteY13" fmla="*/ 348710 h 905732"/>
                  <a:gd name="connsiteX14" fmla="*/ 24955 w 24955"/>
                  <a:gd name="connsiteY14" fmla="*/ 278511 h 905732"/>
                  <a:gd name="connsiteX15" fmla="*/ 24955 w 24955"/>
                  <a:gd name="connsiteY15" fmla="*/ 417767 h 905732"/>
                  <a:gd name="connsiteX16" fmla="*/ 0 w 24955"/>
                  <a:gd name="connsiteY16" fmla="*/ 417767 h 905732"/>
                  <a:gd name="connsiteX17" fmla="*/ 0 w 24955"/>
                  <a:gd name="connsiteY17" fmla="*/ 487966 h 905732"/>
                  <a:gd name="connsiteX18" fmla="*/ 24955 w 24955"/>
                  <a:gd name="connsiteY18" fmla="*/ 487966 h 905732"/>
                  <a:gd name="connsiteX19" fmla="*/ 24955 w 24955"/>
                  <a:gd name="connsiteY19" fmla="*/ 417767 h 905732"/>
                  <a:gd name="connsiteX20" fmla="*/ 24955 w 24955"/>
                  <a:gd name="connsiteY20" fmla="*/ 557022 h 905732"/>
                  <a:gd name="connsiteX21" fmla="*/ 0 w 24955"/>
                  <a:gd name="connsiteY21" fmla="*/ 557022 h 905732"/>
                  <a:gd name="connsiteX22" fmla="*/ 0 w 24955"/>
                  <a:gd name="connsiteY22" fmla="*/ 627221 h 905732"/>
                  <a:gd name="connsiteX23" fmla="*/ 24955 w 24955"/>
                  <a:gd name="connsiteY23" fmla="*/ 627221 h 905732"/>
                  <a:gd name="connsiteX24" fmla="*/ 24955 w 24955"/>
                  <a:gd name="connsiteY24" fmla="*/ 557022 h 905732"/>
                  <a:gd name="connsiteX25" fmla="*/ 24955 w 24955"/>
                  <a:gd name="connsiteY25" fmla="*/ 696277 h 905732"/>
                  <a:gd name="connsiteX26" fmla="*/ 0 w 24955"/>
                  <a:gd name="connsiteY26" fmla="*/ 696277 h 905732"/>
                  <a:gd name="connsiteX27" fmla="*/ 0 w 24955"/>
                  <a:gd name="connsiteY27" fmla="*/ 766477 h 905732"/>
                  <a:gd name="connsiteX28" fmla="*/ 24955 w 24955"/>
                  <a:gd name="connsiteY28" fmla="*/ 766477 h 905732"/>
                  <a:gd name="connsiteX29" fmla="*/ 24955 w 24955"/>
                  <a:gd name="connsiteY29" fmla="*/ 696277 h 905732"/>
                  <a:gd name="connsiteX30" fmla="*/ 24955 w 24955"/>
                  <a:gd name="connsiteY30" fmla="*/ 835533 h 905732"/>
                  <a:gd name="connsiteX31" fmla="*/ 0 w 24955"/>
                  <a:gd name="connsiteY31" fmla="*/ 835533 h 905732"/>
                  <a:gd name="connsiteX32" fmla="*/ 0 w 24955"/>
                  <a:gd name="connsiteY32" fmla="*/ 905732 h 905732"/>
                  <a:gd name="connsiteX33" fmla="*/ 24955 w 24955"/>
                  <a:gd name="connsiteY33" fmla="*/ 905732 h 905732"/>
                  <a:gd name="connsiteX34" fmla="*/ 24955 w 24955"/>
                  <a:gd name="connsiteY34" fmla="*/ 835533 h 90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4955" h="905732">
                    <a:moveTo>
                      <a:pt x="24955" y="70199"/>
                    </a:moveTo>
                    <a:lnTo>
                      <a:pt x="0" y="70199"/>
                    </a:lnTo>
                    <a:lnTo>
                      <a:pt x="0" y="0"/>
                    </a:lnTo>
                    <a:lnTo>
                      <a:pt x="24955" y="0"/>
                    </a:lnTo>
                    <a:lnTo>
                      <a:pt x="24955" y="70199"/>
                    </a:lnTo>
                    <a:close/>
                    <a:moveTo>
                      <a:pt x="24955" y="139255"/>
                    </a:moveTo>
                    <a:lnTo>
                      <a:pt x="0" y="139255"/>
                    </a:lnTo>
                    <a:lnTo>
                      <a:pt x="0" y="209455"/>
                    </a:lnTo>
                    <a:lnTo>
                      <a:pt x="24955" y="209455"/>
                    </a:lnTo>
                    <a:lnTo>
                      <a:pt x="24955" y="139255"/>
                    </a:lnTo>
                    <a:close/>
                    <a:moveTo>
                      <a:pt x="24955" y="278511"/>
                    </a:moveTo>
                    <a:lnTo>
                      <a:pt x="0" y="278511"/>
                    </a:lnTo>
                    <a:lnTo>
                      <a:pt x="0" y="348710"/>
                    </a:lnTo>
                    <a:lnTo>
                      <a:pt x="24955" y="348710"/>
                    </a:lnTo>
                    <a:lnTo>
                      <a:pt x="24955" y="278511"/>
                    </a:lnTo>
                    <a:close/>
                    <a:moveTo>
                      <a:pt x="24955" y="417767"/>
                    </a:moveTo>
                    <a:lnTo>
                      <a:pt x="0" y="417767"/>
                    </a:lnTo>
                    <a:lnTo>
                      <a:pt x="0" y="487966"/>
                    </a:lnTo>
                    <a:lnTo>
                      <a:pt x="24955" y="487966"/>
                    </a:lnTo>
                    <a:lnTo>
                      <a:pt x="24955" y="417767"/>
                    </a:lnTo>
                    <a:close/>
                    <a:moveTo>
                      <a:pt x="24955" y="557022"/>
                    </a:moveTo>
                    <a:lnTo>
                      <a:pt x="0" y="557022"/>
                    </a:lnTo>
                    <a:lnTo>
                      <a:pt x="0" y="627221"/>
                    </a:lnTo>
                    <a:lnTo>
                      <a:pt x="24955" y="627221"/>
                    </a:lnTo>
                    <a:lnTo>
                      <a:pt x="24955" y="557022"/>
                    </a:lnTo>
                    <a:close/>
                    <a:moveTo>
                      <a:pt x="24955" y="696277"/>
                    </a:moveTo>
                    <a:lnTo>
                      <a:pt x="0" y="696277"/>
                    </a:lnTo>
                    <a:lnTo>
                      <a:pt x="0" y="766477"/>
                    </a:lnTo>
                    <a:lnTo>
                      <a:pt x="24955" y="766477"/>
                    </a:lnTo>
                    <a:lnTo>
                      <a:pt x="24955" y="696277"/>
                    </a:lnTo>
                    <a:close/>
                    <a:moveTo>
                      <a:pt x="24955" y="835533"/>
                    </a:moveTo>
                    <a:lnTo>
                      <a:pt x="0" y="835533"/>
                    </a:lnTo>
                    <a:lnTo>
                      <a:pt x="0" y="905732"/>
                    </a:lnTo>
                    <a:lnTo>
                      <a:pt x="24955" y="905732"/>
                    </a:lnTo>
                    <a:lnTo>
                      <a:pt x="24955" y="83553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2D65D8B4-CAF6-80A7-3B7D-81126B6FC444}"/>
                  </a:ext>
                </a:extLst>
              </p:cNvPr>
              <p:cNvSpPr/>
              <p:nvPr/>
            </p:nvSpPr>
            <p:spPr>
              <a:xfrm>
                <a:off x="5437575" y="4084873"/>
                <a:ext cx="96659" cy="194529"/>
              </a:xfrm>
              <a:custGeom>
                <a:avLst/>
                <a:gdLst>
                  <a:gd name="connsiteX0" fmla="*/ 177832 w 461200"/>
                  <a:gd name="connsiteY0" fmla="*/ 70199 h 905732"/>
                  <a:gd name="connsiteX1" fmla="*/ 191 w 461200"/>
                  <a:gd name="connsiteY1" fmla="*/ 70199 h 905732"/>
                  <a:gd name="connsiteX2" fmla="*/ 191 w 461200"/>
                  <a:gd name="connsiteY2" fmla="*/ 0 h 905732"/>
                  <a:gd name="connsiteX3" fmla="*/ 177832 w 461200"/>
                  <a:gd name="connsiteY3" fmla="*/ 0 h 905732"/>
                  <a:gd name="connsiteX4" fmla="*/ 177832 w 461200"/>
                  <a:gd name="connsiteY4" fmla="*/ 70199 h 905732"/>
                  <a:gd name="connsiteX5" fmla="*/ 291370 w 461200"/>
                  <a:gd name="connsiteY5" fmla="*/ 70199 h 905732"/>
                  <a:gd name="connsiteX6" fmla="*/ 221171 w 461200"/>
                  <a:gd name="connsiteY6" fmla="*/ 70199 h 905732"/>
                  <a:gd name="connsiteX7" fmla="*/ 221171 w 461200"/>
                  <a:gd name="connsiteY7" fmla="*/ 0 h 905732"/>
                  <a:gd name="connsiteX8" fmla="*/ 291370 w 461200"/>
                  <a:gd name="connsiteY8" fmla="*/ 0 h 905732"/>
                  <a:gd name="connsiteX9" fmla="*/ 291370 w 461200"/>
                  <a:gd name="connsiteY9" fmla="*/ 70199 h 905732"/>
                  <a:gd name="connsiteX10" fmla="*/ 461200 w 461200"/>
                  <a:gd name="connsiteY10" fmla="*/ 70199 h 905732"/>
                  <a:gd name="connsiteX11" fmla="*/ 324612 w 461200"/>
                  <a:gd name="connsiteY11" fmla="*/ 70199 h 905732"/>
                  <a:gd name="connsiteX12" fmla="*/ 324612 w 461200"/>
                  <a:gd name="connsiteY12" fmla="*/ 0 h 905732"/>
                  <a:gd name="connsiteX13" fmla="*/ 461200 w 461200"/>
                  <a:gd name="connsiteY13" fmla="*/ 0 h 905732"/>
                  <a:gd name="connsiteX14" fmla="*/ 461200 w 461200"/>
                  <a:gd name="connsiteY14" fmla="*/ 70199 h 905732"/>
                  <a:gd name="connsiteX15" fmla="*/ 250698 w 461200"/>
                  <a:gd name="connsiteY15" fmla="*/ 139255 h 905732"/>
                  <a:gd name="connsiteX16" fmla="*/ 83629 w 461200"/>
                  <a:gd name="connsiteY16" fmla="*/ 139255 h 905732"/>
                  <a:gd name="connsiteX17" fmla="*/ 83629 w 461200"/>
                  <a:gd name="connsiteY17" fmla="*/ 209455 h 905732"/>
                  <a:gd name="connsiteX18" fmla="*/ 250698 w 461200"/>
                  <a:gd name="connsiteY18" fmla="*/ 209455 h 905732"/>
                  <a:gd name="connsiteX19" fmla="*/ 250698 w 461200"/>
                  <a:gd name="connsiteY19" fmla="*/ 139255 h 905732"/>
                  <a:gd name="connsiteX20" fmla="*/ 221171 w 461200"/>
                  <a:gd name="connsiteY20" fmla="*/ 278511 h 905732"/>
                  <a:gd name="connsiteX21" fmla="*/ 157544 w 461200"/>
                  <a:gd name="connsiteY21" fmla="*/ 278511 h 905732"/>
                  <a:gd name="connsiteX22" fmla="*/ 157544 w 461200"/>
                  <a:gd name="connsiteY22" fmla="*/ 348710 h 905732"/>
                  <a:gd name="connsiteX23" fmla="*/ 221171 w 461200"/>
                  <a:gd name="connsiteY23" fmla="*/ 348710 h 905732"/>
                  <a:gd name="connsiteX24" fmla="*/ 221171 w 461200"/>
                  <a:gd name="connsiteY24" fmla="*/ 278511 h 905732"/>
                  <a:gd name="connsiteX25" fmla="*/ 167164 w 461200"/>
                  <a:gd name="connsiteY25" fmla="*/ 417767 h 905732"/>
                  <a:gd name="connsiteX26" fmla="*/ 95 w 461200"/>
                  <a:gd name="connsiteY26" fmla="*/ 417767 h 905732"/>
                  <a:gd name="connsiteX27" fmla="*/ 95 w 461200"/>
                  <a:gd name="connsiteY27" fmla="*/ 487966 h 905732"/>
                  <a:gd name="connsiteX28" fmla="*/ 167164 w 461200"/>
                  <a:gd name="connsiteY28" fmla="*/ 487966 h 905732"/>
                  <a:gd name="connsiteX29" fmla="*/ 167164 w 461200"/>
                  <a:gd name="connsiteY29" fmla="*/ 417767 h 905732"/>
                  <a:gd name="connsiteX30" fmla="*/ 333851 w 461200"/>
                  <a:gd name="connsiteY30" fmla="*/ 557022 h 905732"/>
                  <a:gd name="connsiteX31" fmla="*/ 71914 w 461200"/>
                  <a:gd name="connsiteY31" fmla="*/ 557022 h 905732"/>
                  <a:gd name="connsiteX32" fmla="*/ 71914 w 461200"/>
                  <a:gd name="connsiteY32" fmla="*/ 627221 h 905732"/>
                  <a:gd name="connsiteX33" fmla="*/ 333851 w 461200"/>
                  <a:gd name="connsiteY33" fmla="*/ 627221 h 905732"/>
                  <a:gd name="connsiteX34" fmla="*/ 333851 w 461200"/>
                  <a:gd name="connsiteY34" fmla="*/ 557022 h 905732"/>
                  <a:gd name="connsiteX35" fmla="*/ 318897 w 461200"/>
                  <a:gd name="connsiteY35" fmla="*/ 417767 h 905732"/>
                  <a:gd name="connsiteX36" fmla="*/ 202883 w 461200"/>
                  <a:gd name="connsiteY36" fmla="*/ 417767 h 905732"/>
                  <a:gd name="connsiteX37" fmla="*/ 202883 w 461200"/>
                  <a:gd name="connsiteY37" fmla="*/ 487966 h 905732"/>
                  <a:gd name="connsiteX38" fmla="*/ 318897 w 461200"/>
                  <a:gd name="connsiteY38" fmla="*/ 487966 h 905732"/>
                  <a:gd name="connsiteX39" fmla="*/ 318897 w 461200"/>
                  <a:gd name="connsiteY39" fmla="*/ 417767 h 905732"/>
                  <a:gd name="connsiteX40" fmla="*/ 392811 w 461200"/>
                  <a:gd name="connsiteY40" fmla="*/ 417767 h 905732"/>
                  <a:gd name="connsiteX41" fmla="*/ 361664 w 461200"/>
                  <a:gd name="connsiteY41" fmla="*/ 417767 h 905732"/>
                  <a:gd name="connsiteX42" fmla="*/ 361664 w 461200"/>
                  <a:gd name="connsiteY42" fmla="*/ 487966 h 905732"/>
                  <a:gd name="connsiteX43" fmla="*/ 392811 w 461200"/>
                  <a:gd name="connsiteY43" fmla="*/ 487966 h 905732"/>
                  <a:gd name="connsiteX44" fmla="*/ 392811 w 461200"/>
                  <a:gd name="connsiteY44" fmla="*/ 417767 h 905732"/>
                  <a:gd name="connsiteX45" fmla="*/ 461105 w 461200"/>
                  <a:gd name="connsiteY45" fmla="*/ 417767 h 905732"/>
                  <a:gd name="connsiteX46" fmla="*/ 429959 w 461200"/>
                  <a:gd name="connsiteY46" fmla="*/ 417767 h 905732"/>
                  <a:gd name="connsiteX47" fmla="*/ 429959 w 461200"/>
                  <a:gd name="connsiteY47" fmla="*/ 487966 h 905732"/>
                  <a:gd name="connsiteX48" fmla="*/ 461105 w 461200"/>
                  <a:gd name="connsiteY48" fmla="*/ 487966 h 905732"/>
                  <a:gd name="connsiteX49" fmla="*/ 461105 w 461200"/>
                  <a:gd name="connsiteY49" fmla="*/ 417767 h 905732"/>
                  <a:gd name="connsiteX50" fmla="*/ 167069 w 461200"/>
                  <a:gd name="connsiteY50" fmla="*/ 696277 h 905732"/>
                  <a:gd name="connsiteX51" fmla="*/ 0 w 461200"/>
                  <a:gd name="connsiteY51" fmla="*/ 696277 h 905732"/>
                  <a:gd name="connsiteX52" fmla="*/ 0 w 461200"/>
                  <a:gd name="connsiteY52" fmla="*/ 766477 h 905732"/>
                  <a:gd name="connsiteX53" fmla="*/ 167069 w 461200"/>
                  <a:gd name="connsiteY53" fmla="*/ 766477 h 905732"/>
                  <a:gd name="connsiteX54" fmla="*/ 167069 w 461200"/>
                  <a:gd name="connsiteY54" fmla="*/ 696277 h 905732"/>
                  <a:gd name="connsiteX55" fmla="*/ 167069 w 461200"/>
                  <a:gd name="connsiteY55" fmla="*/ 835533 h 905732"/>
                  <a:gd name="connsiteX56" fmla="*/ 0 w 461200"/>
                  <a:gd name="connsiteY56" fmla="*/ 835533 h 905732"/>
                  <a:gd name="connsiteX57" fmla="*/ 0 w 461200"/>
                  <a:gd name="connsiteY57" fmla="*/ 905732 h 905732"/>
                  <a:gd name="connsiteX58" fmla="*/ 167069 w 461200"/>
                  <a:gd name="connsiteY58" fmla="*/ 905732 h 905732"/>
                  <a:gd name="connsiteX59" fmla="*/ 167069 w 461200"/>
                  <a:gd name="connsiteY59" fmla="*/ 835533 h 90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61200" h="905732">
                    <a:moveTo>
                      <a:pt x="177832" y="70199"/>
                    </a:moveTo>
                    <a:lnTo>
                      <a:pt x="191" y="70199"/>
                    </a:lnTo>
                    <a:lnTo>
                      <a:pt x="191" y="0"/>
                    </a:lnTo>
                    <a:lnTo>
                      <a:pt x="177832" y="0"/>
                    </a:lnTo>
                    <a:lnTo>
                      <a:pt x="177832" y="70199"/>
                    </a:lnTo>
                    <a:close/>
                    <a:moveTo>
                      <a:pt x="291370" y="70199"/>
                    </a:moveTo>
                    <a:lnTo>
                      <a:pt x="221171" y="70199"/>
                    </a:lnTo>
                    <a:lnTo>
                      <a:pt x="221171" y="0"/>
                    </a:lnTo>
                    <a:lnTo>
                      <a:pt x="291370" y="0"/>
                    </a:lnTo>
                    <a:lnTo>
                      <a:pt x="291370" y="70199"/>
                    </a:lnTo>
                    <a:close/>
                    <a:moveTo>
                      <a:pt x="461200" y="70199"/>
                    </a:moveTo>
                    <a:lnTo>
                      <a:pt x="324612" y="70199"/>
                    </a:lnTo>
                    <a:lnTo>
                      <a:pt x="324612" y="0"/>
                    </a:lnTo>
                    <a:lnTo>
                      <a:pt x="461200" y="0"/>
                    </a:lnTo>
                    <a:lnTo>
                      <a:pt x="461200" y="70199"/>
                    </a:lnTo>
                    <a:close/>
                    <a:moveTo>
                      <a:pt x="250698" y="139255"/>
                    </a:moveTo>
                    <a:lnTo>
                      <a:pt x="83629" y="139255"/>
                    </a:lnTo>
                    <a:lnTo>
                      <a:pt x="83629" y="209455"/>
                    </a:lnTo>
                    <a:lnTo>
                      <a:pt x="250698" y="209455"/>
                    </a:lnTo>
                    <a:lnTo>
                      <a:pt x="250698" y="139255"/>
                    </a:lnTo>
                    <a:close/>
                    <a:moveTo>
                      <a:pt x="221171" y="278511"/>
                    </a:moveTo>
                    <a:lnTo>
                      <a:pt x="157544" y="278511"/>
                    </a:lnTo>
                    <a:lnTo>
                      <a:pt x="157544" y="348710"/>
                    </a:lnTo>
                    <a:lnTo>
                      <a:pt x="221171" y="348710"/>
                    </a:lnTo>
                    <a:lnTo>
                      <a:pt x="221171" y="278511"/>
                    </a:lnTo>
                    <a:close/>
                    <a:moveTo>
                      <a:pt x="167164" y="417767"/>
                    </a:moveTo>
                    <a:lnTo>
                      <a:pt x="95" y="417767"/>
                    </a:lnTo>
                    <a:lnTo>
                      <a:pt x="95" y="487966"/>
                    </a:lnTo>
                    <a:lnTo>
                      <a:pt x="167164" y="487966"/>
                    </a:lnTo>
                    <a:lnTo>
                      <a:pt x="167164" y="417767"/>
                    </a:lnTo>
                    <a:close/>
                    <a:moveTo>
                      <a:pt x="333851" y="557022"/>
                    </a:moveTo>
                    <a:lnTo>
                      <a:pt x="71914" y="557022"/>
                    </a:lnTo>
                    <a:lnTo>
                      <a:pt x="71914" y="627221"/>
                    </a:lnTo>
                    <a:lnTo>
                      <a:pt x="333851" y="627221"/>
                    </a:lnTo>
                    <a:lnTo>
                      <a:pt x="333851" y="557022"/>
                    </a:lnTo>
                    <a:close/>
                    <a:moveTo>
                      <a:pt x="318897" y="417767"/>
                    </a:moveTo>
                    <a:lnTo>
                      <a:pt x="202883" y="417767"/>
                    </a:lnTo>
                    <a:lnTo>
                      <a:pt x="202883" y="487966"/>
                    </a:lnTo>
                    <a:lnTo>
                      <a:pt x="318897" y="487966"/>
                    </a:lnTo>
                    <a:lnTo>
                      <a:pt x="318897" y="417767"/>
                    </a:lnTo>
                    <a:close/>
                    <a:moveTo>
                      <a:pt x="392811" y="417767"/>
                    </a:moveTo>
                    <a:lnTo>
                      <a:pt x="361664" y="417767"/>
                    </a:lnTo>
                    <a:lnTo>
                      <a:pt x="361664" y="487966"/>
                    </a:lnTo>
                    <a:lnTo>
                      <a:pt x="392811" y="487966"/>
                    </a:lnTo>
                    <a:lnTo>
                      <a:pt x="392811" y="417767"/>
                    </a:lnTo>
                    <a:close/>
                    <a:moveTo>
                      <a:pt x="461105" y="417767"/>
                    </a:moveTo>
                    <a:lnTo>
                      <a:pt x="429959" y="417767"/>
                    </a:lnTo>
                    <a:lnTo>
                      <a:pt x="429959" y="487966"/>
                    </a:lnTo>
                    <a:lnTo>
                      <a:pt x="461105" y="487966"/>
                    </a:lnTo>
                    <a:lnTo>
                      <a:pt x="461105" y="417767"/>
                    </a:lnTo>
                    <a:close/>
                    <a:moveTo>
                      <a:pt x="167069" y="696277"/>
                    </a:moveTo>
                    <a:lnTo>
                      <a:pt x="0" y="696277"/>
                    </a:lnTo>
                    <a:lnTo>
                      <a:pt x="0" y="766477"/>
                    </a:lnTo>
                    <a:lnTo>
                      <a:pt x="167069" y="766477"/>
                    </a:lnTo>
                    <a:lnTo>
                      <a:pt x="167069" y="696277"/>
                    </a:lnTo>
                    <a:close/>
                    <a:moveTo>
                      <a:pt x="167069" y="835533"/>
                    </a:moveTo>
                    <a:lnTo>
                      <a:pt x="0" y="835533"/>
                    </a:lnTo>
                    <a:lnTo>
                      <a:pt x="0" y="905732"/>
                    </a:lnTo>
                    <a:lnTo>
                      <a:pt x="167069" y="905732"/>
                    </a:lnTo>
                    <a:lnTo>
                      <a:pt x="167069" y="835533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242" name="Group 2241">
              <a:extLst>
                <a:ext uri="{FF2B5EF4-FFF2-40B4-BE49-F238E27FC236}">
                  <a16:creationId xmlns:a16="http://schemas.microsoft.com/office/drawing/2014/main" id="{5941E160-7885-83BA-73FB-16C0E632CD56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95713" y="3941469"/>
              <a:ext cx="581935" cy="429597"/>
              <a:chOff x="4903666" y="3845560"/>
              <a:chExt cx="540324" cy="398878"/>
            </a:xfrm>
          </p:grpSpPr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97875CA9-E5FC-DF39-FC0D-42C572566E8F}"/>
                  </a:ext>
                </a:extLst>
              </p:cNvPr>
              <p:cNvSpPr/>
              <p:nvPr/>
            </p:nvSpPr>
            <p:spPr>
              <a:xfrm>
                <a:off x="4903666" y="3845560"/>
                <a:ext cx="540303" cy="54683"/>
              </a:xfrm>
              <a:custGeom>
                <a:avLst/>
                <a:gdLst>
                  <a:gd name="connsiteX0" fmla="*/ 2578037 w 2578036"/>
                  <a:gd name="connsiteY0" fmla="*/ 97631 h 254603"/>
                  <a:gd name="connsiteX1" fmla="*/ 2477167 w 2578036"/>
                  <a:gd name="connsiteY1" fmla="*/ 0 h 254603"/>
                  <a:gd name="connsiteX2" fmla="*/ 100870 w 2578036"/>
                  <a:gd name="connsiteY2" fmla="*/ 0 h 254603"/>
                  <a:gd name="connsiteX3" fmla="*/ 0 w 2578036"/>
                  <a:gd name="connsiteY3" fmla="*/ 97631 h 254603"/>
                  <a:gd name="connsiteX4" fmla="*/ 0 w 2578036"/>
                  <a:gd name="connsiteY4" fmla="*/ 254603 h 254603"/>
                  <a:gd name="connsiteX5" fmla="*/ 2577942 w 2578036"/>
                  <a:gd name="connsiteY5" fmla="*/ 254603 h 254603"/>
                  <a:gd name="connsiteX6" fmla="*/ 2577942 w 2578036"/>
                  <a:gd name="connsiteY6" fmla="*/ 97631 h 254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8036" h="254603">
                    <a:moveTo>
                      <a:pt x="2578037" y="97631"/>
                    </a:moveTo>
                    <a:cubicBezTo>
                      <a:pt x="2578037" y="43720"/>
                      <a:pt x="2532888" y="0"/>
                      <a:pt x="2477167" y="0"/>
                    </a:cubicBezTo>
                    <a:lnTo>
                      <a:pt x="100870" y="0"/>
                    </a:lnTo>
                    <a:cubicBezTo>
                      <a:pt x="45148" y="0"/>
                      <a:pt x="0" y="43720"/>
                      <a:pt x="0" y="97631"/>
                    </a:cubicBezTo>
                    <a:lnTo>
                      <a:pt x="0" y="254603"/>
                    </a:lnTo>
                    <a:lnTo>
                      <a:pt x="2577942" y="254603"/>
                    </a:lnTo>
                    <a:lnTo>
                      <a:pt x="2577942" y="97631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45D04A83-A758-E5B7-2C00-FBF83167254E}"/>
                  </a:ext>
                </a:extLst>
              </p:cNvPr>
              <p:cNvSpPr/>
              <p:nvPr/>
            </p:nvSpPr>
            <p:spPr>
              <a:xfrm>
                <a:off x="4903706" y="3900243"/>
                <a:ext cx="540284" cy="344195"/>
              </a:xfrm>
              <a:custGeom>
                <a:avLst/>
                <a:gdLst>
                  <a:gd name="connsiteX0" fmla="*/ 2577846 w 2577940"/>
                  <a:gd name="connsiteY0" fmla="*/ 0 h 1602581"/>
                  <a:gd name="connsiteX1" fmla="*/ 2577846 w 2577940"/>
                  <a:gd name="connsiteY1" fmla="*/ 1468850 h 1602581"/>
                  <a:gd name="connsiteX2" fmla="*/ 2437257 w 2577940"/>
                  <a:gd name="connsiteY2" fmla="*/ 1602581 h 1602581"/>
                  <a:gd name="connsiteX3" fmla="*/ 140589 w 2577940"/>
                  <a:gd name="connsiteY3" fmla="*/ 1602581 h 1602581"/>
                  <a:gd name="connsiteX4" fmla="*/ 0 w 2577940"/>
                  <a:gd name="connsiteY4" fmla="*/ 1468850 h 1602581"/>
                  <a:gd name="connsiteX5" fmla="*/ 0 w 2577940"/>
                  <a:gd name="connsiteY5" fmla="*/ 0 h 1602581"/>
                  <a:gd name="connsiteX6" fmla="*/ 2577941 w 2577940"/>
                  <a:gd name="connsiteY6" fmla="*/ 0 h 1602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7940" h="1602581">
                    <a:moveTo>
                      <a:pt x="2577846" y="0"/>
                    </a:moveTo>
                    <a:lnTo>
                      <a:pt x="2577846" y="1468850"/>
                    </a:lnTo>
                    <a:cubicBezTo>
                      <a:pt x="2577846" y="1542764"/>
                      <a:pt x="2514886" y="1602581"/>
                      <a:pt x="2437257" y="1602581"/>
                    </a:cubicBezTo>
                    <a:lnTo>
                      <a:pt x="140589" y="1602581"/>
                    </a:lnTo>
                    <a:cubicBezTo>
                      <a:pt x="62960" y="1602581"/>
                      <a:pt x="0" y="1542669"/>
                      <a:pt x="0" y="1468850"/>
                    </a:cubicBezTo>
                    <a:lnTo>
                      <a:pt x="0" y="0"/>
                    </a:lnTo>
                    <a:lnTo>
                      <a:pt x="2577941" y="0"/>
                    </a:ln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62AE3D02-8518-E20D-FA17-2D7CE90310E2}"/>
                  </a:ext>
                </a:extLst>
              </p:cNvPr>
              <p:cNvSpPr/>
              <p:nvPr/>
            </p:nvSpPr>
            <p:spPr>
              <a:xfrm>
                <a:off x="5029630" y="3927574"/>
                <a:ext cx="76117" cy="15875"/>
              </a:xfrm>
              <a:custGeom>
                <a:avLst/>
                <a:gdLst>
                  <a:gd name="connsiteX0" fmla="*/ 0 w 363188"/>
                  <a:gd name="connsiteY0" fmla="*/ 0 h 73914"/>
                  <a:gd name="connsiteX1" fmla="*/ 363188 w 363188"/>
                  <a:gd name="connsiteY1" fmla="*/ 0 h 73914"/>
                  <a:gd name="connsiteX2" fmla="*/ 363188 w 363188"/>
                  <a:gd name="connsiteY2" fmla="*/ 73914 h 73914"/>
                  <a:gd name="connsiteX3" fmla="*/ 0 w 363188"/>
                  <a:gd name="connsiteY3" fmla="*/ 73914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188" h="73914">
                    <a:moveTo>
                      <a:pt x="0" y="0"/>
                    </a:moveTo>
                    <a:lnTo>
                      <a:pt x="363188" y="0"/>
                    </a:lnTo>
                    <a:lnTo>
                      <a:pt x="363188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09A6B368-A6FA-14C1-21B3-07A3D7E00C64}"/>
                  </a:ext>
                </a:extLst>
              </p:cNvPr>
              <p:cNvSpPr/>
              <p:nvPr/>
            </p:nvSpPr>
            <p:spPr>
              <a:xfrm>
                <a:off x="5127026" y="3927573"/>
                <a:ext cx="253443" cy="15875"/>
              </a:xfrm>
              <a:custGeom>
                <a:avLst/>
                <a:gdLst>
                  <a:gd name="connsiteX0" fmla="*/ 217741 w 1209293"/>
                  <a:gd name="connsiteY0" fmla="*/ 73914 h 73914"/>
                  <a:gd name="connsiteX1" fmla="*/ 0 w 1209293"/>
                  <a:gd name="connsiteY1" fmla="*/ 73914 h 73914"/>
                  <a:gd name="connsiteX2" fmla="*/ 0 w 1209293"/>
                  <a:gd name="connsiteY2" fmla="*/ 0 h 73914"/>
                  <a:gd name="connsiteX3" fmla="*/ 217741 w 1209293"/>
                  <a:gd name="connsiteY3" fmla="*/ 0 h 73914"/>
                  <a:gd name="connsiteX4" fmla="*/ 217741 w 1209293"/>
                  <a:gd name="connsiteY4" fmla="*/ 73914 h 73914"/>
                  <a:gd name="connsiteX5" fmla="*/ 1209294 w 1209293"/>
                  <a:gd name="connsiteY5" fmla="*/ 0 h 73914"/>
                  <a:gd name="connsiteX6" fmla="*/ 960501 w 1209293"/>
                  <a:gd name="connsiteY6" fmla="*/ 0 h 73914"/>
                  <a:gd name="connsiteX7" fmla="*/ 960501 w 1209293"/>
                  <a:gd name="connsiteY7" fmla="*/ 73914 h 73914"/>
                  <a:gd name="connsiteX8" fmla="*/ 1209294 w 1209293"/>
                  <a:gd name="connsiteY8" fmla="*/ 73914 h 73914"/>
                  <a:gd name="connsiteX9" fmla="*/ 1209294 w 1209293"/>
                  <a:gd name="connsiteY9" fmla="*/ 0 h 73914"/>
                  <a:gd name="connsiteX10" fmla="*/ 375951 w 1209293"/>
                  <a:gd name="connsiteY10" fmla="*/ 0 h 73914"/>
                  <a:gd name="connsiteX11" fmla="*/ 310229 w 1209293"/>
                  <a:gd name="connsiteY11" fmla="*/ 0 h 73914"/>
                  <a:gd name="connsiteX12" fmla="*/ 310229 w 1209293"/>
                  <a:gd name="connsiteY12" fmla="*/ 73914 h 73914"/>
                  <a:gd name="connsiteX13" fmla="*/ 375951 w 1209293"/>
                  <a:gd name="connsiteY13" fmla="*/ 73914 h 73914"/>
                  <a:gd name="connsiteX14" fmla="*/ 375951 w 1209293"/>
                  <a:gd name="connsiteY14" fmla="*/ 0 h 73914"/>
                  <a:gd name="connsiteX15" fmla="*/ 908304 w 1209293"/>
                  <a:gd name="connsiteY15" fmla="*/ 0 h 73914"/>
                  <a:gd name="connsiteX16" fmla="*/ 431102 w 1209293"/>
                  <a:gd name="connsiteY16" fmla="*/ 0 h 73914"/>
                  <a:gd name="connsiteX17" fmla="*/ 431102 w 1209293"/>
                  <a:gd name="connsiteY17" fmla="*/ 73914 h 73914"/>
                  <a:gd name="connsiteX18" fmla="*/ 908304 w 1209293"/>
                  <a:gd name="connsiteY18" fmla="*/ 73914 h 73914"/>
                  <a:gd name="connsiteX19" fmla="*/ 908304 w 1209293"/>
                  <a:gd name="connsiteY1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09293" h="73914">
                    <a:moveTo>
                      <a:pt x="217741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217741" y="0"/>
                    </a:lnTo>
                    <a:lnTo>
                      <a:pt x="217741" y="73914"/>
                    </a:lnTo>
                    <a:close/>
                    <a:moveTo>
                      <a:pt x="1209294" y="0"/>
                    </a:moveTo>
                    <a:lnTo>
                      <a:pt x="960501" y="0"/>
                    </a:lnTo>
                    <a:lnTo>
                      <a:pt x="960501" y="73914"/>
                    </a:lnTo>
                    <a:lnTo>
                      <a:pt x="1209294" y="73914"/>
                    </a:lnTo>
                    <a:lnTo>
                      <a:pt x="1209294" y="0"/>
                    </a:lnTo>
                    <a:close/>
                    <a:moveTo>
                      <a:pt x="375951" y="0"/>
                    </a:moveTo>
                    <a:lnTo>
                      <a:pt x="310229" y="0"/>
                    </a:lnTo>
                    <a:lnTo>
                      <a:pt x="310229" y="73914"/>
                    </a:lnTo>
                    <a:lnTo>
                      <a:pt x="375951" y="73914"/>
                    </a:lnTo>
                    <a:lnTo>
                      <a:pt x="375951" y="0"/>
                    </a:lnTo>
                    <a:close/>
                    <a:moveTo>
                      <a:pt x="908304" y="0"/>
                    </a:moveTo>
                    <a:lnTo>
                      <a:pt x="431102" y="0"/>
                    </a:lnTo>
                    <a:lnTo>
                      <a:pt x="431102" y="73914"/>
                    </a:lnTo>
                    <a:lnTo>
                      <a:pt x="908304" y="73914"/>
                    </a:lnTo>
                    <a:lnTo>
                      <a:pt x="90830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A17325A5-58D4-CBDC-6E49-5BA499ECDFB2}"/>
                  </a:ext>
                </a:extLst>
              </p:cNvPr>
              <p:cNvSpPr/>
              <p:nvPr/>
            </p:nvSpPr>
            <p:spPr>
              <a:xfrm>
                <a:off x="5029630" y="4148104"/>
                <a:ext cx="76117" cy="15875"/>
              </a:xfrm>
              <a:custGeom>
                <a:avLst/>
                <a:gdLst>
                  <a:gd name="connsiteX0" fmla="*/ 0 w 363188"/>
                  <a:gd name="connsiteY0" fmla="*/ 0 h 73913"/>
                  <a:gd name="connsiteX1" fmla="*/ 363188 w 363188"/>
                  <a:gd name="connsiteY1" fmla="*/ 0 h 73913"/>
                  <a:gd name="connsiteX2" fmla="*/ 363188 w 363188"/>
                  <a:gd name="connsiteY2" fmla="*/ 73914 h 73913"/>
                  <a:gd name="connsiteX3" fmla="*/ 0 w 363188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188" h="73913">
                    <a:moveTo>
                      <a:pt x="0" y="0"/>
                    </a:moveTo>
                    <a:lnTo>
                      <a:pt x="363188" y="0"/>
                    </a:lnTo>
                    <a:lnTo>
                      <a:pt x="363188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3C1EF7BD-1B56-BE7E-3667-E54371580B2A}"/>
                  </a:ext>
                </a:extLst>
              </p:cNvPr>
              <p:cNvSpPr/>
              <p:nvPr/>
            </p:nvSpPr>
            <p:spPr>
              <a:xfrm>
                <a:off x="5029629" y="4179609"/>
                <a:ext cx="74720" cy="15875"/>
              </a:xfrm>
              <a:custGeom>
                <a:avLst/>
                <a:gdLst>
                  <a:gd name="connsiteX0" fmla="*/ 163545 w 356521"/>
                  <a:gd name="connsiteY0" fmla="*/ 73914 h 73914"/>
                  <a:gd name="connsiteX1" fmla="*/ 0 w 356521"/>
                  <a:gd name="connsiteY1" fmla="*/ 73914 h 73914"/>
                  <a:gd name="connsiteX2" fmla="*/ 0 w 356521"/>
                  <a:gd name="connsiteY2" fmla="*/ 0 h 73914"/>
                  <a:gd name="connsiteX3" fmla="*/ 163545 w 356521"/>
                  <a:gd name="connsiteY3" fmla="*/ 0 h 73914"/>
                  <a:gd name="connsiteX4" fmla="*/ 163545 w 356521"/>
                  <a:gd name="connsiteY4" fmla="*/ 73914 h 73914"/>
                  <a:gd name="connsiteX5" fmla="*/ 356521 w 356521"/>
                  <a:gd name="connsiteY5" fmla="*/ 0 h 73914"/>
                  <a:gd name="connsiteX6" fmla="*/ 192977 w 356521"/>
                  <a:gd name="connsiteY6" fmla="*/ 0 h 73914"/>
                  <a:gd name="connsiteX7" fmla="*/ 192977 w 356521"/>
                  <a:gd name="connsiteY7" fmla="*/ 73914 h 73914"/>
                  <a:gd name="connsiteX8" fmla="*/ 356521 w 356521"/>
                  <a:gd name="connsiteY8" fmla="*/ 73914 h 73914"/>
                  <a:gd name="connsiteX9" fmla="*/ 356521 w 356521"/>
                  <a:gd name="connsiteY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6521" h="73914">
                    <a:moveTo>
                      <a:pt x="163545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163545" y="0"/>
                    </a:lnTo>
                    <a:lnTo>
                      <a:pt x="163545" y="73914"/>
                    </a:lnTo>
                    <a:close/>
                    <a:moveTo>
                      <a:pt x="356521" y="0"/>
                    </a:moveTo>
                    <a:lnTo>
                      <a:pt x="192977" y="0"/>
                    </a:lnTo>
                    <a:lnTo>
                      <a:pt x="192977" y="73914"/>
                    </a:lnTo>
                    <a:lnTo>
                      <a:pt x="356521" y="73914"/>
                    </a:lnTo>
                    <a:lnTo>
                      <a:pt x="35652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248361AE-F5CE-E291-4050-2215376B05EF}"/>
                  </a:ext>
                </a:extLst>
              </p:cNvPr>
              <p:cNvSpPr/>
              <p:nvPr/>
            </p:nvSpPr>
            <p:spPr>
              <a:xfrm>
                <a:off x="5127026" y="4148104"/>
                <a:ext cx="190362" cy="15875"/>
              </a:xfrm>
              <a:custGeom>
                <a:avLst/>
                <a:gdLst>
                  <a:gd name="connsiteX0" fmla="*/ 217741 w 908303"/>
                  <a:gd name="connsiteY0" fmla="*/ 73914 h 73913"/>
                  <a:gd name="connsiteX1" fmla="*/ 0 w 908303"/>
                  <a:gd name="connsiteY1" fmla="*/ 73914 h 73913"/>
                  <a:gd name="connsiteX2" fmla="*/ 0 w 908303"/>
                  <a:gd name="connsiteY2" fmla="*/ 0 h 73913"/>
                  <a:gd name="connsiteX3" fmla="*/ 217741 w 908303"/>
                  <a:gd name="connsiteY3" fmla="*/ 0 h 73913"/>
                  <a:gd name="connsiteX4" fmla="*/ 217741 w 908303"/>
                  <a:gd name="connsiteY4" fmla="*/ 73914 h 73913"/>
                  <a:gd name="connsiteX5" fmla="*/ 375951 w 908303"/>
                  <a:gd name="connsiteY5" fmla="*/ 0 h 73913"/>
                  <a:gd name="connsiteX6" fmla="*/ 310229 w 908303"/>
                  <a:gd name="connsiteY6" fmla="*/ 0 h 73913"/>
                  <a:gd name="connsiteX7" fmla="*/ 310229 w 908303"/>
                  <a:gd name="connsiteY7" fmla="*/ 73914 h 73913"/>
                  <a:gd name="connsiteX8" fmla="*/ 375951 w 908303"/>
                  <a:gd name="connsiteY8" fmla="*/ 73914 h 73913"/>
                  <a:gd name="connsiteX9" fmla="*/ 375951 w 908303"/>
                  <a:gd name="connsiteY9" fmla="*/ 0 h 73913"/>
                  <a:gd name="connsiteX10" fmla="*/ 908304 w 908303"/>
                  <a:gd name="connsiteY10" fmla="*/ 0 h 73913"/>
                  <a:gd name="connsiteX11" fmla="*/ 431102 w 908303"/>
                  <a:gd name="connsiteY11" fmla="*/ 0 h 73913"/>
                  <a:gd name="connsiteX12" fmla="*/ 431102 w 908303"/>
                  <a:gd name="connsiteY12" fmla="*/ 73914 h 73913"/>
                  <a:gd name="connsiteX13" fmla="*/ 908304 w 908303"/>
                  <a:gd name="connsiteY13" fmla="*/ 73914 h 73913"/>
                  <a:gd name="connsiteX14" fmla="*/ 908304 w 908303"/>
                  <a:gd name="connsiteY14" fmla="*/ 0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08303" h="73913">
                    <a:moveTo>
                      <a:pt x="217741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217741" y="0"/>
                    </a:lnTo>
                    <a:lnTo>
                      <a:pt x="217741" y="73914"/>
                    </a:lnTo>
                    <a:close/>
                    <a:moveTo>
                      <a:pt x="375951" y="0"/>
                    </a:moveTo>
                    <a:lnTo>
                      <a:pt x="310229" y="0"/>
                    </a:lnTo>
                    <a:lnTo>
                      <a:pt x="310229" y="73914"/>
                    </a:lnTo>
                    <a:lnTo>
                      <a:pt x="375951" y="73914"/>
                    </a:lnTo>
                    <a:lnTo>
                      <a:pt x="375951" y="0"/>
                    </a:lnTo>
                    <a:close/>
                    <a:moveTo>
                      <a:pt x="908304" y="0"/>
                    </a:moveTo>
                    <a:lnTo>
                      <a:pt x="431102" y="0"/>
                    </a:lnTo>
                    <a:lnTo>
                      <a:pt x="431102" y="73914"/>
                    </a:lnTo>
                    <a:lnTo>
                      <a:pt x="908304" y="73914"/>
                    </a:lnTo>
                    <a:lnTo>
                      <a:pt x="908304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A36EC7C4-8A88-865D-719A-DBE505CAD32B}"/>
                  </a:ext>
                </a:extLst>
              </p:cNvPr>
              <p:cNvSpPr/>
              <p:nvPr/>
            </p:nvSpPr>
            <p:spPr>
              <a:xfrm>
                <a:off x="5184378" y="3959078"/>
                <a:ext cx="111570" cy="15875"/>
              </a:xfrm>
              <a:custGeom>
                <a:avLst/>
                <a:gdLst>
                  <a:gd name="connsiteX0" fmla="*/ 379286 w 532352"/>
                  <a:gd name="connsiteY0" fmla="*/ 73914 h 73914"/>
                  <a:gd name="connsiteX1" fmla="*/ 0 w 532352"/>
                  <a:gd name="connsiteY1" fmla="*/ 73914 h 73914"/>
                  <a:gd name="connsiteX2" fmla="*/ 0 w 532352"/>
                  <a:gd name="connsiteY2" fmla="*/ 0 h 73914"/>
                  <a:gd name="connsiteX3" fmla="*/ 379286 w 532352"/>
                  <a:gd name="connsiteY3" fmla="*/ 0 h 73914"/>
                  <a:gd name="connsiteX4" fmla="*/ 379286 w 532352"/>
                  <a:gd name="connsiteY4" fmla="*/ 73914 h 73914"/>
                  <a:gd name="connsiteX5" fmla="*/ 532352 w 532352"/>
                  <a:gd name="connsiteY5" fmla="*/ 0 h 73914"/>
                  <a:gd name="connsiteX6" fmla="*/ 431102 w 532352"/>
                  <a:gd name="connsiteY6" fmla="*/ 0 h 73914"/>
                  <a:gd name="connsiteX7" fmla="*/ 431102 w 532352"/>
                  <a:gd name="connsiteY7" fmla="*/ 73914 h 73914"/>
                  <a:gd name="connsiteX8" fmla="*/ 532352 w 532352"/>
                  <a:gd name="connsiteY8" fmla="*/ 73914 h 73914"/>
                  <a:gd name="connsiteX9" fmla="*/ 532352 w 532352"/>
                  <a:gd name="connsiteY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2352" h="73914">
                    <a:moveTo>
                      <a:pt x="379286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379286" y="0"/>
                    </a:lnTo>
                    <a:lnTo>
                      <a:pt x="379286" y="73914"/>
                    </a:lnTo>
                    <a:close/>
                    <a:moveTo>
                      <a:pt x="532352" y="0"/>
                    </a:moveTo>
                    <a:lnTo>
                      <a:pt x="431102" y="0"/>
                    </a:lnTo>
                    <a:lnTo>
                      <a:pt x="431102" y="73914"/>
                    </a:lnTo>
                    <a:lnTo>
                      <a:pt x="532352" y="73914"/>
                    </a:lnTo>
                    <a:lnTo>
                      <a:pt x="532352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26B919AE-49AF-4E58-5847-062CB1EC100A}"/>
                  </a:ext>
                </a:extLst>
              </p:cNvPr>
              <p:cNvSpPr/>
              <p:nvPr/>
            </p:nvSpPr>
            <p:spPr>
              <a:xfrm>
                <a:off x="5056279" y="3959078"/>
                <a:ext cx="116381" cy="15875"/>
              </a:xfrm>
              <a:custGeom>
                <a:avLst/>
                <a:gdLst>
                  <a:gd name="connsiteX0" fmla="*/ 0 w 555307"/>
                  <a:gd name="connsiteY0" fmla="*/ 0 h 73914"/>
                  <a:gd name="connsiteX1" fmla="*/ 555307 w 555307"/>
                  <a:gd name="connsiteY1" fmla="*/ 0 h 73914"/>
                  <a:gd name="connsiteX2" fmla="*/ 555307 w 555307"/>
                  <a:gd name="connsiteY2" fmla="*/ 73914 h 73914"/>
                  <a:gd name="connsiteX3" fmla="*/ 0 w 555307"/>
                  <a:gd name="connsiteY3" fmla="*/ 73914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307" h="73914">
                    <a:moveTo>
                      <a:pt x="0" y="0"/>
                    </a:moveTo>
                    <a:lnTo>
                      <a:pt x="555307" y="0"/>
                    </a:lnTo>
                    <a:lnTo>
                      <a:pt x="555307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488E142F-F9DB-B51E-F0AD-4AFEF560355A}"/>
                  </a:ext>
                </a:extLst>
              </p:cNvPr>
              <p:cNvSpPr/>
              <p:nvPr/>
            </p:nvSpPr>
            <p:spPr>
              <a:xfrm>
                <a:off x="5215619" y="4085096"/>
                <a:ext cx="135545" cy="15875"/>
              </a:xfrm>
              <a:custGeom>
                <a:avLst/>
                <a:gdLst>
                  <a:gd name="connsiteX0" fmla="*/ 379286 w 646747"/>
                  <a:gd name="connsiteY0" fmla="*/ 73914 h 73914"/>
                  <a:gd name="connsiteX1" fmla="*/ 0 w 646747"/>
                  <a:gd name="connsiteY1" fmla="*/ 73914 h 73914"/>
                  <a:gd name="connsiteX2" fmla="*/ 0 w 646747"/>
                  <a:gd name="connsiteY2" fmla="*/ 0 h 73914"/>
                  <a:gd name="connsiteX3" fmla="*/ 379286 w 646747"/>
                  <a:gd name="connsiteY3" fmla="*/ 0 h 73914"/>
                  <a:gd name="connsiteX4" fmla="*/ 379286 w 646747"/>
                  <a:gd name="connsiteY4" fmla="*/ 73914 h 73914"/>
                  <a:gd name="connsiteX5" fmla="*/ 646747 w 646747"/>
                  <a:gd name="connsiteY5" fmla="*/ 0 h 73914"/>
                  <a:gd name="connsiteX6" fmla="*/ 431196 w 646747"/>
                  <a:gd name="connsiteY6" fmla="*/ 0 h 73914"/>
                  <a:gd name="connsiteX7" fmla="*/ 431196 w 646747"/>
                  <a:gd name="connsiteY7" fmla="*/ 73914 h 73914"/>
                  <a:gd name="connsiteX8" fmla="*/ 646747 w 646747"/>
                  <a:gd name="connsiteY8" fmla="*/ 73914 h 73914"/>
                  <a:gd name="connsiteX9" fmla="*/ 646747 w 646747"/>
                  <a:gd name="connsiteY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6747" h="73914">
                    <a:moveTo>
                      <a:pt x="379286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379286" y="0"/>
                    </a:lnTo>
                    <a:lnTo>
                      <a:pt x="379286" y="73914"/>
                    </a:lnTo>
                    <a:close/>
                    <a:moveTo>
                      <a:pt x="646747" y="0"/>
                    </a:moveTo>
                    <a:lnTo>
                      <a:pt x="431196" y="0"/>
                    </a:lnTo>
                    <a:lnTo>
                      <a:pt x="431196" y="73914"/>
                    </a:lnTo>
                    <a:lnTo>
                      <a:pt x="646747" y="73914"/>
                    </a:lnTo>
                    <a:lnTo>
                      <a:pt x="646747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D0FA9615-5B34-AEFC-A954-8FD5C39D902F}"/>
                  </a:ext>
                </a:extLst>
              </p:cNvPr>
              <p:cNvSpPr/>
              <p:nvPr/>
            </p:nvSpPr>
            <p:spPr>
              <a:xfrm>
                <a:off x="5056279" y="4085096"/>
                <a:ext cx="146624" cy="15875"/>
              </a:xfrm>
              <a:custGeom>
                <a:avLst/>
                <a:gdLst>
                  <a:gd name="connsiteX0" fmla="*/ 0 w 699611"/>
                  <a:gd name="connsiteY0" fmla="*/ 0 h 73913"/>
                  <a:gd name="connsiteX1" fmla="*/ 699611 w 699611"/>
                  <a:gd name="connsiteY1" fmla="*/ 0 h 73913"/>
                  <a:gd name="connsiteX2" fmla="*/ 699611 w 699611"/>
                  <a:gd name="connsiteY2" fmla="*/ 73914 h 73913"/>
                  <a:gd name="connsiteX3" fmla="*/ 0 w 699611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9611" h="73913">
                    <a:moveTo>
                      <a:pt x="0" y="0"/>
                    </a:moveTo>
                    <a:lnTo>
                      <a:pt x="699611" y="0"/>
                    </a:lnTo>
                    <a:lnTo>
                      <a:pt x="699611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6E3A77D4-D0D9-20FE-2988-8926113FFF83}"/>
                  </a:ext>
                </a:extLst>
              </p:cNvPr>
              <p:cNvSpPr/>
              <p:nvPr/>
            </p:nvSpPr>
            <p:spPr>
              <a:xfrm>
                <a:off x="5124571" y="4022087"/>
                <a:ext cx="139298" cy="15875"/>
              </a:xfrm>
              <a:custGeom>
                <a:avLst/>
                <a:gdLst>
                  <a:gd name="connsiteX0" fmla="*/ 664654 w 664654"/>
                  <a:gd name="connsiteY0" fmla="*/ 73914 h 73914"/>
                  <a:gd name="connsiteX1" fmla="*/ 285369 w 664654"/>
                  <a:gd name="connsiteY1" fmla="*/ 73914 h 73914"/>
                  <a:gd name="connsiteX2" fmla="*/ 285369 w 664654"/>
                  <a:gd name="connsiteY2" fmla="*/ 0 h 73914"/>
                  <a:gd name="connsiteX3" fmla="*/ 664654 w 664654"/>
                  <a:gd name="connsiteY3" fmla="*/ 0 h 73914"/>
                  <a:gd name="connsiteX4" fmla="*/ 664654 w 664654"/>
                  <a:gd name="connsiteY4" fmla="*/ 73914 h 73914"/>
                  <a:gd name="connsiteX5" fmla="*/ 229552 w 664654"/>
                  <a:gd name="connsiteY5" fmla="*/ 0 h 73914"/>
                  <a:gd name="connsiteX6" fmla="*/ 0 w 664654"/>
                  <a:gd name="connsiteY6" fmla="*/ 0 h 73914"/>
                  <a:gd name="connsiteX7" fmla="*/ 0 w 664654"/>
                  <a:gd name="connsiteY7" fmla="*/ 73914 h 73914"/>
                  <a:gd name="connsiteX8" fmla="*/ 229552 w 664654"/>
                  <a:gd name="connsiteY8" fmla="*/ 73914 h 73914"/>
                  <a:gd name="connsiteX9" fmla="*/ 229552 w 664654"/>
                  <a:gd name="connsiteY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4654" h="73914">
                    <a:moveTo>
                      <a:pt x="664654" y="73914"/>
                    </a:moveTo>
                    <a:lnTo>
                      <a:pt x="285369" y="73914"/>
                    </a:lnTo>
                    <a:lnTo>
                      <a:pt x="285369" y="0"/>
                    </a:lnTo>
                    <a:lnTo>
                      <a:pt x="664654" y="0"/>
                    </a:lnTo>
                    <a:lnTo>
                      <a:pt x="664654" y="73914"/>
                    </a:lnTo>
                    <a:close/>
                    <a:moveTo>
                      <a:pt x="229552" y="0"/>
                    </a:moveTo>
                    <a:lnTo>
                      <a:pt x="0" y="0"/>
                    </a:lnTo>
                    <a:lnTo>
                      <a:pt x="0" y="73914"/>
                    </a:lnTo>
                    <a:lnTo>
                      <a:pt x="229552" y="73914"/>
                    </a:lnTo>
                    <a:lnTo>
                      <a:pt x="229552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F84EC251-BFED-9FEE-D977-6B9C408414AE}"/>
                  </a:ext>
                </a:extLst>
              </p:cNvPr>
              <p:cNvSpPr/>
              <p:nvPr/>
            </p:nvSpPr>
            <p:spPr>
              <a:xfrm>
                <a:off x="4939200" y="3927573"/>
                <a:ext cx="9961" cy="267910"/>
              </a:xfrm>
              <a:custGeom>
                <a:avLst/>
                <a:gdLst>
                  <a:gd name="connsiteX0" fmla="*/ 47530 w 47529"/>
                  <a:gd name="connsiteY0" fmla="*/ 73914 h 1247394"/>
                  <a:gd name="connsiteX1" fmla="*/ 0 w 47529"/>
                  <a:gd name="connsiteY1" fmla="*/ 73914 h 1247394"/>
                  <a:gd name="connsiteX2" fmla="*/ 0 w 47529"/>
                  <a:gd name="connsiteY2" fmla="*/ 0 h 1247394"/>
                  <a:gd name="connsiteX3" fmla="*/ 47530 w 47529"/>
                  <a:gd name="connsiteY3" fmla="*/ 0 h 1247394"/>
                  <a:gd name="connsiteX4" fmla="*/ 47530 w 47529"/>
                  <a:gd name="connsiteY4" fmla="*/ 73914 h 1247394"/>
                  <a:gd name="connsiteX5" fmla="*/ 47530 w 47529"/>
                  <a:gd name="connsiteY5" fmla="*/ 146685 h 1247394"/>
                  <a:gd name="connsiteX6" fmla="*/ 0 w 47529"/>
                  <a:gd name="connsiteY6" fmla="*/ 146685 h 1247394"/>
                  <a:gd name="connsiteX7" fmla="*/ 0 w 47529"/>
                  <a:gd name="connsiteY7" fmla="*/ 220599 h 1247394"/>
                  <a:gd name="connsiteX8" fmla="*/ 47530 w 47529"/>
                  <a:gd name="connsiteY8" fmla="*/ 220599 h 1247394"/>
                  <a:gd name="connsiteX9" fmla="*/ 47530 w 47529"/>
                  <a:gd name="connsiteY9" fmla="*/ 146685 h 1247394"/>
                  <a:gd name="connsiteX10" fmla="*/ 47530 w 47529"/>
                  <a:gd name="connsiteY10" fmla="*/ 293370 h 1247394"/>
                  <a:gd name="connsiteX11" fmla="*/ 0 w 47529"/>
                  <a:gd name="connsiteY11" fmla="*/ 293370 h 1247394"/>
                  <a:gd name="connsiteX12" fmla="*/ 0 w 47529"/>
                  <a:gd name="connsiteY12" fmla="*/ 367284 h 1247394"/>
                  <a:gd name="connsiteX13" fmla="*/ 47530 w 47529"/>
                  <a:gd name="connsiteY13" fmla="*/ 367284 h 1247394"/>
                  <a:gd name="connsiteX14" fmla="*/ 47530 w 47529"/>
                  <a:gd name="connsiteY14" fmla="*/ 293370 h 1247394"/>
                  <a:gd name="connsiteX15" fmla="*/ 47530 w 47529"/>
                  <a:gd name="connsiteY15" fmla="*/ 440055 h 1247394"/>
                  <a:gd name="connsiteX16" fmla="*/ 0 w 47529"/>
                  <a:gd name="connsiteY16" fmla="*/ 440055 h 1247394"/>
                  <a:gd name="connsiteX17" fmla="*/ 0 w 47529"/>
                  <a:gd name="connsiteY17" fmla="*/ 513969 h 1247394"/>
                  <a:gd name="connsiteX18" fmla="*/ 47530 w 47529"/>
                  <a:gd name="connsiteY18" fmla="*/ 513969 h 1247394"/>
                  <a:gd name="connsiteX19" fmla="*/ 47530 w 47529"/>
                  <a:gd name="connsiteY19" fmla="*/ 440055 h 1247394"/>
                  <a:gd name="connsiteX20" fmla="*/ 47530 w 47529"/>
                  <a:gd name="connsiteY20" fmla="*/ 586740 h 1247394"/>
                  <a:gd name="connsiteX21" fmla="*/ 0 w 47529"/>
                  <a:gd name="connsiteY21" fmla="*/ 586740 h 1247394"/>
                  <a:gd name="connsiteX22" fmla="*/ 0 w 47529"/>
                  <a:gd name="connsiteY22" fmla="*/ 660654 h 1247394"/>
                  <a:gd name="connsiteX23" fmla="*/ 47530 w 47529"/>
                  <a:gd name="connsiteY23" fmla="*/ 660654 h 1247394"/>
                  <a:gd name="connsiteX24" fmla="*/ 47530 w 47529"/>
                  <a:gd name="connsiteY24" fmla="*/ 586740 h 1247394"/>
                  <a:gd name="connsiteX25" fmla="*/ 47530 w 47529"/>
                  <a:gd name="connsiteY25" fmla="*/ 733425 h 1247394"/>
                  <a:gd name="connsiteX26" fmla="*/ 0 w 47529"/>
                  <a:gd name="connsiteY26" fmla="*/ 733425 h 1247394"/>
                  <a:gd name="connsiteX27" fmla="*/ 0 w 47529"/>
                  <a:gd name="connsiteY27" fmla="*/ 807339 h 1247394"/>
                  <a:gd name="connsiteX28" fmla="*/ 47530 w 47529"/>
                  <a:gd name="connsiteY28" fmla="*/ 807339 h 1247394"/>
                  <a:gd name="connsiteX29" fmla="*/ 47530 w 47529"/>
                  <a:gd name="connsiteY29" fmla="*/ 733425 h 1247394"/>
                  <a:gd name="connsiteX30" fmla="*/ 47530 w 47529"/>
                  <a:gd name="connsiteY30" fmla="*/ 880110 h 1247394"/>
                  <a:gd name="connsiteX31" fmla="*/ 0 w 47529"/>
                  <a:gd name="connsiteY31" fmla="*/ 880110 h 1247394"/>
                  <a:gd name="connsiteX32" fmla="*/ 0 w 47529"/>
                  <a:gd name="connsiteY32" fmla="*/ 954024 h 1247394"/>
                  <a:gd name="connsiteX33" fmla="*/ 47530 w 47529"/>
                  <a:gd name="connsiteY33" fmla="*/ 954024 h 1247394"/>
                  <a:gd name="connsiteX34" fmla="*/ 47530 w 47529"/>
                  <a:gd name="connsiteY34" fmla="*/ 880110 h 1247394"/>
                  <a:gd name="connsiteX35" fmla="*/ 47530 w 47529"/>
                  <a:gd name="connsiteY35" fmla="*/ 1026795 h 1247394"/>
                  <a:gd name="connsiteX36" fmla="*/ 0 w 47529"/>
                  <a:gd name="connsiteY36" fmla="*/ 1026795 h 1247394"/>
                  <a:gd name="connsiteX37" fmla="*/ 0 w 47529"/>
                  <a:gd name="connsiteY37" fmla="*/ 1100709 h 1247394"/>
                  <a:gd name="connsiteX38" fmla="*/ 47530 w 47529"/>
                  <a:gd name="connsiteY38" fmla="*/ 1100709 h 1247394"/>
                  <a:gd name="connsiteX39" fmla="*/ 47530 w 47529"/>
                  <a:gd name="connsiteY39" fmla="*/ 1026795 h 1247394"/>
                  <a:gd name="connsiteX40" fmla="*/ 47530 w 47529"/>
                  <a:gd name="connsiteY40" fmla="*/ 1173480 h 1247394"/>
                  <a:gd name="connsiteX41" fmla="*/ 0 w 47529"/>
                  <a:gd name="connsiteY41" fmla="*/ 1173480 h 1247394"/>
                  <a:gd name="connsiteX42" fmla="*/ 0 w 47529"/>
                  <a:gd name="connsiteY42" fmla="*/ 1247394 h 1247394"/>
                  <a:gd name="connsiteX43" fmla="*/ 47530 w 47529"/>
                  <a:gd name="connsiteY43" fmla="*/ 1247394 h 1247394"/>
                  <a:gd name="connsiteX44" fmla="*/ 47530 w 47529"/>
                  <a:gd name="connsiteY44" fmla="*/ 1173480 h 124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47529" h="1247394">
                    <a:moveTo>
                      <a:pt x="47530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47530" y="0"/>
                    </a:lnTo>
                    <a:lnTo>
                      <a:pt x="47530" y="73914"/>
                    </a:lnTo>
                    <a:close/>
                    <a:moveTo>
                      <a:pt x="47530" y="146685"/>
                    </a:moveTo>
                    <a:lnTo>
                      <a:pt x="0" y="146685"/>
                    </a:lnTo>
                    <a:lnTo>
                      <a:pt x="0" y="220599"/>
                    </a:lnTo>
                    <a:lnTo>
                      <a:pt x="47530" y="220599"/>
                    </a:lnTo>
                    <a:lnTo>
                      <a:pt x="47530" y="146685"/>
                    </a:lnTo>
                    <a:close/>
                    <a:moveTo>
                      <a:pt x="47530" y="293370"/>
                    </a:moveTo>
                    <a:lnTo>
                      <a:pt x="0" y="293370"/>
                    </a:lnTo>
                    <a:lnTo>
                      <a:pt x="0" y="367284"/>
                    </a:lnTo>
                    <a:lnTo>
                      <a:pt x="47530" y="367284"/>
                    </a:lnTo>
                    <a:lnTo>
                      <a:pt x="47530" y="293370"/>
                    </a:lnTo>
                    <a:close/>
                    <a:moveTo>
                      <a:pt x="47530" y="440055"/>
                    </a:moveTo>
                    <a:lnTo>
                      <a:pt x="0" y="440055"/>
                    </a:lnTo>
                    <a:lnTo>
                      <a:pt x="0" y="513969"/>
                    </a:lnTo>
                    <a:lnTo>
                      <a:pt x="47530" y="513969"/>
                    </a:lnTo>
                    <a:lnTo>
                      <a:pt x="47530" y="440055"/>
                    </a:lnTo>
                    <a:close/>
                    <a:moveTo>
                      <a:pt x="47530" y="586740"/>
                    </a:moveTo>
                    <a:lnTo>
                      <a:pt x="0" y="586740"/>
                    </a:lnTo>
                    <a:lnTo>
                      <a:pt x="0" y="660654"/>
                    </a:lnTo>
                    <a:lnTo>
                      <a:pt x="47530" y="660654"/>
                    </a:lnTo>
                    <a:lnTo>
                      <a:pt x="47530" y="586740"/>
                    </a:lnTo>
                    <a:close/>
                    <a:moveTo>
                      <a:pt x="47530" y="733425"/>
                    </a:moveTo>
                    <a:lnTo>
                      <a:pt x="0" y="733425"/>
                    </a:lnTo>
                    <a:lnTo>
                      <a:pt x="0" y="807339"/>
                    </a:lnTo>
                    <a:lnTo>
                      <a:pt x="47530" y="807339"/>
                    </a:lnTo>
                    <a:lnTo>
                      <a:pt x="47530" y="733425"/>
                    </a:lnTo>
                    <a:close/>
                    <a:moveTo>
                      <a:pt x="47530" y="880110"/>
                    </a:moveTo>
                    <a:lnTo>
                      <a:pt x="0" y="880110"/>
                    </a:lnTo>
                    <a:lnTo>
                      <a:pt x="0" y="954024"/>
                    </a:lnTo>
                    <a:lnTo>
                      <a:pt x="47530" y="954024"/>
                    </a:lnTo>
                    <a:lnTo>
                      <a:pt x="47530" y="880110"/>
                    </a:lnTo>
                    <a:close/>
                    <a:moveTo>
                      <a:pt x="47530" y="1026795"/>
                    </a:moveTo>
                    <a:lnTo>
                      <a:pt x="0" y="1026795"/>
                    </a:lnTo>
                    <a:lnTo>
                      <a:pt x="0" y="1100709"/>
                    </a:lnTo>
                    <a:lnTo>
                      <a:pt x="47530" y="1100709"/>
                    </a:lnTo>
                    <a:lnTo>
                      <a:pt x="47530" y="1026795"/>
                    </a:lnTo>
                    <a:close/>
                    <a:moveTo>
                      <a:pt x="47530" y="1173480"/>
                    </a:moveTo>
                    <a:lnTo>
                      <a:pt x="0" y="1173480"/>
                    </a:lnTo>
                    <a:lnTo>
                      <a:pt x="0" y="1247394"/>
                    </a:lnTo>
                    <a:lnTo>
                      <a:pt x="47530" y="1247394"/>
                    </a:lnTo>
                    <a:lnTo>
                      <a:pt x="47530" y="117348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6932DB2F-7B8E-99F1-3251-6AE42F2AE332}"/>
                  </a:ext>
                </a:extLst>
              </p:cNvPr>
              <p:cNvSpPr/>
              <p:nvPr/>
            </p:nvSpPr>
            <p:spPr>
              <a:xfrm>
                <a:off x="4959102" y="3927573"/>
                <a:ext cx="27269" cy="267910"/>
              </a:xfrm>
              <a:custGeom>
                <a:avLst/>
                <a:gdLst>
                  <a:gd name="connsiteX0" fmla="*/ 130111 w 130111"/>
                  <a:gd name="connsiteY0" fmla="*/ 73914 h 1247394"/>
                  <a:gd name="connsiteX1" fmla="*/ 0 w 130111"/>
                  <a:gd name="connsiteY1" fmla="*/ 73914 h 1247394"/>
                  <a:gd name="connsiteX2" fmla="*/ 0 w 130111"/>
                  <a:gd name="connsiteY2" fmla="*/ 0 h 1247394"/>
                  <a:gd name="connsiteX3" fmla="*/ 130111 w 130111"/>
                  <a:gd name="connsiteY3" fmla="*/ 0 h 1247394"/>
                  <a:gd name="connsiteX4" fmla="*/ 130111 w 130111"/>
                  <a:gd name="connsiteY4" fmla="*/ 73914 h 1247394"/>
                  <a:gd name="connsiteX5" fmla="*/ 130111 w 130111"/>
                  <a:gd name="connsiteY5" fmla="*/ 146685 h 1247394"/>
                  <a:gd name="connsiteX6" fmla="*/ 0 w 130111"/>
                  <a:gd name="connsiteY6" fmla="*/ 146685 h 1247394"/>
                  <a:gd name="connsiteX7" fmla="*/ 0 w 130111"/>
                  <a:gd name="connsiteY7" fmla="*/ 220599 h 1247394"/>
                  <a:gd name="connsiteX8" fmla="*/ 130111 w 130111"/>
                  <a:gd name="connsiteY8" fmla="*/ 220599 h 1247394"/>
                  <a:gd name="connsiteX9" fmla="*/ 130111 w 130111"/>
                  <a:gd name="connsiteY9" fmla="*/ 146685 h 1247394"/>
                  <a:gd name="connsiteX10" fmla="*/ 130111 w 130111"/>
                  <a:gd name="connsiteY10" fmla="*/ 293370 h 1247394"/>
                  <a:gd name="connsiteX11" fmla="*/ 0 w 130111"/>
                  <a:gd name="connsiteY11" fmla="*/ 293370 h 1247394"/>
                  <a:gd name="connsiteX12" fmla="*/ 0 w 130111"/>
                  <a:gd name="connsiteY12" fmla="*/ 367284 h 1247394"/>
                  <a:gd name="connsiteX13" fmla="*/ 130111 w 130111"/>
                  <a:gd name="connsiteY13" fmla="*/ 367284 h 1247394"/>
                  <a:gd name="connsiteX14" fmla="*/ 130111 w 130111"/>
                  <a:gd name="connsiteY14" fmla="*/ 293370 h 1247394"/>
                  <a:gd name="connsiteX15" fmla="*/ 130111 w 130111"/>
                  <a:gd name="connsiteY15" fmla="*/ 440055 h 1247394"/>
                  <a:gd name="connsiteX16" fmla="*/ 0 w 130111"/>
                  <a:gd name="connsiteY16" fmla="*/ 440055 h 1247394"/>
                  <a:gd name="connsiteX17" fmla="*/ 0 w 130111"/>
                  <a:gd name="connsiteY17" fmla="*/ 513969 h 1247394"/>
                  <a:gd name="connsiteX18" fmla="*/ 130111 w 130111"/>
                  <a:gd name="connsiteY18" fmla="*/ 513969 h 1247394"/>
                  <a:gd name="connsiteX19" fmla="*/ 130111 w 130111"/>
                  <a:gd name="connsiteY19" fmla="*/ 440055 h 1247394"/>
                  <a:gd name="connsiteX20" fmla="*/ 130111 w 130111"/>
                  <a:gd name="connsiteY20" fmla="*/ 586740 h 1247394"/>
                  <a:gd name="connsiteX21" fmla="*/ 0 w 130111"/>
                  <a:gd name="connsiteY21" fmla="*/ 586740 h 1247394"/>
                  <a:gd name="connsiteX22" fmla="*/ 0 w 130111"/>
                  <a:gd name="connsiteY22" fmla="*/ 660654 h 1247394"/>
                  <a:gd name="connsiteX23" fmla="*/ 130111 w 130111"/>
                  <a:gd name="connsiteY23" fmla="*/ 660654 h 1247394"/>
                  <a:gd name="connsiteX24" fmla="*/ 130111 w 130111"/>
                  <a:gd name="connsiteY24" fmla="*/ 586740 h 1247394"/>
                  <a:gd name="connsiteX25" fmla="*/ 130111 w 130111"/>
                  <a:gd name="connsiteY25" fmla="*/ 733425 h 1247394"/>
                  <a:gd name="connsiteX26" fmla="*/ 0 w 130111"/>
                  <a:gd name="connsiteY26" fmla="*/ 733425 h 1247394"/>
                  <a:gd name="connsiteX27" fmla="*/ 0 w 130111"/>
                  <a:gd name="connsiteY27" fmla="*/ 807339 h 1247394"/>
                  <a:gd name="connsiteX28" fmla="*/ 130111 w 130111"/>
                  <a:gd name="connsiteY28" fmla="*/ 807339 h 1247394"/>
                  <a:gd name="connsiteX29" fmla="*/ 130111 w 130111"/>
                  <a:gd name="connsiteY29" fmla="*/ 733425 h 1247394"/>
                  <a:gd name="connsiteX30" fmla="*/ 130111 w 130111"/>
                  <a:gd name="connsiteY30" fmla="*/ 880110 h 1247394"/>
                  <a:gd name="connsiteX31" fmla="*/ 0 w 130111"/>
                  <a:gd name="connsiteY31" fmla="*/ 880110 h 1247394"/>
                  <a:gd name="connsiteX32" fmla="*/ 0 w 130111"/>
                  <a:gd name="connsiteY32" fmla="*/ 954024 h 1247394"/>
                  <a:gd name="connsiteX33" fmla="*/ 130111 w 130111"/>
                  <a:gd name="connsiteY33" fmla="*/ 954024 h 1247394"/>
                  <a:gd name="connsiteX34" fmla="*/ 130111 w 130111"/>
                  <a:gd name="connsiteY34" fmla="*/ 880110 h 1247394"/>
                  <a:gd name="connsiteX35" fmla="*/ 130111 w 130111"/>
                  <a:gd name="connsiteY35" fmla="*/ 1026795 h 1247394"/>
                  <a:gd name="connsiteX36" fmla="*/ 0 w 130111"/>
                  <a:gd name="connsiteY36" fmla="*/ 1026795 h 1247394"/>
                  <a:gd name="connsiteX37" fmla="*/ 0 w 130111"/>
                  <a:gd name="connsiteY37" fmla="*/ 1100709 h 1247394"/>
                  <a:gd name="connsiteX38" fmla="*/ 130111 w 130111"/>
                  <a:gd name="connsiteY38" fmla="*/ 1100709 h 1247394"/>
                  <a:gd name="connsiteX39" fmla="*/ 130111 w 130111"/>
                  <a:gd name="connsiteY39" fmla="*/ 1026795 h 1247394"/>
                  <a:gd name="connsiteX40" fmla="*/ 130111 w 130111"/>
                  <a:gd name="connsiteY40" fmla="*/ 1173480 h 1247394"/>
                  <a:gd name="connsiteX41" fmla="*/ 0 w 130111"/>
                  <a:gd name="connsiteY41" fmla="*/ 1173480 h 1247394"/>
                  <a:gd name="connsiteX42" fmla="*/ 0 w 130111"/>
                  <a:gd name="connsiteY42" fmla="*/ 1247394 h 1247394"/>
                  <a:gd name="connsiteX43" fmla="*/ 130111 w 130111"/>
                  <a:gd name="connsiteY43" fmla="*/ 1247394 h 1247394"/>
                  <a:gd name="connsiteX44" fmla="*/ 130111 w 130111"/>
                  <a:gd name="connsiteY44" fmla="*/ 1173480 h 124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30111" h="1247394">
                    <a:moveTo>
                      <a:pt x="130111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130111" y="0"/>
                    </a:lnTo>
                    <a:lnTo>
                      <a:pt x="130111" y="73914"/>
                    </a:lnTo>
                    <a:close/>
                    <a:moveTo>
                      <a:pt x="130111" y="146685"/>
                    </a:moveTo>
                    <a:lnTo>
                      <a:pt x="0" y="146685"/>
                    </a:lnTo>
                    <a:lnTo>
                      <a:pt x="0" y="220599"/>
                    </a:lnTo>
                    <a:lnTo>
                      <a:pt x="130111" y="220599"/>
                    </a:lnTo>
                    <a:lnTo>
                      <a:pt x="130111" y="146685"/>
                    </a:lnTo>
                    <a:close/>
                    <a:moveTo>
                      <a:pt x="130111" y="293370"/>
                    </a:moveTo>
                    <a:lnTo>
                      <a:pt x="0" y="293370"/>
                    </a:lnTo>
                    <a:lnTo>
                      <a:pt x="0" y="367284"/>
                    </a:lnTo>
                    <a:lnTo>
                      <a:pt x="130111" y="367284"/>
                    </a:lnTo>
                    <a:lnTo>
                      <a:pt x="130111" y="293370"/>
                    </a:lnTo>
                    <a:close/>
                    <a:moveTo>
                      <a:pt x="130111" y="440055"/>
                    </a:moveTo>
                    <a:lnTo>
                      <a:pt x="0" y="440055"/>
                    </a:lnTo>
                    <a:lnTo>
                      <a:pt x="0" y="513969"/>
                    </a:lnTo>
                    <a:lnTo>
                      <a:pt x="130111" y="513969"/>
                    </a:lnTo>
                    <a:lnTo>
                      <a:pt x="130111" y="440055"/>
                    </a:lnTo>
                    <a:close/>
                    <a:moveTo>
                      <a:pt x="130111" y="586740"/>
                    </a:moveTo>
                    <a:lnTo>
                      <a:pt x="0" y="586740"/>
                    </a:lnTo>
                    <a:lnTo>
                      <a:pt x="0" y="660654"/>
                    </a:lnTo>
                    <a:lnTo>
                      <a:pt x="130111" y="660654"/>
                    </a:lnTo>
                    <a:lnTo>
                      <a:pt x="130111" y="586740"/>
                    </a:lnTo>
                    <a:close/>
                    <a:moveTo>
                      <a:pt x="130111" y="733425"/>
                    </a:moveTo>
                    <a:lnTo>
                      <a:pt x="0" y="733425"/>
                    </a:lnTo>
                    <a:lnTo>
                      <a:pt x="0" y="807339"/>
                    </a:lnTo>
                    <a:lnTo>
                      <a:pt x="130111" y="807339"/>
                    </a:lnTo>
                    <a:lnTo>
                      <a:pt x="130111" y="733425"/>
                    </a:lnTo>
                    <a:close/>
                    <a:moveTo>
                      <a:pt x="130111" y="880110"/>
                    </a:moveTo>
                    <a:lnTo>
                      <a:pt x="0" y="880110"/>
                    </a:lnTo>
                    <a:lnTo>
                      <a:pt x="0" y="954024"/>
                    </a:lnTo>
                    <a:lnTo>
                      <a:pt x="130111" y="954024"/>
                    </a:lnTo>
                    <a:lnTo>
                      <a:pt x="130111" y="880110"/>
                    </a:lnTo>
                    <a:close/>
                    <a:moveTo>
                      <a:pt x="130111" y="1026795"/>
                    </a:moveTo>
                    <a:lnTo>
                      <a:pt x="0" y="1026795"/>
                    </a:lnTo>
                    <a:lnTo>
                      <a:pt x="0" y="1100709"/>
                    </a:lnTo>
                    <a:lnTo>
                      <a:pt x="130111" y="1100709"/>
                    </a:lnTo>
                    <a:lnTo>
                      <a:pt x="130111" y="1026795"/>
                    </a:lnTo>
                    <a:close/>
                    <a:moveTo>
                      <a:pt x="130111" y="1173480"/>
                    </a:moveTo>
                    <a:lnTo>
                      <a:pt x="0" y="1173480"/>
                    </a:lnTo>
                    <a:lnTo>
                      <a:pt x="0" y="1247394"/>
                    </a:lnTo>
                    <a:lnTo>
                      <a:pt x="130111" y="1247394"/>
                    </a:lnTo>
                    <a:lnTo>
                      <a:pt x="130111" y="117348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5BB85D7F-8EB1-16D1-7430-D96C10A4A87D}"/>
                  </a:ext>
                </a:extLst>
              </p:cNvPr>
              <p:cNvSpPr/>
              <p:nvPr/>
            </p:nvSpPr>
            <p:spPr>
              <a:xfrm>
                <a:off x="5087222" y="3990583"/>
                <a:ext cx="27269" cy="15875"/>
              </a:xfrm>
              <a:custGeom>
                <a:avLst/>
                <a:gdLst>
                  <a:gd name="connsiteX0" fmla="*/ 0 w 130111"/>
                  <a:gd name="connsiteY0" fmla="*/ 0 h 73913"/>
                  <a:gd name="connsiteX1" fmla="*/ 130111 w 130111"/>
                  <a:gd name="connsiteY1" fmla="*/ 0 h 73913"/>
                  <a:gd name="connsiteX2" fmla="*/ 130111 w 130111"/>
                  <a:gd name="connsiteY2" fmla="*/ 73914 h 73913"/>
                  <a:gd name="connsiteX3" fmla="*/ 0 w 130111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111" h="73913">
                    <a:moveTo>
                      <a:pt x="0" y="0"/>
                    </a:moveTo>
                    <a:lnTo>
                      <a:pt x="130111" y="0"/>
                    </a:lnTo>
                    <a:lnTo>
                      <a:pt x="130111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1C050B7E-5FF3-C905-88F9-B180BCDB8A9A}"/>
                  </a:ext>
                </a:extLst>
              </p:cNvPr>
              <p:cNvSpPr/>
              <p:nvPr/>
            </p:nvSpPr>
            <p:spPr>
              <a:xfrm>
                <a:off x="5124551" y="3990583"/>
                <a:ext cx="13634" cy="15875"/>
              </a:xfrm>
              <a:custGeom>
                <a:avLst/>
                <a:gdLst>
                  <a:gd name="connsiteX0" fmla="*/ 0 w 65055"/>
                  <a:gd name="connsiteY0" fmla="*/ 0 h 73913"/>
                  <a:gd name="connsiteX1" fmla="*/ 65056 w 65055"/>
                  <a:gd name="connsiteY1" fmla="*/ 0 h 73913"/>
                  <a:gd name="connsiteX2" fmla="*/ 65056 w 65055"/>
                  <a:gd name="connsiteY2" fmla="*/ 73914 h 73913"/>
                  <a:gd name="connsiteX3" fmla="*/ 0 w 65055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3913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21C6F356-9125-D672-3A6B-78845E0729C7}"/>
                  </a:ext>
                </a:extLst>
              </p:cNvPr>
              <p:cNvSpPr/>
              <p:nvPr/>
            </p:nvSpPr>
            <p:spPr>
              <a:xfrm>
                <a:off x="5158906" y="4053592"/>
                <a:ext cx="36671" cy="15875"/>
              </a:xfrm>
              <a:custGeom>
                <a:avLst/>
                <a:gdLst>
                  <a:gd name="connsiteX0" fmla="*/ 0 w 174974"/>
                  <a:gd name="connsiteY0" fmla="*/ 0 h 73913"/>
                  <a:gd name="connsiteX1" fmla="*/ 174974 w 174974"/>
                  <a:gd name="connsiteY1" fmla="*/ 0 h 73913"/>
                  <a:gd name="connsiteX2" fmla="*/ 174974 w 174974"/>
                  <a:gd name="connsiteY2" fmla="*/ 73914 h 73913"/>
                  <a:gd name="connsiteX3" fmla="*/ 0 w 174974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974" h="73913">
                    <a:moveTo>
                      <a:pt x="0" y="0"/>
                    </a:moveTo>
                    <a:lnTo>
                      <a:pt x="174974" y="0"/>
                    </a:lnTo>
                    <a:lnTo>
                      <a:pt x="174974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6D4E0E88-79CF-A0E7-4CA9-860AB48D98D2}"/>
                  </a:ext>
                </a:extLst>
              </p:cNvPr>
              <p:cNvSpPr/>
              <p:nvPr/>
            </p:nvSpPr>
            <p:spPr>
              <a:xfrm>
                <a:off x="5149843" y="3990583"/>
                <a:ext cx="61943" cy="15875"/>
              </a:xfrm>
              <a:custGeom>
                <a:avLst/>
                <a:gdLst>
                  <a:gd name="connsiteX0" fmla="*/ 0 w 295560"/>
                  <a:gd name="connsiteY0" fmla="*/ 0 h 73913"/>
                  <a:gd name="connsiteX1" fmla="*/ 295561 w 295560"/>
                  <a:gd name="connsiteY1" fmla="*/ 0 h 73913"/>
                  <a:gd name="connsiteX2" fmla="*/ 295561 w 295560"/>
                  <a:gd name="connsiteY2" fmla="*/ 73914 h 73913"/>
                  <a:gd name="connsiteX3" fmla="*/ 0 w 295560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560" h="73913">
                    <a:moveTo>
                      <a:pt x="0" y="0"/>
                    </a:moveTo>
                    <a:lnTo>
                      <a:pt x="295561" y="0"/>
                    </a:lnTo>
                    <a:lnTo>
                      <a:pt x="295561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54AE6C89-9342-BFCA-FBCF-3029BE69C1CE}"/>
                  </a:ext>
                </a:extLst>
              </p:cNvPr>
              <p:cNvSpPr/>
              <p:nvPr/>
            </p:nvSpPr>
            <p:spPr>
              <a:xfrm>
                <a:off x="5087222" y="4116600"/>
                <a:ext cx="27269" cy="15875"/>
              </a:xfrm>
              <a:custGeom>
                <a:avLst/>
                <a:gdLst>
                  <a:gd name="connsiteX0" fmla="*/ 0 w 130111"/>
                  <a:gd name="connsiteY0" fmla="*/ 0 h 73913"/>
                  <a:gd name="connsiteX1" fmla="*/ 130111 w 130111"/>
                  <a:gd name="connsiteY1" fmla="*/ 0 h 73913"/>
                  <a:gd name="connsiteX2" fmla="*/ 130111 w 130111"/>
                  <a:gd name="connsiteY2" fmla="*/ 73914 h 73913"/>
                  <a:gd name="connsiteX3" fmla="*/ 0 w 130111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111" h="73913">
                    <a:moveTo>
                      <a:pt x="0" y="0"/>
                    </a:moveTo>
                    <a:lnTo>
                      <a:pt x="130111" y="0"/>
                    </a:lnTo>
                    <a:lnTo>
                      <a:pt x="130111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B6C740AB-4B79-B507-DDA3-076E9740A202}"/>
                  </a:ext>
                </a:extLst>
              </p:cNvPr>
              <p:cNvSpPr/>
              <p:nvPr/>
            </p:nvSpPr>
            <p:spPr>
              <a:xfrm>
                <a:off x="4938960" y="3859471"/>
                <a:ext cx="13495" cy="13829"/>
              </a:xfrm>
              <a:custGeom>
                <a:avLst/>
                <a:gdLst>
                  <a:gd name="connsiteX0" fmla="*/ 32195 w 64389"/>
                  <a:gd name="connsiteY0" fmla="*/ 64389 h 64388"/>
                  <a:gd name="connsiteX1" fmla="*/ 0 w 64389"/>
                  <a:gd name="connsiteY1" fmla="*/ 32194 h 64388"/>
                  <a:gd name="connsiteX2" fmla="*/ 32195 w 64389"/>
                  <a:gd name="connsiteY2" fmla="*/ 0 h 64388"/>
                  <a:gd name="connsiteX3" fmla="*/ 64389 w 64389"/>
                  <a:gd name="connsiteY3" fmla="*/ 32194 h 64388"/>
                  <a:gd name="connsiteX4" fmla="*/ 32195 w 64389"/>
                  <a:gd name="connsiteY4" fmla="*/ 64389 h 64388"/>
                  <a:gd name="connsiteX5" fmla="*/ 32195 w 64389"/>
                  <a:gd name="connsiteY5" fmla="*/ 12382 h 64388"/>
                  <a:gd name="connsiteX6" fmla="*/ 12383 w 64389"/>
                  <a:gd name="connsiteY6" fmla="*/ 32194 h 64388"/>
                  <a:gd name="connsiteX7" fmla="*/ 32195 w 64389"/>
                  <a:gd name="connsiteY7" fmla="*/ 52006 h 64388"/>
                  <a:gd name="connsiteX8" fmla="*/ 52007 w 64389"/>
                  <a:gd name="connsiteY8" fmla="*/ 32194 h 64388"/>
                  <a:gd name="connsiteX9" fmla="*/ 32195 w 64389"/>
                  <a:gd name="connsiteY9" fmla="*/ 12382 h 64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389" h="64388">
                    <a:moveTo>
                      <a:pt x="32195" y="64389"/>
                    </a:moveTo>
                    <a:cubicBezTo>
                      <a:pt x="14478" y="64389"/>
                      <a:pt x="0" y="49911"/>
                      <a:pt x="0" y="32194"/>
                    </a:cubicBezTo>
                    <a:cubicBezTo>
                      <a:pt x="0" y="14478"/>
                      <a:pt x="14478" y="0"/>
                      <a:pt x="32195" y="0"/>
                    </a:cubicBezTo>
                    <a:cubicBezTo>
                      <a:pt x="49911" y="0"/>
                      <a:pt x="64389" y="14478"/>
                      <a:pt x="64389" y="32194"/>
                    </a:cubicBezTo>
                    <a:cubicBezTo>
                      <a:pt x="64389" y="49911"/>
                      <a:pt x="49911" y="64389"/>
                      <a:pt x="32195" y="64389"/>
                    </a:cubicBezTo>
                    <a:close/>
                    <a:moveTo>
                      <a:pt x="32195" y="12382"/>
                    </a:moveTo>
                    <a:cubicBezTo>
                      <a:pt x="21336" y="12382"/>
                      <a:pt x="12383" y="21241"/>
                      <a:pt x="12383" y="32194"/>
                    </a:cubicBezTo>
                    <a:cubicBezTo>
                      <a:pt x="12383" y="43148"/>
                      <a:pt x="21241" y="52006"/>
                      <a:pt x="32195" y="52006"/>
                    </a:cubicBezTo>
                    <a:cubicBezTo>
                      <a:pt x="43148" y="52006"/>
                      <a:pt x="52007" y="43148"/>
                      <a:pt x="52007" y="32194"/>
                    </a:cubicBezTo>
                    <a:cubicBezTo>
                      <a:pt x="52007" y="21241"/>
                      <a:pt x="43148" y="12382"/>
                      <a:pt x="32195" y="12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730A369D-D1BA-6854-7AED-4542C96EFDCF}"/>
                  </a:ext>
                </a:extLst>
              </p:cNvPr>
              <p:cNvSpPr/>
              <p:nvPr/>
            </p:nvSpPr>
            <p:spPr>
              <a:xfrm>
                <a:off x="4959202" y="3859471"/>
                <a:ext cx="13495" cy="13829"/>
              </a:xfrm>
              <a:custGeom>
                <a:avLst/>
                <a:gdLst>
                  <a:gd name="connsiteX0" fmla="*/ 32195 w 64389"/>
                  <a:gd name="connsiteY0" fmla="*/ 64389 h 64388"/>
                  <a:gd name="connsiteX1" fmla="*/ 0 w 64389"/>
                  <a:gd name="connsiteY1" fmla="*/ 32194 h 64388"/>
                  <a:gd name="connsiteX2" fmla="*/ 32195 w 64389"/>
                  <a:gd name="connsiteY2" fmla="*/ 0 h 64388"/>
                  <a:gd name="connsiteX3" fmla="*/ 64389 w 64389"/>
                  <a:gd name="connsiteY3" fmla="*/ 32194 h 64388"/>
                  <a:gd name="connsiteX4" fmla="*/ 32195 w 64389"/>
                  <a:gd name="connsiteY4" fmla="*/ 64389 h 64388"/>
                  <a:gd name="connsiteX5" fmla="*/ 32195 w 64389"/>
                  <a:gd name="connsiteY5" fmla="*/ 12382 h 64388"/>
                  <a:gd name="connsiteX6" fmla="*/ 12382 w 64389"/>
                  <a:gd name="connsiteY6" fmla="*/ 32194 h 64388"/>
                  <a:gd name="connsiteX7" fmla="*/ 32195 w 64389"/>
                  <a:gd name="connsiteY7" fmla="*/ 52006 h 64388"/>
                  <a:gd name="connsiteX8" fmla="*/ 52006 w 64389"/>
                  <a:gd name="connsiteY8" fmla="*/ 32194 h 64388"/>
                  <a:gd name="connsiteX9" fmla="*/ 32195 w 64389"/>
                  <a:gd name="connsiteY9" fmla="*/ 12382 h 64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389" h="64388">
                    <a:moveTo>
                      <a:pt x="32195" y="64389"/>
                    </a:moveTo>
                    <a:cubicBezTo>
                      <a:pt x="14478" y="64389"/>
                      <a:pt x="0" y="49911"/>
                      <a:pt x="0" y="32194"/>
                    </a:cubicBezTo>
                    <a:cubicBezTo>
                      <a:pt x="0" y="14478"/>
                      <a:pt x="14478" y="0"/>
                      <a:pt x="32195" y="0"/>
                    </a:cubicBezTo>
                    <a:cubicBezTo>
                      <a:pt x="49911" y="0"/>
                      <a:pt x="64389" y="14478"/>
                      <a:pt x="64389" y="32194"/>
                    </a:cubicBezTo>
                    <a:cubicBezTo>
                      <a:pt x="64389" y="49911"/>
                      <a:pt x="49911" y="64389"/>
                      <a:pt x="32195" y="64389"/>
                    </a:cubicBezTo>
                    <a:close/>
                    <a:moveTo>
                      <a:pt x="32195" y="12382"/>
                    </a:moveTo>
                    <a:cubicBezTo>
                      <a:pt x="21336" y="12382"/>
                      <a:pt x="12382" y="21241"/>
                      <a:pt x="12382" y="32194"/>
                    </a:cubicBezTo>
                    <a:cubicBezTo>
                      <a:pt x="12382" y="43148"/>
                      <a:pt x="21241" y="52006"/>
                      <a:pt x="32195" y="52006"/>
                    </a:cubicBezTo>
                    <a:cubicBezTo>
                      <a:pt x="43148" y="52006"/>
                      <a:pt x="52006" y="43148"/>
                      <a:pt x="52006" y="32194"/>
                    </a:cubicBezTo>
                    <a:cubicBezTo>
                      <a:pt x="52006" y="21241"/>
                      <a:pt x="43148" y="12382"/>
                      <a:pt x="32195" y="12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1B3237A0-8A35-F4E2-E640-1BDF23A866D7}"/>
                  </a:ext>
                </a:extLst>
              </p:cNvPr>
              <p:cNvSpPr/>
              <p:nvPr/>
            </p:nvSpPr>
            <p:spPr>
              <a:xfrm>
                <a:off x="4979463" y="3859471"/>
                <a:ext cx="13495" cy="13829"/>
              </a:xfrm>
              <a:custGeom>
                <a:avLst/>
                <a:gdLst>
                  <a:gd name="connsiteX0" fmla="*/ 32195 w 64389"/>
                  <a:gd name="connsiteY0" fmla="*/ 64389 h 64388"/>
                  <a:gd name="connsiteX1" fmla="*/ 0 w 64389"/>
                  <a:gd name="connsiteY1" fmla="*/ 32194 h 64388"/>
                  <a:gd name="connsiteX2" fmla="*/ 32195 w 64389"/>
                  <a:gd name="connsiteY2" fmla="*/ 0 h 64388"/>
                  <a:gd name="connsiteX3" fmla="*/ 64389 w 64389"/>
                  <a:gd name="connsiteY3" fmla="*/ 32194 h 64388"/>
                  <a:gd name="connsiteX4" fmla="*/ 32195 w 64389"/>
                  <a:gd name="connsiteY4" fmla="*/ 64389 h 64388"/>
                  <a:gd name="connsiteX5" fmla="*/ 32195 w 64389"/>
                  <a:gd name="connsiteY5" fmla="*/ 12382 h 64388"/>
                  <a:gd name="connsiteX6" fmla="*/ 12383 w 64389"/>
                  <a:gd name="connsiteY6" fmla="*/ 32194 h 64388"/>
                  <a:gd name="connsiteX7" fmla="*/ 32195 w 64389"/>
                  <a:gd name="connsiteY7" fmla="*/ 52006 h 64388"/>
                  <a:gd name="connsiteX8" fmla="*/ 52006 w 64389"/>
                  <a:gd name="connsiteY8" fmla="*/ 32194 h 64388"/>
                  <a:gd name="connsiteX9" fmla="*/ 32195 w 64389"/>
                  <a:gd name="connsiteY9" fmla="*/ 12382 h 64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389" h="64388">
                    <a:moveTo>
                      <a:pt x="32195" y="64389"/>
                    </a:moveTo>
                    <a:cubicBezTo>
                      <a:pt x="14478" y="64389"/>
                      <a:pt x="0" y="49911"/>
                      <a:pt x="0" y="32194"/>
                    </a:cubicBezTo>
                    <a:cubicBezTo>
                      <a:pt x="0" y="14478"/>
                      <a:pt x="14478" y="0"/>
                      <a:pt x="32195" y="0"/>
                    </a:cubicBezTo>
                    <a:cubicBezTo>
                      <a:pt x="49911" y="0"/>
                      <a:pt x="64389" y="14478"/>
                      <a:pt x="64389" y="32194"/>
                    </a:cubicBezTo>
                    <a:cubicBezTo>
                      <a:pt x="64389" y="49911"/>
                      <a:pt x="49911" y="64389"/>
                      <a:pt x="32195" y="64389"/>
                    </a:cubicBezTo>
                    <a:close/>
                    <a:moveTo>
                      <a:pt x="32195" y="12382"/>
                    </a:moveTo>
                    <a:cubicBezTo>
                      <a:pt x="21336" y="12382"/>
                      <a:pt x="12383" y="21241"/>
                      <a:pt x="12383" y="32194"/>
                    </a:cubicBezTo>
                    <a:cubicBezTo>
                      <a:pt x="12383" y="43148"/>
                      <a:pt x="21241" y="52006"/>
                      <a:pt x="32195" y="52006"/>
                    </a:cubicBezTo>
                    <a:cubicBezTo>
                      <a:pt x="43148" y="52006"/>
                      <a:pt x="52006" y="43148"/>
                      <a:pt x="52006" y="32194"/>
                    </a:cubicBezTo>
                    <a:cubicBezTo>
                      <a:pt x="52006" y="21241"/>
                      <a:pt x="43148" y="12382"/>
                      <a:pt x="32195" y="12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21" name="object 17">
            <a:extLst>
              <a:ext uri="{FF2B5EF4-FFF2-40B4-BE49-F238E27FC236}">
                <a16:creationId xmlns:a16="http://schemas.microsoft.com/office/drawing/2014/main" id="{120E15D5-28CC-7A10-955A-CBFDDFECF8F8}"/>
              </a:ext>
            </a:extLst>
          </p:cNvPr>
          <p:cNvSpPr/>
          <p:nvPr/>
        </p:nvSpPr>
        <p:spPr>
          <a:xfrm>
            <a:off x="6454087" y="3798741"/>
            <a:ext cx="481324" cy="626037"/>
          </a:xfrm>
          <a:prstGeom prst="rect">
            <a:avLst/>
          </a:prstGeom>
          <a:blipFill>
            <a:blip r:embed="rId2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15" t="-88" r="-2349" b="-88"/>
            </a:stretch>
          </a:blipFill>
          <a:ln w="6350">
            <a:solidFill>
              <a:schemeClr val="bg1">
                <a:lumMod val="85000"/>
              </a:schemeClr>
            </a:solidFill>
          </a:ln>
          <a:effectLst/>
        </p:spPr>
        <p:txBody>
          <a:bodyPr wrap="square" lIns="0" tIns="0" rIns="0" bIns="0" rtlCol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Arial" panose="020B0604020202020204" pitchFamily="34" charset="0"/>
            </a:endParaRPr>
          </a:p>
        </p:txBody>
      </p:sp>
      <p:grpSp>
        <p:nvGrpSpPr>
          <p:cNvPr id="2238" name="Group 2237">
            <a:extLst>
              <a:ext uri="{FF2B5EF4-FFF2-40B4-BE49-F238E27FC236}">
                <a16:creationId xmlns:a16="http://schemas.microsoft.com/office/drawing/2014/main" id="{80B5083B-4E74-A505-F085-08925B8520AC}"/>
              </a:ext>
            </a:extLst>
          </p:cNvPr>
          <p:cNvGrpSpPr/>
          <p:nvPr/>
        </p:nvGrpSpPr>
        <p:grpSpPr>
          <a:xfrm>
            <a:off x="9641840" y="3488639"/>
            <a:ext cx="1200394" cy="738664"/>
            <a:chOff x="9641840" y="3417675"/>
            <a:chExt cx="1200394" cy="738664"/>
          </a:xfrm>
        </p:grpSpPr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5323223F-F26D-E89A-70B0-15885DB6E813}"/>
                </a:ext>
              </a:extLst>
            </p:cNvPr>
            <p:cNvSpPr txBox="1"/>
            <p:nvPr/>
          </p:nvSpPr>
          <p:spPr>
            <a:xfrm>
              <a:off x="9641840" y="3417675"/>
              <a:ext cx="1200394" cy="738664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800"/>
                <a:t>Tailored </a:t>
              </a:r>
              <a:r>
                <a:rPr lang="en-US" sz="800" b="1"/>
                <a:t>restructuring </a:t>
              </a:r>
              <a:br>
                <a:rPr lang="en-US" sz="800" b="1"/>
              </a:br>
              <a:r>
                <a:rPr lang="en-US" sz="800" b="1"/>
                <a:t>&amp; workout strategies </a:t>
              </a:r>
              <a:r>
                <a:rPr lang="en-US" sz="800"/>
                <a:t>suggestions  </a:t>
              </a:r>
              <a:br>
                <a:rPr lang="en-US" sz="800"/>
              </a:br>
              <a:r>
                <a:rPr lang="en-US" sz="800"/>
                <a:t>powered by </a:t>
              </a:r>
              <a:br>
                <a:rPr lang="en-US" sz="800"/>
              </a:br>
              <a:r>
                <a:rPr lang="en-US" sz="800" b="1"/>
                <a:t>AA/ML </a:t>
              </a:r>
              <a:br>
                <a:rPr lang="en-US" sz="800" b="1"/>
              </a:br>
              <a:r>
                <a:rPr lang="en-US" sz="800" b="1"/>
                <a:t>techniques</a:t>
              </a:r>
              <a:endParaRPr lang="en-NZ" sz="800" b="1"/>
            </a:p>
          </p:txBody>
        </p:sp>
        <p:grpSp>
          <p:nvGrpSpPr>
            <p:cNvPr id="2237" name="Group 2236">
              <a:extLst>
                <a:ext uri="{FF2B5EF4-FFF2-40B4-BE49-F238E27FC236}">
                  <a16:creationId xmlns:a16="http://schemas.microsoft.com/office/drawing/2014/main" id="{E641E170-6DC8-EBE5-7568-7F23247C38DF}"/>
                </a:ext>
              </a:extLst>
            </p:cNvPr>
            <p:cNvGrpSpPr/>
            <p:nvPr/>
          </p:nvGrpSpPr>
          <p:grpSpPr>
            <a:xfrm>
              <a:off x="10378523" y="3748391"/>
              <a:ext cx="314173" cy="407948"/>
              <a:chOff x="10324819" y="3800725"/>
              <a:chExt cx="367878" cy="477683"/>
            </a:xfrm>
          </p:grpSpPr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D0F57FD4-456D-1807-1EDA-CAF2EC99BE53}"/>
                  </a:ext>
                </a:extLst>
              </p:cNvPr>
              <p:cNvSpPr/>
              <p:nvPr/>
            </p:nvSpPr>
            <p:spPr>
              <a:xfrm>
                <a:off x="10324819" y="3800725"/>
                <a:ext cx="367878" cy="477683"/>
              </a:xfrm>
              <a:custGeom>
                <a:avLst/>
                <a:gdLst>
                  <a:gd name="connsiteX0" fmla="*/ 24568 w 549683"/>
                  <a:gd name="connsiteY0" fmla="*/ 0 h 732186"/>
                  <a:gd name="connsiteX1" fmla="*/ 525115 w 549683"/>
                  <a:gd name="connsiteY1" fmla="*/ 0 h 732186"/>
                  <a:gd name="connsiteX2" fmla="*/ 549683 w 549683"/>
                  <a:gd name="connsiteY2" fmla="*/ 24568 h 732186"/>
                  <a:gd name="connsiteX3" fmla="*/ 549683 w 549683"/>
                  <a:gd name="connsiteY3" fmla="*/ 707619 h 732186"/>
                  <a:gd name="connsiteX4" fmla="*/ 525115 w 549683"/>
                  <a:gd name="connsiteY4" fmla="*/ 732186 h 732186"/>
                  <a:gd name="connsiteX5" fmla="*/ 24568 w 549683"/>
                  <a:gd name="connsiteY5" fmla="*/ 732186 h 732186"/>
                  <a:gd name="connsiteX6" fmla="*/ 0 w 549683"/>
                  <a:gd name="connsiteY6" fmla="*/ 707619 h 732186"/>
                  <a:gd name="connsiteX7" fmla="*/ 0 w 549683"/>
                  <a:gd name="connsiteY7" fmla="*/ 24568 h 732186"/>
                  <a:gd name="connsiteX8" fmla="*/ 24568 w 549683"/>
                  <a:gd name="connsiteY8" fmla="*/ 0 h 732186"/>
                  <a:gd name="connsiteX9" fmla="*/ 24568 w 549683"/>
                  <a:gd name="connsiteY9" fmla="*/ 0 h 732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9683" h="732186">
                    <a:moveTo>
                      <a:pt x="24568" y="0"/>
                    </a:moveTo>
                    <a:lnTo>
                      <a:pt x="525115" y="0"/>
                    </a:lnTo>
                    <a:cubicBezTo>
                      <a:pt x="538653" y="0"/>
                      <a:pt x="549683" y="11030"/>
                      <a:pt x="549683" y="24568"/>
                    </a:cubicBezTo>
                    <a:lnTo>
                      <a:pt x="549683" y="707619"/>
                    </a:lnTo>
                    <a:cubicBezTo>
                      <a:pt x="549683" y="721156"/>
                      <a:pt x="538653" y="732186"/>
                      <a:pt x="525115" y="732186"/>
                    </a:cubicBezTo>
                    <a:lnTo>
                      <a:pt x="24568" y="732186"/>
                    </a:lnTo>
                    <a:cubicBezTo>
                      <a:pt x="11030" y="732186"/>
                      <a:pt x="0" y="721156"/>
                      <a:pt x="0" y="707619"/>
                    </a:cubicBezTo>
                    <a:lnTo>
                      <a:pt x="0" y="24568"/>
                    </a:lnTo>
                    <a:cubicBezTo>
                      <a:pt x="167" y="11030"/>
                      <a:pt x="11030" y="0"/>
                      <a:pt x="24568" y="0"/>
                    </a:cubicBezTo>
                    <a:lnTo>
                      <a:pt x="24568" y="0"/>
                    </a:lnTo>
                    <a:close/>
                  </a:path>
                </a:pathLst>
              </a:custGeom>
              <a:solidFill>
                <a:srgbClr val="AEAEAE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1A9656F1-6F55-69BC-B71A-3E942878797A}"/>
                  </a:ext>
                </a:extLst>
              </p:cNvPr>
              <p:cNvSpPr/>
              <p:nvPr/>
            </p:nvSpPr>
            <p:spPr>
              <a:xfrm>
                <a:off x="10353788" y="3841614"/>
                <a:ext cx="309938" cy="396016"/>
              </a:xfrm>
              <a:custGeom>
                <a:avLst/>
                <a:gdLst>
                  <a:gd name="connsiteX0" fmla="*/ 0 w 463110"/>
                  <a:gd name="connsiteY0" fmla="*/ 0 h 607007"/>
                  <a:gd name="connsiteX1" fmla="*/ 463111 w 463110"/>
                  <a:gd name="connsiteY1" fmla="*/ 0 h 607007"/>
                  <a:gd name="connsiteX2" fmla="*/ 463111 w 463110"/>
                  <a:gd name="connsiteY2" fmla="*/ 607008 h 607007"/>
                  <a:gd name="connsiteX3" fmla="*/ 0 w 463110"/>
                  <a:gd name="connsiteY3" fmla="*/ 607008 h 60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110" h="607007">
                    <a:moveTo>
                      <a:pt x="0" y="0"/>
                    </a:moveTo>
                    <a:lnTo>
                      <a:pt x="463111" y="0"/>
                    </a:lnTo>
                    <a:lnTo>
                      <a:pt x="463111" y="607008"/>
                    </a:lnTo>
                    <a:lnTo>
                      <a:pt x="0" y="607008"/>
                    </a:lnTo>
                    <a:close/>
                  </a:path>
                </a:pathLst>
              </a:custGeom>
              <a:solidFill>
                <a:srgbClr val="FFFFFF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6FA574BD-2640-8ACC-7412-7C82D00B1BCF}"/>
                  </a:ext>
                </a:extLst>
              </p:cNvPr>
              <p:cNvSpPr/>
              <p:nvPr/>
            </p:nvSpPr>
            <p:spPr>
              <a:xfrm>
                <a:off x="10483872" y="3817080"/>
                <a:ext cx="53576" cy="8505"/>
              </a:xfrm>
              <a:custGeom>
                <a:avLst/>
                <a:gdLst>
                  <a:gd name="connsiteX0" fmla="*/ 6518 w 80054"/>
                  <a:gd name="connsiteY0" fmla="*/ 0 h 13035"/>
                  <a:gd name="connsiteX1" fmla="*/ 0 w 80054"/>
                  <a:gd name="connsiteY1" fmla="*/ 6518 h 13035"/>
                  <a:gd name="connsiteX2" fmla="*/ 6518 w 80054"/>
                  <a:gd name="connsiteY2" fmla="*/ 13036 h 13035"/>
                  <a:gd name="connsiteX3" fmla="*/ 73536 w 80054"/>
                  <a:gd name="connsiteY3" fmla="*/ 13036 h 13035"/>
                  <a:gd name="connsiteX4" fmla="*/ 80054 w 80054"/>
                  <a:gd name="connsiteY4" fmla="*/ 6518 h 13035"/>
                  <a:gd name="connsiteX5" fmla="*/ 73536 w 80054"/>
                  <a:gd name="connsiteY5" fmla="*/ 0 h 13035"/>
                  <a:gd name="connsiteX6" fmla="*/ 6518 w 80054"/>
                  <a:gd name="connsiteY6" fmla="*/ 0 h 13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054" h="13035">
                    <a:moveTo>
                      <a:pt x="6518" y="0"/>
                    </a:moveTo>
                    <a:cubicBezTo>
                      <a:pt x="3008" y="0"/>
                      <a:pt x="0" y="3008"/>
                      <a:pt x="0" y="6518"/>
                    </a:cubicBezTo>
                    <a:cubicBezTo>
                      <a:pt x="0" y="10028"/>
                      <a:pt x="3008" y="13036"/>
                      <a:pt x="6518" y="13036"/>
                    </a:cubicBezTo>
                    <a:lnTo>
                      <a:pt x="73536" y="13036"/>
                    </a:lnTo>
                    <a:cubicBezTo>
                      <a:pt x="77046" y="13036"/>
                      <a:pt x="80054" y="10028"/>
                      <a:pt x="80054" y="6518"/>
                    </a:cubicBezTo>
                    <a:cubicBezTo>
                      <a:pt x="80054" y="3008"/>
                      <a:pt x="77046" y="0"/>
                      <a:pt x="73536" y="0"/>
                    </a:cubicBezTo>
                    <a:lnTo>
                      <a:pt x="6518" y="0"/>
                    </a:lnTo>
                    <a:close/>
                  </a:path>
                </a:pathLst>
              </a:custGeom>
              <a:solidFill>
                <a:srgbClr val="70778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3DB3F3EB-2488-6D5F-678B-231BC7181286}"/>
                  </a:ext>
                </a:extLst>
              </p:cNvPr>
              <p:cNvSpPr/>
              <p:nvPr/>
            </p:nvSpPr>
            <p:spPr>
              <a:xfrm>
                <a:off x="10424702" y="3930259"/>
                <a:ext cx="84670" cy="65639"/>
              </a:xfrm>
              <a:custGeom>
                <a:avLst/>
                <a:gdLst>
                  <a:gd name="connsiteX0" fmla="*/ 39442 w 126515"/>
                  <a:gd name="connsiteY0" fmla="*/ 0 h 100610"/>
                  <a:gd name="connsiteX1" fmla="*/ 126516 w 126515"/>
                  <a:gd name="connsiteY1" fmla="*/ 50305 h 100610"/>
                  <a:gd name="connsiteX2" fmla="*/ 39442 w 126515"/>
                  <a:gd name="connsiteY2" fmla="*/ 100611 h 100610"/>
                  <a:gd name="connsiteX3" fmla="*/ 0 w 126515"/>
                  <a:gd name="connsiteY3" fmla="*/ 92589 h 100610"/>
                  <a:gd name="connsiteX4" fmla="*/ 39442 w 126515"/>
                  <a:gd name="connsiteY4" fmla="*/ 0 h 100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515" h="100610">
                    <a:moveTo>
                      <a:pt x="39442" y="0"/>
                    </a:moveTo>
                    <a:lnTo>
                      <a:pt x="126516" y="50305"/>
                    </a:lnTo>
                    <a:cubicBezTo>
                      <a:pt x="109134" y="80388"/>
                      <a:pt x="76545" y="100611"/>
                      <a:pt x="39442" y="100611"/>
                    </a:cubicBezTo>
                    <a:cubicBezTo>
                      <a:pt x="25403" y="100611"/>
                      <a:pt x="12033" y="97770"/>
                      <a:pt x="0" y="92589"/>
                    </a:cubicBezTo>
                    <a:lnTo>
                      <a:pt x="39442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EFFD8E0F-98C7-25CB-535B-403E9351D0BD}"/>
                  </a:ext>
                </a:extLst>
              </p:cNvPr>
              <p:cNvSpPr/>
              <p:nvPr/>
            </p:nvSpPr>
            <p:spPr>
              <a:xfrm>
                <a:off x="10383764" y="3864729"/>
                <a:ext cx="67334" cy="126045"/>
              </a:xfrm>
              <a:custGeom>
                <a:avLst/>
                <a:gdLst>
                  <a:gd name="connsiteX0" fmla="*/ 100611 w 100610"/>
                  <a:gd name="connsiteY0" fmla="*/ 0 h 193199"/>
                  <a:gd name="connsiteX1" fmla="*/ 13537 w 100610"/>
                  <a:gd name="connsiteY1" fmla="*/ 50305 h 193199"/>
                  <a:gd name="connsiteX2" fmla="*/ 0 w 100610"/>
                  <a:gd name="connsiteY2" fmla="*/ 100611 h 193199"/>
                  <a:gd name="connsiteX3" fmla="*/ 13537 w 100610"/>
                  <a:gd name="connsiteY3" fmla="*/ 150916 h 193199"/>
                  <a:gd name="connsiteX4" fmla="*/ 61169 w 100610"/>
                  <a:gd name="connsiteY4" fmla="*/ 193200 h 193199"/>
                  <a:gd name="connsiteX5" fmla="*/ 100611 w 100610"/>
                  <a:gd name="connsiteY5" fmla="*/ 100611 h 193199"/>
                  <a:gd name="connsiteX6" fmla="*/ 100611 w 100610"/>
                  <a:gd name="connsiteY6" fmla="*/ 0 h 193199"/>
                  <a:gd name="connsiteX7" fmla="*/ 100611 w 100610"/>
                  <a:gd name="connsiteY7" fmla="*/ 0 h 193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10" h="193199">
                    <a:moveTo>
                      <a:pt x="100611" y="0"/>
                    </a:moveTo>
                    <a:cubicBezTo>
                      <a:pt x="63341" y="0"/>
                      <a:pt x="30919" y="20222"/>
                      <a:pt x="13537" y="50305"/>
                    </a:cubicBezTo>
                    <a:cubicBezTo>
                      <a:pt x="5014" y="65180"/>
                      <a:pt x="0" y="82227"/>
                      <a:pt x="0" y="100611"/>
                    </a:cubicBezTo>
                    <a:cubicBezTo>
                      <a:pt x="0" y="118995"/>
                      <a:pt x="4847" y="136042"/>
                      <a:pt x="13537" y="150916"/>
                    </a:cubicBezTo>
                    <a:cubicBezTo>
                      <a:pt x="24401" y="169635"/>
                      <a:pt x="41113" y="184676"/>
                      <a:pt x="61169" y="193200"/>
                    </a:cubicBezTo>
                    <a:lnTo>
                      <a:pt x="100611" y="100611"/>
                    </a:lnTo>
                    <a:lnTo>
                      <a:pt x="100611" y="0"/>
                    </a:lnTo>
                    <a:lnTo>
                      <a:pt x="1006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ADAF103A-44BC-9DE8-316F-88D2A8FAE54E}"/>
                  </a:ext>
                </a:extLst>
              </p:cNvPr>
              <p:cNvSpPr/>
              <p:nvPr/>
            </p:nvSpPr>
            <p:spPr>
              <a:xfrm>
                <a:off x="10451099" y="3864729"/>
                <a:ext cx="67334" cy="98459"/>
              </a:xfrm>
              <a:custGeom>
                <a:avLst/>
                <a:gdLst>
                  <a:gd name="connsiteX0" fmla="*/ 0 w 100610"/>
                  <a:gd name="connsiteY0" fmla="*/ 0 h 150916"/>
                  <a:gd name="connsiteX1" fmla="*/ 87074 w 100610"/>
                  <a:gd name="connsiteY1" fmla="*/ 50305 h 150916"/>
                  <a:gd name="connsiteX2" fmla="*/ 100611 w 100610"/>
                  <a:gd name="connsiteY2" fmla="*/ 100611 h 150916"/>
                  <a:gd name="connsiteX3" fmla="*/ 87074 w 100610"/>
                  <a:gd name="connsiteY3" fmla="*/ 150916 h 150916"/>
                  <a:gd name="connsiteX4" fmla="*/ 0 w 100610"/>
                  <a:gd name="connsiteY4" fmla="*/ 100444 h 150916"/>
                  <a:gd name="connsiteX5" fmla="*/ 0 w 100610"/>
                  <a:gd name="connsiteY5" fmla="*/ 0 h 150916"/>
                  <a:gd name="connsiteX6" fmla="*/ 0 w 100610"/>
                  <a:gd name="connsiteY6" fmla="*/ 0 h 150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610" h="150916">
                    <a:moveTo>
                      <a:pt x="0" y="0"/>
                    </a:moveTo>
                    <a:cubicBezTo>
                      <a:pt x="37269" y="0"/>
                      <a:pt x="69692" y="20222"/>
                      <a:pt x="87074" y="50305"/>
                    </a:cubicBezTo>
                    <a:cubicBezTo>
                      <a:pt x="95597" y="65180"/>
                      <a:pt x="100611" y="82227"/>
                      <a:pt x="100611" y="100611"/>
                    </a:cubicBezTo>
                    <a:cubicBezTo>
                      <a:pt x="100611" y="118995"/>
                      <a:pt x="95764" y="136042"/>
                      <a:pt x="87074" y="150916"/>
                    </a:cubicBezTo>
                    <a:lnTo>
                      <a:pt x="0" y="10044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FBD92F9E-77A0-E04E-D508-E851CFDD2A85}"/>
                  </a:ext>
                </a:extLst>
              </p:cNvPr>
              <p:cNvSpPr/>
              <p:nvPr/>
            </p:nvSpPr>
            <p:spPr>
              <a:xfrm>
                <a:off x="10451099" y="3925243"/>
                <a:ext cx="67334" cy="37835"/>
              </a:xfrm>
              <a:custGeom>
                <a:avLst/>
                <a:gdLst>
                  <a:gd name="connsiteX0" fmla="*/ 100611 w 100610"/>
                  <a:gd name="connsiteY0" fmla="*/ 7688 h 57993"/>
                  <a:gd name="connsiteX1" fmla="*/ 100277 w 100610"/>
                  <a:gd name="connsiteY1" fmla="*/ 0 h 57993"/>
                  <a:gd name="connsiteX2" fmla="*/ 0 w 100610"/>
                  <a:gd name="connsiteY2" fmla="*/ 7688 h 57993"/>
                  <a:gd name="connsiteX3" fmla="*/ 87074 w 100610"/>
                  <a:gd name="connsiteY3" fmla="*/ 57993 h 57993"/>
                  <a:gd name="connsiteX4" fmla="*/ 100611 w 100610"/>
                  <a:gd name="connsiteY4" fmla="*/ 7688 h 57993"/>
                  <a:gd name="connsiteX5" fmla="*/ 100611 w 100610"/>
                  <a:gd name="connsiteY5" fmla="*/ 7688 h 57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610" h="57993">
                    <a:moveTo>
                      <a:pt x="100611" y="7688"/>
                    </a:moveTo>
                    <a:cubicBezTo>
                      <a:pt x="100611" y="5014"/>
                      <a:pt x="100444" y="2507"/>
                      <a:pt x="100277" y="0"/>
                    </a:cubicBezTo>
                    <a:lnTo>
                      <a:pt x="0" y="7688"/>
                    </a:lnTo>
                    <a:lnTo>
                      <a:pt x="87074" y="57993"/>
                    </a:lnTo>
                    <a:cubicBezTo>
                      <a:pt x="95764" y="43286"/>
                      <a:pt x="100611" y="26072"/>
                      <a:pt x="100611" y="7688"/>
                    </a:cubicBezTo>
                    <a:lnTo>
                      <a:pt x="100611" y="7688"/>
                    </a:lnTo>
                    <a:close/>
                  </a:path>
                </a:pathLst>
              </a:custGeom>
              <a:solidFill>
                <a:srgbClr val="051C2C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513D8FCE-99D4-F485-BC2B-889224541FE2}"/>
                  </a:ext>
                </a:extLst>
              </p:cNvPr>
              <p:cNvSpPr/>
              <p:nvPr/>
            </p:nvSpPr>
            <p:spPr>
              <a:xfrm>
                <a:off x="10538902" y="3864729"/>
                <a:ext cx="1119" cy="131169"/>
              </a:xfrm>
              <a:custGeom>
                <a:avLst/>
                <a:gdLst>
                  <a:gd name="connsiteX0" fmla="*/ 0 w 1671"/>
                  <a:gd name="connsiteY0" fmla="*/ 0 h 201054"/>
                  <a:gd name="connsiteX1" fmla="*/ 0 w 1671"/>
                  <a:gd name="connsiteY1" fmla="*/ 201055 h 201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1" h="201054">
                    <a:moveTo>
                      <a:pt x="0" y="0"/>
                    </a:moveTo>
                    <a:lnTo>
                      <a:pt x="0" y="201055"/>
                    </a:lnTo>
                  </a:path>
                </a:pathLst>
              </a:custGeom>
              <a:ln w="4985" cap="rnd">
                <a:solidFill>
                  <a:srgbClr val="D5DAE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5F72806D-64A0-D09F-2D79-3464F8A58CC3}"/>
                  </a:ext>
                </a:extLst>
              </p:cNvPr>
              <p:cNvSpPr/>
              <p:nvPr/>
            </p:nvSpPr>
            <p:spPr>
              <a:xfrm>
                <a:off x="10547846" y="3933530"/>
                <a:ext cx="73491" cy="17009"/>
              </a:xfrm>
              <a:custGeom>
                <a:avLst/>
                <a:gdLst>
                  <a:gd name="connsiteX0" fmla="*/ 6358 w 109809"/>
                  <a:gd name="connsiteY0" fmla="*/ 0 h 26071"/>
                  <a:gd name="connsiteX1" fmla="*/ 103459 w 109809"/>
                  <a:gd name="connsiteY1" fmla="*/ 0 h 26071"/>
                  <a:gd name="connsiteX2" fmla="*/ 109810 w 109809"/>
                  <a:gd name="connsiteY2" fmla="*/ 6351 h 26071"/>
                  <a:gd name="connsiteX3" fmla="*/ 109810 w 109809"/>
                  <a:gd name="connsiteY3" fmla="*/ 19721 h 26071"/>
                  <a:gd name="connsiteX4" fmla="*/ 103459 w 109809"/>
                  <a:gd name="connsiteY4" fmla="*/ 26072 h 26071"/>
                  <a:gd name="connsiteX5" fmla="*/ 6358 w 109809"/>
                  <a:gd name="connsiteY5" fmla="*/ 26072 h 26071"/>
                  <a:gd name="connsiteX6" fmla="*/ 7 w 109809"/>
                  <a:gd name="connsiteY6" fmla="*/ 19721 h 26071"/>
                  <a:gd name="connsiteX7" fmla="*/ 7 w 109809"/>
                  <a:gd name="connsiteY7" fmla="*/ 6351 h 26071"/>
                  <a:gd name="connsiteX8" fmla="*/ 6358 w 109809"/>
                  <a:gd name="connsiteY8" fmla="*/ 0 h 2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9809" h="26071">
                    <a:moveTo>
                      <a:pt x="6358" y="0"/>
                    </a:moveTo>
                    <a:lnTo>
                      <a:pt x="103459" y="0"/>
                    </a:lnTo>
                    <a:cubicBezTo>
                      <a:pt x="106968" y="0"/>
                      <a:pt x="109810" y="2841"/>
                      <a:pt x="109810" y="6351"/>
                    </a:cubicBezTo>
                    <a:lnTo>
                      <a:pt x="109810" y="19721"/>
                    </a:lnTo>
                    <a:cubicBezTo>
                      <a:pt x="109810" y="23231"/>
                      <a:pt x="106968" y="26072"/>
                      <a:pt x="103459" y="26072"/>
                    </a:cubicBezTo>
                    <a:lnTo>
                      <a:pt x="6358" y="26072"/>
                    </a:lnTo>
                    <a:cubicBezTo>
                      <a:pt x="2848" y="26072"/>
                      <a:pt x="7" y="23231"/>
                      <a:pt x="7" y="19721"/>
                    </a:cubicBezTo>
                    <a:lnTo>
                      <a:pt x="7" y="6351"/>
                    </a:lnTo>
                    <a:cubicBezTo>
                      <a:pt x="-160" y="3008"/>
                      <a:pt x="2848" y="0"/>
                      <a:pt x="6358" y="0"/>
                    </a:cubicBezTo>
                    <a:close/>
                  </a:path>
                </a:pathLst>
              </a:custGeom>
              <a:solidFill>
                <a:srgbClr val="051C2C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FBA40092-12CC-C134-C10A-4A91BAE45FE8}"/>
                  </a:ext>
                </a:extLst>
              </p:cNvPr>
              <p:cNvSpPr/>
              <p:nvPr/>
            </p:nvSpPr>
            <p:spPr>
              <a:xfrm>
                <a:off x="10547846" y="3957191"/>
                <a:ext cx="63424" cy="17009"/>
              </a:xfrm>
              <a:custGeom>
                <a:avLst/>
                <a:gdLst>
                  <a:gd name="connsiteX0" fmla="*/ 6358 w 94768"/>
                  <a:gd name="connsiteY0" fmla="*/ 0 h 26071"/>
                  <a:gd name="connsiteX1" fmla="*/ 88417 w 94768"/>
                  <a:gd name="connsiteY1" fmla="*/ 0 h 26071"/>
                  <a:gd name="connsiteX2" fmla="*/ 94768 w 94768"/>
                  <a:gd name="connsiteY2" fmla="*/ 6351 h 26071"/>
                  <a:gd name="connsiteX3" fmla="*/ 94768 w 94768"/>
                  <a:gd name="connsiteY3" fmla="*/ 19721 h 26071"/>
                  <a:gd name="connsiteX4" fmla="*/ 88417 w 94768"/>
                  <a:gd name="connsiteY4" fmla="*/ 26072 h 26071"/>
                  <a:gd name="connsiteX5" fmla="*/ 6358 w 94768"/>
                  <a:gd name="connsiteY5" fmla="*/ 26072 h 26071"/>
                  <a:gd name="connsiteX6" fmla="*/ 7 w 94768"/>
                  <a:gd name="connsiteY6" fmla="*/ 19721 h 26071"/>
                  <a:gd name="connsiteX7" fmla="*/ 7 w 94768"/>
                  <a:gd name="connsiteY7" fmla="*/ 6351 h 26071"/>
                  <a:gd name="connsiteX8" fmla="*/ 6358 w 94768"/>
                  <a:gd name="connsiteY8" fmla="*/ 0 h 2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768" h="26071">
                    <a:moveTo>
                      <a:pt x="6358" y="0"/>
                    </a:moveTo>
                    <a:lnTo>
                      <a:pt x="88417" y="0"/>
                    </a:lnTo>
                    <a:cubicBezTo>
                      <a:pt x="91927" y="0"/>
                      <a:pt x="94768" y="2841"/>
                      <a:pt x="94768" y="6351"/>
                    </a:cubicBezTo>
                    <a:lnTo>
                      <a:pt x="94768" y="19721"/>
                    </a:lnTo>
                    <a:cubicBezTo>
                      <a:pt x="94768" y="23231"/>
                      <a:pt x="91927" y="26072"/>
                      <a:pt x="88417" y="26072"/>
                    </a:cubicBezTo>
                    <a:lnTo>
                      <a:pt x="6358" y="26072"/>
                    </a:lnTo>
                    <a:cubicBezTo>
                      <a:pt x="2848" y="26072"/>
                      <a:pt x="7" y="23231"/>
                      <a:pt x="7" y="19721"/>
                    </a:cubicBezTo>
                    <a:lnTo>
                      <a:pt x="7" y="6351"/>
                    </a:lnTo>
                    <a:cubicBezTo>
                      <a:pt x="-160" y="2841"/>
                      <a:pt x="2848" y="0"/>
                      <a:pt x="6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624FCECC-9F65-F0A2-1265-590F3D33ADA0}"/>
                  </a:ext>
                </a:extLst>
              </p:cNvPr>
              <p:cNvSpPr/>
              <p:nvPr/>
            </p:nvSpPr>
            <p:spPr>
              <a:xfrm>
                <a:off x="10547846" y="3909979"/>
                <a:ext cx="91274" cy="17009"/>
              </a:xfrm>
              <a:custGeom>
                <a:avLst/>
                <a:gdLst>
                  <a:gd name="connsiteX0" fmla="*/ 6358 w 136382"/>
                  <a:gd name="connsiteY0" fmla="*/ 0 h 26071"/>
                  <a:gd name="connsiteX1" fmla="*/ 130032 w 136382"/>
                  <a:gd name="connsiteY1" fmla="*/ 0 h 26071"/>
                  <a:gd name="connsiteX2" fmla="*/ 136383 w 136382"/>
                  <a:gd name="connsiteY2" fmla="*/ 6351 h 26071"/>
                  <a:gd name="connsiteX3" fmla="*/ 136383 w 136382"/>
                  <a:gd name="connsiteY3" fmla="*/ 19721 h 26071"/>
                  <a:gd name="connsiteX4" fmla="*/ 130032 w 136382"/>
                  <a:gd name="connsiteY4" fmla="*/ 26072 h 26071"/>
                  <a:gd name="connsiteX5" fmla="*/ 6358 w 136382"/>
                  <a:gd name="connsiteY5" fmla="*/ 26072 h 26071"/>
                  <a:gd name="connsiteX6" fmla="*/ 7 w 136382"/>
                  <a:gd name="connsiteY6" fmla="*/ 19721 h 26071"/>
                  <a:gd name="connsiteX7" fmla="*/ 7 w 136382"/>
                  <a:gd name="connsiteY7" fmla="*/ 6351 h 26071"/>
                  <a:gd name="connsiteX8" fmla="*/ 6358 w 136382"/>
                  <a:gd name="connsiteY8" fmla="*/ 0 h 2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382" h="26071">
                    <a:moveTo>
                      <a:pt x="6358" y="0"/>
                    </a:moveTo>
                    <a:lnTo>
                      <a:pt x="130032" y="0"/>
                    </a:lnTo>
                    <a:cubicBezTo>
                      <a:pt x="133542" y="0"/>
                      <a:pt x="136383" y="2841"/>
                      <a:pt x="136383" y="6351"/>
                    </a:cubicBezTo>
                    <a:lnTo>
                      <a:pt x="136383" y="19721"/>
                    </a:lnTo>
                    <a:cubicBezTo>
                      <a:pt x="136383" y="23231"/>
                      <a:pt x="133542" y="26072"/>
                      <a:pt x="130032" y="26072"/>
                    </a:cubicBezTo>
                    <a:lnTo>
                      <a:pt x="6358" y="26072"/>
                    </a:lnTo>
                    <a:cubicBezTo>
                      <a:pt x="2848" y="26072"/>
                      <a:pt x="7" y="23231"/>
                      <a:pt x="7" y="19721"/>
                    </a:cubicBezTo>
                    <a:lnTo>
                      <a:pt x="7" y="6351"/>
                    </a:lnTo>
                    <a:cubicBezTo>
                      <a:pt x="-160" y="2841"/>
                      <a:pt x="2848" y="0"/>
                      <a:pt x="6358" y="0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BA9FE8AA-74AB-E3F0-5137-2309B5E2269D}"/>
                  </a:ext>
                </a:extLst>
              </p:cNvPr>
              <p:cNvSpPr/>
              <p:nvPr/>
            </p:nvSpPr>
            <p:spPr>
              <a:xfrm>
                <a:off x="10547846" y="3886317"/>
                <a:ext cx="31658" cy="17009"/>
              </a:xfrm>
              <a:custGeom>
                <a:avLst/>
                <a:gdLst>
                  <a:gd name="connsiteX0" fmla="*/ 6358 w 47303"/>
                  <a:gd name="connsiteY0" fmla="*/ 0 h 26071"/>
                  <a:gd name="connsiteX1" fmla="*/ 40953 w 47303"/>
                  <a:gd name="connsiteY1" fmla="*/ 0 h 26071"/>
                  <a:gd name="connsiteX2" fmla="*/ 47304 w 47303"/>
                  <a:gd name="connsiteY2" fmla="*/ 6351 h 26071"/>
                  <a:gd name="connsiteX3" fmla="*/ 47304 w 47303"/>
                  <a:gd name="connsiteY3" fmla="*/ 19721 h 26071"/>
                  <a:gd name="connsiteX4" fmla="*/ 40953 w 47303"/>
                  <a:gd name="connsiteY4" fmla="*/ 26072 h 26071"/>
                  <a:gd name="connsiteX5" fmla="*/ 6358 w 47303"/>
                  <a:gd name="connsiteY5" fmla="*/ 26072 h 26071"/>
                  <a:gd name="connsiteX6" fmla="*/ 7 w 47303"/>
                  <a:gd name="connsiteY6" fmla="*/ 19721 h 26071"/>
                  <a:gd name="connsiteX7" fmla="*/ 7 w 47303"/>
                  <a:gd name="connsiteY7" fmla="*/ 6351 h 26071"/>
                  <a:gd name="connsiteX8" fmla="*/ 6358 w 47303"/>
                  <a:gd name="connsiteY8" fmla="*/ 0 h 2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03" h="26071">
                    <a:moveTo>
                      <a:pt x="6358" y="0"/>
                    </a:moveTo>
                    <a:lnTo>
                      <a:pt x="40953" y="0"/>
                    </a:lnTo>
                    <a:cubicBezTo>
                      <a:pt x="44463" y="0"/>
                      <a:pt x="47304" y="2841"/>
                      <a:pt x="47304" y="6351"/>
                    </a:cubicBezTo>
                    <a:lnTo>
                      <a:pt x="47304" y="19721"/>
                    </a:lnTo>
                    <a:cubicBezTo>
                      <a:pt x="47304" y="23231"/>
                      <a:pt x="44463" y="26072"/>
                      <a:pt x="40953" y="26072"/>
                    </a:cubicBezTo>
                    <a:lnTo>
                      <a:pt x="6358" y="26072"/>
                    </a:lnTo>
                    <a:cubicBezTo>
                      <a:pt x="2848" y="26072"/>
                      <a:pt x="7" y="23231"/>
                      <a:pt x="7" y="19721"/>
                    </a:cubicBezTo>
                    <a:lnTo>
                      <a:pt x="7" y="6351"/>
                    </a:lnTo>
                    <a:cubicBezTo>
                      <a:pt x="-160" y="2841"/>
                      <a:pt x="2848" y="0"/>
                      <a:pt x="63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8F61FBC7-CFDE-4180-0378-D21349585B28}"/>
                  </a:ext>
                </a:extLst>
              </p:cNvPr>
              <p:cNvSpPr/>
              <p:nvPr/>
            </p:nvSpPr>
            <p:spPr>
              <a:xfrm>
                <a:off x="10492484" y="4171227"/>
                <a:ext cx="17448" cy="34672"/>
              </a:xfrm>
              <a:custGeom>
                <a:avLst/>
                <a:gdLst>
                  <a:gd name="connsiteX0" fmla="*/ 6351 w 26071"/>
                  <a:gd name="connsiteY0" fmla="*/ 0 h 53146"/>
                  <a:gd name="connsiteX1" fmla="*/ 19721 w 26071"/>
                  <a:gd name="connsiteY1" fmla="*/ 0 h 53146"/>
                  <a:gd name="connsiteX2" fmla="*/ 26072 w 26071"/>
                  <a:gd name="connsiteY2" fmla="*/ 6351 h 53146"/>
                  <a:gd name="connsiteX3" fmla="*/ 26072 w 26071"/>
                  <a:gd name="connsiteY3" fmla="*/ 46796 h 53146"/>
                  <a:gd name="connsiteX4" fmla="*/ 19721 w 26071"/>
                  <a:gd name="connsiteY4" fmla="*/ 53147 h 53146"/>
                  <a:gd name="connsiteX5" fmla="*/ 6351 w 26071"/>
                  <a:gd name="connsiteY5" fmla="*/ 53147 h 53146"/>
                  <a:gd name="connsiteX6" fmla="*/ 0 w 26071"/>
                  <a:gd name="connsiteY6" fmla="*/ 46796 h 53146"/>
                  <a:gd name="connsiteX7" fmla="*/ 0 w 26071"/>
                  <a:gd name="connsiteY7" fmla="*/ 6518 h 53146"/>
                  <a:gd name="connsiteX8" fmla="*/ 6351 w 26071"/>
                  <a:gd name="connsiteY8" fmla="*/ 0 h 53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071" h="53146">
                    <a:moveTo>
                      <a:pt x="6351" y="0"/>
                    </a:moveTo>
                    <a:lnTo>
                      <a:pt x="19721" y="0"/>
                    </a:lnTo>
                    <a:cubicBezTo>
                      <a:pt x="23231" y="0"/>
                      <a:pt x="26072" y="2841"/>
                      <a:pt x="26072" y="6351"/>
                    </a:cubicBezTo>
                    <a:lnTo>
                      <a:pt x="26072" y="46796"/>
                    </a:lnTo>
                    <a:cubicBezTo>
                      <a:pt x="26072" y="50305"/>
                      <a:pt x="23231" y="53147"/>
                      <a:pt x="19721" y="53147"/>
                    </a:cubicBezTo>
                    <a:lnTo>
                      <a:pt x="6351" y="53147"/>
                    </a:lnTo>
                    <a:cubicBezTo>
                      <a:pt x="2841" y="53147"/>
                      <a:pt x="0" y="50305"/>
                      <a:pt x="0" y="46796"/>
                    </a:cubicBezTo>
                    <a:lnTo>
                      <a:pt x="0" y="6518"/>
                    </a:lnTo>
                    <a:cubicBezTo>
                      <a:pt x="0" y="2841"/>
                      <a:pt x="2841" y="0"/>
                      <a:pt x="6351" y="0"/>
                    </a:cubicBezTo>
                    <a:close/>
                  </a:path>
                </a:pathLst>
              </a:custGeom>
              <a:solidFill>
                <a:srgbClr val="051C2C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7D6B2F26-66AA-FC4F-B5EB-4D894D5A7332}"/>
                  </a:ext>
                </a:extLst>
              </p:cNvPr>
              <p:cNvSpPr/>
              <p:nvPr/>
            </p:nvSpPr>
            <p:spPr>
              <a:xfrm>
                <a:off x="10516752" y="4154654"/>
                <a:ext cx="17453" cy="51246"/>
              </a:xfrm>
              <a:custGeom>
                <a:avLst/>
                <a:gdLst>
                  <a:gd name="connsiteX0" fmla="*/ 6358 w 26078"/>
                  <a:gd name="connsiteY0" fmla="*/ 0 h 78550"/>
                  <a:gd name="connsiteX1" fmla="*/ 19728 w 26078"/>
                  <a:gd name="connsiteY1" fmla="*/ 0 h 78550"/>
                  <a:gd name="connsiteX2" fmla="*/ 26079 w 26078"/>
                  <a:gd name="connsiteY2" fmla="*/ 6351 h 78550"/>
                  <a:gd name="connsiteX3" fmla="*/ 26079 w 26078"/>
                  <a:gd name="connsiteY3" fmla="*/ 72199 h 78550"/>
                  <a:gd name="connsiteX4" fmla="*/ 19728 w 26078"/>
                  <a:gd name="connsiteY4" fmla="*/ 78550 h 78550"/>
                  <a:gd name="connsiteX5" fmla="*/ 6358 w 26078"/>
                  <a:gd name="connsiteY5" fmla="*/ 78550 h 78550"/>
                  <a:gd name="connsiteX6" fmla="*/ 7 w 26078"/>
                  <a:gd name="connsiteY6" fmla="*/ 72199 h 78550"/>
                  <a:gd name="connsiteX7" fmla="*/ 7 w 26078"/>
                  <a:gd name="connsiteY7" fmla="*/ 6351 h 78550"/>
                  <a:gd name="connsiteX8" fmla="*/ 6358 w 26078"/>
                  <a:gd name="connsiteY8" fmla="*/ 0 h 78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078" h="78550">
                    <a:moveTo>
                      <a:pt x="6358" y="0"/>
                    </a:moveTo>
                    <a:lnTo>
                      <a:pt x="19728" y="0"/>
                    </a:lnTo>
                    <a:cubicBezTo>
                      <a:pt x="23237" y="0"/>
                      <a:pt x="26079" y="2841"/>
                      <a:pt x="26079" y="6351"/>
                    </a:cubicBezTo>
                    <a:lnTo>
                      <a:pt x="26079" y="72199"/>
                    </a:lnTo>
                    <a:cubicBezTo>
                      <a:pt x="26079" y="75709"/>
                      <a:pt x="23237" y="78550"/>
                      <a:pt x="19728" y="78550"/>
                    </a:cubicBezTo>
                    <a:lnTo>
                      <a:pt x="6358" y="78550"/>
                    </a:lnTo>
                    <a:cubicBezTo>
                      <a:pt x="2848" y="78550"/>
                      <a:pt x="7" y="75709"/>
                      <a:pt x="7" y="72199"/>
                    </a:cubicBezTo>
                    <a:lnTo>
                      <a:pt x="7" y="6351"/>
                    </a:lnTo>
                    <a:cubicBezTo>
                      <a:pt x="-160" y="2841"/>
                      <a:pt x="2848" y="0"/>
                      <a:pt x="6358" y="0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64BD4039-E8C1-3952-6C1E-A9E4397FC44E}"/>
                  </a:ext>
                </a:extLst>
              </p:cNvPr>
              <p:cNvSpPr/>
              <p:nvPr/>
            </p:nvSpPr>
            <p:spPr>
              <a:xfrm>
                <a:off x="10551318" y="4188891"/>
                <a:ext cx="70913" cy="17009"/>
              </a:xfrm>
              <a:custGeom>
                <a:avLst/>
                <a:gdLst>
                  <a:gd name="connsiteX0" fmla="*/ 6351 w 105958"/>
                  <a:gd name="connsiteY0" fmla="*/ 0 h 26071"/>
                  <a:gd name="connsiteX1" fmla="*/ 99608 w 105958"/>
                  <a:gd name="connsiteY1" fmla="*/ 0 h 26071"/>
                  <a:gd name="connsiteX2" fmla="*/ 105959 w 105958"/>
                  <a:gd name="connsiteY2" fmla="*/ 6351 h 26071"/>
                  <a:gd name="connsiteX3" fmla="*/ 105959 w 105958"/>
                  <a:gd name="connsiteY3" fmla="*/ 19721 h 26071"/>
                  <a:gd name="connsiteX4" fmla="*/ 99608 w 105958"/>
                  <a:gd name="connsiteY4" fmla="*/ 26072 h 26071"/>
                  <a:gd name="connsiteX5" fmla="*/ 6351 w 105958"/>
                  <a:gd name="connsiteY5" fmla="*/ 26072 h 26071"/>
                  <a:gd name="connsiteX6" fmla="*/ 0 w 105958"/>
                  <a:gd name="connsiteY6" fmla="*/ 19721 h 26071"/>
                  <a:gd name="connsiteX7" fmla="*/ 0 w 105958"/>
                  <a:gd name="connsiteY7" fmla="*/ 6351 h 26071"/>
                  <a:gd name="connsiteX8" fmla="*/ 6351 w 105958"/>
                  <a:gd name="connsiteY8" fmla="*/ 0 h 2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958" h="26071">
                    <a:moveTo>
                      <a:pt x="6351" y="0"/>
                    </a:moveTo>
                    <a:lnTo>
                      <a:pt x="99608" y="0"/>
                    </a:lnTo>
                    <a:cubicBezTo>
                      <a:pt x="103118" y="0"/>
                      <a:pt x="105959" y="2841"/>
                      <a:pt x="105959" y="6351"/>
                    </a:cubicBezTo>
                    <a:lnTo>
                      <a:pt x="105959" y="19721"/>
                    </a:lnTo>
                    <a:cubicBezTo>
                      <a:pt x="105959" y="23231"/>
                      <a:pt x="103118" y="26072"/>
                      <a:pt x="99608" y="26072"/>
                    </a:cubicBezTo>
                    <a:lnTo>
                      <a:pt x="6351" y="26072"/>
                    </a:lnTo>
                    <a:cubicBezTo>
                      <a:pt x="2841" y="26072"/>
                      <a:pt x="0" y="23231"/>
                      <a:pt x="0" y="19721"/>
                    </a:cubicBezTo>
                    <a:lnTo>
                      <a:pt x="0" y="6351"/>
                    </a:lnTo>
                    <a:cubicBezTo>
                      <a:pt x="0" y="2841"/>
                      <a:pt x="2841" y="0"/>
                      <a:pt x="6351" y="0"/>
                    </a:cubicBezTo>
                    <a:close/>
                  </a:path>
                </a:pathLst>
              </a:custGeom>
              <a:solidFill>
                <a:srgbClr val="D5DAE5">
                  <a:alpha val="33000"/>
                </a:srgbClr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C25A54D9-F77D-55C9-52B7-BCD5BC29DA43}"/>
                  </a:ext>
                </a:extLst>
              </p:cNvPr>
              <p:cNvSpPr/>
              <p:nvPr/>
            </p:nvSpPr>
            <p:spPr>
              <a:xfrm>
                <a:off x="10468319" y="4180496"/>
                <a:ext cx="17453" cy="25405"/>
              </a:xfrm>
              <a:custGeom>
                <a:avLst/>
                <a:gdLst>
                  <a:gd name="connsiteX0" fmla="*/ 6358 w 26078"/>
                  <a:gd name="connsiteY0" fmla="*/ 0 h 38940"/>
                  <a:gd name="connsiteX1" fmla="*/ 19728 w 26078"/>
                  <a:gd name="connsiteY1" fmla="*/ 0 h 38940"/>
                  <a:gd name="connsiteX2" fmla="*/ 26079 w 26078"/>
                  <a:gd name="connsiteY2" fmla="*/ 6351 h 38940"/>
                  <a:gd name="connsiteX3" fmla="*/ 26079 w 26078"/>
                  <a:gd name="connsiteY3" fmla="*/ 32590 h 38940"/>
                  <a:gd name="connsiteX4" fmla="*/ 19728 w 26078"/>
                  <a:gd name="connsiteY4" fmla="*/ 38941 h 38940"/>
                  <a:gd name="connsiteX5" fmla="*/ 6358 w 26078"/>
                  <a:gd name="connsiteY5" fmla="*/ 38941 h 38940"/>
                  <a:gd name="connsiteX6" fmla="*/ 7 w 26078"/>
                  <a:gd name="connsiteY6" fmla="*/ 32590 h 38940"/>
                  <a:gd name="connsiteX7" fmla="*/ 7 w 26078"/>
                  <a:gd name="connsiteY7" fmla="*/ 6351 h 38940"/>
                  <a:gd name="connsiteX8" fmla="*/ 6358 w 26078"/>
                  <a:gd name="connsiteY8" fmla="*/ 0 h 38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078" h="38940">
                    <a:moveTo>
                      <a:pt x="6358" y="0"/>
                    </a:moveTo>
                    <a:lnTo>
                      <a:pt x="19728" y="0"/>
                    </a:lnTo>
                    <a:cubicBezTo>
                      <a:pt x="23237" y="0"/>
                      <a:pt x="26079" y="2841"/>
                      <a:pt x="26079" y="6351"/>
                    </a:cubicBezTo>
                    <a:lnTo>
                      <a:pt x="26079" y="32590"/>
                    </a:lnTo>
                    <a:cubicBezTo>
                      <a:pt x="26079" y="36100"/>
                      <a:pt x="23237" y="38941"/>
                      <a:pt x="19728" y="38941"/>
                    </a:cubicBezTo>
                    <a:lnTo>
                      <a:pt x="6358" y="38941"/>
                    </a:lnTo>
                    <a:cubicBezTo>
                      <a:pt x="2848" y="38941"/>
                      <a:pt x="7" y="36100"/>
                      <a:pt x="7" y="32590"/>
                    </a:cubicBezTo>
                    <a:lnTo>
                      <a:pt x="7" y="6351"/>
                    </a:lnTo>
                    <a:cubicBezTo>
                      <a:pt x="-160" y="2841"/>
                      <a:pt x="2848" y="0"/>
                      <a:pt x="6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4187FADA-B11F-DC49-159F-68BF817B023B}"/>
                  </a:ext>
                </a:extLst>
              </p:cNvPr>
              <p:cNvSpPr/>
              <p:nvPr/>
            </p:nvSpPr>
            <p:spPr>
              <a:xfrm>
                <a:off x="10444052" y="4156725"/>
                <a:ext cx="17448" cy="49174"/>
              </a:xfrm>
              <a:custGeom>
                <a:avLst/>
                <a:gdLst>
                  <a:gd name="connsiteX0" fmla="*/ 6351 w 26071"/>
                  <a:gd name="connsiteY0" fmla="*/ 0 h 75374"/>
                  <a:gd name="connsiteX1" fmla="*/ 19721 w 26071"/>
                  <a:gd name="connsiteY1" fmla="*/ 0 h 75374"/>
                  <a:gd name="connsiteX2" fmla="*/ 26072 w 26071"/>
                  <a:gd name="connsiteY2" fmla="*/ 6351 h 75374"/>
                  <a:gd name="connsiteX3" fmla="*/ 26072 w 26071"/>
                  <a:gd name="connsiteY3" fmla="*/ 69024 h 75374"/>
                  <a:gd name="connsiteX4" fmla="*/ 19721 w 26071"/>
                  <a:gd name="connsiteY4" fmla="*/ 75375 h 75374"/>
                  <a:gd name="connsiteX5" fmla="*/ 6351 w 26071"/>
                  <a:gd name="connsiteY5" fmla="*/ 75375 h 75374"/>
                  <a:gd name="connsiteX6" fmla="*/ 0 w 26071"/>
                  <a:gd name="connsiteY6" fmla="*/ 69024 h 75374"/>
                  <a:gd name="connsiteX7" fmla="*/ 0 w 26071"/>
                  <a:gd name="connsiteY7" fmla="*/ 6351 h 75374"/>
                  <a:gd name="connsiteX8" fmla="*/ 6351 w 26071"/>
                  <a:gd name="connsiteY8" fmla="*/ 0 h 75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071" h="75374">
                    <a:moveTo>
                      <a:pt x="6351" y="0"/>
                    </a:moveTo>
                    <a:lnTo>
                      <a:pt x="19721" y="0"/>
                    </a:lnTo>
                    <a:cubicBezTo>
                      <a:pt x="23231" y="0"/>
                      <a:pt x="26072" y="2841"/>
                      <a:pt x="26072" y="6351"/>
                    </a:cubicBezTo>
                    <a:lnTo>
                      <a:pt x="26072" y="69024"/>
                    </a:lnTo>
                    <a:cubicBezTo>
                      <a:pt x="26072" y="72533"/>
                      <a:pt x="23231" y="75375"/>
                      <a:pt x="19721" y="75375"/>
                    </a:cubicBezTo>
                    <a:lnTo>
                      <a:pt x="6351" y="75375"/>
                    </a:lnTo>
                    <a:cubicBezTo>
                      <a:pt x="2841" y="75375"/>
                      <a:pt x="0" y="72533"/>
                      <a:pt x="0" y="69024"/>
                    </a:cubicBezTo>
                    <a:lnTo>
                      <a:pt x="0" y="6351"/>
                    </a:lnTo>
                    <a:cubicBezTo>
                      <a:pt x="0" y="2841"/>
                      <a:pt x="2841" y="0"/>
                      <a:pt x="63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967F9C92-4AB4-46F0-EA3F-A2D60F594D33}"/>
                  </a:ext>
                </a:extLst>
              </p:cNvPr>
              <p:cNvSpPr/>
              <p:nvPr/>
            </p:nvSpPr>
            <p:spPr>
              <a:xfrm>
                <a:off x="10381080" y="3863856"/>
                <a:ext cx="24719" cy="6651"/>
              </a:xfrm>
              <a:custGeom>
                <a:avLst/>
                <a:gdLst>
                  <a:gd name="connsiteX0" fmla="*/ 2507 w 36935"/>
                  <a:gd name="connsiteY0" fmla="*/ 0 h 10194"/>
                  <a:gd name="connsiteX1" fmla="*/ 34428 w 36935"/>
                  <a:gd name="connsiteY1" fmla="*/ 0 h 10194"/>
                  <a:gd name="connsiteX2" fmla="*/ 36935 w 36935"/>
                  <a:gd name="connsiteY2" fmla="*/ 2507 h 10194"/>
                  <a:gd name="connsiteX3" fmla="*/ 36935 w 36935"/>
                  <a:gd name="connsiteY3" fmla="*/ 7688 h 10194"/>
                  <a:gd name="connsiteX4" fmla="*/ 34428 w 36935"/>
                  <a:gd name="connsiteY4" fmla="*/ 10195 h 10194"/>
                  <a:gd name="connsiteX5" fmla="*/ 2507 w 36935"/>
                  <a:gd name="connsiteY5" fmla="*/ 10195 h 10194"/>
                  <a:gd name="connsiteX6" fmla="*/ 0 w 36935"/>
                  <a:gd name="connsiteY6" fmla="*/ 7688 h 10194"/>
                  <a:gd name="connsiteX7" fmla="*/ 0 w 36935"/>
                  <a:gd name="connsiteY7" fmla="*/ 2507 h 10194"/>
                  <a:gd name="connsiteX8" fmla="*/ 2507 w 36935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35" h="10194">
                    <a:moveTo>
                      <a:pt x="2507" y="0"/>
                    </a:moveTo>
                    <a:lnTo>
                      <a:pt x="34428" y="0"/>
                    </a:lnTo>
                    <a:cubicBezTo>
                      <a:pt x="35765" y="0"/>
                      <a:pt x="36935" y="1170"/>
                      <a:pt x="36935" y="2507"/>
                    </a:cubicBezTo>
                    <a:lnTo>
                      <a:pt x="36935" y="7688"/>
                    </a:lnTo>
                    <a:cubicBezTo>
                      <a:pt x="36935" y="9025"/>
                      <a:pt x="35765" y="10195"/>
                      <a:pt x="3442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B9C9C895-3993-ACE0-70EB-F878AAA3B4FC}"/>
                  </a:ext>
                </a:extLst>
              </p:cNvPr>
              <p:cNvSpPr/>
              <p:nvPr/>
            </p:nvSpPr>
            <p:spPr>
              <a:xfrm>
                <a:off x="10381080" y="3874433"/>
                <a:ext cx="15099" cy="6651"/>
              </a:xfrm>
              <a:custGeom>
                <a:avLst/>
                <a:gdLst>
                  <a:gd name="connsiteX0" fmla="*/ 2507 w 22562"/>
                  <a:gd name="connsiteY0" fmla="*/ 0 h 10194"/>
                  <a:gd name="connsiteX1" fmla="*/ 20055 w 22562"/>
                  <a:gd name="connsiteY1" fmla="*/ 0 h 10194"/>
                  <a:gd name="connsiteX2" fmla="*/ 22562 w 22562"/>
                  <a:gd name="connsiteY2" fmla="*/ 2507 h 10194"/>
                  <a:gd name="connsiteX3" fmla="*/ 22562 w 22562"/>
                  <a:gd name="connsiteY3" fmla="*/ 7688 h 10194"/>
                  <a:gd name="connsiteX4" fmla="*/ 20055 w 22562"/>
                  <a:gd name="connsiteY4" fmla="*/ 10195 h 10194"/>
                  <a:gd name="connsiteX5" fmla="*/ 2507 w 22562"/>
                  <a:gd name="connsiteY5" fmla="*/ 10195 h 10194"/>
                  <a:gd name="connsiteX6" fmla="*/ 0 w 22562"/>
                  <a:gd name="connsiteY6" fmla="*/ 7688 h 10194"/>
                  <a:gd name="connsiteX7" fmla="*/ 0 w 22562"/>
                  <a:gd name="connsiteY7" fmla="*/ 2507 h 10194"/>
                  <a:gd name="connsiteX8" fmla="*/ 2507 w 22562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562" h="10194">
                    <a:moveTo>
                      <a:pt x="2507" y="0"/>
                    </a:moveTo>
                    <a:lnTo>
                      <a:pt x="20055" y="0"/>
                    </a:lnTo>
                    <a:cubicBezTo>
                      <a:pt x="21392" y="0"/>
                      <a:pt x="22562" y="1170"/>
                      <a:pt x="22562" y="2507"/>
                    </a:cubicBezTo>
                    <a:lnTo>
                      <a:pt x="22562" y="7688"/>
                    </a:lnTo>
                    <a:cubicBezTo>
                      <a:pt x="22562" y="9025"/>
                      <a:pt x="21392" y="10195"/>
                      <a:pt x="20055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A5E00C8E-6B4F-CF47-58A8-C1C2409CEC56}"/>
                  </a:ext>
                </a:extLst>
              </p:cNvPr>
              <p:cNvSpPr/>
              <p:nvPr/>
            </p:nvSpPr>
            <p:spPr>
              <a:xfrm>
                <a:off x="10505346" y="3863856"/>
                <a:ext cx="10738" cy="6651"/>
              </a:xfrm>
              <a:custGeom>
                <a:avLst/>
                <a:gdLst>
                  <a:gd name="connsiteX0" fmla="*/ 2507 w 16044"/>
                  <a:gd name="connsiteY0" fmla="*/ 0 h 10194"/>
                  <a:gd name="connsiteX1" fmla="*/ 13537 w 16044"/>
                  <a:gd name="connsiteY1" fmla="*/ 0 h 10194"/>
                  <a:gd name="connsiteX2" fmla="*/ 16044 w 16044"/>
                  <a:gd name="connsiteY2" fmla="*/ 2507 h 10194"/>
                  <a:gd name="connsiteX3" fmla="*/ 16044 w 16044"/>
                  <a:gd name="connsiteY3" fmla="*/ 7688 h 10194"/>
                  <a:gd name="connsiteX4" fmla="*/ 13537 w 16044"/>
                  <a:gd name="connsiteY4" fmla="*/ 10195 h 10194"/>
                  <a:gd name="connsiteX5" fmla="*/ 2507 w 16044"/>
                  <a:gd name="connsiteY5" fmla="*/ 10195 h 10194"/>
                  <a:gd name="connsiteX6" fmla="*/ 0 w 16044"/>
                  <a:gd name="connsiteY6" fmla="*/ 7688 h 10194"/>
                  <a:gd name="connsiteX7" fmla="*/ 0 w 16044"/>
                  <a:gd name="connsiteY7" fmla="*/ 2507 h 10194"/>
                  <a:gd name="connsiteX8" fmla="*/ 2507 w 1604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44" h="10194">
                    <a:moveTo>
                      <a:pt x="2507" y="0"/>
                    </a:moveTo>
                    <a:lnTo>
                      <a:pt x="13537" y="0"/>
                    </a:lnTo>
                    <a:cubicBezTo>
                      <a:pt x="14874" y="0"/>
                      <a:pt x="16044" y="1170"/>
                      <a:pt x="16044" y="2507"/>
                    </a:cubicBezTo>
                    <a:lnTo>
                      <a:pt x="16044" y="7688"/>
                    </a:lnTo>
                    <a:cubicBezTo>
                      <a:pt x="16044" y="9025"/>
                      <a:pt x="14874" y="10195"/>
                      <a:pt x="13537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41344FFA-CA26-7FA2-98BA-312D379328DA}"/>
                  </a:ext>
                </a:extLst>
              </p:cNvPr>
              <p:cNvSpPr/>
              <p:nvPr/>
            </p:nvSpPr>
            <p:spPr>
              <a:xfrm>
                <a:off x="10505346" y="3874433"/>
                <a:ext cx="18343" cy="6651"/>
              </a:xfrm>
              <a:custGeom>
                <a:avLst/>
                <a:gdLst>
                  <a:gd name="connsiteX0" fmla="*/ 2507 w 27408"/>
                  <a:gd name="connsiteY0" fmla="*/ 0 h 10194"/>
                  <a:gd name="connsiteX1" fmla="*/ 24902 w 27408"/>
                  <a:gd name="connsiteY1" fmla="*/ 0 h 10194"/>
                  <a:gd name="connsiteX2" fmla="*/ 27409 w 27408"/>
                  <a:gd name="connsiteY2" fmla="*/ 2507 h 10194"/>
                  <a:gd name="connsiteX3" fmla="*/ 27409 w 27408"/>
                  <a:gd name="connsiteY3" fmla="*/ 7688 h 10194"/>
                  <a:gd name="connsiteX4" fmla="*/ 24902 w 27408"/>
                  <a:gd name="connsiteY4" fmla="*/ 10195 h 10194"/>
                  <a:gd name="connsiteX5" fmla="*/ 2507 w 27408"/>
                  <a:gd name="connsiteY5" fmla="*/ 10195 h 10194"/>
                  <a:gd name="connsiteX6" fmla="*/ 0 w 27408"/>
                  <a:gd name="connsiteY6" fmla="*/ 7688 h 10194"/>
                  <a:gd name="connsiteX7" fmla="*/ 0 w 27408"/>
                  <a:gd name="connsiteY7" fmla="*/ 2507 h 10194"/>
                  <a:gd name="connsiteX8" fmla="*/ 2507 w 27408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408" h="10194">
                    <a:moveTo>
                      <a:pt x="2507" y="0"/>
                    </a:moveTo>
                    <a:lnTo>
                      <a:pt x="24902" y="0"/>
                    </a:lnTo>
                    <a:cubicBezTo>
                      <a:pt x="26239" y="0"/>
                      <a:pt x="27409" y="1170"/>
                      <a:pt x="27409" y="2507"/>
                    </a:cubicBezTo>
                    <a:lnTo>
                      <a:pt x="27409" y="7688"/>
                    </a:lnTo>
                    <a:cubicBezTo>
                      <a:pt x="27409" y="9025"/>
                      <a:pt x="26239" y="10195"/>
                      <a:pt x="24902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5ED9A1B8-01D8-77D7-16EA-21A6748B710A}"/>
                  </a:ext>
                </a:extLst>
              </p:cNvPr>
              <p:cNvSpPr/>
              <p:nvPr/>
            </p:nvSpPr>
            <p:spPr>
              <a:xfrm>
                <a:off x="10505459" y="3978671"/>
                <a:ext cx="19685" cy="6651"/>
              </a:xfrm>
              <a:custGeom>
                <a:avLst/>
                <a:gdLst>
                  <a:gd name="connsiteX0" fmla="*/ 2507 w 29414"/>
                  <a:gd name="connsiteY0" fmla="*/ 0 h 10194"/>
                  <a:gd name="connsiteX1" fmla="*/ 26908 w 29414"/>
                  <a:gd name="connsiteY1" fmla="*/ 0 h 10194"/>
                  <a:gd name="connsiteX2" fmla="*/ 29414 w 29414"/>
                  <a:gd name="connsiteY2" fmla="*/ 2507 h 10194"/>
                  <a:gd name="connsiteX3" fmla="*/ 29414 w 29414"/>
                  <a:gd name="connsiteY3" fmla="*/ 7688 h 10194"/>
                  <a:gd name="connsiteX4" fmla="*/ 26908 w 29414"/>
                  <a:gd name="connsiteY4" fmla="*/ 10195 h 10194"/>
                  <a:gd name="connsiteX5" fmla="*/ 2507 w 29414"/>
                  <a:gd name="connsiteY5" fmla="*/ 10195 h 10194"/>
                  <a:gd name="connsiteX6" fmla="*/ 0 w 29414"/>
                  <a:gd name="connsiteY6" fmla="*/ 7688 h 10194"/>
                  <a:gd name="connsiteX7" fmla="*/ 0 w 29414"/>
                  <a:gd name="connsiteY7" fmla="*/ 2507 h 10194"/>
                  <a:gd name="connsiteX8" fmla="*/ 2507 w 2941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14" h="10194">
                    <a:moveTo>
                      <a:pt x="2507" y="0"/>
                    </a:moveTo>
                    <a:lnTo>
                      <a:pt x="26908" y="0"/>
                    </a:lnTo>
                    <a:cubicBezTo>
                      <a:pt x="28245" y="0"/>
                      <a:pt x="29414" y="1170"/>
                      <a:pt x="29414" y="2507"/>
                    </a:cubicBezTo>
                    <a:lnTo>
                      <a:pt x="29414" y="7688"/>
                    </a:lnTo>
                    <a:cubicBezTo>
                      <a:pt x="29414" y="9025"/>
                      <a:pt x="28245" y="10195"/>
                      <a:pt x="2690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95175FC5-32C3-61F6-B653-FC064E069E01}"/>
                  </a:ext>
                </a:extLst>
              </p:cNvPr>
              <p:cNvSpPr/>
              <p:nvPr/>
            </p:nvSpPr>
            <p:spPr>
              <a:xfrm>
                <a:off x="10505459" y="3989356"/>
                <a:ext cx="8948" cy="6651"/>
              </a:xfrm>
              <a:custGeom>
                <a:avLst/>
                <a:gdLst>
                  <a:gd name="connsiteX0" fmla="*/ 2507 w 13370"/>
                  <a:gd name="connsiteY0" fmla="*/ 0 h 10194"/>
                  <a:gd name="connsiteX1" fmla="*/ 10863 w 13370"/>
                  <a:gd name="connsiteY1" fmla="*/ 0 h 10194"/>
                  <a:gd name="connsiteX2" fmla="*/ 13370 w 13370"/>
                  <a:gd name="connsiteY2" fmla="*/ 2507 h 10194"/>
                  <a:gd name="connsiteX3" fmla="*/ 13370 w 13370"/>
                  <a:gd name="connsiteY3" fmla="*/ 7688 h 10194"/>
                  <a:gd name="connsiteX4" fmla="*/ 10863 w 13370"/>
                  <a:gd name="connsiteY4" fmla="*/ 10195 h 10194"/>
                  <a:gd name="connsiteX5" fmla="*/ 2507 w 13370"/>
                  <a:gd name="connsiteY5" fmla="*/ 10195 h 10194"/>
                  <a:gd name="connsiteX6" fmla="*/ 0 w 13370"/>
                  <a:gd name="connsiteY6" fmla="*/ 7688 h 10194"/>
                  <a:gd name="connsiteX7" fmla="*/ 0 w 13370"/>
                  <a:gd name="connsiteY7" fmla="*/ 2507 h 10194"/>
                  <a:gd name="connsiteX8" fmla="*/ 2507 w 13370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70" h="10194">
                    <a:moveTo>
                      <a:pt x="2507" y="0"/>
                    </a:moveTo>
                    <a:lnTo>
                      <a:pt x="10863" y="0"/>
                    </a:lnTo>
                    <a:cubicBezTo>
                      <a:pt x="12200" y="0"/>
                      <a:pt x="13370" y="1170"/>
                      <a:pt x="13370" y="2507"/>
                    </a:cubicBezTo>
                    <a:lnTo>
                      <a:pt x="13370" y="7688"/>
                    </a:lnTo>
                    <a:cubicBezTo>
                      <a:pt x="13370" y="9025"/>
                      <a:pt x="12200" y="10195"/>
                      <a:pt x="10863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B5A9A113-3690-D106-8192-8BAC0BFA0A10}"/>
                  </a:ext>
                </a:extLst>
              </p:cNvPr>
              <p:cNvSpPr/>
              <p:nvPr/>
            </p:nvSpPr>
            <p:spPr>
              <a:xfrm>
                <a:off x="10517538" y="3989356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B5CC9C03-9A2F-FAA1-9F7E-0591F953D174}"/>
                  </a:ext>
                </a:extLst>
              </p:cNvPr>
              <p:cNvSpPr/>
              <p:nvPr/>
            </p:nvSpPr>
            <p:spPr>
              <a:xfrm>
                <a:off x="10551206" y="4149421"/>
                <a:ext cx="19797" cy="6651"/>
              </a:xfrm>
              <a:custGeom>
                <a:avLst/>
                <a:gdLst>
                  <a:gd name="connsiteX0" fmla="*/ 2674 w 29581"/>
                  <a:gd name="connsiteY0" fmla="*/ 0 h 10194"/>
                  <a:gd name="connsiteX1" fmla="*/ 27075 w 29581"/>
                  <a:gd name="connsiteY1" fmla="*/ 0 h 10194"/>
                  <a:gd name="connsiteX2" fmla="*/ 29582 w 29581"/>
                  <a:gd name="connsiteY2" fmla="*/ 2507 h 10194"/>
                  <a:gd name="connsiteX3" fmla="*/ 29582 w 29581"/>
                  <a:gd name="connsiteY3" fmla="*/ 7688 h 10194"/>
                  <a:gd name="connsiteX4" fmla="*/ 27075 w 29581"/>
                  <a:gd name="connsiteY4" fmla="*/ 10195 h 10194"/>
                  <a:gd name="connsiteX5" fmla="*/ 2507 w 29581"/>
                  <a:gd name="connsiteY5" fmla="*/ 10195 h 10194"/>
                  <a:gd name="connsiteX6" fmla="*/ 0 w 29581"/>
                  <a:gd name="connsiteY6" fmla="*/ 7688 h 10194"/>
                  <a:gd name="connsiteX7" fmla="*/ 0 w 29581"/>
                  <a:gd name="connsiteY7" fmla="*/ 2507 h 10194"/>
                  <a:gd name="connsiteX8" fmla="*/ 2674 w 29581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581" h="10194">
                    <a:moveTo>
                      <a:pt x="2674" y="0"/>
                    </a:moveTo>
                    <a:lnTo>
                      <a:pt x="27075" y="0"/>
                    </a:lnTo>
                    <a:cubicBezTo>
                      <a:pt x="28412" y="0"/>
                      <a:pt x="29582" y="1170"/>
                      <a:pt x="29582" y="2507"/>
                    </a:cubicBezTo>
                    <a:lnTo>
                      <a:pt x="29582" y="7688"/>
                    </a:lnTo>
                    <a:cubicBezTo>
                      <a:pt x="29582" y="9025"/>
                      <a:pt x="28412" y="10195"/>
                      <a:pt x="27075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167" y="1170"/>
                      <a:pt x="1170" y="0"/>
                      <a:pt x="2674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6E13BCD0-5DD8-E9DB-77DA-169C262C4E6C}"/>
                  </a:ext>
                </a:extLst>
              </p:cNvPr>
              <p:cNvSpPr/>
              <p:nvPr/>
            </p:nvSpPr>
            <p:spPr>
              <a:xfrm>
                <a:off x="10551318" y="4160106"/>
                <a:ext cx="13757" cy="6651"/>
              </a:xfrm>
              <a:custGeom>
                <a:avLst/>
                <a:gdLst>
                  <a:gd name="connsiteX0" fmla="*/ 2507 w 20556"/>
                  <a:gd name="connsiteY0" fmla="*/ 0 h 10194"/>
                  <a:gd name="connsiteX1" fmla="*/ 18050 w 20556"/>
                  <a:gd name="connsiteY1" fmla="*/ 0 h 10194"/>
                  <a:gd name="connsiteX2" fmla="*/ 20557 w 20556"/>
                  <a:gd name="connsiteY2" fmla="*/ 2507 h 10194"/>
                  <a:gd name="connsiteX3" fmla="*/ 20557 w 20556"/>
                  <a:gd name="connsiteY3" fmla="*/ 7688 h 10194"/>
                  <a:gd name="connsiteX4" fmla="*/ 18050 w 20556"/>
                  <a:gd name="connsiteY4" fmla="*/ 10195 h 10194"/>
                  <a:gd name="connsiteX5" fmla="*/ 2507 w 20556"/>
                  <a:gd name="connsiteY5" fmla="*/ 10195 h 10194"/>
                  <a:gd name="connsiteX6" fmla="*/ 0 w 20556"/>
                  <a:gd name="connsiteY6" fmla="*/ 7688 h 10194"/>
                  <a:gd name="connsiteX7" fmla="*/ 0 w 20556"/>
                  <a:gd name="connsiteY7" fmla="*/ 2507 h 10194"/>
                  <a:gd name="connsiteX8" fmla="*/ 2507 w 20556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56" h="10194">
                    <a:moveTo>
                      <a:pt x="2507" y="0"/>
                    </a:moveTo>
                    <a:lnTo>
                      <a:pt x="18050" y="0"/>
                    </a:lnTo>
                    <a:cubicBezTo>
                      <a:pt x="19387" y="0"/>
                      <a:pt x="20557" y="1170"/>
                      <a:pt x="20557" y="2507"/>
                    </a:cubicBezTo>
                    <a:lnTo>
                      <a:pt x="20557" y="7688"/>
                    </a:lnTo>
                    <a:cubicBezTo>
                      <a:pt x="20557" y="9025"/>
                      <a:pt x="19387" y="10195"/>
                      <a:pt x="18050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774A4D03-949E-BDD7-995A-4EE2C26F7C85}"/>
                  </a:ext>
                </a:extLst>
              </p:cNvPr>
              <p:cNvSpPr/>
              <p:nvPr/>
            </p:nvSpPr>
            <p:spPr>
              <a:xfrm>
                <a:off x="10551318" y="4170791"/>
                <a:ext cx="24607" cy="6651"/>
              </a:xfrm>
              <a:custGeom>
                <a:avLst/>
                <a:gdLst>
                  <a:gd name="connsiteX0" fmla="*/ 2507 w 36768"/>
                  <a:gd name="connsiteY0" fmla="*/ 0 h 10194"/>
                  <a:gd name="connsiteX1" fmla="*/ 34261 w 36768"/>
                  <a:gd name="connsiteY1" fmla="*/ 0 h 10194"/>
                  <a:gd name="connsiteX2" fmla="*/ 36768 w 36768"/>
                  <a:gd name="connsiteY2" fmla="*/ 2507 h 10194"/>
                  <a:gd name="connsiteX3" fmla="*/ 36768 w 36768"/>
                  <a:gd name="connsiteY3" fmla="*/ 7688 h 10194"/>
                  <a:gd name="connsiteX4" fmla="*/ 34261 w 36768"/>
                  <a:gd name="connsiteY4" fmla="*/ 10195 h 10194"/>
                  <a:gd name="connsiteX5" fmla="*/ 2507 w 36768"/>
                  <a:gd name="connsiteY5" fmla="*/ 10195 h 10194"/>
                  <a:gd name="connsiteX6" fmla="*/ 0 w 36768"/>
                  <a:gd name="connsiteY6" fmla="*/ 7688 h 10194"/>
                  <a:gd name="connsiteX7" fmla="*/ 0 w 36768"/>
                  <a:gd name="connsiteY7" fmla="*/ 2507 h 10194"/>
                  <a:gd name="connsiteX8" fmla="*/ 2507 w 36768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768" h="10194">
                    <a:moveTo>
                      <a:pt x="2507" y="0"/>
                    </a:moveTo>
                    <a:lnTo>
                      <a:pt x="34261" y="0"/>
                    </a:lnTo>
                    <a:cubicBezTo>
                      <a:pt x="35598" y="0"/>
                      <a:pt x="36768" y="1170"/>
                      <a:pt x="36768" y="2507"/>
                    </a:cubicBezTo>
                    <a:lnTo>
                      <a:pt x="36768" y="7688"/>
                    </a:lnTo>
                    <a:cubicBezTo>
                      <a:pt x="36768" y="9025"/>
                      <a:pt x="35598" y="10195"/>
                      <a:pt x="34261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5B8755DA-5100-90D1-F75A-EAF7E4DAFE1D}"/>
                  </a:ext>
                </a:extLst>
              </p:cNvPr>
              <p:cNvSpPr/>
              <p:nvPr/>
            </p:nvSpPr>
            <p:spPr>
              <a:xfrm>
                <a:off x="10568207" y="4160106"/>
                <a:ext cx="12079" cy="6651"/>
              </a:xfrm>
              <a:custGeom>
                <a:avLst/>
                <a:gdLst>
                  <a:gd name="connsiteX0" fmla="*/ 2507 w 18049"/>
                  <a:gd name="connsiteY0" fmla="*/ 0 h 10194"/>
                  <a:gd name="connsiteX1" fmla="*/ 15543 w 18049"/>
                  <a:gd name="connsiteY1" fmla="*/ 0 h 10194"/>
                  <a:gd name="connsiteX2" fmla="*/ 18050 w 18049"/>
                  <a:gd name="connsiteY2" fmla="*/ 2507 h 10194"/>
                  <a:gd name="connsiteX3" fmla="*/ 18050 w 18049"/>
                  <a:gd name="connsiteY3" fmla="*/ 7688 h 10194"/>
                  <a:gd name="connsiteX4" fmla="*/ 15543 w 18049"/>
                  <a:gd name="connsiteY4" fmla="*/ 10195 h 10194"/>
                  <a:gd name="connsiteX5" fmla="*/ 2507 w 18049"/>
                  <a:gd name="connsiteY5" fmla="*/ 10195 h 10194"/>
                  <a:gd name="connsiteX6" fmla="*/ 0 w 18049"/>
                  <a:gd name="connsiteY6" fmla="*/ 7688 h 10194"/>
                  <a:gd name="connsiteX7" fmla="*/ 0 w 18049"/>
                  <a:gd name="connsiteY7" fmla="*/ 2507 h 10194"/>
                  <a:gd name="connsiteX8" fmla="*/ 2507 w 18049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49" h="10194">
                    <a:moveTo>
                      <a:pt x="2507" y="0"/>
                    </a:moveTo>
                    <a:lnTo>
                      <a:pt x="15543" y="0"/>
                    </a:lnTo>
                    <a:cubicBezTo>
                      <a:pt x="16880" y="0"/>
                      <a:pt x="18050" y="1170"/>
                      <a:pt x="18050" y="2507"/>
                    </a:cubicBezTo>
                    <a:lnTo>
                      <a:pt x="18050" y="7688"/>
                    </a:lnTo>
                    <a:cubicBezTo>
                      <a:pt x="18050" y="9025"/>
                      <a:pt x="16880" y="10195"/>
                      <a:pt x="15543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E83F2577-7A5F-818C-2420-7C932572AF73}"/>
                  </a:ext>
                </a:extLst>
              </p:cNvPr>
              <p:cNvSpPr/>
              <p:nvPr/>
            </p:nvSpPr>
            <p:spPr>
              <a:xfrm>
                <a:off x="10574135" y="4149421"/>
                <a:ext cx="12751" cy="6651"/>
              </a:xfrm>
              <a:custGeom>
                <a:avLst/>
                <a:gdLst>
                  <a:gd name="connsiteX0" fmla="*/ 2507 w 19052"/>
                  <a:gd name="connsiteY0" fmla="*/ 0 h 10194"/>
                  <a:gd name="connsiteX1" fmla="*/ 16546 w 19052"/>
                  <a:gd name="connsiteY1" fmla="*/ 0 h 10194"/>
                  <a:gd name="connsiteX2" fmla="*/ 19053 w 19052"/>
                  <a:gd name="connsiteY2" fmla="*/ 2507 h 10194"/>
                  <a:gd name="connsiteX3" fmla="*/ 19053 w 19052"/>
                  <a:gd name="connsiteY3" fmla="*/ 7688 h 10194"/>
                  <a:gd name="connsiteX4" fmla="*/ 16546 w 19052"/>
                  <a:gd name="connsiteY4" fmla="*/ 10195 h 10194"/>
                  <a:gd name="connsiteX5" fmla="*/ 2507 w 19052"/>
                  <a:gd name="connsiteY5" fmla="*/ 10195 h 10194"/>
                  <a:gd name="connsiteX6" fmla="*/ 0 w 19052"/>
                  <a:gd name="connsiteY6" fmla="*/ 7688 h 10194"/>
                  <a:gd name="connsiteX7" fmla="*/ 0 w 19052"/>
                  <a:gd name="connsiteY7" fmla="*/ 2507 h 10194"/>
                  <a:gd name="connsiteX8" fmla="*/ 2507 w 19052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52" h="10194">
                    <a:moveTo>
                      <a:pt x="2507" y="0"/>
                    </a:moveTo>
                    <a:lnTo>
                      <a:pt x="16546" y="0"/>
                    </a:lnTo>
                    <a:cubicBezTo>
                      <a:pt x="17883" y="0"/>
                      <a:pt x="19053" y="1170"/>
                      <a:pt x="19053" y="2507"/>
                    </a:cubicBezTo>
                    <a:lnTo>
                      <a:pt x="19053" y="7688"/>
                    </a:lnTo>
                    <a:cubicBezTo>
                      <a:pt x="19053" y="9025"/>
                      <a:pt x="17883" y="10195"/>
                      <a:pt x="16546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7FB84BEB-0C94-A50E-EFF6-AD45543F955F}"/>
                  </a:ext>
                </a:extLst>
              </p:cNvPr>
              <p:cNvSpPr/>
              <p:nvPr/>
            </p:nvSpPr>
            <p:spPr>
              <a:xfrm>
                <a:off x="10578944" y="4170791"/>
                <a:ext cx="7159" cy="6651"/>
              </a:xfrm>
              <a:custGeom>
                <a:avLst/>
                <a:gdLst>
                  <a:gd name="connsiteX0" fmla="*/ 2507 w 10696"/>
                  <a:gd name="connsiteY0" fmla="*/ 0 h 10194"/>
                  <a:gd name="connsiteX1" fmla="*/ 8189 w 10696"/>
                  <a:gd name="connsiteY1" fmla="*/ 0 h 10194"/>
                  <a:gd name="connsiteX2" fmla="*/ 10696 w 10696"/>
                  <a:gd name="connsiteY2" fmla="*/ 2507 h 10194"/>
                  <a:gd name="connsiteX3" fmla="*/ 10696 w 10696"/>
                  <a:gd name="connsiteY3" fmla="*/ 7688 h 10194"/>
                  <a:gd name="connsiteX4" fmla="*/ 8189 w 10696"/>
                  <a:gd name="connsiteY4" fmla="*/ 10195 h 10194"/>
                  <a:gd name="connsiteX5" fmla="*/ 2507 w 10696"/>
                  <a:gd name="connsiteY5" fmla="*/ 10195 h 10194"/>
                  <a:gd name="connsiteX6" fmla="*/ 0 w 10696"/>
                  <a:gd name="connsiteY6" fmla="*/ 7688 h 10194"/>
                  <a:gd name="connsiteX7" fmla="*/ 0 w 10696"/>
                  <a:gd name="connsiteY7" fmla="*/ 2507 h 10194"/>
                  <a:gd name="connsiteX8" fmla="*/ 2507 w 10696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696" h="10194">
                    <a:moveTo>
                      <a:pt x="2507" y="0"/>
                    </a:moveTo>
                    <a:lnTo>
                      <a:pt x="8189" y="0"/>
                    </a:lnTo>
                    <a:cubicBezTo>
                      <a:pt x="9526" y="0"/>
                      <a:pt x="10696" y="1170"/>
                      <a:pt x="10696" y="2507"/>
                    </a:cubicBezTo>
                    <a:lnTo>
                      <a:pt x="10696" y="7688"/>
                    </a:lnTo>
                    <a:cubicBezTo>
                      <a:pt x="10696" y="9025"/>
                      <a:pt x="9526" y="10195"/>
                      <a:pt x="8189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167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B5385AA6-0CC3-5E71-A593-BE468528E7A5}"/>
                  </a:ext>
                </a:extLst>
              </p:cNvPr>
              <p:cNvSpPr/>
              <p:nvPr/>
            </p:nvSpPr>
            <p:spPr>
              <a:xfrm>
                <a:off x="10589347" y="4170791"/>
                <a:ext cx="7159" cy="6651"/>
              </a:xfrm>
              <a:custGeom>
                <a:avLst/>
                <a:gdLst>
                  <a:gd name="connsiteX0" fmla="*/ 2507 w 10696"/>
                  <a:gd name="connsiteY0" fmla="*/ 0 h 10194"/>
                  <a:gd name="connsiteX1" fmla="*/ 8189 w 10696"/>
                  <a:gd name="connsiteY1" fmla="*/ 0 h 10194"/>
                  <a:gd name="connsiteX2" fmla="*/ 10696 w 10696"/>
                  <a:gd name="connsiteY2" fmla="*/ 2507 h 10194"/>
                  <a:gd name="connsiteX3" fmla="*/ 10696 w 10696"/>
                  <a:gd name="connsiteY3" fmla="*/ 7688 h 10194"/>
                  <a:gd name="connsiteX4" fmla="*/ 8189 w 10696"/>
                  <a:gd name="connsiteY4" fmla="*/ 10195 h 10194"/>
                  <a:gd name="connsiteX5" fmla="*/ 2507 w 10696"/>
                  <a:gd name="connsiteY5" fmla="*/ 10195 h 10194"/>
                  <a:gd name="connsiteX6" fmla="*/ 0 w 10696"/>
                  <a:gd name="connsiteY6" fmla="*/ 7688 h 10194"/>
                  <a:gd name="connsiteX7" fmla="*/ 0 w 10696"/>
                  <a:gd name="connsiteY7" fmla="*/ 2507 h 10194"/>
                  <a:gd name="connsiteX8" fmla="*/ 2507 w 10696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696" h="10194">
                    <a:moveTo>
                      <a:pt x="2507" y="0"/>
                    </a:moveTo>
                    <a:lnTo>
                      <a:pt x="8189" y="0"/>
                    </a:lnTo>
                    <a:cubicBezTo>
                      <a:pt x="9526" y="0"/>
                      <a:pt x="10696" y="1170"/>
                      <a:pt x="10696" y="2507"/>
                    </a:cubicBezTo>
                    <a:lnTo>
                      <a:pt x="10696" y="7688"/>
                    </a:lnTo>
                    <a:cubicBezTo>
                      <a:pt x="10696" y="9025"/>
                      <a:pt x="9526" y="10195"/>
                      <a:pt x="8189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49EAC401-5E93-605B-4E12-5947E53E22A6}"/>
                  </a:ext>
                </a:extLst>
              </p:cNvPr>
              <p:cNvSpPr/>
              <p:nvPr/>
            </p:nvSpPr>
            <p:spPr>
              <a:xfrm>
                <a:off x="10589907" y="4149421"/>
                <a:ext cx="12751" cy="6651"/>
              </a:xfrm>
              <a:custGeom>
                <a:avLst/>
                <a:gdLst>
                  <a:gd name="connsiteX0" fmla="*/ 2507 w 19052"/>
                  <a:gd name="connsiteY0" fmla="*/ 0 h 10194"/>
                  <a:gd name="connsiteX1" fmla="*/ 16546 w 19052"/>
                  <a:gd name="connsiteY1" fmla="*/ 0 h 10194"/>
                  <a:gd name="connsiteX2" fmla="*/ 19053 w 19052"/>
                  <a:gd name="connsiteY2" fmla="*/ 2507 h 10194"/>
                  <a:gd name="connsiteX3" fmla="*/ 19053 w 19052"/>
                  <a:gd name="connsiteY3" fmla="*/ 7688 h 10194"/>
                  <a:gd name="connsiteX4" fmla="*/ 16546 w 19052"/>
                  <a:gd name="connsiteY4" fmla="*/ 10195 h 10194"/>
                  <a:gd name="connsiteX5" fmla="*/ 2507 w 19052"/>
                  <a:gd name="connsiteY5" fmla="*/ 10195 h 10194"/>
                  <a:gd name="connsiteX6" fmla="*/ 0 w 19052"/>
                  <a:gd name="connsiteY6" fmla="*/ 7688 h 10194"/>
                  <a:gd name="connsiteX7" fmla="*/ 0 w 19052"/>
                  <a:gd name="connsiteY7" fmla="*/ 2507 h 10194"/>
                  <a:gd name="connsiteX8" fmla="*/ 2507 w 19052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52" h="10194">
                    <a:moveTo>
                      <a:pt x="2507" y="0"/>
                    </a:moveTo>
                    <a:lnTo>
                      <a:pt x="16546" y="0"/>
                    </a:lnTo>
                    <a:cubicBezTo>
                      <a:pt x="17883" y="0"/>
                      <a:pt x="19053" y="1170"/>
                      <a:pt x="19053" y="2507"/>
                    </a:cubicBezTo>
                    <a:lnTo>
                      <a:pt x="19053" y="7688"/>
                    </a:lnTo>
                    <a:cubicBezTo>
                      <a:pt x="19053" y="9025"/>
                      <a:pt x="17883" y="10195"/>
                      <a:pt x="16546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E4F2CABD-FF31-373A-7FF9-27B297BC7973}"/>
                  </a:ext>
                </a:extLst>
              </p:cNvPr>
              <p:cNvSpPr/>
              <p:nvPr/>
            </p:nvSpPr>
            <p:spPr>
              <a:xfrm>
                <a:off x="10583419" y="4160106"/>
                <a:ext cx="27738" cy="6651"/>
              </a:xfrm>
              <a:custGeom>
                <a:avLst/>
                <a:gdLst>
                  <a:gd name="connsiteX0" fmla="*/ 2507 w 41447"/>
                  <a:gd name="connsiteY0" fmla="*/ 0 h 10194"/>
                  <a:gd name="connsiteX1" fmla="*/ 38941 w 41447"/>
                  <a:gd name="connsiteY1" fmla="*/ 0 h 10194"/>
                  <a:gd name="connsiteX2" fmla="*/ 41448 w 41447"/>
                  <a:gd name="connsiteY2" fmla="*/ 2507 h 10194"/>
                  <a:gd name="connsiteX3" fmla="*/ 41448 w 41447"/>
                  <a:gd name="connsiteY3" fmla="*/ 7688 h 10194"/>
                  <a:gd name="connsiteX4" fmla="*/ 38941 w 41447"/>
                  <a:gd name="connsiteY4" fmla="*/ 10195 h 10194"/>
                  <a:gd name="connsiteX5" fmla="*/ 2507 w 41447"/>
                  <a:gd name="connsiteY5" fmla="*/ 10195 h 10194"/>
                  <a:gd name="connsiteX6" fmla="*/ 0 w 41447"/>
                  <a:gd name="connsiteY6" fmla="*/ 7688 h 10194"/>
                  <a:gd name="connsiteX7" fmla="*/ 0 w 41447"/>
                  <a:gd name="connsiteY7" fmla="*/ 2507 h 10194"/>
                  <a:gd name="connsiteX8" fmla="*/ 2507 w 41447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447" h="10194">
                    <a:moveTo>
                      <a:pt x="2507" y="0"/>
                    </a:moveTo>
                    <a:lnTo>
                      <a:pt x="38941" y="0"/>
                    </a:lnTo>
                    <a:cubicBezTo>
                      <a:pt x="40278" y="0"/>
                      <a:pt x="41448" y="1170"/>
                      <a:pt x="41448" y="2507"/>
                    </a:cubicBezTo>
                    <a:lnTo>
                      <a:pt x="41448" y="7688"/>
                    </a:lnTo>
                    <a:cubicBezTo>
                      <a:pt x="41448" y="9025"/>
                      <a:pt x="40278" y="10195"/>
                      <a:pt x="38941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6F4BD76C-3DFB-61D4-E076-C9AA37452706}"/>
                  </a:ext>
                </a:extLst>
              </p:cNvPr>
              <p:cNvSpPr/>
              <p:nvPr/>
            </p:nvSpPr>
            <p:spPr>
              <a:xfrm>
                <a:off x="10381080" y="420633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BD3F93BA-C241-7A9B-CF5E-34F5AD545E2F}"/>
                  </a:ext>
                </a:extLst>
              </p:cNvPr>
              <p:cNvSpPr/>
              <p:nvPr/>
            </p:nvSpPr>
            <p:spPr>
              <a:xfrm>
                <a:off x="10381080" y="419837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3C2AFBF9-5BDA-07CF-2DE6-498750F23861}"/>
                  </a:ext>
                </a:extLst>
              </p:cNvPr>
              <p:cNvSpPr/>
              <p:nvPr/>
            </p:nvSpPr>
            <p:spPr>
              <a:xfrm>
                <a:off x="10381080" y="419052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EEBE55E-7206-6466-3ACD-35B6D01A1150}"/>
                  </a:ext>
                </a:extLst>
              </p:cNvPr>
              <p:cNvSpPr/>
              <p:nvPr/>
            </p:nvSpPr>
            <p:spPr>
              <a:xfrm>
                <a:off x="10381080" y="418256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4D69070C-A03A-1AA7-2725-7A052FAD1C2E}"/>
                  </a:ext>
                </a:extLst>
              </p:cNvPr>
              <p:cNvSpPr/>
              <p:nvPr/>
            </p:nvSpPr>
            <p:spPr>
              <a:xfrm>
                <a:off x="10390029" y="420633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27A9E591-34E4-D98F-4708-9B8DC48F1824}"/>
                  </a:ext>
                </a:extLst>
              </p:cNvPr>
              <p:cNvSpPr/>
              <p:nvPr/>
            </p:nvSpPr>
            <p:spPr>
              <a:xfrm>
                <a:off x="10390029" y="419837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4FC24AD1-6267-E80D-C70D-9FC0CFE2EC69}"/>
                  </a:ext>
                </a:extLst>
              </p:cNvPr>
              <p:cNvSpPr/>
              <p:nvPr/>
            </p:nvSpPr>
            <p:spPr>
              <a:xfrm>
                <a:off x="10390029" y="419052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ED17889E-2277-2AEF-F596-A4790C1BD364}"/>
                  </a:ext>
                </a:extLst>
              </p:cNvPr>
              <p:cNvSpPr/>
              <p:nvPr/>
            </p:nvSpPr>
            <p:spPr>
              <a:xfrm>
                <a:off x="10390029" y="418256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4BE33FC9-7356-C401-D4B1-B61D8DECF229}"/>
                  </a:ext>
                </a:extLst>
              </p:cNvPr>
              <p:cNvSpPr/>
              <p:nvPr/>
            </p:nvSpPr>
            <p:spPr>
              <a:xfrm>
                <a:off x="10390029" y="417460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5196109B-45A9-B50B-1CAB-ABE2A58909DB}"/>
                  </a:ext>
                </a:extLst>
              </p:cNvPr>
              <p:cNvSpPr/>
              <p:nvPr/>
            </p:nvSpPr>
            <p:spPr>
              <a:xfrm>
                <a:off x="10390029" y="4166756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DC318DF3-FA07-4B71-FCA4-8FBABA0B5071}"/>
                  </a:ext>
                </a:extLst>
              </p:cNvPr>
              <p:cNvSpPr/>
              <p:nvPr/>
            </p:nvSpPr>
            <p:spPr>
              <a:xfrm>
                <a:off x="10398977" y="420633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8E29ACB3-B43B-925E-4AFD-C6C8D8E15EAF}"/>
                  </a:ext>
                </a:extLst>
              </p:cNvPr>
              <p:cNvSpPr/>
              <p:nvPr/>
            </p:nvSpPr>
            <p:spPr>
              <a:xfrm>
                <a:off x="10398977" y="419837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F60A1D3F-AAB3-C398-B334-77BC82BDEFE8}"/>
                  </a:ext>
                </a:extLst>
              </p:cNvPr>
              <p:cNvSpPr/>
              <p:nvPr/>
            </p:nvSpPr>
            <p:spPr>
              <a:xfrm>
                <a:off x="10398977" y="419052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817297A-14D2-5E84-F60F-A311BB53DAE9}"/>
                  </a:ext>
                </a:extLst>
              </p:cNvPr>
              <p:cNvSpPr/>
              <p:nvPr/>
            </p:nvSpPr>
            <p:spPr>
              <a:xfrm>
                <a:off x="10398977" y="418256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9E8D71A9-BDCF-A853-408B-8BAB8A1B7B58}"/>
                  </a:ext>
                </a:extLst>
              </p:cNvPr>
              <p:cNvSpPr/>
              <p:nvPr/>
            </p:nvSpPr>
            <p:spPr>
              <a:xfrm>
                <a:off x="10398977" y="417460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CBB99768-DA85-CC43-C88B-043342A45575}"/>
                  </a:ext>
                </a:extLst>
              </p:cNvPr>
              <p:cNvSpPr/>
              <p:nvPr/>
            </p:nvSpPr>
            <p:spPr>
              <a:xfrm>
                <a:off x="10398977" y="4166756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23520988-497B-F8E7-375E-370D91EE99E2}"/>
                  </a:ext>
                </a:extLst>
              </p:cNvPr>
              <p:cNvSpPr/>
              <p:nvPr/>
            </p:nvSpPr>
            <p:spPr>
              <a:xfrm>
                <a:off x="10398977" y="4158798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3FD90897-DDF6-A42E-32E5-69A3562FBB9C}"/>
                  </a:ext>
                </a:extLst>
              </p:cNvPr>
              <p:cNvSpPr/>
              <p:nvPr/>
            </p:nvSpPr>
            <p:spPr>
              <a:xfrm>
                <a:off x="10398977" y="4150838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7FEBA24B-9A97-F0E2-3D46-A9498D4A5C1F}"/>
                  </a:ext>
                </a:extLst>
              </p:cNvPr>
              <p:cNvSpPr/>
              <p:nvPr/>
            </p:nvSpPr>
            <p:spPr>
              <a:xfrm>
                <a:off x="10407924" y="420633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349222C1-C9CC-3101-FD4A-C9317931ECA5}"/>
                  </a:ext>
                </a:extLst>
              </p:cNvPr>
              <p:cNvSpPr/>
              <p:nvPr/>
            </p:nvSpPr>
            <p:spPr>
              <a:xfrm>
                <a:off x="10407924" y="419837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167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833FFA83-AA13-072B-B242-74EAD39B15B0}"/>
                  </a:ext>
                </a:extLst>
              </p:cNvPr>
              <p:cNvSpPr/>
              <p:nvPr/>
            </p:nvSpPr>
            <p:spPr>
              <a:xfrm>
                <a:off x="10407924" y="419052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167" y="1003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50E1D600-58C8-7DC9-FB40-D1D49C45B327}"/>
                  </a:ext>
                </a:extLst>
              </p:cNvPr>
              <p:cNvSpPr/>
              <p:nvPr/>
            </p:nvSpPr>
            <p:spPr>
              <a:xfrm>
                <a:off x="10407924" y="418256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167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6C1C4B0B-9DCF-6603-FD1C-297F4FE5EB2C}"/>
                  </a:ext>
                </a:extLst>
              </p:cNvPr>
              <p:cNvSpPr/>
              <p:nvPr/>
            </p:nvSpPr>
            <p:spPr>
              <a:xfrm>
                <a:off x="10407924" y="417460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170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85FE9CBD-97A4-2700-9AFE-E758ECA8A64E}"/>
                  </a:ext>
                </a:extLst>
              </p:cNvPr>
              <p:cNvSpPr/>
              <p:nvPr/>
            </p:nvSpPr>
            <p:spPr>
              <a:xfrm>
                <a:off x="10416985" y="420633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C594B19-1C67-1A86-8585-04498E69823C}"/>
                  </a:ext>
                </a:extLst>
              </p:cNvPr>
              <p:cNvSpPr/>
              <p:nvPr/>
            </p:nvSpPr>
            <p:spPr>
              <a:xfrm>
                <a:off x="10416985" y="419837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DE6FECE2-4A91-0675-AEF2-A70F30FA8933}"/>
                  </a:ext>
                </a:extLst>
              </p:cNvPr>
              <p:cNvSpPr/>
              <p:nvPr/>
            </p:nvSpPr>
            <p:spPr>
              <a:xfrm>
                <a:off x="10416985" y="419052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E2286ABF-BB71-FDDF-CF04-9AA9C6A894DF}"/>
                  </a:ext>
                </a:extLst>
              </p:cNvPr>
              <p:cNvSpPr/>
              <p:nvPr/>
            </p:nvSpPr>
            <p:spPr>
              <a:xfrm>
                <a:off x="10416985" y="418256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AAADE089-F7DD-ADC3-297A-080EF78A7CC0}"/>
                  </a:ext>
                </a:extLst>
              </p:cNvPr>
              <p:cNvSpPr/>
              <p:nvPr/>
            </p:nvSpPr>
            <p:spPr>
              <a:xfrm>
                <a:off x="10416985" y="4174607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170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944AB504-1839-0211-E44A-C408762BD08F}"/>
                  </a:ext>
                </a:extLst>
              </p:cNvPr>
              <p:cNvSpPr/>
              <p:nvPr/>
            </p:nvSpPr>
            <p:spPr>
              <a:xfrm>
                <a:off x="10416985" y="4166756"/>
                <a:ext cx="7605" cy="6651"/>
              </a:xfrm>
              <a:custGeom>
                <a:avLst/>
                <a:gdLst>
                  <a:gd name="connsiteX0" fmla="*/ 2507 w 11364"/>
                  <a:gd name="connsiteY0" fmla="*/ 0 h 10194"/>
                  <a:gd name="connsiteX1" fmla="*/ 8858 w 11364"/>
                  <a:gd name="connsiteY1" fmla="*/ 0 h 10194"/>
                  <a:gd name="connsiteX2" fmla="*/ 11365 w 11364"/>
                  <a:gd name="connsiteY2" fmla="*/ 2507 h 10194"/>
                  <a:gd name="connsiteX3" fmla="*/ 11365 w 11364"/>
                  <a:gd name="connsiteY3" fmla="*/ 7688 h 10194"/>
                  <a:gd name="connsiteX4" fmla="*/ 8858 w 11364"/>
                  <a:gd name="connsiteY4" fmla="*/ 10195 h 10194"/>
                  <a:gd name="connsiteX5" fmla="*/ 2507 w 11364"/>
                  <a:gd name="connsiteY5" fmla="*/ 10195 h 10194"/>
                  <a:gd name="connsiteX6" fmla="*/ 0 w 11364"/>
                  <a:gd name="connsiteY6" fmla="*/ 7688 h 10194"/>
                  <a:gd name="connsiteX7" fmla="*/ 0 w 11364"/>
                  <a:gd name="connsiteY7" fmla="*/ 2507 h 10194"/>
                  <a:gd name="connsiteX8" fmla="*/ 2507 w 11364"/>
                  <a:gd name="connsiteY8" fmla="*/ 0 h 1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64" h="10194">
                    <a:moveTo>
                      <a:pt x="2507" y="0"/>
                    </a:moveTo>
                    <a:lnTo>
                      <a:pt x="8858" y="0"/>
                    </a:lnTo>
                    <a:cubicBezTo>
                      <a:pt x="10195" y="0"/>
                      <a:pt x="11365" y="1170"/>
                      <a:pt x="11365" y="2507"/>
                    </a:cubicBezTo>
                    <a:lnTo>
                      <a:pt x="11365" y="7688"/>
                    </a:lnTo>
                    <a:cubicBezTo>
                      <a:pt x="11365" y="9025"/>
                      <a:pt x="10195" y="10195"/>
                      <a:pt x="8858" y="10195"/>
                    </a:cubicBezTo>
                    <a:lnTo>
                      <a:pt x="2507" y="10195"/>
                    </a:lnTo>
                    <a:cubicBezTo>
                      <a:pt x="1170" y="10195"/>
                      <a:pt x="0" y="9025"/>
                      <a:pt x="0" y="7688"/>
                    </a:cubicBezTo>
                    <a:lnTo>
                      <a:pt x="0" y="2507"/>
                    </a:lnTo>
                    <a:cubicBezTo>
                      <a:pt x="0" y="1003"/>
                      <a:pt x="1003" y="0"/>
                      <a:pt x="2507" y="0"/>
                    </a:cubicBezTo>
                    <a:close/>
                  </a:path>
                </a:pathLst>
              </a:custGeom>
              <a:solidFill>
                <a:srgbClr val="D5DAE5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FCA97FA1-5C58-67B8-5F84-77BE3FE251AC}"/>
                  </a:ext>
                </a:extLst>
              </p:cNvPr>
              <p:cNvSpPr/>
              <p:nvPr/>
            </p:nvSpPr>
            <p:spPr>
              <a:xfrm>
                <a:off x="10436111" y="4138516"/>
                <a:ext cx="200437" cy="74471"/>
              </a:xfrm>
              <a:custGeom>
                <a:avLst/>
                <a:gdLst>
                  <a:gd name="connsiteX0" fmla="*/ 6351 w 299492"/>
                  <a:gd name="connsiteY0" fmla="*/ 0 h 114148"/>
                  <a:gd name="connsiteX1" fmla="*/ 293142 w 299492"/>
                  <a:gd name="connsiteY1" fmla="*/ 0 h 114148"/>
                  <a:gd name="connsiteX2" fmla="*/ 299493 w 299492"/>
                  <a:gd name="connsiteY2" fmla="*/ 6351 h 114148"/>
                  <a:gd name="connsiteX3" fmla="*/ 299493 w 299492"/>
                  <a:gd name="connsiteY3" fmla="*/ 107797 h 114148"/>
                  <a:gd name="connsiteX4" fmla="*/ 293142 w 299492"/>
                  <a:gd name="connsiteY4" fmla="*/ 114148 h 114148"/>
                  <a:gd name="connsiteX5" fmla="*/ 6351 w 299492"/>
                  <a:gd name="connsiteY5" fmla="*/ 114148 h 114148"/>
                  <a:gd name="connsiteX6" fmla="*/ 0 w 299492"/>
                  <a:gd name="connsiteY6" fmla="*/ 107797 h 114148"/>
                  <a:gd name="connsiteX7" fmla="*/ 0 w 299492"/>
                  <a:gd name="connsiteY7" fmla="*/ 6351 h 114148"/>
                  <a:gd name="connsiteX8" fmla="*/ 6351 w 299492"/>
                  <a:gd name="connsiteY8" fmla="*/ 0 h 114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9492" h="114148">
                    <a:moveTo>
                      <a:pt x="6351" y="0"/>
                    </a:moveTo>
                    <a:lnTo>
                      <a:pt x="293142" y="0"/>
                    </a:lnTo>
                    <a:cubicBezTo>
                      <a:pt x="296652" y="0"/>
                      <a:pt x="299493" y="2841"/>
                      <a:pt x="299493" y="6351"/>
                    </a:cubicBezTo>
                    <a:lnTo>
                      <a:pt x="299493" y="107797"/>
                    </a:lnTo>
                    <a:cubicBezTo>
                      <a:pt x="299493" y="111307"/>
                      <a:pt x="296652" y="114148"/>
                      <a:pt x="293142" y="114148"/>
                    </a:cubicBezTo>
                    <a:lnTo>
                      <a:pt x="6351" y="114148"/>
                    </a:lnTo>
                    <a:cubicBezTo>
                      <a:pt x="2841" y="114148"/>
                      <a:pt x="0" y="111307"/>
                      <a:pt x="0" y="107797"/>
                    </a:cubicBezTo>
                    <a:lnTo>
                      <a:pt x="0" y="6351"/>
                    </a:lnTo>
                    <a:cubicBezTo>
                      <a:pt x="167" y="2841"/>
                      <a:pt x="2841" y="0"/>
                      <a:pt x="6351" y="0"/>
                    </a:cubicBezTo>
                    <a:close/>
                  </a:path>
                </a:pathLst>
              </a:custGeom>
              <a:noFill/>
              <a:ln w="4985" cap="rnd">
                <a:solidFill>
                  <a:srgbClr val="D5DAE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96F040A7-B52C-2765-1D55-698E5B5C3E3E}"/>
                  </a:ext>
                </a:extLst>
              </p:cNvPr>
              <p:cNvSpPr/>
              <p:nvPr/>
            </p:nvSpPr>
            <p:spPr>
              <a:xfrm>
                <a:off x="10380968" y="4026755"/>
                <a:ext cx="255355" cy="86574"/>
              </a:xfrm>
              <a:custGeom>
                <a:avLst/>
                <a:gdLst>
                  <a:gd name="connsiteX0" fmla="*/ 331581 w 381552"/>
                  <a:gd name="connsiteY0" fmla="*/ 0 h 132699"/>
                  <a:gd name="connsiteX1" fmla="*/ 241332 w 381552"/>
                  <a:gd name="connsiteY1" fmla="*/ 57659 h 132699"/>
                  <a:gd name="connsiteX2" fmla="*/ 151083 w 381552"/>
                  <a:gd name="connsiteY2" fmla="*/ 32590 h 132699"/>
                  <a:gd name="connsiteX3" fmla="*/ 60835 w 381552"/>
                  <a:gd name="connsiteY3" fmla="*/ 80221 h 132699"/>
                  <a:gd name="connsiteX4" fmla="*/ 0 w 381552"/>
                  <a:gd name="connsiteY4" fmla="*/ 58328 h 132699"/>
                  <a:gd name="connsiteX5" fmla="*/ 0 w 381552"/>
                  <a:gd name="connsiteY5" fmla="*/ 125179 h 132699"/>
                  <a:gd name="connsiteX6" fmla="*/ 7521 w 381552"/>
                  <a:gd name="connsiteY6" fmla="*/ 132699 h 132699"/>
                  <a:gd name="connsiteX7" fmla="*/ 374032 w 381552"/>
                  <a:gd name="connsiteY7" fmla="*/ 132699 h 132699"/>
                  <a:gd name="connsiteX8" fmla="*/ 381553 w 381552"/>
                  <a:gd name="connsiteY8" fmla="*/ 125179 h 132699"/>
                  <a:gd name="connsiteX9" fmla="*/ 381553 w 381552"/>
                  <a:gd name="connsiteY9" fmla="*/ 14540 h 132699"/>
                  <a:gd name="connsiteX10" fmla="*/ 331581 w 381552"/>
                  <a:gd name="connsiteY10" fmla="*/ 0 h 132699"/>
                  <a:gd name="connsiteX11" fmla="*/ 331581 w 381552"/>
                  <a:gd name="connsiteY11" fmla="*/ 0 h 132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1552" h="132699">
                    <a:moveTo>
                      <a:pt x="331581" y="0"/>
                    </a:moveTo>
                    <a:lnTo>
                      <a:pt x="241332" y="57659"/>
                    </a:lnTo>
                    <a:lnTo>
                      <a:pt x="151083" y="32590"/>
                    </a:lnTo>
                    <a:lnTo>
                      <a:pt x="60835" y="80221"/>
                    </a:lnTo>
                    <a:lnTo>
                      <a:pt x="0" y="58328"/>
                    </a:lnTo>
                    <a:lnTo>
                      <a:pt x="0" y="125179"/>
                    </a:lnTo>
                    <a:cubicBezTo>
                      <a:pt x="0" y="129357"/>
                      <a:pt x="3343" y="132699"/>
                      <a:pt x="7521" y="132699"/>
                    </a:cubicBezTo>
                    <a:lnTo>
                      <a:pt x="374032" y="132699"/>
                    </a:lnTo>
                    <a:cubicBezTo>
                      <a:pt x="378210" y="132699"/>
                      <a:pt x="381553" y="129357"/>
                      <a:pt x="381553" y="125179"/>
                    </a:cubicBezTo>
                    <a:lnTo>
                      <a:pt x="381553" y="14540"/>
                    </a:lnTo>
                    <a:lnTo>
                      <a:pt x="331581" y="0"/>
                    </a:lnTo>
                    <a:lnTo>
                      <a:pt x="331581" y="0"/>
                    </a:lnTo>
                    <a:close/>
                  </a:path>
                </a:pathLst>
              </a:custGeom>
              <a:solidFill>
                <a:srgbClr val="D5DAE5">
                  <a:alpha val="33000"/>
                </a:srgbClr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85745DEB-0A23-5283-FD2E-47B40D336791}"/>
                  </a:ext>
                </a:extLst>
              </p:cNvPr>
              <p:cNvSpPr/>
              <p:nvPr/>
            </p:nvSpPr>
            <p:spPr>
              <a:xfrm>
                <a:off x="10380968" y="4008219"/>
                <a:ext cx="255467" cy="105000"/>
              </a:xfrm>
              <a:custGeom>
                <a:avLst/>
                <a:gdLst>
                  <a:gd name="connsiteX0" fmla="*/ 167 w 381719"/>
                  <a:gd name="connsiteY0" fmla="*/ 0 h 160943"/>
                  <a:gd name="connsiteX1" fmla="*/ 167 w 381719"/>
                  <a:gd name="connsiteY1" fmla="*/ 153423 h 160943"/>
                  <a:gd name="connsiteX2" fmla="*/ 7688 w 381719"/>
                  <a:gd name="connsiteY2" fmla="*/ 160944 h 160943"/>
                  <a:gd name="connsiteX3" fmla="*/ 374199 w 381719"/>
                  <a:gd name="connsiteY3" fmla="*/ 160944 h 160943"/>
                  <a:gd name="connsiteX4" fmla="*/ 381720 w 381719"/>
                  <a:gd name="connsiteY4" fmla="*/ 153423 h 160943"/>
                  <a:gd name="connsiteX5" fmla="*/ 381720 w 381719"/>
                  <a:gd name="connsiteY5" fmla="*/ 42785 h 160943"/>
                  <a:gd name="connsiteX6" fmla="*/ 331414 w 381719"/>
                  <a:gd name="connsiteY6" fmla="*/ 28412 h 160943"/>
                  <a:gd name="connsiteX7" fmla="*/ 241332 w 381719"/>
                  <a:gd name="connsiteY7" fmla="*/ 86071 h 160943"/>
                  <a:gd name="connsiteX8" fmla="*/ 151083 w 381719"/>
                  <a:gd name="connsiteY8" fmla="*/ 61002 h 160943"/>
                  <a:gd name="connsiteX9" fmla="*/ 60835 w 381719"/>
                  <a:gd name="connsiteY9" fmla="*/ 108633 h 160943"/>
                  <a:gd name="connsiteX10" fmla="*/ 0 w 381719"/>
                  <a:gd name="connsiteY10" fmla="*/ 86739 h 1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1719" h="160943">
                    <a:moveTo>
                      <a:pt x="167" y="0"/>
                    </a:moveTo>
                    <a:lnTo>
                      <a:pt x="167" y="153423"/>
                    </a:lnTo>
                    <a:cubicBezTo>
                      <a:pt x="167" y="157601"/>
                      <a:pt x="3510" y="160944"/>
                      <a:pt x="7688" y="160944"/>
                    </a:cubicBezTo>
                    <a:lnTo>
                      <a:pt x="374199" y="160944"/>
                    </a:lnTo>
                    <a:cubicBezTo>
                      <a:pt x="378377" y="160944"/>
                      <a:pt x="381720" y="157601"/>
                      <a:pt x="381720" y="153423"/>
                    </a:cubicBezTo>
                    <a:lnTo>
                      <a:pt x="381720" y="42785"/>
                    </a:lnTo>
                    <a:lnTo>
                      <a:pt x="331414" y="28412"/>
                    </a:lnTo>
                    <a:lnTo>
                      <a:pt x="241332" y="86071"/>
                    </a:lnTo>
                    <a:lnTo>
                      <a:pt x="151083" y="61002"/>
                    </a:lnTo>
                    <a:lnTo>
                      <a:pt x="60835" y="108633"/>
                    </a:lnTo>
                    <a:lnTo>
                      <a:pt x="0" y="86739"/>
                    </a:lnTo>
                  </a:path>
                </a:pathLst>
              </a:custGeom>
              <a:noFill/>
              <a:ln w="4985" cap="rnd">
                <a:solidFill>
                  <a:srgbClr val="D5DAE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1059B5D7-7060-CDF5-8D54-68C6F8B3F705}"/>
                  </a:ext>
                </a:extLst>
              </p:cNvPr>
              <p:cNvSpPr/>
              <p:nvPr/>
            </p:nvSpPr>
            <p:spPr>
              <a:xfrm>
                <a:off x="10412063" y="4069606"/>
                <a:ext cx="19351" cy="18754"/>
              </a:xfrm>
              <a:custGeom>
                <a:avLst/>
                <a:gdLst>
                  <a:gd name="connsiteX0" fmla="*/ 14540 w 28913"/>
                  <a:gd name="connsiteY0" fmla="*/ 0 h 28745"/>
                  <a:gd name="connsiteX1" fmla="*/ 0 w 28913"/>
                  <a:gd name="connsiteY1" fmla="*/ 14373 h 28745"/>
                  <a:gd name="connsiteX2" fmla="*/ 14540 w 28913"/>
                  <a:gd name="connsiteY2" fmla="*/ 28746 h 28745"/>
                  <a:gd name="connsiteX3" fmla="*/ 28913 w 28913"/>
                  <a:gd name="connsiteY3" fmla="*/ 14373 h 28745"/>
                  <a:gd name="connsiteX4" fmla="*/ 14540 w 28913"/>
                  <a:gd name="connsiteY4" fmla="*/ 0 h 28745"/>
                  <a:gd name="connsiteX5" fmla="*/ 14540 w 28913"/>
                  <a:gd name="connsiteY5" fmla="*/ 0 h 28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13" h="28745">
                    <a:moveTo>
                      <a:pt x="14540" y="0"/>
                    </a:moveTo>
                    <a:cubicBezTo>
                      <a:pt x="6518" y="0"/>
                      <a:pt x="0" y="6518"/>
                      <a:pt x="0" y="14373"/>
                    </a:cubicBezTo>
                    <a:cubicBezTo>
                      <a:pt x="0" y="22228"/>
                      <a:pt x="6518" y="28746"/>
                      <a:pt x="14540" y="28746"/>
                    </a:cubicBezTo>
                    <a:cubicBezTo>
                      <a:pt x="22562" y="28746"/>
                      <a:pt x="28913" y="22228"/>
                      <a:pt x="28913" y="14373"/>
                    </a:cubicBezTo>
                    <a:cubicBezTo>
                      <a:pt x="28913" y="6518"/>
                      <a:pt x="22395" y="0"/>
                      <a:pt x="14540" y="0"/>
                    </a:cubicBezTo>
                    <a:lnTo>
                      <a:pt x="145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4985" cap="flat">
                <a:solidFill>
                  <a:srgbClr val="D5DAE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4D5EA3C2-78A2-7D05-6B19-D3D1CD890345}"/>
                  </a:ext>
                </a:extLst>
              </p:cNvPr>
              <p:cNvSpPr/>
              <p:nvPr/>
            </p:nvSpPr>
            <p:spPr>
              <a:xfrm>
                <a:off x="10417208" y="4074622"/>
                <a:ext cx="9172" cy="8941"/>
              </a:xfrm>
              <a:custGeom>
                <a:avLst/>
                <a:gdLst>
                  <a:gd name="connsiteX0" fmla="*/ 6852 w 13704"/>
                  <a:gd name="connsiteY0" fmla="*/ 0 h 13704"/>
                  <a:gd name="connsiteX1" fmla="*/ 0 w 13704"/>
                  <a:gd name="connsiteY1" fmla="*/ 6852 h 13704"/>
                  <a:gd name="connsiteX2" fmla="*/ 6852 w 13704"/>
                  <a:gd name="connsiteY2" fmla="*/ 13704 h 13704"/>
                  <a:gd name="connsiteX3" fmla="*/ 13704 w 13704"/>
                  <a:gd name="connsiteY3" fmla="*/ 6852 h 13704"/>
                  <a:gd name="connsiteX4" fmla="*/ 6852 w 13704"/>
                  <a:gd name="connsiteY4" fmla="*/ 0 h 13704"/>
                  <a:gd name="connsiteX5" fmla="*/ 6852 w 13704"/>
                  <a:gd name="connsiteY5" fmla="*/ 0 h 13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04" h="13704">
                    <a:moveTo>
                      <a:pt x="6852" y="0"/>
                    </a:moveTo>
                    <a:cubicBezTo>
                      <a:pt x="3175" y="0"/>
                      <a:pt x="0" y="3008"/>
                      <a:pt x="0" y="6852"/>
                    </a:cubicBezTo>
                    <a:cubicBezTo>
                      <a:pt x="0" y="10696"/>
                      <a:pt x="3008" y="13704"/>
                      <a:pt x="6852" y="13704"/>
                    </a:cubicBezTo>
                    <a:cubicBezTo>
                      <a:pt x="10696" y="13704"/>
                      <a:pt x="13704" y="10696"/>
                      <a:pt x="13704" y="6852"/>
                    </a:cubicBezTo>
                    <a:cubicBezTo>
                      <a:pt x="13704" y="3008"/>
                      <a:pt x="10529" y="0"/>
                      <a:pt x="6852" y="0"/>
                    </a:cubicBezTo>
                    <a:lnTo>
                      <a:pt x="685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8F366D05-5A55-C47D-EFE9-8AB159F93584}"/>
                  </a:ext>
                </a:extLst>
              </p:cNvPr>
              <p:cNvSpPr/>
              <p:nvPr/>
            </p:nvSpPr>
            <p:spPr>
              <a:xfrm>
                <a:off x="10472463" y="4038531"/>
                <a:ext cx="19238" cy="18754"/>
              </a:xfrm>
              <a:custGeom>
                <a:avLst/>
                <a:gdLst>
                  <a:gd name="connsiteX0" fmla="*/ 14373 w 28745"/>
                  <a:gd name="connsiteY0" fmla="*/ 0 h 28745"/>
                  <a:gd name="connsiteX1" fmla="*/ 0 w 28745"/>
                  <a:gd name="connsiteY1" fmla="*/ 14373 h 28745"/>
                  <a:gd name="connsiteX2" fmla="*/ 14373 w 28745"/>
                  <a:gd name="connsiteY2" fmla="*/ 28746 h 28745"/>
                  <a:gd name="connsiteX3" fmla="*/ 28746 w 28745"/>
                  <a:gd name="connsiteY3" fmla="*/ 14373 h 28745"/>
                  <a:gd name="connsiteX4" fmla="*/ 14373 w 28745"/>
                  <a:gd name="connsiteY4" fmla="*/ 0 h 28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5" h="28745">
                    <a:moveTo>
                      <a:pt x="14373" y="0"/>
                    </a:moveTo>
                    <a:cubicBezTo>
                      <a:pt x="6351" y="0"/>
                      <a:pt x="0" y="6518"/>
                      <a:pt x="0" y="14373"/>
                    </a:cubicBezTo>
                    <a:cubicBezTo>
                      <a:pt x="0" y="22228"/>
                      <a:pt x="6518" y="28746"/>
                      <a:pt x="14373" y="28746"/>
                    </a:cubicBezTo>
                    <a:cubicBezTo>
                      <a:pt x="22228" y="28746"/>
                      <a:pt x="28746" y="22228"/>
                      <a:pt x="28746" y="14373"/>
                    </a:cubicBezTo>
                    <a:cubicBezTo>
                      <a:pt x="28746" y="6518"/>
                      <a:pt x="22395" y="0"/>
                      <a:pt x="143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85" cap="flat">
                <a:solidFill>
                  <a:srgbClr val="D5DAE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A2348AF3-EC0B-7FDD-4D83-CA4793B44D8F}"/>
                  </a:ext>
                </a:extLst>
              </p:cNvPr>
              <p:cNvSpPr/>
              <p:nvPr/>
            </p:nvSpPr>
            <p:spPr>
              <a:xfrm>
                <a:off x="10477496" y="4043547"/>
                <a:ext cx="9172" cy="8941"/>
              </a:xfrm>
              <a:custGeom>
                <a:avLst/>
                <a:gdLst>
                  <a:gd name="connsiteX0" fmla="*/ 6852 w 13704"/>
                  <a:gd name="connsiteY0" fmla="*/ 0 h 13704"/>
                  <a:gd name="connsiteX1" fmla="*/ 0 w 13704"/>
                  <a:gd name="connsiteY1" fmla="*/ 6852 h 13704"/>
                  <a:gd name="connsiteX2" fmla="*/ 6852 w 13704"/>
                  <a:gd name="connsiteY2" fmla="*/ 13704 h 13704"/>
                  <a:gd name="connsiteX3" fmla="*/ 13704 w 13704"/>
                  <a:gd name="connsiteY3" fmla="*/ 6852 h 13704"/>
                  <a:gd name="connsiteX4" fmla="*/ 6852 w 13704"/>
                  <a:gd name="connsiteY4" fmla="*/ 0 h 13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04" h="13704">
                    <a:moveTo>
                      <a:pt x="6852" y="0"/>
                    </a:moveTo>
                    <a:cubicBezTo>
                      <a:pt x="3175" y="0"/>
                      <a:pt x="0" y="3008"/>
                      <a:pt x="0" y="6852"/>
                    </a:cubicBezTo>
                    <a:cubicBezTo>
                      <a:pt x="0" y="10696"/>
                      <a:pt x="3008" y="13704"/>
                      <a:pt x="6852" y="13704"/>
                    </a:cubicBezTo>
                    <a:cubicBezTo>
                      <a:pt x="10696" y="13704"/>
                      <a:pt x="13704" y="10696"/>
                      <a:pt x="13704" y="6852"/>
                    </a:cubicBezTo>
                    <a:cubicBezTo>
                      <a:pt x="13704" y="3008"/>
                      <a:pt x="10696" y="0"/>
                      <a:pt x="6852" y="0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D0CC8EDB-72A7-D63F-0EDF-AA16C4C9F7CC}"/>
                  </a:ext>
                </a:extLst>
              </p:cNvPr>
              <p:cNvSpPr/>
              <p:nvPr/>
            </p:nvSpPr>
            <p:spPr>
              <a:xfrm>
                <a:off x="10532862" y="4054887"/>
                <a:ext cx="19238" cy="18754"/>
              </a:xfrm>
              <a:custGeom>
                <a:avLst/>
                <a:gdLst>
                  <a:gd name="connsiteX0" fmla="*/ 14373 w 28745"/>
                  <a:gd name="connsiteY0" fmla="*/ 0 h 28745"/>
                  <a:gd name="connsiteX1" fmla="*/ 0 w 28745"/>
                  <a:gd name="connsiteY1" fmla="*/ 14373 h 28745"/>
                  <a:gd name="connsiteX2" fmla="*/ 14373 w 28745"/>
                  <a:gd name="connsiteY2" fmla="*/ 28746 h 28745"/>
                  <a:gd name="connsiteX3" fmla="*/ 28746 w 28745"/>
                  <a:gd name="connsiteY3" fmla="*/ 14373 h 28745"/>
                  <a:gd name="connsiteX4" fmla="*/ 14373 w 28745"/>
                  <a:gd name="connsiteY4" fmla="*/ 0 h 28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5" h="28745">
                    <a:moveTo>
                      <a:pt x="14373" y="0"/>
                    </a:moveTo>
                    <a:cubicBezTo>
                      <a:pt x="6351" y="0"/>
                      <a:pt x="0" y="6518"/>
                      <a:pt x="0" y="14373"/>
                    </a:cubicBezTo>
                    <a:cubicBezTo>
                      <a:pt x="0" y="22228"/>
                      <a:pt x="6518" y="28746"/>
                      <a:pt x="14373" y="28746"/>
                    </a:cubicBezTo>
                    <a:cubicBezTo>
                      <a:pt x="22228" y="28746"/>
                      <a:pt x="28746" y="22228"/>
                      <a:pt x="28746" y="14373"/>
                    </a:cubicBezTo>
                    <a:cubicBezTo>
                      <a:pt x="28746" y="6518"/>
                      <a:pt x="22395" y="0"/>
                      <a:pt x="143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85" cap="flat">
                <a:solidFill>
                  <a:srgbClr val="D5DAE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ED7AC3C5-9FFD-262E-74E7-12F81AA60192}"/>
                  </a:ext>
                </a:extLst>
              </p:cNvPr>
              <p:cNvSpPr/>
              <p:nvPr/>
            </p:nvSpPr>
            <p:spPr>
              <a:xfrm>
                <a:off x="10537896" y="4059902"/>
                <a:ext cx="9172" cy="8941"/>
              </a:xfrm>
              <a:custGeom>
                <a:avLst/>
                <a:gdLst>
                  <a:gd name="connsiteX0" fmla="*/ 6852 w 13704"/>
                  <a:gd name="connsiteY0" fmla="*/ 0 h 13704"/>
                  <a:gd name="connsiteX1" fmla="*/ 0 w 13704"/>
                  <a:gd name="connsiteY1" fmla="*/ 6852 h 13704"/>
                  <a:gd name="connsiteX2" fmla="*/ 6852 w 13704"/>
                  <a:gd name="connsiteY2" fmla="*/ 13704 h 13704"/>
                  <a:gd name="connsiteX3" fmla="*/ 13704 w 13704"/>
                  <a:gd name="connsiteY3" fmla="*/ 6852 h 13704"/>
                  <a:gd name="connsiteX4" fmla="*/ 6852 w 13704"/>
                  <a:gd name="connsiteY4" fmla="*/ 0 h 13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04" h="13704">
                    <a:moveTo>
                      <a:pt x="6852" y="0"/>
                    </a:moveTo>
                    <a:cubicBezTo>
                      <a:pt x="3175" y="0"/>
                      <a:pt x="0" y="3008"/>
                      <a:pt x="0" y="6852"/>
                    </a:cubicBezTo>
                    <a:cubicBezTo>
                      <a:pt x="0" y="10696"/>
                      <a:pt x="3008" y="13704"/>
                      <a:pt x="6852" y="13704"/>
                    </a:cubicBezTo>
                    <a:cubicBezTo>
                      <a:pt x="10696" y="13704"/>
                      <a:pt x="13704" y="10696"/>
                      <a:pt x="13704" y="6852"/>
                    </a:cubicBezTo>
                    <a:cubicBezTo>
                      <a:pt x="13704" y="3008"/>
                      <a:pt x="10696" y="0"/>
                      <a:pt x="6852" y="0"/>
                    </a:cubicBezTo>
                    <a:close/>
                  </a:path>
                </a:pathLst>
              </a:custGeom>
              <a:solidFill>
                <a:srgbClr val="051C2C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B6DB8C55-9F7A-B96E-539C-77EE9274F875}"/>
                  </a:ext>
                </a:extLst>
              </p:cNvPr>
              <p:cNvSpPr/>
              <p:nvPr/>
            </p:nvSpPr>
            <p:spPr>
              <a:xfrm>
                <a:off x="10593262" y="4017269"/>
                <a:ext cx="19238" cy="18754"/>
              </a:xfrm>
              <a:custGeom>
                <a:avLst/>
                <a:gdLst>
                  <a:gd name="connsiteX0" fmla="*/ 14373 w 28745"/>
                  <a:gd name="connsiteY0" fmla="*/ 0 h 28745"/>
                  <a:gd name="connsiteX1" fmla="*/ 0 w 28745"/>
                  <a:gd name="connsiteY1" fmla="*/ 14373 h 28745"/>
                  <a:gd name="connsiteX2" fmla="*/ 14373 w 28745"/>
                  <a:gd name="connsiteY2" fmla="*/ 28746 h 28745"/>
                  <a:gd name="connsiteX3" fmla="*/ 28746 w 28745"/>
                  <a:gd name="connsiteY3" fmla="*/ 14373 h 28745"/>
                  <a:gd name="connsiteX4" fmla="*/ 14373 w 28745"/>
                  <a:gd name="connsiteY4" fmla="*/ 0 h 28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5" h="28745">
                    <a:moveTo>
                      <a:pt x="14373" y="0"/>
                    </a:moveTo>
                    <a:cubicBezTo>
                      <a:pt x="6351" y="0"/>
                      <a:pt x="0" y="6518"/>
                      <a:pt x="0" y="14373"/>
                    </a:cubicBezTo>
                    <a:cubicBezTo>
                      <a:pt x="0" y="22228"/>
                      <a:pt x="6518" y="28746"/>
                      <a:pt x="14373" y="28746"/>
                    </a:cubicBezTo>
                    <a:cubicBezTo>
                      <a:pt x="22228" y="28746"/>
                      <a:pt x="28746" y="22228"/>
                      <a:pt x="28746" y="14373"/>
                    </a:cubicBezTo>
                    <a:cubicBezTo>
                      <a:pt x="28746" y="6518"/>
                      <a:pt x="22395" y="0"/>
                      <a:pt x="143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85" cap="flat">
                <a:solidFill>
                  <a:srgbClr val="D5DAE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81EDBAF7-0A51-F7E0-58FF-AF2E00628429}"/>
                  </a:ext>
                </a:extLst>
              </p:cNvPr>
              <p:cNvSpPr/>
              <p:nvPr/>
            </p:nvSpPr>
            <p:spPr>
              <a:xfrm>
                <a:off x="10598295" y="4022286"/>
                <a:ext cx="9172" cy="8941"/>
              </a:xfrm>
              <a:custGeom>
                <a:avLst/>
                <a:gdLst>
                  <a:gd name="connsiteX0" fmla="*/ 6852 w 13704"/>
                  <a:gd name="connsiteY0" fmla="*/ 0 h 13704"/>
                  <a:gd name="connsiteX1" fmla="*/ 0 w 13704"/>
                  <a:gd name="connsiteY1" fmla="*/ 6852 h 13704"/>
                  <a:gd name="connsiteX2" fmla="*/ 6852 w 13704"/>
                  <a:gd name="connsiteY2" fmla="*/ 13704 h 13704"/>
                  <a:gd name="connsiteX3" fmla="*/ 13704 w 13704"/>
                  <a:gd name="connsiteY3" fmla="*/ 6852 h 13704"/>
                  <a:gd name="connsiteX4" fmla="*/ 6852 w 13704"/>
                  <a:gd name="connsiteY4" fmla="*/ 0 h 13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04" h="13704">
                    <a:moveTo>
                      <a:pt x="6852" y="0"/>
                    </a:moveTo>
                    <a:cubicBezTo>
                      <a:pt x="3175" y="0"/>
                      <a:pt x="0" y="3008"/>
                      <a:pt x="0" y="6852"/>
                    </a:cubicBezTo>
                    <a:cubicBezTo>
                      <a:pt x="0" y="10696"/>
                      <a:pt x="3008" y="13704"/>
                      <a:pt x="6852" y="13704"/>
                    </a:cubicBezTo>
                    <a:cubicBezTo>
                      <a:pt x="10696" y="13704"/>
                      <a:pt x="13704" y="10696"/>
                      <a:pt x="13704" y="6852"/>
                    </a:cubicBezTo>
                    <a:cubicBezTo>
                      <a:pt x="13704" y="3008"/>
                      <a:pt x="10529" y="0"/>
                      <a:pt x="68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</p:grpSp>
      <p:cxnSp>
        <p:nvCxnSpPr>
          <p:cNvPr id="427" name="Straight Arrow Connector 426">
            <a:extLst>
              <a:ext uri="{FF2B5EF4-FFF2-40B4-BE49-F238E27FC236}">
                <a16:creationId xmlns:a16="http://schemas.microsoft.com/office/drawing/2014/main" id="{091BDAA4-96AC-D170-48A6-A3217F35E4C7}"/>
              </a:ext>
            </a:extLst>
          </p:cNvPr>
          <p:cNvCxnSpPr>
            <a:cxnSpLocks/>
          </p:cNvCxnSpPr>
          <p:nvPr/>
        </p:nvCxnSpPr>
        <p:spPr>
          <a:xfrm>
            <a:off x="4138144" y="4938733"/>
            <a:ext cx="358278" cy="238513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7" name="Rectangle 796">
            <a:extLst>
              <a:ext uri="{FF2B5EF4-FFF2-40B4-BE49-F238E27FC236}">
                <a16:creationId xmlns:a16="http://schemas.microsoft.com/office/drawing/2014/main" id="{495F89C7-8267-54AD-BAF5-90304BB4C855}"/>
              </a:ext>
            </a:extLst>
          </p:cNvPr>
          <p:cNvSpPr/>
          <p:nvPr/>
        </p:nvSpPr>
        <p:spPr>
          <a:xfrm>
            <a:off x="2330920" y="4376873"/>
            <a:ext cx="170846" cy="64418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NZ" sz="800" b="0" i="0" u="none" strike="noStrike" kern="1200" cap="none" spc="0" normalizeH="0" baseline="0" noProof="0" err="1">
              <a:ln>
                <a:noFill/>
              </a:ln>
              <a:solidFill>
                <a:srgbClr val="051C2C"/>
              </a:solidFill>
              <a:effectLst/>
              <a:uLnTx/>
              <a:uFillTx/>
            </a:endParaRPr>
          </a:p>
        </p:txBody>
      </p:sp>
      <p:cxnSp>
        <p:nvCxnSpPr>
          <p:cNvPr id="115" name="Straight Arrow Connector 114">
            <a:extLst>
              <a:ext uri="{FF2B5EF4-FFF2-40B4-BE49-F238E27FC236}">
                <a16:creationId xmlns:a16="http://schemas.microsoft.com/office/drawing/2014/main" id="{1895A9E1-1AA8-DE99-87CD-168435817703}"/>
              </a:ext>
            </a:extLst>
          </p:cNvPr>
          <p:cNvCxnSpPr>
            <a:cxnSpLocks/>
          </p:cNvCxnSpPr>
          <p:nvPr/>
        </p:nvCxnSpPr>
        <p:spPr>
          <a:xfrm flipV="1">
            <a:off x="3001889" y="3351945"/>
            <a:ext cx="0" cy="1326413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2" name="Straight Arrow Connector 1481">
            <a:extLst>
              <a:ext uri="{FF2B5EF4-FFF2-40B4-BE49-F238E27FC236}">
                <a16:creationId xmlns:a16="http://schemas.microsoft.com/office/drawing/2014/main" id="{C2C56719-BEA4-373C-1B90-DBA532651B3F}"/>
              </a:ext>
            </a:extLst>
          </p:cNvPr>
          <p:cNvCxnSpPr>
            <a:cxnSpLocks/>
          </p:cNvCxnSpPr>
          <p:nvPr/>
        </p:nvCxnSpPr>
        <p:spPr>
          <a:xfrm flipV="1">
            <a:off x="3813492" y="3351945"/>
            <a:ext cx="0" cy="1326413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nector: Elbow 1476">
            <a:extLst>
              <a:ext uri="{FF2B5EF4-FFF2-40B4-BE49-F238E27FC236}">
                <a16:creationId xmlns:a16="http://schemas.microsoft.com/office/drawing/2014/main" id="{D2A78A3E-374F-6482-4B7A-3B623E38542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1073401" y="3644633"/>
            <a:ext cx="1289292" cy="778157"/>
          </a:xfrm>
          <a:prstGeom prst="curvedConnector2">
            <a:avLst/>
          </a:prstGeom>
          <a:ln w="12700" cap="flat">
            <a:solidFill>
              <a:schemeClr val="accent2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Connector: Elbow 1476">
            <a:extLst>
              <a:ext uri="{FF2B5EF4-FFF2-40B4-BE49-F238E27FC236}">
                <a16:creationId xmlns:a16="http://schemas.microsoft.com/office/drawing/2014/main" id="{E97E8F36-2316-825A-3648-5AED88818662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1369707" y="3644633"/>
            <a:ext cx="1289292" cy="778157"/>
          </a:xfrm>
          <a:prstGeom prst="curvedConnector2">
            <a:avLst/>
          </a:prstGeom>
          <a:ln w="12700" cap="flat">
            <a:solidFill>
              <a:schemeClr val="accent2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3" name="Straight Arrow Connector 1232">
            <a:extLst>
              <a:ext uri="{FF2B5EF4-FFF2-40B4-BE49-F238E27FC236}">
                <a16:creationId xmlns:a16="http://schemas.microsoft.com/office/drawing/2014/main" id="{425D408A-35C7-1ACA-23DF-B1F9E04CC067}"/>
              </a:ext>
            </a:extLst>
          </p:cNvPr>
          <p:cNvCxnSpPr>
            <a:cxnSpLocks/>
          </p:cNvCxnSpPr>
          <p:nvPr/>
        </p:nvCxnSpPr>
        <p:spPr>
          <a:xfrm flipV="1">
            <a:off x="7702330" y="3351945"/>
            <a:ext cx="0" cy="1326413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3" name="Straight Arrow Connector 1242">
            <a:extLst>
              <a:ext uri="{FF2B5EF4-FFF2-40B4-BE49-F238E27FC236}">
                <a16:creationId xmlns:a16="http://schemas.microsoft.com/office/drawing/2014/main" id="{F2832938-4C69-31B6-84DC-A60EF67189E8}"/>
              </a:ext>
            </a:extLst>
          </p:cNvPr>
          <p:cNvCxnSpPr>
            <a:cxnSpLocks/>
          </p:cNvCxnSpPr>
          <p:nvPr/>
        </p:nvCxnSpPr>
        <p:spPr>
          <a:xfrm flipV="1">
            <a:off x="10283799" y="3351945"/>
            <a:ext cx="0" cy="143095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Straight Arrow Connector 383">
            <a:extLst>
              <a:ext uri="{FF2B5EF4-FFF2-40B4-BE49-F238E27FC236}">
                <a16:creationId xmlns:a16="http://schemas.microsoft.com/office/drawing/2014/main" id="{2A03FA1A-CC98-3A86-E7BE-AB177DBF5F36}"/>
              </a:ext>
            </a:extLst>
          </p:cNvPr>
          <p:cNvCxnSpPr>
            <a:cxnSpLocks/>
          </p:cNvCxnSpPr>
          <p:nvPr/>
        </p:nvCxnSpPr>
        <p:spPr>
          <a:xfrm flipV="1">
            <a:off x="6694749" y="3351945"/>
            <a:ext cx="0" cy="411383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0" name="Straight Arrow Connector 1239">
            <a:extLst>
              <a:ext uri="{FF2B5EF4-FFF2-40B4-BE49-F238E27FC236}">
                <a16:creationId xmlns:a16="http://schemas.microsoft.com/office/drawing/2014/main" id="{14D2EC1E-9A7A-9BD0-0702-D8D11F088E13}"/>
              </a:ext>
            </a:extLst>
          </p:cNvPr>
          <p:cNvCxnSpPr>
            <a:cxnSpLocks/>
          </p:cNvCxnSpPr>
          <p:nvPr/>
        </p:nvCxnSpPr>
        <p:spPr>
          <a:xfrm>
            <a:off x="8709914" y="4368800"/>
            <a:ext cx="0" cy="309559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8" name="Straight Arrow Connector 657">
            <a:extLst>
              <a:ext uri="{FF2B5EF4-FFF2-40B4-BE49-F238E27FC236}">
                <a16:creationId xmlns:a16="http://schemas.microsoft.com/office/drawing/2014/main" id="{2E339674-FC38-9928-60A8-4547F5BF202C}"/>
              </a:ext>
            </a:extLst>
          </p:cNvPr>
          <p:cNvCxnSpPr>
            <a:cxnSpLocks/>
          </p:cNvCxnSpPr>
          <p:nvPr/>
        </p:nvCxnSpPr>
        <p:spPr>
          <a:xfrm>
            <a:off x="5254120" y="4368800"/>
            <a:ext cx="0" cy="309559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50" name="Group 2249">
            <a:extLst>
              <a:ext uri="{FF2B5EF4-FFF2-40B4-BE49-F238E27FC236}">
                <a16:creationId xmlns:a16="http://schemas.microsoft.com/office/drawing/2014/main" id="{9D90BCA6-4842-1EB6-F5AA-FAEEEA4484F0}"/>
              </a:ext>
            </a:extLst>
          </p:cNvPr>
          <p:cNvGrpSpPr/>
          <p:nvPr/>
        </p:nvGrpSpPr>
        <p:grpSpPr>
          <a:xfrm>
            <a:off x="4650661" y="5150782"/>
            <a:ext cx="1206919" cy="481637"/>
            <a:chOff x="4650661" y="5064516"/>
            <a:chExt cx="1206919" cy="481637"/>
          </a:xfrm>
        </p:grpSpPr>
        <p:cxnSp>
          <p:nvCxnSpPr>
            <p:cNvPr id="764" name="Connector: Elbow 1469">
              <a:extLst>
                <a:ext uri="{FF2B5EF4-FFF2-40B4-BE49-F238E27FC236}">
                  <a16:creationId xmlns:a16="http://schemas.microsoft.com/office/drawing/2014/main" id="{92861441-E835-72BF-1DA7-259D99A3310C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5057276" y="5161779"/>
              <a:ext cx="108000" cy="104916"/>
            </a:xfrm>
            <a:prstGeom prst="curvedConnector2">
              <a:avLst/>
            </a:prstGeom>
            <a:ln w="12700" cap="flat">
              <a:solidFill>
                <a:schemeClr val="accent2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7" name="Connector: Elbow 1469">
              <a:extLst>
                <a:ext uri="{FF2B5EF4-FFF2-40B4-BE49-F238E27FC236}">
                  <a16:creationId xmlns:a16="http://schemas.microsoft.com/office/drawing/2014/main" id="{0163337A-9603-CDBF-D324-6A79FE7B0F6D}"/>
                </a:ext>
              </a:extLst>
            </p:cNvPr>
            <p:cNvCxnSpPr>
              <a:cxnSpLocks/>
            </p:cNvCxnSpPr>
            <p:nvPr/>
          </p:nvCxnSpPr>
          <p:spPr>
            <a:xfrm rot="10800000" flipH="1" flipV="1">
              <a:off x="5327829" y="5160237"/>
              <a:ext cx="104916" cy="108000"/>
            </a:xfrm>
            <a:prstGeom prst="curvedConnector2">
              <a:avLst/>
            </a:prstGeom>
            <a:ln w="12700" cap="flat">
              <a:solidFill>
                <a:schemeClr val="accent2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5" name="Connector: Elbow 1469">
              <a:extLst>
                <a:ext uri="{FF2B5EF4-FFF2-40B4-BE49-F238E27FC236}">
                  <a16:creationId xmlns:a16="http://schemas.microsoft.com/office/drawing/2014/main" id="{59684362-141C-59DC-F1FF-6DFE8196DA0F}"/>
                </a:ext>
              </a:extLst>
            </p:cNvPr>
            <p:cNvCxnSpPr>
              <a:cxnSpLocks/>
            </p:cNvCxnSpPr>
            <p:nvPr/>
          </p:nvCxnSpPr>
          <p:spPr>
            <a:xfrm rot="19067374" flipH="1" flipV="1">
              <a:off x="5193759" y="5408455"/>
              <a:ext cx="104916" cy="108000"/>
            </a:xfrm>
            <a:prstGeom prst="curvedConnector2">
              <a:avLst/>
            </a:prstGeom>
            <a:ln w="12700" cap="flat">
              <a:solidFill>
                <a:schemeClr val="accent2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05" name="Group 1604">
              <a:extLst>
                <a:ext uri="{FF2B5EF4-FFF2-40B4-BE49-F238E27FC236}">
                  <a16:creationId xmlns:a16="http://schemas.microsoft.com/office/drawing/2014/main" id="{1EC9B02E-9CD0-8420-2BEE-1B92BDC0B892}"/>
                </a:ext>
              </a:extLst>
            </p:cNvPr>
            <p:cNvGrpSpPr/>
            <p:nvPr/>
          </p:nvGrpSpPr>
          <p:grpSpPr>
            <a:xfrm>
              <a:off x="4650661" y="5064516"/>
              <a:ext cx="418248" cy="481637"/>
              <a:chOff x="822900" y="4823813"/>
              <a:chExt cx="418248" cy="481637"/>
            </a:xfrm>
          </p:grpSpPr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228C6B21-05F9-2C51-26D1-F2F37EEAE466}"/>
                  </a:ext>
                </a:extLst>
              </p:cNvPr>
              <p:cNvSpPr/>
              <p:nvPr/>
            </p:nvSpPr>
            <p:spPr>
              <a:xfrm>
                <a:off x="932558" y="5051347"/>
                <a:ext cx="222106" cy="254103"/>
              </a:xfrm>
              <a:custGeom>
                <a:avLst/>
                <a:gdLst>
                  <a:gd name="connsiteX0" fmla="*/ 4888 w 554178"/>
                  <a:gd name="connsiteY0" fmla="*/ 259342 h 644909"/>
                  <a:gd name="connsiteX1" fmla="*/ 271633 w 554178"/>
                  <a:gd name="connsiteY1" fmla="*/ 644909 h 644909"/>
                  <a:gd name="connsiteX2" fmla="*/ 550106 w 554178"/>
                  <a:gd name="connsiteY2" fmla="*/ 259342 h 644909"/>
                  <a:gd name="connsiteX3" fmla="*/ 434245 w 554178"/>
                  <a:gd name="connsiteY3" fmla="*/ 15977 h 644909"/>
                  <a:gd name="connsiteX4" fmla="*/ 277497 w 554178"/>
                  <a:gd name="connsiteY4" fmla="*/ 0 h 644909"/>
                  <a:gd name="connsiteX5" fmla="*/ 29656 w 554178"/>
                  <a:gd name="connsiteY5" fmla="*/ 59917 h 644909"/>
                  <a:gd name="connsiteX6" fmla="*/ 4888 w 554178"/>
                  <a:gd name="connsiteY6" fmla="*/ 259342 h 64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4178" h="644909">
                    <a:moveTo>
                      <a:pt x="4888" y="259342"/>
                    </a:moveTo>
                    <a:cubicBezTo>
                      <a:pt x="28323" y="469020"/>
                      <a:pt x="160245" y="644909"/>
                      <a:pt x="271633" y="644909"/>
                    </a:cubicBezTo>
                    <a:cubicBezTo>
                      <a:pt x="377159" y="644909"/>
                      <a:pt x="526651" y="466079"/>
                      <a:pt x="550106" y="259342"/>
                    </a:cubicBezTo>
                    <a:cubicBezTo>
                      <a:pt x="565873" y="120400"/>
                      <a:pt x="537634" y="45701"/>
                      <a:pt x="434245" y="15977"/>
                    </a:cubicBezTo>
                    <a:cubicBezTo>
                      <a:pt x="395867" y="4956"/>
                      <a:pt x="344938" y="0"/>
                      <a:pt x="277497" y="0"/>
                    </a:cubicBezTo>
                    <a:cubicBezTo>
                      <a:pt x="128377" y="0"/>
                      <a:pt x="60425" y="17501"/>
                      <a:pt x="29656" y="59917"/>
                    </a:cubicBezTo>
                    <a:cubicBezTo>
                      <a:pt x="-73" y="100907"/>
                      <a:pt x="-5584" y="165740"/>
                      <a:pt x="4888" y="259342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4846D810-50F5-14E9-77AA-A0D4E2A380B8}"/>
                  </a:ext>
                </a:extLst>
              </p:cNvPr>
              <p:cNvSpPr/>
              <p:nvPr/>
            </p:nvSpPr>
            <p:spPr>
              <a:xfrm rot="16979471">
                <a:off x="1078653" y="5164467"/>
                <a:ext cx="152458" cy="83414"/>
              </a:xfrm>
              <a:custGeom>
                <a:avLst/>
                <a:gdLst>
                  <a:gd name="connsiteX0" fmla="*/ 386938 w 386937"/>
                  <a:gd name="connsiteY0" fmla="*/ 104064 h 208127"/>
                  <a:gd name="connsiteX1" fmla="*/ 193470 w 386937"/>
                  <a:gd name="connsiteY1" fmla="*/ 208128 h 208127"/>
                  <a:gd name="connsiteX2" fmla="*/ 1 w 386937"/>
                  <a:gd name="connsiteY2" fmla="*/ 104064 h 208127"/>
                  <a:gd name="connsiteX3" fmla="*/ 193470 w 386937"/>
                  <a:gd name="connsiteY3" fmla="*/ 0 h 208127"/>
                  <a:gd name="connsiteX4" fmla="*/ 386938 w 386937"/>
                  <a:gd name="connsiteY4" fmla="*/ 104064 h 208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937" h="208127">
                    <a:moveTo>
                      <a:pt x="386938" y="104064"/>
                    </a:moveTo>
                    <a:cubicBezTo>
                      <a:pt x="386938" y="161537"/>
                      <a:pt x="300319" y="208128"/>
                      <a:pt x="193470" y="208128"/>
                    </a:cubicBezTo>
                    <a:cubicBezTo>
                      <a:pt x="86620" y="208128"/>
                      <a:pt x="1" y="161537"/>
                      <a:pt x="1" y="104064"/>
                    </a:cubicBezTo>
                    <a:cubicBezTo>
                      <a:pt x="1" y="46591"/>
                      <a:pt x="86621" y="0"/>
                      <a:pt x="193470" y="0"/>
                    </a:cubicBezTo>
                    <a:cubicBezTo>
                      <a:pt x="300320" y="0"/>
                      <a:pt x="386938" y="46591"/>
                      <a:pt x="386938" y="10406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A97AC1D1-BBE5-FA76-754B-344D3AC9F2C2}"/>
                  </a:ext>
                </a:extLst>
              </p:cNvPr>
              <p:cNvSpPr/>
              <p:nvPr/>
            </p:nvSpPr>
            <p:spPr>
              <a:xfrm rot="20820529">
                <a:off x="891026" y="5129786"/>
                <a:ext cx="83414" cy="152458"/>
              </a:xfrm>
              <a:custGeom>
                <a:avLst/>
                <a:gdLst>
                  <a:gd name="connsiteX0" fmla="*/ 208128 w 208127"/>
                  <a:gd name="connsiteY0" fmla="*/ 193469 h 386937"/>
                  <a:gd name="connsiteX1" fmla="*/ 104064 w 208127"/>
                  <a:gd name="connsiteY1" fmla="*/ 386938 h 386937"/>
                  <a:gd name="connsiteX2" fmla="*/ 0 w 208127"/>
                  <a:gd name="connsiteY2" fmla="*/ 193469 h 386937"/>
                  <a:gd name="connsiteX3" fmla="*/ 104064 w 208127"/>
                  <a:gd name="connsiteY3" fmla="*/ 0 h 386937"/>
                  <a:gd name="connsiteX4" fmla="*/ 208128 w 208127"/>
                  <a:gd name="connsiteY4" fmla="*/ 193469 h 38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127" h="386937">
                    <a:moveTo>
                      <a:pt x="208128" y="193469"/>
                    </a:moveTo>
                    <a:cubicBezTo>
                      <a:pt x="208128" y="300319"/>
                      <a:pt x="161537" y="386938"/>
                      <a:pt x="104064" y="386938"/>
                    </a:cubicBezTo>
                    <a:cubicBezTo>
                      <a:pt x="46591" y="386938"/>
                      <a:pt x="0" y="300319"/>
                      <a:pt x="0" y="193469"/>
                    </a:cubicBezTo>
                    <a:cubicBezTo>
                      <a:pt x="0" y="86619"/>
                      <a:pt x="46591" y="0"/>
                      <a:pt x="104064" y="0"/>
                    </a:cubicBezTo>
                    <a:cubicBezTo>
                      <a:pt x="161537" y="0"/>
                      <a:pt x="208128" y="86619"/>
                      <a:pt x="208128" y="19346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84B1FC85-CA7B-1B6E-F48D-4A1476F43AAA}"/>
                  </a:ext>
                </a:extLst>
              </p:cNvPr>
              <p:cNvSpPr/>
              <p:nvPr/>
            </p:nvSpPr>
            <p:spPr>
              <a:xfrm>
                <a:off x="944444" y="5051346"/>
                <a:ext cx="162153" cy="44375"/>
              </a:xfrm>
              <a:custGeom>
                <a:avLst/>
                <a:gdLst>
                  <a:gd name="connsiteX0" fmla="*/ 0 w 404589"/>
                  <a:gd name="connsiteY0" fmla="*/ 59919 h 112622"/>
                  <a:gd name="connsiteX1" fmla="*/ 6727 w 404589"/>
                  <a:gd name="connsiteY1" fmla="*/ 64198 h 112622"/>
                  <a:gd name="connsiteX2" fmla="*/ 221131 w 404589"/>
                  <a:gd name="connsiteY2" fmla="*/ 110244 h 112622"/>
                  <a:gd name="connsiteX3" fmla="*/ 394823 w 404589"/>
                  <a:gd name="connsiteY3" fmla="*/ 35148 h 112622"/>
                  <a:gd name="connsiteX4" fmla="*/ 404589 w 404589"/>
                  <a:gd name="connsiteY4" fmla="*/ 15977 h 112622"/>
                  <a:gd name="connsiteX5" fmla="*/ 247841 w 404589"/>
                  <a:gd name="connsiteY5" fmla="*/ 0 h 112622"/>
                  <a:gd name="connsiteX6" fmla="*/ 0 w 404589"/>
                  <a:gd name="connsiteY6" fmla="*/ 59919 h 11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589" h="112622">
                    <a:moveTo>
                      <a:pt x="0" y="59919"/>
                    </a:moveTo>
                    <a:cubicBezTo>
                      <a:pt x="2217" y="61413"/>
                      <a:pt x="4472" y="62850"/>
                      <a:pt x="6727" y="64198"/>
                    </a:cubicBezTo>
                    <a:cubicBezTo>
                      <a:pt x="70462" y="102713"/>
                      <a:pt x="147238" y="119186"/>
                      <a:pt x="221131" y="110244"/>
                    </a:cubicBezTo>
                    <a:cubicBezTo>
                      <a:pt x="272550" y="104008"/>
                      <a:pt x="362956" y="80820"/>
                      <a:pt x="394823" y="35148"/>
                    </a:cubicBezTo>
                    <a:cubicBezTo>
                      <a:pt x="399530" y="28377"/>
                      <a:pt x="402727" y="21986"/>
                      <a:pt x="404589" y="15977"/>
                    </a:cubicBezTo>
                    <a:cubicBezTo>
                      <a:pt x="366212" y="4956"/>
                      <a:pt x="315282" y="0"/>
                      <a:pt x="247841" y="0"/>
                    </a:cubicBezTo>
                    <a:cubicBezTo>
                      <a:pt x="98721" y="2"/>
                      <a:pt x="30769" y="17501"/>
                      <a:pt x="0" y="5991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CD6BC3DD-55D1-A9EA-DF99-FF8A1BD743E8}"/>
                  </a:ext>
                </a:extLst>
              </p:cNvPr>
              <p:cNvSpPr/>
              <p:nvPr/>
            </p:nvSpPr>
            <p:spPr>
              <a:xfrm>
                <a:off x="1012050" y="5152988"/>
                <a:ext cx="61092" cy="117810"/>
              </a:xfrm>
              <a:custGeom>
                <a:avLst/>
                <a:gdLst>
                  <a:gd name="connsiteX0" fmla="*/ 152430 w 152430"/>
                  <a:gd name="connsiteY0" fmla="*/ 149501 h 299001"/>
                  <a:gd name="connsiteX1" fmla="*/ 76216 w 152430"/>
                  <a:gd name="connsiteY1" fmla="*/ 299001 h 299001"/>
                  <a:gd name="connsiteX2" fmla="*/ 1 w 152430"/>
                  <a:gd name="connsiteY2" fmla="*/ 149501 h 299001"/>
                  <a:gd name="connsiteX3" fmla="*/ 76216 w 152430"/>
                  <a:gd name="connsiteY3" fmla="*/ 0 h 299001"/>
                  <a:gd name="connsiteX4" fmla="*/ 152430 w 152430"/>
                  <a:gd name="connsiteY4" fmla="*/ 149501 h 29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30" h="299001">
                    <a:moveTo>
                      <a:pt x="152430" y="149501"/>
                    </a:moveTo>
                    <a:cubicBezTo>
                      <a:pt x="152430" y="232068"/>
                      <a:pt x="118308" y="299001"/>
                      <a:pt x="76216" y="299001"/>
                    </a:cubicBezTo>
                    <a:cubicBezTo>
                      <a:pt x="34123" y="299001"/>
                      <a:pt x="1" y="232068"/>
                      <a:pt x="1" y="149501"/>
                    </a:cubicBezTo>
                    <a:cubicBezTo>
                      <a:pt x="1" y="66934"/>
                      <a:pt x="34123" y="0"/>
                      <a:pt x="76216" y="0"/>
                    </a:cubicBezTo>
                    <a:cubicBezTo>
                      <a:pt x="118308" y="0"/>
                      <a:pt x="152430" y="66934"/>
                      <a:pt x="152430" y="14950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00742DB6-9543-FC57-F13C-9C1481E7FD3D}"/>
                  </a:ext>
                </a:extLst>
              </p:cNvPr>
              <p:cNvSpPr/>
              <p:nvPr/>
            </p:nvSpPr>
            <p:spPr>
              <a:xfrm>
                <a:off x="999084" y="5140813"/>
                <a:ext cx="87029" cy="142159"/>
              </a:xfrm>
              <a:custGeom>
                <a:avLst/>
                <a:gdLst>
                  <a:gd name="connsiteX0" fmla="*/ 0 w 217149"/>
                  <a:gd name="connsiteY0" fmla="*/ 180399 h 360798"/>
                  <a:gd name="connsiteX1" fmla="*/ 108566 w 217149"/>
                  <a:gd name="connsiteY1" fmla="*/ 0 h 360798"/>
                  <a:gd name="connsiteX2" fmla="*/ 217150 w 217149"/>
                  <a:gd name="connsiteY2" fmla="*/ 180399 h 360798"/>
                  <a:gd name="connsiteX3" fmla="*/ 108566 w 217149"/>
                  <a:gd name="connsiteY3" fmla="*/ 360798 h 360798"/>
                  <a:gd name="connsiteX4" fmla="*/ 0 w 217149"/>
                  <a:gd name="connsiteY4" fmla="*/ 180399 h 360798"/>
                  <a:gd name="connsiteX5" fmla="*/ 3177 w 217149"/>
                  <a:gd name="connsiteY5" fmla="*/ 180399 h 360798"/>
                  <a:gd name="connsiteX6" fmla="*/ 108585 w 217149"/>
                  <a:gd name="connsiteY6" fmla="*/ 357621 h 360798"/>
                  <a:gd name="connsiteX7" fmla="*/ 213993 w 217149"/>
                  <a:gd name="connsiteY7" fmla="*/ 180399 h 360798"/>
                  <a:gd name="connsiteX8" fmla="*/ 108585 w 217149"/>
                  <a:gd name="connsiteY8" fmla="*/ 3177 h 360798"/>
                  <a:gd name="connsiteX9" fmla="*/ 3177 w 217149"/>
                  <a:gd name="connsiteY9" fmla="*/ 180399 h 360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149" h="360798">
                    <a:moveTo>
                      <a:pt x="0" y="180399"/>
                    </a:moveTo>
                    <a:cubicBezTo>
                      <a:pt x="0" y="80933"/>
                      <a:pt x="48694" y="0"/>
                      <a:pt x="108566" y="0"/>
                    </a:cubicBezTo>
                    <a:cubicBezTo>
                      <a:pt x="168437" y="0"/>
                      <a:pt x="217150" y="80914"/>
                      <a:pt x="217150" y="180399"/>
                    </a:cubicBezTo>
                    <a:cubicBezTo>
                      <a:pt x="217150" y="279865"/>
                      <a:pt x="168437" y="360798"/>
                      <a:pt x="108566" y="360798"/>
                    </a:cubicBezTo>
                    <a:cubicBezTo>
                      <a:pt x="48694" y="360798"/>
                      <a:pt x="0" y="279865"/>
                      <a:pt x="0" y="180399"/>
                    </a:cubicBezTo>
                    <a:close/>
                    <a:moveTo>
                      <a:pt x="3177" y="180399"/>
                    </a:moveTo>
                    <a:cubicBezTo>
                      <a:pt x="3177" y="278119"/>
                      <a:pt x="50458" y="357621"/>
                      <a:pt x="108585" y="357621"/>
                    </a:cubicBezTo>
                    <a:cubicBezTo>
                      <a:pt x="166691" y="357621"/>
                      <a:pt x="213993" y="278119"/>
                      <a:pt x="213993" y="180399"/>
                    </a:cubicBezTo>
                    <a:cubicBezTo>
                      <a:pt x="213993" y="82679"/>
                      <a:pt x="166691" y="3177"/>
                      <a:pt x="108585" y="3177"/>
                    </a:cubicBezTo>
                    <a:cubicBezTo>
                      <a:pt x="50458" y="3177"/>
                      <a:pt x="3177" y="82679"/>
                      <a:pt x="3177" y="18039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38BF0D5A-90C2-FA0E-0E10-C52E11C222D0}"/>
                  </a:ext>
                </a:extLst>
              </p:cNvPr>
              <p:cNvSpPr/>
              <p:nvPr/>
            </p:nvSpPr>
            <p:spPr>
              <a:xfrm>
                <a:off x="926292" y="4823813"/>
                <a:ext cx="232198" cy="247169"/>
              </a:xfrm>
              <a:custGeom>
                <a:avLst/>
                <a:gdLst>
                  <a:gd name="connsiteX0" fmla="*/ 579360 w 579360"/>
                  <a:gd name="connsiteY0" fmla="*/ 313656 h 627312"/>
                  <a:gd name="connsiteX1" fmla="*/ 289680 w 579360"/>
                  <a:gd name="connsiteY1" fmla="*/ 627312 h 627312"/>
                  <a:gd name="connsiteX2" fmla="*/ 0 w 579360"/>
                  <a:gd name="connsiteY2" fmla="*/ 313656 h 627312"/>
                  <a:gd name="connsiteX3" fmla="*/ 289680 w 579360"/>
                  <a:gd name="connsiteY3" fmla="*/ 0 h 627312"/>
                  <a:gd name="connsiteX4" fmla="*/ 579360 w 579360"/>
                  <a:gd name="connsiteY4" fmla="*/ 313656 h 62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360" h="627312">
                    <a:moveTo>
                      <a:pt x="579360" y="313656"/>
                    </a:moveTo>
                    <a:cubicBezTo>
                      <a:pt x="579360" y="486884"/>
                      <a:pt x="449666" y="627312"/>
                      <a:pt x="289680" y="627312"/>
                    </a:cubicBezTo>
                    <a:cubicBezTo>
                      <a:pt x="129694" y="627312"/>
                      <a:pt x="0" y="486884"/>
                      <a:pt x="0" y="313656"/>
                    </a:cubicBezTo>
                    <a:cubicBezTo>
                      <a:pt x="0" y="140429"/>
                      <a:pt x="129694" y="0"/>
                      <a:pt x="289680" y="0"/>
                    </a:cubicBezTo>
                    <a:cubicBezTo>
                      <a:pt x="449666" y="0"/>
                      <a:pt x="579360" y="140429"/>
                      <a:pt x="579360" y="3136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B3F9BB35-F3A8-C802-70FD-249C2573D4D6}"/>
                  </a:ext>
                </a:extLst>
              </p:cNvPr>
              <p:cNvSpPr/>
              <p:nvPr/>
            </p:nvSpPr>
            <p:spPr>
              <a:xfrm>
                <a:off x="932684" y="4837672"/>
                <a:ext cx="230844" cy="233311"/>
              </a:xfrm>
              <a:custGeom>
                <a:avLst/>
                <a:gdLst>
                  <a:gd name="connsiteX0" fmla="*/ 575979 w 575979"/>
                  <a:gd name="connsiteY0" fmla="*/ 296069 h 592138"/>
                  <a:gd name="connsiteX1" fmla="*/ 287990 w 575979"/>
                  <a:gd name="connsiteY1" fmla="*/ 592139 h 592138"/>
                  <a:gd name="connsiteX2" fmla="*/ 0 w 575979"/>
                  <a:gd name="connsiteY2" fmla="*/ 296069 h 592138"/>
                  <a:gd name="connsiteX3" fmla="*/ 287990 w 575979"/>
                  <a:gd name="connsiteY3" fmla="*/ 0 h 592138"/>
                  <a:gd name="connsiteX4" fmla="*/ 575979 w 575979"/>
                  <a:gd name="connsiteY4" fmla="*/ 296069 h 592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979" h="592138">
                    <a:moveTo>
                      <a:pt x="575979" y="296069"/>
                    </a:moveTo>
                    <a:cubicBezTo>
                      <a:pt x="575979" y="459584"/>
                      <a:pt x="447042" y="592139"/>
                      <a:pt x="287990" y="592139"/>
                    </a:cubicBezTo>
                    <a:cubicBezTo>
                      <a:pt x="128938" y="592139"/>
                      <a:pt x="0" y="459584"/>
                      <a:pt x="0" y="296069"/>
                    </a:cubicBezTo>
                    <a:cubicBezTo>
                      <a:pt x="0" y="132555"/>
                      <a:pt x="128938" y="0"/>
                      <a:pt x="287990" y="0"/>
                    </a:cubicBezTo>
                    <a:cubicBezTo>
                      <a:pt x="447042" y="0"/>
                      <a:pt x="575979" y="132555"/>
                      <a:pt x="575979" y="2960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24DE7713-F95D-24AA-5632-46BE580C3BE5}"/>
                  </a:ext>
                </a:extLst>
              </p:cNvPr>
              <p:cNvSpPr/>
              <p:nvPr/>
            </p:nvSpPr>
            <p:spPr>
              <a:xfrm>
                <a:off x="1139608" y="4919677"/>
                <a:ext cx="38764" cy="65835"/>
              </a:xfrm>
              <a:custGeom>
                <a:avLst/>
                <a:gdLst>
                  <a:gd name="connsiteX0" fmla="*/ 0 w 96720"/>
                  <a:gd name="connsiteY0" fmla="*/ 18877 h 167087"/>
                  <a:gd name="connsiteX1" fmla="*/ 0 w 96720"/>
                  <a:gd name="connsiteY1" fmla="*/ 148210 h 167087"/>
                  <a:gd name="connsiteX2" fmla="*/ 18866 w 96720"/>
                  <a:gd name="connsiteY2" fmla="*/ 167088 h 167087"/>
                  <a:gd name="connsiteX3" fmla="*/ 77855 w 96720"/>
                  <a:gd name="connsiteY3" fmla="*/ 167088 h 167087"/>
                  <a:gd name="connsiteX4" fmla="*/ 96485 w 96720"/>
                  <a:gd name="connsiteY4" fmla="*/ 151054 h 167087"/>
                  <a:gd name="connsiteX5" fmla="*/ 96721 w 96720"/>
                  <a:gd name="connsiteY5" fmla="*/ 148210 h 167087"/>
                  <a:gd name="connsiteX6" fmla="*/ 96721 w 96720"/>
                  <a:gd name="connsiteY6" fmla="*/ 18877 h 167087"/>
                  <a:gd name="connsiteX7" fmla="*/ 96485 w 96720"/>
                  <a:gd name="connsiteY7" fmla="*/ 16034 h 167087"/>
                  <a:gd name="connsiteX8" fmla="*/ 77855 w 96720"/>
                  <a:gd name="connsiteY8" fmla="*/ 0 h 167087"/>
                  <a:gd name="connsiteX9" fmla="*/ 18866 w 96720"/>
                  <a:gd name="connsiteY9" fmla="*/ 0 h 167087"/>
                  <a:gd name="connsiteX10" fmla="*/ 0 w 96720"/>
                  <a:gd name="connsiteY10" fmla="*/ 18877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720" h="167087">
                    <a:moveTo>
                      <a:pt x="0" y="18877"/>
                    </a:moveTo>
                    <a:lnTo>
                      <a:pt x="0" y="148210"/>
                    </a:lnTo>
                    <a:cubicBezTo>
                      <a:pt x="0" y="158645"/>
                      <a:pt x="8433" y="167088"/>
                      <a:pt x="18866" y="167088"/>
                    </a:cubicBezTo>
                    <a:lnTo>
                      <a:pt x="77855" y="167088"/>
                    </a:lnTo>
                    <a:cubicBezTo>
                      <a:pt x="87307" y="167088"/>
                      <a:pt x="95151" y="160139"/>
                      <a:pt x="96485" y="151054"/>
                    </a:cubicBezTo>
                    <a:cubicBezTo>
                      <a:pt x="96661" y="150116"/>
                      <a:pt x="96721" y="149177"/>
                      <a:pt x="96721" y="148210"/>
                    </a:cubicBezTo>
                    <a:lnTo>
                      <a:pt x="96721" y="18877"/>
                    </a:lnTo>
                    <a:cubicBezTo>
                      <a:pt x="96721" y="17910"/>
                      <a:pt x="96661" y="16971"/>
                      <a:pt x="96485" y="16034"/>
                    </a:cubicBezTo>
                    <a:cubicBezTo>
                      <a:pt x="95151" y="6946"/>
                      <a:pt x="87307" y="0"/>
                      <a:pt x="77855" y="0"/>
                    </a:cubicBezTo>
                    <a:lnTo>
                      <a:pt x="18866" y="0"/>
                    </a:lnTo>
                    <a:cubicBezTo>
                      <a:pt x="8433" y="0"/>
                      <a:pt x="0" y="8442"/>
                      <a:pt x="0" y="1887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8D1BB38F-6DA2-59B0-DF7C-5428E3E2781A}"/>
                  </a:ext>
                </a:extLst>
              </p:cNvPr>
              <p:cNvSpPr/>
              <p:nvPr/>
            </p:nvSpPr>
            <p:spPr>
              <a:xfrm>
                <a:off x="898410" y="4919678"/>
                <a:ext cx="49704" cy="65835"/>
              </a:xfrm>
              <a:custGeom>
                <a:avLst/>
                <a:gdLst>
                  <a:gd name="connsiteX0" fmla="*/ 0 w 124018"/>
                  <a:gd name="connsiteY0" fmla="*/ 117156 h 167087"/>
                  <a:gd name="connsiteX1" fmla="*/ 49929 w 124018"/>
                  <a:gd name="connsiteY1" fmla="*/ 167087 h 167087"/>
                  <a:gd name="connsiteX2" fmla="*/ 99819 w 124018"/>
                  <a:gd name="connsiteY2" fmla="*/ 167087 h 167087"/>
                  <a:gd name="connsiteX3" fmla="*/ 124019 w 124018"/>
                  <a:gd name="connsiteY3" fmla="*/ 148210 h 167087"/>
                  <a:gd name="connsiteX4" fmla="*/ 124019 w 124018"/>
                  <a:gd name="connsiteY4" fmla="*/ 18877 h 167087"/>
                  <a:gd name="connsiteX5" fmla="*/ 99819 w 124018"/>
                  <a:gd name="connsiteY5" fmla="*/ 0 h 167087"/>
                  <a:gd name="connsiteX6" fmla="*/ 49596 w 124018"/>
                  <a:gd name="connsiteY6" fmla="*/ 337 h 167087"/>
                  <a:gd name="connsiteX7" fmla="*/ 0 w 124018"/>
                  <a:gd name="connsiteY7" fmla="*/ 50266 h 167087"/>
                  <a:gd name="connsiteX8" fmla="*/ 0 w 124018"/>
                  <a:gd name="connsiteY8" fmla="*/ 117156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018" h="167087">
                    <a:moveTo>
                      <a:pt x="0" y="117156"/>
                    </a:moveTo>
                    <a:cubicBezTo>
                      <a:pt x="0" y="144733"/>
                      <a:pt x="22356" y="167087"/>
                      <a:pt x="49929" y="167087"/>
                    </a:cubicBezTo>
                    <a:lnTo>
                      <a:pt x="99819" y="167087"/>
                    </a:lnTo>
                    <a:cubicBezTo>
                      <a:pt x="113194" y="167087"/>
                      <a:pt x="124019" y="158645"/>
                      <a:pt x="124019" y="148210"/>
                    </a:cubicBezTo>
                    <a:lnTo>
                      <a:pt x="124019" y="18877"/>
                    </a:lnTo>
                    <a:cubicBezTo>
                      <a:pt x="124019" y="8442"/>
                      <a:pt x="113194" y="0"/>
                      <a:pt x="99819" y="0"/>
                    </a:cubicBezTo>
                    <a:lnTo>
                      <a:pt x="49596" y="337"/>
                    </a:lnTo>
                    <a:cubicBezTo>
                      <a:pt x="22160" y="522"/>
                      <a:pt x="0" y="22821"/>
                      <a:pt x="0" y="50266"/>
                    </a:cubicBezTo>
                    <a:lnTo>
                      <a:pt x="0" y="117156"/>
                    </a:ln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3E33D7CB-D2C2-AB9F-A464-A4D3B53D71B6}"/>
                  </a:ext>
                </a:extLst>
              </p:cNvPr>
              <p:cNvSpPr/>
              <p:nvPr/>
            </p:nvSpPr>
            <p:spPr>
              <a:xfrm>
                <a:off x="976826" y="4891957"/>
                <a:ext cx="157429" cy="133980"/>
              </a:xfrm>
              <a:custGeom>
                <a:avLst/>
                <a:gdLst>
                  <a:gd name="connsiteX0" fmla="*/ 392803 w 392803"/>
                  <a:gd name="connsiteY0" fmla="*/ 170019 h 340038"/>
                  <a:gd name="connsiteX1" fmla="*/ 196401 w 392803"/>
                  <a:gd name="connsiteY1" fmla="*/ 340039 h 340038"/>
                  <a:gd name="connsiteX2" fmla="*/ 0 w 392803"/>
                  <a:gd name="connsiteY2" fmla="*/ 170019 h 340038"/>
                  <a:gd name="connsiteX3" fmla="*/ 196401 w 392803"/>
                  <a:gd name="connsiteY3" fmla="*/ 0 h 340038"/>
                  <a:gd name="connsiteX4" fmla="*/ 392803 w 392803"/>
                  <a:gd name="connsiteY4" fmla="*/ 170019 h 340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803" h="340038">
                    <a:moveTo>
                      <a:pt x="392803" y="170019"/>
                    </a:moveTo>
                    <a:cubicBezTo>
                      <a:pt x="392803" y="263918"/>
                      <a:pt x="304871" y="340039"/>
                      <a:pt x="196401" y="340039"/>
                    </a:cubicBezTo>
                    <a:cubicBezTo>
                      <a:pt x="87931" y="340039"/>
                      <a:pt x="0" y="263918"/>
                      <a:pt x="0" y="170019"/>
                    </a:cubicBezTo>
                    <a:cubicBezTo>
                      <a:pt x="0" y="76120"/>
                      <a:pt x="87932" y="0"/>
                      <a:pt x="196401" y="0"/>
                    </a:cubicBezTo>
                    <a:cubicBezTo>
                      <a:pt x="304871" y="0"/>
                      <a:pt x="392803" y="76120"/>
                      <a:pt x="392803" y="1700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B125CF40-220F-0169-BFD7-4537F1668D7E}"/>
                  </a:ext>
                </a:extLst>
              </p:cNvPr>
              <p:cNvSpPr/>
              <p:nvPr/>
            </p:nvSpPr>
            <p:spPr>
              <a:xfrm>
                <a:off x="986328" y="4900043"/>
                <a:ext cx="138417" cy="117809"/>
              </a:xfrm>
              <a:custGeom>
                <a:avLst/>
                <a:gdLst>
                  <a:gd name="connsiteX0" fmla="*/ 0 w 345365"/>
                  <a:gd name="connsiteY0" fmla="*/ 149499 h 298999"/>
                  <a:gd name="connsiteX1" fmla="*/ 26181 w 345365"/>
                  <a:gd name="connsiteY1" fmla="*/ 228646 h 298999"/>
                  <a:gd name="connsiteX2" fmla="*/ 172692 w 345365"/>
                  <a:gd name="connsiteY2" fmla="*/ 298999 h 298999"/>
                  <a:gd name="connsiteX3" fmla="*/ 319185 w 345365"/>
                  <a:gd name="connsiteY3" fmla="*/ 228646 h 298999"/>
                  <a:gd name="connsiteX4" fmla="*/ 345366 w 345365"/>
                  <a:gd name="connsiteY4" fmla="*/ 149499 h 298999"/>
                  <a:gd name="connsiteX5" fmla="*/ 312340 w 345365"/>
                  <a:gd name="connsiteY5" fmla="*/ 61558 h 298999"/>
                  <a:gd name="connsiteX6" fmla="*/ 172692 w 345365"/>
                  <a:gd name="connsiteY6" fmla="*/ 0 h 298999"/>
                  <a:gd name="connsiteX7" fmla="*/ 33044 w 345365"/>
                  <a:gd name="connsiteY7" fmla="*/ 61558 h 298999"/>
                  <a:gd name="connsiteX8" fmla="*/ 0 w 345365"/>
                  <a:gd name="connsiteY8" fmla="*/ 149499 h 298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5365" h="298999">
                    <a:moveTo>
                      <a:pt x="0" y="149499"/>
                    </a:moveTo>
                    <a:cubicBezTo>
                      <a:pt x="0" y="178548"/>
                      <a:pt x="9590" y="205693"/>
                      <a:pt x="26181" y="228646"/>
                    </a:cubicBezTo>
                    <a:cubicBezTo>
                      <a:pt x="56656" y="270887"/>
                      <a:pt x="110860" y="298999"/>
                      <a:pt x="172692" y="298999"/>
                    </a:cubicBezTo>
                    <a:cubicBezTo>
                      <a:pt x="234505" y="298999"/>
                      <a:pt x="288710" y="270887"/>
                      <a:pt x="319185" y="228646"/>
                    </a:cubicBezTo>
                    <a:cubicBezTo>
                      <a:pt x="335776" y="205693"/>
                      <a:pt x="345366" y="178548"/>
                      <a:pt x="345366" y="149499"/>
                    </a:cubicBezTo>
                    <a:cubicBezTo>
                      <a:pt x="345366" y="116637"/>
                      <a:pt x="333128" y="86211"/>
                      <a:pt x="312340" y="61558"/>
                    </a:cubicBezTo>
                    <a:cubicBezTo>
                      <a:pt x="280944" y="24241"/>
                      <a:pt x="230113" y="0"/>
                      <a:pt x="172692" y="0"/>
                    </a:cubicBezTo>
                    <a:cubicBezTo>
                      <a:pt x="115252" y="0"/>
                      <a:pt x="64421" y="24243"/>
                      <a:pt x="33044" y="61558"/>
                    </a:cubicBezTo>
                    <a:cubicBezTo>
                      <a:pt x="12257" y="86211"/>
                      <a:pt x="0" y="116639"/>
                      <a:pt x="0" y="14949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52F81D69-11D3-CF67-6261-05489AA3DF4B}"/>
                  </a:ext>
                </a:extLst>
              </p:cNvPr>
              <p:cNvSpPr/>
              <p:nvPr/>
            </p:nvSpPr>
            <p:spPr>
              <a:xfrm>
                <a:off x="1092298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7 w 64491"/>
                  <a:gd name="connsiteY1" fmla="*/ 89296 h 89295"/>
                  <a:gd name="connsiteX2" fmla="*/ 1 w 64491"/>
                  <a:gd name="connsiteY2" fmla="*/ 44648 h 89295"/>
                  <a:gd name="connsiteX3" fmla="*/ 32247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7" y="89296"/>
                    </a:cubicBezTo>
                    <a:cubicBezTo>
                      <a:pt x="14438" y="89296"/>
                      <a:pt x="1" y="69306"/>
                      <a:pt x="1" y="44648"/>
                    </a:cubicBezTo>
                    <a:cubicBezTo>
                      <a:pt x="1" y="19990"/>
                      <a:pt x="14438" y="0"/>
                      <a:pt x="32247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CE5E6E9C-44D8-7C96-2A71-36448EC2601F}"/>
                  </a:ext>
                </a:extLst>
              </p:cNvPr>
              <p:cNvSpPr/>
              <p:nvPr/>
            </p:nvSpPr>
            <p:spPr>
              <a:xfrm>
                <a:off x="1005362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6 w 64491"/>
                  <a:gd name="connsiteY1" fmla="*/ 89296 h 89295"/>
                  <a:gd name="connsiteX2" fmla="*/ 0 w 64491"/>
                  <a:gd name="connsiteY2" fmla="*/ 44648 h 89295"/>
                  <a:gd name="connsiteX3" fmla="*/ 32246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6" y="89296"/>
                    </a:cubicBezTo>
                    <a:cubicBezTo>
                      <a:pt x="14437" y="89296"/>
                      <a:pt x="0" y="69306"/>
                      <a:pt x="0" y="44648"/>
                    </a:cubicBezTo>
                    <a:cubicBezTo>
                      <a:pt x="0" y="19990"/>
                      <a:pt x="14437" y="0"/>
                      <a:pt x="32246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E0612493-7329-72BA-9613-5ECBDAC1AC4A}"/>
                  </a:ext>
                </a:extLst>
              </p:cNvPr>
              <p:cNvSpPr/>
              <p:nvPr/>
            </p:nvSpPr>
            <p:spPr>
              <a:xfrm>
                <a:off x="999565" y="4900043"/>
                <a:ext cx="111945" cy="24255"/>
              </a:xfrm>
              <a:custGeom>
                <a:avLst/>
                <a:gdLst>
                  <a:gd name="connsiteX0" fmla="*/ 0 w 279315"/>
                  <a:gd name="connsiteY0" fmla="*/ 61558 h 61558"/>
                  <a:gd name="connsiteX1" fmla="*/ 279315 w 279315"/>
                  <a:gd name="connsiteY1" fmla="*/ 61558 h 61558"/>
                  <a:gd name="connsiteX2" fmla="*/ 139667 w 279315"/>
                  <a:gd name="connsiteY2" fmla="*/ 0 h 61558"/>
                  <a:gd name="connsiteX3" fmla="*/ 0 w 279315"/>
                  <a:gd name="connsiteY3" fmla="*/ 61558 h 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9315" h="61558">
                    <a:moveTo>
                      <a:pt x="0" y="61558"/>
                    </a:moveTo>
                    <a:lnTo>
                      <a:pt x="279315" y="61558"/>
                    </a:lnTo>
                    <a:cubicBezTo>
                      <a:pt x="247919" y="24241"/>
                      <a:pt x="197088" y="0"/>
                      <a:pt x="139667" y="0"/>
                    </a:cubicBezTo>
                    <a:cubicBezTo>
                      <a:pt x="82227" y="0"/>
                      <a:pt x="31396" y="24241"/>
                      <a:pt x="0" y="615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DEB28F57-28AF-EA81-3522-5E2D79388635}"/>
                  </a:ext>
                </a:extLst>
              </p:cNvPr>
              <p:cNvSpPr/>
              <p:nvPr/>
            </p:nvSpPr>
            <p:spPr>
              <a:xfrm>
                <a:off x="996821" y="4990132"/>
                <a:ext cx="117432" cy="18480"/>
              </a:xfrm>
              <a:custGeom>
                <a:avLst/>
                <a:gdLst>
                  <a:gd name="connsiteX0" fmla="*/ 0 w 293004"/>
                  <a:gd name="connsiteY0" fmla="*/ 0 h 46901"/>
                  <a:gd name="connsiteX1" fmla="*/ 146512 w 293004"/>
                  <a:gd name="connsiteY1" fmla="*/ 46901 h 46901"/>
                  <a:gd name="connsiteX2" fmla="*/ 293004 w 293004"/>
                  <a:gd name="connsiteY2" fmla="*/ 0 h 46901"/>
                  <a:gd name="connsiteX3" fmla="*/ 0 w 293004"/>
                  <a:gd name="connsiteY3" fmla="*/ 0 h 46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004" h="46901">
                    <a:moveTo>
                      <a:pt x="0" y="0"/>
                    </a:moveTo>
                    <a:cubicBezTo>
                      <a:pt x="30475" y="28161"/>
                      <a:pt x="84680" y="46901"/>
                      <a:pt x="146512" y="46901"/>
                    </a:cubicBezTo>
                    <a:cubicBezTo>
                      <a:pt x="208325" y="46901"/>
                      <a:pt x="262529" y="28159"/>
                      <a:pt x="29300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69730334-23CB-78EE-2292-99D4EBF211C4}"/>
                  </a:ext>
                </a:extLst>
              </p:cNvPr>
              <p:cNvSpPr/>
              <p:nvPr/>
            </p:nvSpPr>
            <p:spPr>
              <a:xfrm>
                <a:off x="844006" y="5040520"/>
                <a:ext cx="64904" cy="88277"/>
              </a:xfrm>
              <a:custGeom>
                <a:avLst/>
                <a:gdLst>
                  <a:gd name="connsiteX0" fmla="*/ 153550 w 161942"/>
                  <a:gd name="connsiteY0" fmla="*/ 224047 h 224046"/>
                  <a:gd name="connsiteX1" fmla="*/ 665 w 161942"/>
                  <a:gd name="connsiteY1" fmla="*/ 0 h 224046"/>
                  <a:gd name="connsiteX2" fmla="*/ 29884 w 161942"/>
                  <a:gd name="connsiteY2" fmla="*/ 2426 h 224046"/>
                  <a:gd name="connsiteX3" fmla="*/ 161943 w 161942"/>
                  <a:gd name="connsiteY3" fmla="*/ 195964 h 224046"/>
                  <a:gd name="connsiteX4" fmla="*/ 153550 w 161942"/>
                  <a:gd name="connsiteY4" fmla="*/ 224047 h 22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42" h="224046">
                    <a:moveTo>
                      <a:pt x="153550" y="224047"/>
                    </a:moveTo>
                    <a:cubicBezTo>
                      <a:pt x="59712" y="196023"/>
                      <a:pt x="-7455" y="97605"/>
                      <a:pt x="665" y="0"/>
                    </a:cubicBezTo>
                    <a:lnTo>
                      <a:pt x="29884" y="2426"/>
                    </a:lnTo>
                    <a:cubicBezTo>
                      <a:pt x="22864" y="86738"/>
                      <a:pt x="80872" y="171745"/>
                      <a:pt x="161943" y="195964"/>
                    </a:cubicBezTo>
                    <a:lnTo>
                      <a:pt x="153550" y="224047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61EDBF74-45E5-02CB-8860-E2A37DDC79C4}"/>
                  </a:ext>
                </a:extLst>
              </p:cNvPr>
              <p:cNvSpPr/>
              <p:nvPr/>
            </p:nvSpPr>
            <p:spPr>
              <a:xfrm>
                <a:off x="882820" y="5091775"/>
                <a:ext cx="65792" cy="72763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253BEC57-9498-CE82-4F6D-254CC8CD21F2}"/>
                  </a:ext>
                </a:extLst>
              </p:cNvPr>
              <p:cNvSpPr/>
              <p:nvPr/>
            </p:nvSpPr>
            <p:spPr>
              <a:xfrm>
                <a:off x="822900" y="4986667"/>
                <a:ext cx="52867" cy="75074"/>
              </a:xfrm>
              <a:custGeom>
                <a:avLst/>
                <a:gdLst>
                  <a:gd name="connsiteX0" fmla="*/ 131910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10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10" y="95269"/>
                    </a:moveTo>
                    <a:cubicBezTo>
                      <a:pt x="131910" y="147885"/>
                      <a:pt x="102380" y="190538"/>
                      <a:pt x="65955" y="190538"/>
                    </a:cubicBezTo>
                    <a:cubicBezTo>
                      <a:pt x="29530" y="190538"/>
                      <a:pt x="0" y="147885"/>
                      <a:pt x="0" y="95269"/>
                    </a:cubicBezTo>
                    <a:cubicBezTo>
                      <a:pt x="0" y="42653"/>
                      <a:pt x="29530" y="0"/>
                      <a:pt x="65955" y="0"/>
                    </a:cubicBezTo>
                    <a:cubicBezTo>
                      <a:pt x="102380" y="0"/>
                      <a:pt x="131910" y="42653"/>
                      <a:pt x="131910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E44CD5D4-A3C4-15A3-58AD-135E8D04C8FB}"/>
                  </a:ext>
                </a:extLst>
              </p:cNvPr>
              <p:cNvSpPr/>
              <p:nvPr/>
            </p:nvSpPr>
            <p:spPr>
              <a:xfrm>
                <a:off x="1177908" y="5132430"/>
                <a:ext cx="43178" cy="94113"/>
              </a:xfrm>
              <a:custGeom>
                <a:avLst/>
                <a:gdLst>
                  <a:gd name="connsiteX0" fmla="*/ 104545 w 107735"/>
                  <a:gd name="connsiteY0" fmla="*/ 238859 h 238858"/>
                  <a:gd name="connsiteX1" fmla="*/ 75600 w 107735"/>
                  <a:gd name="connsiteY1" fmla="*/ 234152 h 238858"/>
                  <a:gd name="connsiteX2" fmla="*/ 0 w 107735"/>
                  <a:gd name="connsiteY2" fmla="*/ 21945 h 238858"/>
                  <a:gd name="connsiteX3" fmla="*/ 19454 w 107735"/>
                  <a:gd name="connsiteY3" fmla="*/ 0 h 238858"/>
                  <a:gd name="connsiteX4" fmla="*/ 104545 w 107735"/>
                  <a:gd name="connsiteY4" fmla="*/ 238859 h 2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735" h="238858">
                    <a:moveTo>
                      <a:pt x="104545" y="238859"/>
                    </a:moveTo>
                    <a:lnTo>
                      <a:pt x="75600" y="234152"/>
                    </a:lnTo>
                    <a:cubicBezTo>
                      <a:pt x="88151" y="157063"/>
                      <a:pt x="58460" y="73756"/>
                      <a:pt x="0" y="21945"/>
                    </a:cubicBezTo>
                    <a:lnTo>
                      <a:pt x="19454" y="0"/>
                    </a:lnTo>
                    <a:cubicBezTo>
                      <a:pt x="85248" y="58323"/>
                      <a:pt x="118645" y="152081"/>
                      <a:pt x="104545" y="23885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F62F5545-2092-02C9-825D-9D6264DE6847}"/>
                  </a:ext>
                </a:extLst>
              </p:cNvPr>
              <p:cNvSpPr/>
              <p:nvPr/>
            </p:nvSpPr>
            <p:spPr>
              <a:xfrm>
                <a:off x="1136586" y="5091775"/>
                <a:ext cx="65791" cy="72764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E85392D4-3FE1-B09D-D351-DE9104DE14C3}"/>
                  </a:ext>
                </a:extLst>
              </p:cNvPr>
              <p:cNvSpPr/>
              <p:nvPr/>
            </p:nvSpPr>
            <p:spPr>
              <a:xfrm>
                <a:off x="1188281" y="5194569"/>
                <a:ext cx="52867" cy="75074"/>
              </a:xfrm>
              <a:custGeom>
                <a:avLst/>
                <a:gdLst>
                  <a:gd name="connsiteX0" fmla="*/ 131909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09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09" y="95269"/>
                    </a:moveTo>
                    <a:cubicBezTo>
                      <a:pt x="131909" y="147884"/>
                      <a:pt x="102380" y="190538"/>
                      <a:pt x="65955" y="190538"/>
                    </a:cubicBezTo>
                    <a:cubicBezTo>
                      <a:pt x="29529" y="190538"/>
                      <a:pt x="0" y="147884"/>
                      <a:pt x="0" y="95269"/>
                    </a:cubicBezTo>
                    <a:cubicBezTo>
                      <a:pt x="0" y="42653"/>
                      <a:pt x="29529" y="0"/>
                      <a:pt x="65955" y="0"/>
                    </a:cubicBezTo>
                    <a:cubicBezTo>
                      <a:pt x="102380" y="0"/>
                      <a:pt x="131909" y="42653"/>
                      <a:pt x="131909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526B4EBB-CB87-BB01-AA11-3C8E15615CFF}"/>
                  </a:ext>
                </a:extLst>
              </p:cNvPr>
              <p:cNvSpPr/>
              <p:nvPr/>
            </p:nvSpPr>
            <p:spPr>
              <a:xfrm>
                <a:off x="902440" y="4925888"/>
                <a:ext cx="17137" cy="54505"/>
              </a:xfrm>
              <a:custGeom>
                <a:avLst/>
                <a:gdLst>
                  <a:gd name="connsiteX0" fmla="*/ 42760 w 42759"/>
                  <a:gd name="connsiteY0" fmla="*/ 69167 h 138334"/>
                  <a:gd name="connsiteX1" fmla="*/ 21380 w 42759"/>
                  <a:gd name="connsiteY1" fmla="*/ 138334 h 138334"/>
                  <a:gd name="connsiteX2" fmla="*/ 1 w 42759"/>
                  <a:gd name="connsiteY2" fmla="*/ 69167 h 138334"/>
                  <a:gd name="connsiteX3" fmla="*/ 21380 w 42759"/>
                  <a:gd name="connsiteY3" fmla="*/ 0 h 138334"/>
                  <a:gd name="connsiteX4" fmla="*/ 42760 w 42759"/>
                  <a:gd name="connsiteY4" fmla="*/ 69167 h 138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59" h="138334">
                    <a:moveTo>
                      <a:pt x="42760" y="69167"/>
                    </a:moveTo>
                    <a:cubicBezTo>
                      <a:pt x="42760" y="107367"/>
                      <a:pt x="33188" y="138334"/>
                      <a:pt x="21380" y="138334"/>
                    </a:cubicBezTo>
                    <a:cubicBezTo>
                      <a:pt x="9573" y="138334"/>
                      <a:pt x="1" y="107367"/>
                      <a:pt x="1" y="69167"/>
                    </a:cubicBezTo>
                    <a:cubicBezTo>
                      <a:pt x="1" y="30967"/>
                      <a:pt x="9573" y="0"/>
                      <a:pt x="21380" y="0"/>
                    </a:cubicBezTo>
                    <a:cubicBezTo>
                      <a:pt x="33188" y="0"/>
                      <a:pt x="42760" y="30967"/>
                      <a:pt x="42760" y="691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4463DECC-5BDE-4A0F-0E39-1316FBCDDBC8}"/>
                  </a:ext>
                </a:extLst>
              </p:cNvPr>
              <p:cNvSpPr/>
              <p:nvPr/>
            </p:nvSpPr>
            <p:spPr>
              <a:xfrm>
                <a:off x="906472" y="4938711"/>
                <a:ext cx="9073" cy="28857"/>
              </a:xfrm>
              <a:custGeom>
                <a:avLst/>
                <a:gdLst>
                  <a:gd name="connsiteX0" fmla="*/ 22638 w 22638"/>
                  <a:gd name="connsiteY0" fmla="*/ 36619 h 73238"/>
                  <a:gd name="connsiteX1" fmla="*/ 11319 w 22638"/>
                  <a:gd name="connsiteY1" fmla="*/ 73238 h 73238"/>
                  <a:gd name="connsiteX2" fmla="*/ 0 w 22638"/>
                  <a:gd name="connsiteY2" fmla="*/ 36619 h 73238"/>
                  <a:gd name="connsiteX3" fmla="*/ 11319 w 22638"/>
                  <a:gd name="connsiteY3" fmla="*/ 0 h 73238"/>
                  <a:gd name="connsiteX4" fmla="*/ 22638 w 22638"/>
                  <a:gd name="connsiteY4" fmla="*/ 36619 h 7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38" h="73238">
                    <a:moveTo>
                      <a:pt x="22638" y="36619"/>
                    </a:moveTo>
                    <a:cubicBezTo>
                      <a:pt x="22638" y="56843"/>
                      <a:pt x="17571" y="73238"/>
                      <a:pt x="11319" y="73238"/>
                    </a:cubicBezTo>
                    <a:cubicBezTo>
                      <a:pt x="5067" y="73238"/>
                      <a:pt x="0" y="56843"/>
                      <a:pt x="0" y="36619"/>
                    </a:cubicBezTo>
                    <a:cubicBezTo>
                      <a:pt x="0" y="16395"/>
                      <a:pt x="5067" y="0"/>
                      <a:pt x="11319" y="0"/>
                    </a:cubicBezTo>
                    <a:cubicBezTo>
                      <a:pt x="17571" y="0"/>
                      <a:pt x="22638" y="16395"/>
                      <a:pt x="22638" y="366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630" name="Group 1629">
              <a:extLst>
                <a:ext uri="{FF2B5EF4-FFF2-40B4-BE49-F238E27FC236}">
                  <a16:creationId xmlns:a16="http://schemas.microsoft.com/office/drawing/2014/main" id="{092BCE04-3230-5A32-37BD-D6B1660D18E0}"/>
                </a:ext>
              </a:extLst>
            </p:cNvPr>
            <p:cNvGrpSpPr/>
            <p:nvPr/>
          </p:nvGrpSpPr>
          <p:grpSpPr>
            <a:xfrm>
              <a:off x="5439332" y="5064516"/>
              <a:ext cx="418248" cy="481637"/>
              <a:chOff x="822900" y="4823813"/>
              <a:chExt cx="418248" cy="481637"/>
            </a:xfrm>
          </p:grpSpPr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47E18B13-0E6D-3FDE-A765-B4464E48233E}"/>
                  </a:ext>
                </a:extLst>
              </p:cNvPr>
              <p:cNvSpPr/>
              <p:nvPr/>
            </p:nvSpPr>
            <p:spPr>
              <a:xfrm>
                <a:off x="932558" y="5051347"/>
                <a:ext cx="222106" cy="254103"/>
              </a:xfrm>
              <a:custGeom>
                <a:avLst/>
                <a:gdLst>
                  <a:gd name="connsiteX0" fmla="*/ 4888 w 554178"/>
                  <a:gd name="connsiteY0" fmla="*/ 259342 h 644909"/>
                  <a:gd name="connsiteX1" fmla="*/ 271633 w 554178"/>
                  <a:gd name="connsiteY1" fmla="*/ 644909 h 644909"/>
                  <a:gd name="connsiteX2" fmla="*/ 550106 w 554178"/>
                  <a:gd name="connsiteY2" fmla="*/ 259342 h 644909"/>
                  <a:gd name="connsiteX3" fmla="*/ 434245 w 554178"/>
                  <a:gd name="connsiteY3" fmla="*/ 15977 h 644909"/>
                  <a:gd name="connsiteX4" fmla="*/ 277497 w 554178"/>
                  <a:gd name="connsiteY4" fmla="*/ 0 h 644909"/>
                  <a:gd name="connsiteX5" fmla="*/ 29656 w 554178"/>
                  <a:gd name="connsiteY5" fmla="*/ 59917 h 644909"/>
                  <a:gd name="connsiteX6" fmla="*/ 4888 w 554178"/>
                  <a:gd name="connsiteY6" fmla="*/ 259342 h 64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4178" h="644909">
                    <a:moveTo>
                      <a:pt x="4888" y="259342"/>
                    </a:moveTo>
                    <a:cubicBezTo>
                      <a:pt x="28323" y="469020"/>
                      <a:pt x="160245" y="644909"/>
                      <a:pt x="271633" y="644909"/>
                    </a:cubicBezTo>
                    <a:cubicBezTo>
                      <a:pt x="377159" y="644909"/>
                      <a:pt x="526651" y="466079"/>
                      <a:pt x="550106" y="259342"/>
                    </a:cubicBezTo>
                    <a:cubicBezTo>
                      <a:pt x="565873" y="120400"/>
                      <a:pt x="537634" y="45701"/>
                      <a:pt x="434245" y="15977"/>
                    </a:cubicBezTo>
                    <a:cubicBezTo>
                      <a:pt x="395867" y="4956"/>
                      <a:pt x="344938" y="0"/>
                      <a:pt x="277497" y="0"/>
                    </a:cubicBezTo>
                    <a:cubicBezTo>
                      <a:pt x="128377" y="0"/>
                      <a:pt x="60425" y="17501"/>
                      <a:pt x="29656" y="59917"/>
                    </a:cubicBezTo>
                    <a:cubicBezTo>
                      <a:pt x="-73" y="100907"/>
                      <a:pt x="-5584" y="165740"/>
                      <a:pt x="4888" y="259342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9018C4CA-186F-6FBA-6E8C-07F7E73EF079}"/>
                  </a:ext>
                </a:extLst>
              </p:cNvPr>
              <p:cNvSpPr/>
              <p:nvPr/>
            </p:nvSpPr>
            <p:spPr>
              <a:xfrm rot="16979471">
                <a:off x="1078653" y="5164467"/>
                <a:ext cx="152458" cy="83414"/>
              </a:xfrm>
              <a:custGeom>
                <a:avLst/>
                <a:gdLst>
                  <a:gd name="connsiteX0" fmla="*/ 386938 w 386937"/>
                  <a:gd name="connsiteY0" fmla="*/ 104064 h 208127"/>
                  <a:gd name="connsiteX1" fmla="*/ 193470 w 386937"/>
                  <a:gd name="connsiteY1" fmla="*/ 208128 h 208127"/>
                  <a:gd name="connsiteX2" fmla="*/ 1 w 386937"/>
                  <a:gd name="connsiteY2" fmla="*/ 104064 h 208127"/>
                  <a:gd name="connsiteX3" fmla="*/ 193470 w 386937"/>
                  <a:gd name="connsiteY3" fmla="*/ 0 h 208127"/>
                  <a:gd name="connsiteX4" fmla="*/ 386938 w 386937"/>
                  <a:gd name="connsiteY4" fmla="*/ 104064 h 208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937" h="208127">
                    <a:moveTo>
                      <a:pt x="386938" y="104064"/>
                    </a:moveTo>
                    <a:cubicBezTo>
                      <a:pt x="386938" y="161537"/>
                      <a:pt x="300319" y="208128"/>
                      <a:pt x="193470" y="208128"/>
                    </a:cubicBezTo>
                    <a:cubicBezTo>
                      <a:pt x="86620" y="208128"/>
                      <a:pt x="1" y="161537"/>
                      <a:pt x="1" y="104064"/>
                    </a:cubicBezTo>
                    <a:cubicBezTo>
                      <a:pt x="1" y="46591"/>
                      <a:pt x="86621" y="0"/>
                      <a:pt x="193470" y="0"/>
                    </a:cubicBezTo>
                    <a:cubicBezTo>
                      <a:pt x="300320" y="0"/>
                      <a:pt x="386938" y="46591"/>
                      <a:pt x="386938" y="10406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991DFA8C-29DA-EC72-ADD1-6C959EBDC099}"/>
                  </a:ext>
                </a:extLst>
              </p:cNvPr>
              <p:cNvSpPr/>
              <p:nvPr/>
            </p:nvSpPr>
            <p:spPr>
              <a:xfrm rot="20820529">
                <a:off x="891026" y="5129786"/>
                <a:ext cx="83414" cy="152458"/>
              </a:xfrm>
              <a:custGeom>
                <a:avLst/>
                <a:gdLst>
                  <a:gd name="connsiteX0" fmla="*/ 208128 w 208127"/>
                  <a:gd name="connsiteY0" fmla="*/ 193469 h 386937"/>
                  <a:gd name="connsiteX1" fmla="*/ 104064 w 208127"/>
                  <a:gd name="connsiteY1" fmla="*/ 386938 h 386937"/>
                  <a:gd name="connsiteX2" fmla="*/ 0 w 208127"/>
                  <a:gd name="connsiteY2" fmla="*/ 193469 h 386937"/>
                  <a:gd name="connsiteX3" fmla="*/ 104064 w 208127"/>
                  <a:gd name="connsiteY3" fmla="*/ 0 h 386937"/>
                  <a:gd name="connsiteX4" fmla="*/ 208128 w 208127"/>
                  <a:gd name="connsiteY4" fmla="*/ 193469 h 38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127" h="386937">
                    <a:moveTo>
                      <a:pt x="208128" y="193469"/>
                    </a:moveTo>
                    <a:cubicBezTo>
                      <a:pt x="208128" y="300319"/>
                      <a:pt x="161537" y="386938"/>
                      <a:pt x="104064" y="386938"/>
                    </a:cubicBezTo>
                    <a:cubicBezTo>
                      <a:pt x="46591" y="386938"/>
                      <a:pt x="0" y="300319"/>
                      <a:pt x="0" y="193469"/>
                    </a:cubicBezTo>
                    <a:cubicBezTo>
                      <a:pt x="0" y="86619"/>
                      <a:pt x="46591" y="0"/>
                      <a:pt x="104064" y="0"/>
                    </a:cubicBezTo>
                    <a:cubicBezTo>
                      <a:pt x="161537" y="0"/>
                      <a:pt x="208128" y="86619"/>
                      <a:pt x="208128" y="19346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995C96A8-D2AD-14B6-9F9E-6D01FEA942A2}"/>
                  </a:ext>
                </a:extLst>
              </p:cNvPr>
              <p:cNvSpPr/>
              <p:nvPr/>
            </p:nvSpPr>
            <p:spPr>
              <a:xfrm>
                <a:off x="944444" y="5051346"/>
                <a:ext cx="162153" cy="44375"/>
              </a:xfrm>
              <a:custGeom>
                <a:avLst/>
                <a:gdLst>
                  <a:gd name="connsiteX0" fmla="*/ 0 w 404589"/>
                  <a:gd name="connsiteY0" fmla="*/ 59919 h 112622"/>
                  <a:gd name="connsiteX1" fmla="*/ 6727 w 404589"/>
                  <a:gd name="connsiteY1" fmla="*/ 64198 h 112622"/>
                  <a:gd name="connsiteX2" fmla="*/ 221131 w 404589"/>
                  <a:gd name="connsiteY2" fmla="*/ 110244 h 112622"/>
                  <a:gd name="connsiteX3" fmla="*/ 394823 w 404589"/>
                  <a:gd name="connsiteY3" fmla="*/ 35148 h 112622"/>
                  <a:gd name="connsiteX4" fmla="*/ 404589 w 404589"/>
                  <a:gd name="connsiteY4" fmla="*/ 15977 h 112622"/>
                  <a:gd name="connsiteX5" fmla="*/ 247841 w 404589"/>
                  <a:gd name="connsiteY5" fmla="*/ 0 h 112622"/>
                  <a:gd name="connsiteX6" fmla="*/ 0 w 404589"/>
                  <a:gd name="connsiteY6" fmla="*/ 59919 h 11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589" h="112622">
                    <a:moveTo>
                      <a:pt x="0" y="59919"/>
                    </a:moveTo>
                    <a:cubicBezTo>
                      <a:pt x="2217" y="61413"/>
                      <a:pt x="4472" y="62850"/>
                      <a:pt x="6727" y="64198"/>
                    </a:cubicBezTo>
                    <a:cubicBezTo>
                      <a:pt x="70462" y="102713"/>
                      <a:pt x="147238" y="119186"/>
                      <a:pt x="221131" y="110244"/>
                    </a:cubicBezTo>
                    <a:cubicBezTo>
                      <a:pt x="272550" y="104008"/>
                      <a:pt x="362956" y="80820"/>
                      <a:pt x="394823" y="35148"/>
                    </a:cubicBezTo>
                    <a:cubicBezTo>
                      <a:pt x="399530" y="28377"/>
                      <a:pt x="402727" y="21986"/>
                      <a:pt x="404589" y="15977"/>
                    </a:cubicBezTo>
                    <a:cubicBezTo>
                      <a:pt x="366212" y="4956"/>
                      <a:pt x="315282" y="0"/>
                      <a:pt x="247841" y="0"/>
                    </a:cubicBezTo>
                    <a:cubicBezTo>
                      <a:pt x="98721" y="2"/>
                      <a:pt x="30769" y="17501"/>
                      <a:pt x="0" y="5991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1C861FBC-1E25-CC91-E9B4-DCF22BCE0141}"/>
                  </a:ext>
                </a:extLst>
              </p:cNvPr>
              <p:cNvSpPr/>
              <p:nvPr/>
            </p:nvSpPr>
            <p:spPr>
              <a:xfrm>
                <a:off x="1012050" y="5152988"/>
                <a:ext cx="61092" cy="117810"/>
              </a:xfrm>
              <a:custGeom>
                <a:avLst/>
                <a:gdLst>
                  <a:gd name="connsiteX0" fmla="*/ 152430 w 152430"/>
                  <a:gd name="connsiteY0" fmla="*/ 149501 h 299001"/>
                  <a:gd name="connsiteX1" fmla="*/ 76216 w 152430"/>
                  <a:gd name="connsiteY1" fmla="*/ 299001 h 299001"/>
                  <a:gd name="connsiteX2" fmla="*/ 1 w 152430"/>
                  <a:gd name="connsiteY2" fmla="*/ 149501 h 299001"/>
                  <a:gd name="connsiteX3" fmla="*/ 76216 w 152430"/>
                  <a:gd name="connsiteY3" fmla="*/ 0 h 299001"/>
                  <a:gd name="connsiteX4" fmla="*/ 152430 w 152430"/>
                  <a:gd name="connsiteY4" fmla="*/ 149501 h 29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30" h="299001">
                    <a:moveTo>
                      <a:pt x="152430" y="149501"/>
                    </a:moveTo>
                    <a:cubicBezTo>
                      <a:pt x="152430" y="232068"/>
                      <a:pt x="118308" y="299001"/>
                      <a:pt x="76216" y="299001"/>
                    </a:cubicBezTo>
                    <a:cubicBezTo>
                      <a:pt x="34123" y="299001"/>
                      <a:pt x="1" y="232068"/>
                      <a:pt x="1" y="149501"/>
                    </a:cubicBezTo>
                    <a:cubicBezTo>
                      <a:pt x="1" y="66934"/>
                      <a:pt x="34123" y="0"/>
                      <a:pt x="76216" y="0"/>
                    </a:cubicBezTo>
                    <a:cubicBezTo>
                      <a:pt x="118308" y="0"/>
                      <a:pt x="152430" y="66934"/>
                      <a:pt x="152430" y="14950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36F80494-EDC5-C832-F79E-894002D76C39}"/>
                  </a:ext>
                </a:extLst>
              </p:cNvPr>
              <p:cNvSpPr/>
              <p:nvPr/>
            </p:nvSpPr>
            <p:spPr>
              <a:xfrm>
                <a:off x="999084" y="5140813"/>
                <a:ext cx="87029" cy="142159"/>
              </a:xfrm>
              <a:custGeom>
                <a:avLst/>
                <a:gdLst>
                  <a:gd name="connsiteX0" fmla="*/ 0 w 217149"/>
                  <a:gd name="connsiteY0" fmla="*/ 180399 h 360798"/>
                  <a:gd name="connsiteX1" fmla="*/ 108566 w 217149"/>
                  <a:gd name="connsiteY1" fmla="*/ 0 h 360798"/>
                  <a:gd name="connsiteX2" fmla="*/ 217150 w 217149"/>
                  <a:gd name="connsiteY2" fmla="*/ 180399 h 360798"/>
                  <a:gd name="connsiteX3" fmla="*/ 108566 w 217149"/>
                  <a:gd name="connsiteY3" fmla="*/ 360798 h 360798"/>
                  <a:gd name="connsiteX4" fmla="*/ 0 w 217149"/>
                  <a:gd name="connsiteY4" fmla="*/ 180399 h 360798"/>
                  <a:gd name="connsiteX5" fmla="*/ 3177 w 217149"/>
                  <a:gd name="connsiteY5" fmla="*/ 180399 h 360798"/>
                  <a:gd name="connsiteX6" fmla="*/ 108585 w 217149"/>
                  <a:gd name="connsiteY6" fmla="*/ 357621 h 360798"/>
                  <a:gd name="connsiteX7" fmla="*/ 213993 w 217149"/>
                  <a:gd name="connsiteY7" fmla="*/ 180399 h 360798"/>
                  <a:gd name="connsiteX8" fmla="*/ 108585 w 217149"/>
                  <a:gd name="connsiteY8" fmla="*/ 3177 h 360798"/>
                  <a:gd name="connsiteX9" fmla="*/ 3177 w 217149"/>
                  <a:gd name="connsiteY9" fmla="*/ 180399 h 360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149" h="360798">
                    <a:moveTo>
                      <a:pt x="0" y="180399"/>
                    </a:moveTo>
                    <a:cubicBezTo>
                      <a:pt x="0" y="80933"/>
                      <a:pt x="48694" y="0"/>
                      <a:pt x="108566" y="0"/>
                    </a:cubicBezTo>
                    <a:cubicBezTo>
                      <a:pt x="168437" y="0"/>
                      <a:pt x="217150" y="80914"/>
                      <a:pt x="217150" y="180399"/>
                    </a:cubicBezTo>
                    <a:cubicBezTo>
                      <a:pt x="217150" y="279865"/>
                      <a:pt x="168437" y="360798"/>
                      <a:pt x="108566" y="360798"/>
                    </a:cubicBezTo>
                    <a:cubicBezTo>
                      <a:pt x="48694" y="360798"/>
                      <a:pt x="0" y="279865"/>
                      <a:pt x="0" y="180399"/>
                    </a:cubicBezTo>
                    <a:close/>
                    <a:moveTo>
                      <a:pt x="3177" y="180399"/>
                    </a:moveTo>
                    <a:cubicBezTo>
                      <a:pt x="3177" y="278119"/>
                      <a:pt x="50458" y="357621"/>
                      <a:pt x="108585" y="357621"/>
                    </a:cubicBezTo>
                    <a:cubicBezTo>
                      <a:pt x="166691" y="357621"/>
                      <a:pt x="213993" y="278119"/>
                      <a:pt x="213993" y="180399"/>
                    </a:cubicBezTo>
                    <a:cubicBezTo>
                      <a:pt x="213993" y="82679"/>
                      <a:pt x="166691" y="3177"/>
                      <a:pt x="108585" y="3177"/>
                    </a:cubicBezTo>
                    <a:cubicBezTo>
                      <a:pt x="50458" y="3177"/>
                      <a:pt x="3177" y="82679"/>
                      <a:pt x="3177" y="18039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C1E8A1E9-3DDD-D5ED-8482-31E96B360050}"/>
                  </a:ext>
                </a:extLst>
              </p:cNvPr>
              <p:cNvSpPr/>
              <p:nvPr/>
            </p:nvSpPr>
            <p:spPr>
              <a:xfrm>
                <a:off x="926292" y="4823813"/>
                <a:ext cx="232198" cy="247169"/>
              </a:xfrm>
              <a:custGeom>
                <a:avLst/>
                <a:gdLst>
                  <a:gd name="connsiteX0" fmla="*/ 579360 w 579360"/>
                  <a:gd name="connsiteY0" fmla="*/ 313656 h 627312"/>
                  <a:gd name="connsiteX1" fmla="*/ 289680 w 579360"/>
                  <a:gd name="connsiteY1" fmla="*/ 627312 h 627312"/>
                  <a:gd name="connsiteX2" fmla="*/ 0 w 579360"/>
                  <a:gd name="connsiteY2" fmla="*/ 313656 h 627312"/>
                  <a:gd name="connsiteX3" fmla="*/ 289680 w 579360"/>
                  <a:gd name="connsiteY3" fmla="*/ 0 h 627312"/>
                  <a:gd name="connsiteX4" fmla="*/ 579360 w 579360"/>
                  <a:gd name="connsiteY4" fmla="*/ 313656 h 62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360" h="627312">
                    <a:moveTo>
                      <a:pt x="579360" y="313656"/>
                    </a:moveTo>
                    <a:cubicBezTo>
                      <a:pt x="579360" y="486884"/>
                      <a:pt x="449666" y="627312"/>
                      <a:pt x="289680" y="627312"/>
                    </a:cubicBezTo>
                    <a:cubicBezTo>
                      <a:pt x="129694" y="627312"/>
                      <a:pt x="0" y="486884"/>
                      <a:pt x="0" y="313656"/>
                    </a:cubicBezTo>
                    <a:cubicBezTo>
                      <a:pt x="0" y="140429"/>
                      <a:pt x="129694" y="0"/>
                      <a:pt x="289680" y="0"/>
                    </a:cubicBezTo>
                    <a:cubicBezTo>
                      <a:pt x="449666" y="0"/>
                      <a:pt x="579360" y="140429"/>
                      <a:pt x="579360" y="3136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F3FDCD7C-E0AE-1C0F-7736-00F19F8C1CE9}"/>
                  </a:ext>
                </a:extLst>
              </p:cNvPr>
              <p:cNvSpPr/>
              <p:nvPr/>
            </p:nvSpPr>
            <p:spPr>
              <a:xfrm>
                <a:off x="932684" y="4837672"/>
                <a:ext cx="230844" cy="233311"/>
              </a:xfrm>
              <a:custGeom>
                <a:avLst/>
                <a:gdLst>
                  <a:gd name="connsiteX0" fmla="*/ 575979 w 575979"/>
                  <a:gd name="connsiteY0" fmla="*/ 296069 h 592138"/>
                  <a:gd name="connsiteX1" fmla="*/ 287990 w 575979"/>
                  <a:gd name="connsiteY1" fmla="*/ 592139 h 592138"/>
                  <a:gd name="connsiteX2" fmla="*/ 0 w 575979"/>
                  <a:gd name="connsiteY2" fmla="*/ 296069 h 592138"/>
                  <a:gd name="connsiteX3" fmla="*/ 287990 w 575979"/>
                  <a:gd name="connsiteY3" fmla="*/ 0 h 592138"/>
                  <a:gd name="connsiteX4" fmla="*/ 575979 w 575979"/>
                  <a:gd name="connsiteY4" fmla="*/ 296069 h 592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979" h="592138">
                    <a:moveTo>
                      <a:pt x="575979" y="296069"/>
                    </a:moveTo>
                    <a:cubicBezTo>
                      <a:pt x="575979" y="459584"/>
                      <a:pt x="447042" y="592139"/>
                      <a:pt x="287990" y="592139"/>
                    </a:cubicBezTo>
                    <a:cubicBezTo>
                      <a:pt x="128938" y="592139"/>
                      <a:pt x="0" y="459584"/>
                      <a:pt x="0" y="296069"/>
                    </a:cubicBezTo>
                    <a:cubicBezTo>
                      <a:pt x="0" y="132555"/>
                      <a:pt x="128938" y="0"/>
                      <a:pt x="287990" y="0"/>
                    </a:cubicBezTo>
                    <a:cubicBezTo>
                      <a:pt x="447042" y="0"/>
                      <a:pt x="575979" y="132555"/>
                      <a:pt x="575979" y="2960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71D7D439-A36B-64DD-AC68-F72C2C58401D}"/>
                  </a:ext>
                </a:extLst>
              </p:cNvPr>
              <p:cNvSpPr/>
              <p:nvPr/>
            </p:nvSpPr>
            <p:spPr>
              <a:xfrm>
                <a:off x="1139608" y="4919677"/>
                <a:ext cx="38764" cy="65835"/>
              </a:xfrm>
              <a:custGeom>
                <a:avLst/>
                <a:gdLst>
                  <a:gd name="connsiteX0" fmla="*/ 0 w 96720"/>
                  <a:gd name="connsiteY0" fmla="*/ 18877 h 167087"/>
                  <a:gd name="connsiteX1" fmla="*/ 0 w 96720"/>
                  <a:gd name="connsiteY1" fmla="*/ 148210 h 167087"/>
                  <a:gd name="connsiteX2" fmla="*/ 18866 w 96720"/>
                  <a:gd name="connsiteY2" fmla="*/ 167088 h 167087"/>
                  <a:gd name="connsiteX3" fmla="*/ 77855 w 96720"/>
                  <a:gd name="connsiteY3" fmla="*/ 167088 h 167087"/>
                  <a:gd name="connsiteX4" fmla="*/ 96485 w 96720"/>
                  <a:gd name="connsiteY4" fmla="*/ 151054 h 167087"/>
                  <a:gd name="connsiteX5" fmla="*/ 96721 w 96720"/>
                  <a:gd name="connsiteY5" fmla="*/ 148210 h 167087"/>
                  <a:gd name="connsiteX6" fmla="*/ 96721 w 96720"/>
                  <a:gd name="connsiteY6" fmla="*/ 18877 h 167087"/>
                  <a:gd name="connsiteX7" fmla="*/ 96485 w 96720"/>
                  <a:gd name="connsiteY7" fmla="*/ 16034 h 167087"/>
                  <a:gd name="connsiteX8" fmla="*/ 77855 w 96720"/>
                  <a:gd name="connsiteY8" fmla="*/ 0 h 167087"/>
                  <a:gd name="connsiteX9" fmla="*/ 18866 w 96720"/>
                  <a:gd name="connsiteY9" fmla="*/ 0 h 167087"/>
                  <a:gd name="connsiteX10" fmla="*/ 0 w 96720"/>
                  <a:gd name="connsiteY10" fmla="*/ 18877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720" h="167087">
                    <a:moveTo>
                      <a:pt x="0" y="18877"/>
                    </a:moveTo>
                    <a:lnTo>
                      <a:pt x="0" y="148210"/>
                    </a:lnTo>
                    <a:cubicBezTo>
                      <a:pt x="0" y="158645"/>
                      <a:pt x="8433" y="167088"/>
                      <a:pt x="18866" y="167088"/>
                    </a:cubicBezTo>
                    <a:lnTo>
                      <a:pt x="77855" y="167088"/>
                    </a:lnTo>
                    <a:cubicBezTo>
                      <a:pt x="87307" y="167088"/>
                      <a:pt x="95151" y="160139"/>
                      <a:pt x="96485" y="151054"/>
                    </a:cubicBezTo>
                    <a:cubicBezTo>
                      <a:pt x="96661" y="150116"/>
                      <a:pt x="96721" y="149177"/>
                      <a:pt x="96721" y="148210"/>
                    </a:cubicBezTo>
                    <a:lnTo>
                      <a:pt x="96721" y="18877"/>
                    </a:lnTo>
                    <a:cubicBezTo>
                      <a:pt x="96721" y="17910"/>
                      <a:pt x="96661" y="16971"/>
                      <a:pt x="96485" y="16034"/>
                    </a:cubicBezTo>
                    <a:cubicBezTo>
                      <a:pt x="95151" y="6946"/>
                      <a:pt x="87307" y="0"/>
                      <a:pt x="77855" y="0"/>
                    </a:cubicBezTo>
                    <a:lnTo>
                      <a:pt x="18866" y="0"/>
                    </a:lnTo>
                    <a:cubicBezTo>
                      <a:pt x="8433" y="0"/>
                      <a:pt x="0" y="8442"/>
                      <a:pt x="0" y="1887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BB8B8253-040B-0684-BE72-1E5612F1A034}"/>
                  </a:ext>
                </a:extLst>
              </p:cNvPr>
              <p:cNvSpPr/>
              <p:nvPr/>
            </p:nvSpPr>
            <p:spPr>
              <a:xfrm>
                <a:off x="898410" y="4919678"/>
                <a:ext cx="49704" cy="65835"/>
              </a:xfrm>
              <a:custGeom>
                <a:avLst/>
                <a:gdLst>
                  <a:gd name="connsiteX0" fmla="*/ 0 w 124018"/>
                  <a:gd name="connsiteY0" fmla="*/ 117156 h 167087"/>
                  <a:gd name="connsiteX1" fmla="*/ 49929 w 124018"/>
                  <a:gd name="connsiteY1" fmla="*/ 167087 h 167087"/>
                  <a:gd name="connsiteX2" fmla="*/ 99819 w 124018"/>
                  <a:gd name="connsiteY2" fmla="*/ 167087 h 167087"/>
                  <a:gd name="connsiteX3" fmla="*/ 124019 w 124018"/>
                  <a:gd name="connsiteY3" fmla="*/ 148210 h 167087"/>
                  <a:gd name="connsiteX4" fmla="*/ 124019 w 124018"/>
                  <a:gd name="connsiteY4" fmla="*/ 18877 h 167087"/>
                  <a:gd name="connsiteX5" fmla="*/ 99819 w 124018"/>
                  <a:gd name="connsiteY5" fmla="*/ 0 h 167087"/>
                  <a:gd name="connsiteX6" fmla="*/ 49596 w 124018"/>
                  <a:gd name="connsiteY6" fmla="*/ 337 h 167087"/>
                  <a:gd name="connsiteX7" fmla="*/ 0 w 124018"/>
                  <a:gd name="connsiteY7" fmla="*/ 50266 h 167087"/>
                  <a:gd name="connsiteX8" fmla="*/ 0 w 124018"/>
                  <a:gd name="connsiteY8" fmla="*/ 117156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018" h="167087">
                    <a:moveTo>
                      <a:pt x="0" y="117156"/>
                    </a:moveTo>
                    <a:cubicBezTo>
                      <a:pt x="0" y="144733"/>
                      <a:pt x="22356" y="167087"/>
                      <a:pt x="49929" y="167087"/>
                    </a:cubicBezTo>
                    <a:lnTo>
                      <a:pt x="99819" y="167087"/>
                    </a:lnTo>
                    <a:cubicBezTo>
                      <a:pt x="113194" y="167087"/>
                      <a:pt x="124019" y="158645"/>
                      <a:pt x="124019" y="148210"/>
                    </a:cubicBezTo>
                    <a:lnTo>
                      <a:pt x="124019" y="18877"/>
                    </a:lnTo>
                    <a:cubicBezTo>
                      <a:pt x="124019" y="8442"/>
                      <a:pt x="113194" y="0"/>
                      <a:pt x="99819" y="0"/>
                    </a:cubicBezTo>
                    <a:lnTo>
                      <a:pt x="49596" y="337"/>
                    </a:lnTo>
                    <a:cubicBezTo>
                      <a:pt x="22160" y="522"/>
                      <a:pt x="0" y="22821"/>
                      <a:pt x="0" y="50266"/>
                    </a:cubicBezTo>
                    <a:lnTo>
                      <a:pt x="0" y="117156"/>
                    </a:ln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AFBE51F2-7DC9-E44A-A077-8FF76C791F95}"/>
                  </a:ext>
                </a:extLst>
              </p:cNvPr>
              <p:cNvSpPr/>
              <p:nvPr/>
            </p:nvSpPr>
            <p:spPr>
              <a:xfrm>
                <a:off x="976826" y="4891957"/>
                <a:ext cx="157429" cy="133980"/>
              </a:xfrm>
              <a:custGeom>
                <a:avLst/>
                <a:gdLst>
                  <a:gd name="connsiteX0" fmla="*/ 392803 w 392803"/>
                  <a:gd name="connsiteY0" fmla="*/ 170019 h 340038"/>
                  <a:gd name="connsiteX1" fmla="*/ 196401 w 392803"/>
                  <a:gd name="connsiteY1" fmla="*/ 340039 h 340038"/>
                  <a:gd name="connsiteX2" fmla="*/ 0 w 392803"/>
                  <a:gd name="connsiteY2" fmla="*/ 170019 h 340038"/>
                  <a:gd name="connsiteX3" fmla="*/ 196401 w 392803"/>
                  <a:gd name="connsiteY3" fmla="*/ 0 h 340038"/>
                  <a:gd name="connsiteX4" fmla="*/ 392803 w 392803"/>
                  <a:gd name="connsiteY4" fmla="*/ 170019 h 340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803" h="340038">
                    <a:moveTo>
                      <a:pt x="392803" y="170019"/>
                    </a:moveTo>
                    <a:cubicBezTo>
                      <a:pt x="392803" y="263918"/>
                      <a:pt x="304871" y="340039"/>
                      <a:pt x="196401" y="340039"/>
                    </a:cubicBezTo>
                    <a:cubicBezTo>
                      <a:pt x="87931" y="340039"/>
                      <a:pt x="0" y="263918"/>
                      <a:pt x="0" y="170019"/>
                    </a:cubicBezTo>
                    <a:cubicBezTo>
                      <a:pt x="0" y="76120"/>
                      <a:pt x="87932" y="0"/>
                      <a:pt x="196401" y="0"/>
                    </a:cubicBezTo>
                    <a:cubicBezTo>
                      <a:pt x="304871" y="0"/>
                      <a:pt x="392803" y="76120"/>
                      <a:pt x="392803" y="1700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4FA3D57E-29AA-B9A1-9A48-28FB972C0A7E}"/>
                  </a:ext>
                </a:extLst>
              </p:cNvPr>
              <p:cNvSpPr/>
              <p:nvPr/>
            </p:nvSpPr>
            <p:spPr>
              <a:xfrm>
                <a:off x="986328" y="4900043"/>
                <a:ext cx="138417" cy="117809"/>
              </a:xfrm>
              <a:custGeom>
                <a:avLst/>
                <a:gdLst>
                  <a:gd name="connsiteX0" fmla="*/ 0 w 345365"/>
                  <a:gd name="connsiteY0" fmla="*/ 149499 h 298999"/>
                  <a:gd name="connsiteX1" fmla="*/ 26181 w 345365"/>
                  <a:gd name="connsiteY1" fmla="*/ 228646 h 298999"/>
                  <a:gd name="connsiteX2" fmla="*/ 172692 w 345365"/>
                  <a:gd name="connsiteY2" fmla="*/ 298999 h 298999"/>
                  <a:gd name="connsiteX3" fmla="*/ 319185 w 345365"/>
                  <a:gd name="connsiteY3" fmla="*/ 228646 h 298999"/>
                  <a:gd name="connsiteX4" fmla="*/ 345366 w 345365"/>
                  <a:gd name="connsiteY4" fmla="*/ 149499 h 298999"/>
                  <a:gd name="connsiteX5" fmla="*/ 312340 w 345365"/>
                  <a:gd name="connsiteY5" fmla="*/ 61558 h 298999"/>
                  <a:gd name="connsiteX6" fmla="*/ 172692 w 345365"/>
                  <a:gd name="connsiteY6" fmla="*/ 0 h 298999"/>
                  <a:gd name="connsiteX7" fmla="*/ 33044 w 345365"/>
                  <a:gd name="connsiteY7" fmla="*/ 61558 h 298999"/>
                  <a:gd name="connsiteX8" fmla="*/ 0 w 345365"/>
                  <a:gd name="connsiteY8" fmla="*/ 149499 h 298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5365" h="298999">
                    <a:moveTo>
                      <a:pt x="0" y="149499"/>
                    </a:moveTo>
                    <a:cubicBezTo>
                      <a:pt x="0" y="178548"/>
                      <a:pt x="9590" y="205693"/>
                      <a:pt x="26181" y="228646"/>
                    </a:cubicBezTo>
                    <a:cubicBezTo>
                      <a:pt x="56656" y="270887"/>
                      <a:pt x="110860" y="298999"/>
                      <a:pt x="172692" y="298999"/>
                    </a:cubicBezTo>
                    <a:cubicBezTo>
                      <a:pt x="234505" y="298999"/>
                      <a:pt x="288710" y="270887"/>
                      <a:pt x="319185" y="228646"/>
                    </a:cubicBezTo>
                    <a:cubicBezTo>
                      <a:pt x="335776" y="205693"/>
                      <a:pt x="345366" y="178548"/>
                      <a:pt x="345366" y="149499"/>
                    </a:cubicBezTo>
                    <a:cubicBezTo>
                      <a:pt x="345366" y="116637"/>
                      <a:pt x="333128" y="86211"/>
                      <a:pt x="312340" y="61558"/>
                    </a:cubicBezTo>
                    <a:cubicBezTo>
                      <a:pt x="280944" y="24241"/>
                      <a:pt x="230113" y="0"/>
                      <a:pt x="172692" y="0"/>
                    </a:cubicBezTo>
                    <a:cubicBezTo>
                      <a:pt x="115252" y="0"/>
                      <a:pt x="64421" y="24243"/>
                      <a:pt x="33044" y="61558"/>
                    </a:cubicBezTo>
                    <a:cubicBezTo>
                      <a:pt x="12257" y="86211"/>
                      <a:pt x="0" y="116639"/>
                      <a:pt x="0" y="14949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409E6C72-0391-9894-27F5-D350159EB582}"/>
                  </a:ext>
                </a:extLst>
              </p:cNvPr>
              <p:cNvSpPr/>
              <p:nvPr/>
            </p:nvSpPr>
            <p:spPr>
              <a:xfrm>
                <a:off x="1092298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7 w 64491"/>
                  <a:gd name="connsiteY1" fmla="*/ 89296 h 89295"/>
                  <a:gd name="connsiteX2" fmla="*/ 1 w 64491"/>
                  <a:gd name="connsiteY2" fmla="*/ 44648 h 89295"/>
                  <a:gd name="connsiteX3" fmla="*/ 32247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7" y="89296"/>
                    </a:cubicBezTo>
                    <a:cubicBezTo>
                      <a:pt x="14438" y="89296"/>
                      <a:pt x="1" y="69306"/>
                      <a:pt x="1" y="44648"/>
                    </a:cubicBezTo>
                    <a:cubicBezTo>
                      <a:pt x="1" y="19990"/>
                      <a:pt x="14438" y="0"/>
                      <a:pt x="32247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021E4CF8-CFDA-A771-BCDD-5A7727679177}"/>
                  </a:ext>
                </a:extLst>
              </p:cNvPr>
              <p:cNvSpPr/>
              <p:nvPr/>
            </p:nvSpPr>
            <p:spPr>
              <a:xfrm>
                <a:off x="1005362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6 w 64491"/>
                  <a:gd name="connsiteY1" fmla="*/ 89296 h 89295"/>
                  <a:gd name="connsiteX2" fmla="*/ 0 w 64491"/>
                  <a:gd name="connsiteY2" fmla="*/ 44648 h 89295"/>
                  <a:gd name="connsiteX3" fmla="*/ 32246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6" y="89296"/>
                    </a:cubicBezTo>
                    <a:cubicBezTo>
                      <a:pt x="14437" y="89296"/>
                      <a:pt x="0" y="69306"/>
                      <a:pt x="0" y="44648"/>
                    </a:cubicBezTo>
                    <a:cubicBezTo>
                      <a:pt x="0" y="19990"/>
                      <a:pt x="14437" y="0"/>
                      <a:pt x="32246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9B5706E3-058C-A25E-FE66-AED831797637}"/>
                  </a:ext>
                </a:extLst>
              </p:cNvPr>
              <p:cNvSpPr/>
              <p:nvPr/>
            </p:nvSpPr>
            <p:spPr>
              <a:xfrm>
                <a:off x="999565" y="4900043"/>
                <a:ext cx="111945" cy="24255"/>
              </a:xfrm>
              <a:custGeom>
                <a:avLst/>
                <a:gdLst>
                  <a:gd name="connsiteX0" fmla="*/ 0 w 279315"/>
                  <a:gd name="connsiteY0" fmla="*/ 61558 h 61558"/>
                  <a:gd name="connsiteX1" fmla="*/ 279315 w 279315"/>
                  <a:gd name="connsiteY1" fmla="*/ 61558 h 61558"/>
                  <a:gd name="connsiteX2" fmla="*/ 139667 w 279315"/>
                  <a:gd name="connsiteY2" fmla="*/ 0 h 61558"/>
                  <a:gd name="connsiteX3" fmla="*/ 0 w 279315"/>
                  <a:gd name="connsiteY3" fmla="*/ 61558 h 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9315" h="61558">
                    <a:moveTo>
                      <a:pt x="0" y="61558"/>
                    </a:moveTo>
                    <a:lnTo>
                      <a:pt x="279315" y="61558"/>
                    </a:lnTo>
                    <a:cubicBezTo>
                      <a:pt x="247919" y="24241"/>
                      <a:pt x="197088" y="0"/>
                      <a:pt x="139667" y="0"/>
                    </a:cubicBezTo>
                    <a:cubicBezTo>
                      <a:pt x="82227" y="0"/>
                      <a:pt x="31396" y="24241"/>
                      <a:pt x="0" y="615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FAF0B3C0-12FF-CD4D-8938-9D5871500FAA}"/>
                  </a:ext>
                </a:extLst>
              </p:cNvPr>
              <p:cNvSpPr/>
              <p:nvPr/>
            </p:nvSpPr>
            <p:spPr>
              <a:xfrm>
                <a:off x="996821" y="4990132"/>
                <a:ext cx="117432" cy="18480"/>
              </a:xfrm>
              <a:custGeom>
                <a:avLst/>
                <a:gdLst>
                  <a:gd name="connsiteX0" fmla="*/ 0 w 293004"/>
                  <a:gd name="connsiteY0" fmla="*/ 0 h 46901"/>
                  <a:gd name="connsiteX1" fmla="*/ 146512 w 293004"/>
                  <a:gd name="connsiteY1" fmla="*/ 46901 h 46901"/>
                  <a:gd name="connsiteX2" fmla="*/ 293004 w 293004"/>
                  <a:gd name="connsiteY2" fmla="*/ 0 h 46901"/>
                  <a:gd name="connsiteX3" fmla="*/ 0 w 293004"/>
                  <a:gd name="connsiteY3" fmla="*/ 0 h 46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004" h="46901">
                    <a:moveTo>
                      <a:pt x="0" y="0"/>
                    </a:moveTo>
                    <a:cubicBezTo>
                      <a:pt x="30475" y="28161"/>
                      <a:pt x="84680" y="46901"/>
                      <a:pt x="146512" y="46901"/>
                    </a:cubicBezTo>
                    <a:cubicBezTo>
                      <a:pt x="208325" y="46901"/>
                      <a:pt x="262529" y="28159"/>
                      <a:pt x="29300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E93DE732-10F9-7ED8-458A-963F31FD2179}"/>
                  </a:ext>
                </a:extLst>
              </p:cNvPr>
              <p:cNvSpPr/>
              <p:nvPr/>
            </p:nvSpPr>
            <p:spPr>
              <a:xfrm>
                <a:off x="844006" y="5040520"/>
                <a:ext cx="64904" cy="88277"/>
              </a:xfrm>
              <a:custGeom>
                <a:avLst/>
                <a:gdLst>
                  <a:gd name="connsiteX0" fmla="*/ 153550 w 161942"/>
                  <a:gd name="connsiteY0" fmla="*/ 224047 h 224046"/>
                  <a:gd name="connsiteX1" fmla="*/ 665 w 161942"/>
                  <a:gd name="connsiteY1" fmla="*/ 0 h 224046"/>
                  <a:gd name="connsiteX2" fmla="*/ 29884 w 161942"/>
                  <a:gd name="connsiteY2" fmla="*/ 2426 h 224046"/>
                  <a:gd name="connsiteX3" fmla="*/ 161943 w 161942"/>
                  <a:gd name="connsiteY3" fmla="*/ 195964 h 224046"/>
                  <a:gd name="connsiteX4" fmla="*/ 153550 w 161942"/>
                  <a:gd name="connsiteY4" fmla="*/ 224047 h 22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42" h="224046">
                    <a:moveTo>
                      <a:pt x="153550" y="224047"/>
                    </a:moveTo>
                    <a:cubicBezTo>
                      <a:pt x="59712" y="196023"/>
                      <a:pt x="-7455" y="97605"/>
                      <a:pt x="665" y="0"/>
                    </a:cubicBezTo>
                    <a:lnTo>
                      <a:pt x="29884" y="2426"/>
                    </a:lnTo>
                    <a:cubicBezTo>
                      <a:pt x="22864" y="86738"/>
                      <a:pt x="80872" y="171745"/>
                      <a:pt x="161943" y="195964"/>
                    </a:cubicBezTo>
                    <a:lnTo>
                      <a:pt x="153550" y="224047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BB8CC451-03D3-2717-3842-83DFDAC581F5}"/>
                  </a:ext>
                </a:extLst>
              </p:cNvPr>
              <p:cNvSpPr/>
              <p:nvPr/>
            </p:nvSpPr>
            <p:spPr>
              <a:xfrm>
                <a:off x="882820" y="5091775"/>
                <a:ext cx="65792" cy="72763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516F00F3-CB08-A2FF-A93C-23065DFB09FA}"/>
                  </a:ext>
                </a:extLst>
              </p:cNvPr>
              <p:cNvSpPr/>
              <p:nvPr/>
            </p:nvSpPr>
            <p:spPr>
              <a:xfrm>
                <a:off x="822900" y="4986667"/>
                <a:ext cx="52867" cy="75074"/>
              </a:xfrm>
              <a:custGeom>
                <a:avLst/>
                <a:gdLst>
                  <a:gd name="connsiteX0" fmla="*/ 131910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10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10" y="95269"/>
                    </a:moveTo>
                    <a:cubicBezTo>
                      <a:pt x="131910" y="147885"/>
                      <a:pt x="102380" y="190538"/>
                      <a:pt x="65955" y="190538"/>
                    </a:cubicBezTo>
                    <a:cubicBezTo>
                      <a:pt x="29530" y="190538"/>
                      <a:pt x="0" y="147885"/>
                      <a:pt x="0" y="95269"/>
                    </a:cubicBezTo>
                    <a:cubicBezTo>
                      <a:pt x="0" y="42653"/>
                      <a:pt x="29530" y="0"/>
                      <a:pt x="65955" y="0"/>
                    </a:cubicBezTo>
                    <a:cubicBezTo>
                      <a:pt x="102380" y="0"/>
                      <a:pt x="131910" y="42653"/>
                      <a:pt x="131910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4ED61E1E-8081-D59F-4B1A-394F1F4A92C0}"/>
                  </a:ext>
                </a:extLst>
              </p:cNvPr>
              <p:cNvSpPr/>
              <p:nvPr/>
            </p:nvSpPr>
            <p:spPr>
              <a:xfrm>
                <a:off x="1177908" y="5132430"/>
                <a:ext cx="43178" cy="94113"/>
              </a:xfrm>
              <a:custGeom>
                <a:avLst/>
                <a:gdLst>
                  <a:gd name="connsiteX0" fmla="*/ 104545 w 107735"/>
                  <a:gd name="connsiteY0" fmla="*/ 238859 h 238858"/>
                  <a:gd name="connsiteX1" fmla="*/ 75600 w 107735"/>
                  <a:gd name="connsiteY1" fmla="*/ 234152 h 238858"/>
                  <a:gd name="connsiteX2" fmla="*/ 0 w 107735"/>
                  <a:gd name="connsiteY2" fmla="*/ 21945 h 238858"/>
                  <a:gd name="connsiteX3" fmla="*/ 19454 w 107735"/>
                  <a:gd name="connsiteY3" fmla="*/ 0 h 238858"/>
                  <a:gd name="connsiteX4" fmla="*/ 104545 w 107735"/>
                  <a:gd name="connsiteY4" fmla="*/ 238859 h 2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735" h="238858">
                    <a:moveTo>
                      <a:pt x="104545" y="238859"/>
                    </a:moveTo>
                    <a:lnTo>
                      <a:pt x="75600" y="234152"/>
                    </a:lnTo>
                    <a:cubicBezTo>
                      <a:pt x="88151" y="157063"/>
                      <a:pt x="58460" y="73756"/>
                      <a:pt x="0" y="21945"/>
                    </a:cubicBezTo>
                    <a:lnTo>
                      <a:pt x="19454" y="0"/>
                    </a:lnTo>
                    <a:cubicBezTo>
                      <a:pt x="85248" y="58323"/>
                      <a:pt x="118645" y="152081"/>
                      <a:pt x="104545" y="23885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D52178D0-483B-5331-B788-3619AE6637F0}"/>
                  </a:ext>
                </a:extLst>
              </p:cNvPr>
              <p:cNvSpPr/>
              <p:nvPr/>
            </p:nvSpPr>
            <p:spPr>
              <a:xfrm>
                <a:off x="1136586" y="5091775"/>
                <a:ext cx="65791" cy="72764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F0000216-6D76-E408-E4F2-0597CD188B40}"/>
                  </a:ext>
                </a:extLst>
              </p:cNvPr>
              <p:cNvSpPr/>
              <p:nvPr/>
            </p:nvSpPr>
            <p:spPr>
              <a:xfrm>
                <a:off x="1188281" y="5194569"/>
                <a:ext cx="52867" cy="75074"/>
              </a:xfrm>
              <a:custGeom>
                <a:avLst/>
                <a:gdLst>
                  <a:gd name="connsiteX0" fmla="*/ 131909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09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09" y="95269"/>
                    </a:moveTo>
                    <a:cubicBezTo>
                      <a:pt x="131909" y="147884"/>
                      <a:pt x="102380" y="190538"/>
                      <a:pt x="65955" y="190538"/>
                    </a:cubicBezTo>
                    <a:cubicBezTo>
                      <a:pt x="29529" y="190538"/>
                      <a:pt x="0" y="147884"/>
                      <a:pt x="0" y="95269"/>
                    </a:cubicBezTo>
                    <a:cubicBezTo>
                      <a:pt x="0" y="42653"/>
                      <a:pt x="29529" y="0"/>
                      <a:pt x="65955" y="0"/>
                    </a:cubicBezTo>
                    <a:cubicBezTo>
                      <a:pt x="102380" y="0"/>
                      <a:pt x="131909" y="42653"/>
                      <a:pt x="131909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A71D9664-2D18-1D9E-0B23-25E2D057A884}"/>
                  </a:ext>
                </a:extLst>
              </p:cNvPr>
              <p:cNvSpPr/>
              <p:nvPr/>
            </p:nvSpPr>
            <p:spPr>
              <a:xfrm>
                <a:off x="902440" y="4925888"/>
                <a:ext cx="17137" cy="54505"/>
              </a:xfrm>
              <a:custGeom>
                <a:avLst/>
                <a:gdLst>
                  <a:gd name="connsiteX0" fmla="*/ 42760 w 42759"/>
                  <a:gd name="connsiteY0" fmla="*/ 69167 h 138334"/>
                  <a:gd name="connsiteX1" fmla="*/ 21380 w 42759"/>
                  <a:gd name="connsiteY1" fmla="*/ 138334 h 138334"/>
                  <a:gd name="connsiteX2" fmla="*/ 1 w 42759"/>
                  <a:gd name="connsiteY2" fmla="*/ 69167 h 138334"/>
                  <a:gd name="connsiteX3" fmla="*/ 21380 w 42759"/>
                  <a:gd name="connsiteY3" fmla="*/ 0 h 138334"/>
                  <a:gd name="connsiteX4" fmla="*/ 42760 w 42759"/>
                  <a:gd name="connsiteY4" fmla="*/ 69167 h 138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59" h="138334">
                    <a:moveTo>
                      <a:pt x="42760" y="69167"/>
                    </a:moveTo>
                    <a:cubicBezTo>
                      <a:pt x="42760" y="107367"/>
                      <a:pt x="33188" y="138334"/>
                      <a:pt x="21380" y="138334"/>
                    </a:cubicBezTo>
                    <a:cubicBezTo>
                      <a:pt x="9573" y="138334"/>
                      <a:pt x="1" y="107367"/>
                      <a:pt x="1" y="69167"/>
                    </a:cubicBezTo>
                    <a:cubicBezTo>
                      <a:pt x="1" y="30967"/>
                      <a:pt x="9573" y="0"/>
                      <a:pt x="21380" y="0"/>
                    </a:cubicBezTo>
                    <a:cubicBezTo>
                      <a:pt x="33188" y="0"/>
                      <a:pt x="42760" y="30967"/>
                      <a:pt x="42760" y="691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4" name="Freeform: Shape 1653">
                <a:extLst>
                  <a:ext uri="{FF2B5EF4-FFF2-40B4-BE49-F238E27FC236}">
                    <a16:creationId xmlns:a16="http://schemas.microsoft.com/office/drawing/2014/main" id="{DFD60C1E-4C48-78A4-E605-5B46C93B22DC}"/>
                  </a:ext>
                </a:extLst>
              </p:cNvPr>
              <p:cNvSpPr/>
              <p:nvPr/>
            </p:nvSpPr>
            <p:spPr>
              <a:xfrm>
                <a:off x="906472" y="4938711"/>
                <a:ext cx="9073" cy="28857"/>
              </a:xfrm>
              <a:custGeom>
                <a:avLst/>
                <a:gdLst>
                  <a:gd name="connsiteX0" fmla="*/ 22638 w 22638"/>
                  <a:gd name="connsiteY0" fmla="*/ 36619 h 73238"/>
                  <a:gd name="connsiteX1" fmla="*/ 11319 w 22638"/>
                  <a:gd name="connsiteY1" fmla="*/ 73238 h 73238"/>
                  <a:gd name="connsiteX2" fmla="*/ 0 w 22638"/>
                  <a:gd name="connsiteY2" fmla="*/ 36619 h 73238"/>
                  <a:gd name="connsiteX3" fmla="*/ 11319 w 22638"/>
                  <a:gd name="connsiteY3" fmla="*/ 0 h 73238"/>
                  <a:gd name="connsiteX4" fmla="*/ 22638 w 22638"/>
                  <a:gd name="connsiteY4" fmla="*/ 36619 h 7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38" h="73238">
                    <a:moveTo>
                      <a:pt x="22638" y="36619"/>
                    </a:moveTo>
                    <a:cubicBezTo>
                      <a:pt x="22638" y="56843"/>
                      <a:pt x="17571" y="73238"/>
                      <a:pt x="11319" y="73238"/>
                    </a:cubicBezTo>
                    <a:cubicBezTo>
                      <a:pt x="5067" y="73238"/>
                      <a:pt x="0" y="56843"/>
                      <a:pt x="0" y="36619"/>
                    </a:cubicBezTo>
                    <a:cubicBezTo>
                      <a:pt x="0" y="16395"/>
                      <a:pt x="5067" y="0"/>
                      <a:pt x="11319" y="0"/>
                    </a:cubicBezTo>
                    <a:cubicBezTo>
                      <a:pt x="17571" y="0"/>
                      <a:pt x="22638" y="16395"/>
                      <a:pt x="22638" y="366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489" name="Group 1488">
            <a:extLst>
              <a:ext uri="{FF2B5EF4-FFF2-40B4-BE49-F238E27FC236}">
                <a16:creationId xmlns:a16="http://schemas.microsoft.com/office/drawing/2014/main" id="{280B02F2-0950-F6CD-FC85-FD0547E2DBDA}"/>
              </a:ext>
            </a:extLst>
          </p:cNvPr>
          <p:cNvGrpSpPr/>
          <p:nvPr/>
        </p:nvGrpSpPr>
        <p:grpSpPr>
          <a:xfrm>
            <a:off x="777603" y="4701534"/>
            <a:ext cx="418248" cy="481637"/>
            <a:chOff x="822900" y="4823813"/>
            <a:chExt cx="418248" cy="481637"/>
          </a:xfrm>
        </p:grpSpPr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02B7AAA-FD02-7476-A992-871A46DF3C73}"/>
                </a:ext>
              </a:extLst>
            </p:cNvPr>
            <p:cNvSpPr/>
            <p:nvPr/>
          </p:nvSpPr>
          <p:spPr>
            <a:xfrm>
              <a:off x="932558" y="5051347"/>
              <a:ext cx="222106" cy="254103"/>
            </a:xfrm>
            <a:custGeom>
              <a:avLst/>
              <a:gdLst>
                <a:gd name="connsiteX0" fmla="*/ 4888 w 554178"/>
                <a:gd name="connsiteY0" fmla="*/ 259342 h 644909"/>
                <a:gd name="connsiteX1" fmla="*/ 271633 w 554178"/>
                <a:gd name="connsiteY1" fmla="*/ 644909 h 644909"/>
                <a:gd name="connsiteX2" fmla="*/ 550106 w 554178"/>
                <a:gd name="connsiteY2" fmla="*/ 259342 h 644909"/>
                <a:gd name="connsiteX3" fmla="*/ 434245 w 554178"/>
                <a:gd name="connsiteY3" fmla="*/ 15977 h 644909"/>
                <a:gd name="connsiteX4" fmla="*/ 277497 w 554178"/>
                <a:gd name="connsiteY4" fmla="*/ 0 h 644909"/>
                <a:gd name="connsiteX5" fmla="*/ 29656 w 554178"/>
                <a:gd name="connsiteY5" fmla="*/ 59917 h 644909"/>
                <a:gd name="connsiteX6" fmla="*/ 4888 w 554178"/>
                <a:gd name="connsiteY6" fmla="*/ 259342 h 64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4178" h="644909">
                  <a:moveTo>
                    <a:pt x="4888" y="259342"/>
                  </a:moveTo>
                  <a:cubicBezTo>
                    <a:pt x="28323" y="469020"/>
                    <a:pt x="160245" y="644909"/>
                    <a:pt x="271633" y="644909"/>
                  </a:cubicBezTo>
                  <a:cubicBezTo>
                    <a:pt x="377159" y="644909"/>
                    <a:pt x="526651" y="466079"/>
                    <a:pt x="550106" y="259342"/>
                  </a:cubicBezTo>
                  <a:cubicBezTo>
                    <a:pt x="565873" y="120400"/>
                    <a:pt x="537634" y="45701"/>
                    <a:pt x="434245" y="15977"/>
                  </a:cubicBezTo>
                  <a:cubicBezTo>
                    <a:pt x="395867" y="4956"/>
                    <a:pt x="344938" y="0"/>
                    <a:pt x="277497" y="0"/>
                  </a:cubicBezTo>
                  <a:cubicBezTo>
                    <a:pt x="128377" y="0"/>
                    <a:pt x="60425" y="17501"/>
                    <a:pt x="29656" y="59917"/>
                  </a:cubicBezTo>
                  <a:cubicBezTo>
                    <a:pt x="-73" y="100907"/>
                    <a:pt x="-5584" y="165740"/>
                    <a:pt x="4888" y="259342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519E0E8E-8B7F-F2E2-1EB0-29B78FA39436}"/>
                </a:ext>
              </a:extLst>
            </p:cNvPr>
            <p:cNvSpPr/>
            <p:nvPr/>
          </p:nvSpPr>
          <p:spPr>
            <a:xfrm rot="16979471">
              <a:off x="1078653" y="5164467"/>
              <a:ext cx="152458" cy="83414"/>
            </a:xfrm>
            <a:custGeom>
              <a:avLst/>
              <a:gdLst>
                <a:gd name="connsiteX0" fmla="*/ 386938 w 386937"/>
                <a:gd name="connsiteY0" fmla="*/ 104064 h 208127"/>
                <a:gd name="connsiteX1" fmla="*/ 193470 w 386937"/>
                <a:gd name="connsiteY1" fmla="*/ 208128 h 208127"/>
                <a:gd name="connsiteX2" fmla="*/ 1 w 386937"/>
                <a:gd name="connsiteY2" fmla="*/ 104064 h 208127"/>
                <a:gd name="connsiteX3" fmla="*/ 193470 w 386937"/>
                <a:gd name="connsiteY3" fmla="*/ 0 h 208127"/>
                <a:gd name="connsiteX4" fmla="*/ 386938 w 386937"/>
                <a:gd name="connsiteY4" fmla="*/ 104064 h 20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937" h="208127">
                  <a:moveTo>
                    <a:pt x="386938" y="104064"/>
                  </a:moveTo>
                  <a:cubicBezTo>
                    <a:pt x="386938" y="161537"/>
                    <a:pt x="300319" y="208128"/>
                    <a:pt x="193470" y="208128"/>
                  </a:cubicBezTo>
                  <a:cubicBezTo>
                    <a:pt x="86620" y="208128"/>
                    <a:pt x="1" y="161537"/>
                    <a:pt x="1" y="104064"/>
                  </a:cubicBezTo>
                  <a:cubicBezTo>
                    <a:pt x="1" y="46591"/>
                    <a:pt x="86621" y="0"/>
                    <a:pt x="193470" y="0"/>
                  </a:cubicBezTo>
                  <a:cubicBezTo>
                    <a:pt x="300320" y="0"/>
                    <a:pt x="386938" y="46591"/>
                    <a:pt x="386938" y="104064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3473D1DE-578B-3376-F7A2-8F070CE2D916}"/>
                </a:ext>
              </a:extLst>
            </p:cNvPr>
            <p:cNvSpPr/>
            <p:nvPr/>
          </p:nvSpPr>
          <p:spPr>
            <a:xfrm rot="20820529">
              <a:off x="891026" y="5129786"/>
              <a:ext cx="83414" cy="152458"/>
            </a:xfrm>
            <a:custGeom>
              <a:avLst/>
              <a:gdLst>
                <a:gd name="connsiteX0" fmla="*/ 208128 w 208127"/>
                <a:gd name="connsiteY0" fmla="*/ 193469 h 386937"/>
                <a:gd name="connsiteX1" fmla="*/ 104064 w 208127"/>
                <a:gd name="connsiteY1" fmla="*/ 386938 h 386937"/>
                <a:gd name="connsiteX2" fmla="*/ 0 w 208127"/>
                <a:gd name="connsiteY2" fmla="*/ 193469 h 386937"/>
                <a:gd name="connsiteX3" fmla="*/ 104064 w 208127"/>
                <a:gd name="connsiteY3" fmla="*/ 0 h 386937"/>
                <a:gd name="connsiteX4" fmla="*/ 208128 w 208127"/>
                <a:gd name="connsiteY4" fmla="*/ 193469 h 38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127" h="386937">
                  <a:moveTo>
                    <a:pt x="208128" y="193469"/>
                  </a:moveTo>
                  <a:cubicBezTo>
                    <a:pt x="208128" y="300319"/>
                    <a:pt x="161537" y="386938"/>
                    <a:pt x="104064" y="386938"/>
                  </a:cubicBezTo>
                  <a:cubicBezTo>
                    <a:pt x="46591" y="386938"/>
                    <a:pt x="0" y="300319"/>
                    <a:pt x="0" y="193469"/>
                  </a:cubicBezTo>
                  <a:cubicBezTo>
                    <a:pt x="0" y="86619"/>
                    <a:pt x="46591" y="0"/>
                    <a:pt x="104064" y="0"/>
                  </a:cubicBezTo>
                  <a:cubicBezTo>
                    <a:pt x="161537" y="0"/>
                    <a:pt x="208128" y="86619"/>
                    <a:pt x="208128" y="19346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989D429-D0CB-38BA-55C3-9EE74E11A66C}"/>
                </a:ext>
              </a:extLst>
            </p:cNvPr>
            <p:cNvSpPr/>
            <p:nvPr/>
          </p:nvSpPr>
          <p:spPr>
            <a:xfrm>
              <a:off x="944444" y="5051346"/>
              <a:ext cx="162153" cy="44375"/>
            </a:xfrm>
            <a:custGeom>
              <a:avLst/>
              <a:gdLst>
                <a:gd name="connsiteX0" fmla="*/ 0 w 404589"/>
                <a:gd name="connsiteY0" fmla="*/ 59919 h 112622"/>
                <a:gd name="connsiteX1" fmla="*/ 6727 w 404589"/>
                <a:gd name="connsiteY1" fmla="*/ 64198 h 112622"/>
                <a:gd name="connsiteX2" fmla="*/ 221131 w 404589"/>
                <a:gd name="connsiteY2" fmla="*/ 110244 h 112622"/>
                <a:gd name="connsiteX3" fmla="*/ 394823 w 404589"/>
                <a:gd name="connsiteY3" fmla="*/ 35148 h 112622"/>
                <a:gd name="connsiteX4" fmla="*/ 404589 w 404589"/>
                <a:gd name="connsiteY4" fmla="*/ 15977 h 112622"/>
                <a:gd name="connsiteX5" fmla="*/ 247841 w 404589"/>
                <a:gd name="connsiteY5" fmla="*/ 0 h 112622"/>
                <a:gd name="connsiteX6" fmla="*/ 0 w 404589"/>
                <a:gd name="connsiteY6" fmla="*/ 59919 h 11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589" h="112622">
                  <a:moveTo>
                    <a:pt x="0" y="59919"/>
                  </a:moveTo>
                  <a:cubicBezTo>
                    <a:pt x="2217" y="61413"/>
                    <a:pt x="4472" y="62850"/>
                    <a:pt x="6727" y="64198"/>
                  </a:cubicBezTo>
                  <a:cubicBezTo>
                    <a:pt x="70462" y="102713"/>
                    <a:pt x="147238" y="119186"/>
                    <a:pt x="221131" y="110244"/>
                  </a:cubicBezTo>
                  <a:cubicBezTo>
                    <a:pt x="272550" y="104008"/>
                    <a:pt x="362956" y="80820"/>
                    <a:pt x="394823" y="35148"/>
                  </a:cubicBezTo>
                  <a:cubicBezTo>
                    <a:pt x="399530" y="28377"/>
                    <a:pt x="402727" y="21986"/>
                    <a:pt x="404589" y="15977"/>
                  </a:cubicBezTo>
                  <a:cubicBezTo>
                    <a:pt x="366212" y="4956"/>
                    <a:pt x="315282" y="0"/>
                    <a:pt x="247841" y="0"/>
                  </a:cubicBezTo>
                  <a:cubicBezTo>
                    <a:pt x="98721" y="2"/>
                    <a:pt x="30769" y="17501"/>
                    <a:pt x="0" y="5991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E41DFA6-ADF6-9C55-AC35-30D87964E6C1}"/>
                </a:ext>
              </a:extLst>
            </p:cNvPr>
            <p:cNvSpPr/>
            <p:nvPr/>
          </p:nvSpPr>
          <p:spPr>
            <a:xfrm>
              <a:off x="1012050" y="5152988"/>
              <a:ext cx="61092" cy="117810"/>
            </a:xfrm>
            <a:custGeom>
              <a:avLst/>
              <a:gdLst>
                <a:gd name="connsiteX0" fmla="*/ 152430 w 152430"/>
                <a:gd name="connsiteY0" fmla="*/ 149501 h 299001"/>
                <a:gd name="connsiteX1" fmla="*/ 76216 w 152430"/>
                <a:gd name="connsiteY1" fmla="*/ 299001 h 299001"/>
                <a:gd name="connsiteX2" fmla="*/ 1 w 152430"/>
                <a:gd name="connsiteY2" fmla="*/ 149501 h 299001"/>
                <a:gd name="connsiteX3" fmla="*/ 76216 w 152430"/>
                <a:gd name="connsiteY3" fmla="*/ 0 h 299001"/>
                <a:gd name="connsiteX4" fmla="*/ 152430 w 152430"/>
                <a:gd name="connsiteY4" fmla="*/ 149501 h 29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30" h="299001">
                  <a:moveTo>
                    <a:pt x="152430" y="149501"/>
                  </a:moveTo>
                  <a:cubicBezTo>
                    <a:pt x="152430" y="232068"/>
                    <a:pt x="118308" y="299001"/>
                    <a:pt x="76216" y="299001"/>
                  </a:cubicBezTo>
                  <a:cubicBezTo>
                    <a:pt x="34123" y="299001"/>
                    <a:pt x="1" y="232068"/>
                    <a:pt x="1" y="149501"/>
                  </a:cubicBezTo>
                  <a:cubicBezTo>
                    <a:pt x="1" y="66934"/>
                    <a:pt x="34123" y="0"/>
                    <a:pt x="76216" y="0"/>
                  </a:cubicBezTo>
                  <a:cubicBezTo>
                    <a:pt x="118308" y="0"/>
                    <a:pt x="152430" y="66934"/>
                    <a:pt x="152430" y="149501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B63DC914-F515-E8C5-A44F-A270E990EF8A}"/>
                </a:ext>
              </a:extLst>
            </p:cNvPr>
            <p:cNvSpPr/>
            <p:nvPr/>
          </p:nvSpPr>
          <p:spPr>
            <a:xfrm>
              <a:off x="999084" y="5140813"/>
              <a:ext cx="87029" cy="142159"/>
            </a:xfrm>
            <a:custGeom>
              <a:avLst/>
              <a:gdLst>
                <a:gd name="connsiteX0" fmla="*/ 0 w 217149"/>
                <a:gd name="connsiteY0" fmla="*/ 180399 h 360798"/>
                <a:gd name="connsiteX1" fmla="*/ 108566 w 217149"/>
                <a:gd name="connsiteY1" fmla="*/ 0 h 360798"/>
                <a:gd name="connsiteX2" fmla="*/ 217150 w 217149"/>
                <a:gd name="connsiteY2" fmla="*/ 180399 h 360798"/>
                <a:gd name="connsiteX3" fmla="*/ 108566 w 217149"/>
                <a:gd name="connsiteY3" fmla="*/ 360798 h 360798"/>
                <a:gd name="connsiteX4" fmla="*/ 0 w 217149"/>
                <a:gd name="connsiteY4" fmla="*/ 180399 h 360798"/>
                <a:gd name="connsiteX5" fmla="*/ 3177 w 217149"/>
                <a:gd name="connsiteY5" fmla="*/ 180399 h 360798"/>
                <a:gd name="connsiteX6" fmla="*/ 108585 w 217149"/>
                <a:gd name="connsiteY6" fmla="*/ 357621 h 360798"/>
                <a:gd name="connsiteX7" fmla="*/ 213993 w 217149"/>
                <a:gd name="connsiteY7" fmla="*/ 180399 h 360798"/>
                <a:gd name="connsiteX8" fmla="*/ 108585 w 217149"/>
                <a:gd name="connsiteY8" fmla="*/ 3177 h 360798"/>
                <a:gd name="connsiteX9" fmla="*/ 3177 w 217149"/>
                <a:gd name="connsiteY9" fmla="*/ 180399 h 360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7149" h="360798">
                  <a:moveTo>
                    <a:pt x="0" y="180399"/>
                  </a:moveTo>
                  <a:cubicBezTo>
                    <a:pt x="0" y="80933"/>
                    <a:pt x="48694" y="0"/>
                    <a:pt x="108566" y="0"/>
                  </a:cubicBezTo>
                  <a:cubicBezTo>
                    <a:pt x="168437" y="0"/>
                    <a:pt x="217150" y="80914"/>
                    <a:pt x="217150" y="180399"/>
                  </a:cubicBezTo>
                  <a:cubicBezTo>
                    <a:pt x="217150" y="279865"/>
                    <a:pt x="168437" y="360798"/>
                    <a:pt x="108566" y="360798"/>
                  </a:cubicBezTo>
                  <a:cubicBezTo>
                    <a:pt x="48694" y="360798"/>
                    <a:pt x="0" y="279865"/>
                    <a:pt x="0" y="180399"/>
                  </a:cubicBezTo>
                  <a:close/>
                  <a:moveTo>
                    <a:pt x="3177" y="180399"/>
                  </a:moveTo>
                  <a:cubicBezTo>
                    <a:pt x="3177" y="278119"/>
                    <a:pt x="50458" y="357621"/>
                    <a:pt x="108585" y="357621"/>
                  </a:cubicBezTo>
                  <a:cubicBezTo>
                    <a:pt x="166691" y="357621"/>
                    <a:pt x="213993" y="278119"/>
                    <a:pt x="213993" y="180399"/>
                  </a:cubicBezTo>
                  <a:cubicBezTo>
                    <a:pt x="213993" y="82679"/>
                    <a:pt x="166691" y="3177"/>
                    <a:pt x="108585" y="3177"/>
                  </a:cubicBezTo>
                  <a:cubicBezTo>
                    <a:pt x="50458" y="3177"/>
                    <a:pt x="3177" y="82679"/>
                    <a:pt x="3177" y="18039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958163A0-D89E-3F35-354C-44AA7E9BF7E8}"/>
                </a:ext>
              </a:extLst>
            </p:cNvPr>
            <p:cNvSpPr/>
            <p:nvPr/>
          </p:nvSpPr>
          <p:spPr>
            <a:xfrm>
              <a:off x="926292" y="4823813"/>
              <a:ext cx="232198" cy="247169"/>
            </a:xfrm>
            <a:custGeom>
              <a:avLst/>
              <a:gdLst>
                <a:gd name="connsiteX0" fmla="*/ 579360 w 579360"/>
                <a:gd name="connsiteY0" fmla="*/ 313656 h 627312"/>
                <a:gd name="connsiteX1" fmla="*/ 289680 w 579360"/>
                <a:gd name="connsiteY1" fmla="*/ 627312 h 627312"/>
                <a:gd name="connsiteX2" fmla="*/ 0 w 579360"/>
                <a:gd name="connsiteY2" fmla="*/ 313656 h 627312"/>
                <a:gd name="connsiteX3" fmla="*/ 289680 w 579360"/>
                <a:gd name="connsiteY3" fmla="*/ 0 h 627312"/>
                <a:gd name="connsiteX4" fmla="*/ 579360 w 579360"/>
                <a:gd name="connsiteY4" fmla="*/ 313656 h 62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360" h="627312">
                  <a:moveTo>
                    <a:pt x="579360" y="313656"/>
                  </a:moveTo>
                  <a:cubicBezTo>
                    <a:pt x="579360" y="486884"/>
                    <a:pt x="449666" y="627312"/>
                    <a:pt x="289680" y="627312"/>
                  </a:cubicBezTo>
                  <a:cubicBezTo>
                    <a:pt x="129694" y="627312"/>
                    <a:pt x="0" y="486884"/>
                    <a:pt x="0" y="313656"/>
                  </a:cubicBezTo>
                  <a:cubicBezTo>
                    <a:pt x="0" y="140429"/>
                    <a:pt x="129694" y="0"/>
                    <a:pt x="289680" y="0"/>
                  </a:cubicBezTo>
                  <a:cubicBezTo>
                    <a:pt x="449666" y="0"/>
                    <a:pt x="579360" y="140429"/>
                    <a:pt x="579360" y="313656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F3DE18F8-6B6F-3BB4-4B95-38321A1CC158}"/>
                </a:ext>
              </a:extLst>
            </p:cNvPr>
            <p:cNvSpPr/>
            <p:nvPr/>
          </p:nvSpPr>
          <p:spPr>
            <a:xfrm>
              <a:off x="932684" y="4837672"/>
              <a:ext cx="230844" cy="233311"/>
            </a:xfrm>
            <a:custGeom>
              <a:avLst/>
              <a:gdLst>
                <a:gd name="connsiteX0" fmla="*/ 575979 w 575979"/>
                <a:gd name="connsiteY0" fmla="*/ 296069 h 592138"/>
                <a:gd name="connsiteX1" fmla="*/ 287990 w 575979"/>
                <a:gd name="connsiteY1" fmla="*/ 592139 h 592138"/>
                <a:gd name="connsiteX2" fmla="*/ 0 w 575979"/>
                <a:gd name="connsiteY2" fmla="*/ 296069 h 592138"/>
                <a:gd name="connsiteX3" fmla="*/ 287990 w 575979"/>
                <a:gd name="connsiteY3" fmla="*/ 0 h 592138"/>
                <a:gd name="connsiteX4" fmla="*/ 575979 w 575979"/>
                <a:gd name="connsiteY4" fmla="*/ 296069 h 5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979" h="592138">
                  <a:moveTo>
                    <a:pt x="575979" y="296069"/>
                  </a:moveTo>
                  <a:cubicBezTo>
                    <a:pt x="575979" y="459584"/>
                    <a:pt x="447042" y="592139"/>
                    <a:pt x="287990" y="592139"/>
                  </a:cubicBezTo>
                  <a:cubicBezTo>
                    <a:pt x="128938" y="592139"/>
                    <a:pt x="0" y="459584"/>
                    <a:pt x="0" y="296069"/>
                  </a:cubicBezTo>
                  <a:cubicBezTo>
                    <a:pt x="0" y="132555"/>
                    <a:pt x="128938" y="0"/>
                    <a:pt x="287990" y="0"/>
                  </a:cubicBezTo>
                  <a:cubicBezTo>
                    <a:pt x="447042" y="0"/>
                    <a:pt x="575979" y="132555"/>
                    <a:pt x="575979" y="2960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FA724201-AA1B-E038-D78A-A7D95900892B}"/>
                </a:ext>
              </a:extLst>
            </p:cNvPr>
            <p:cNvSpPr/>
            <p:nvPr/>
          </p:nvSpPr>
          <p:spPr>
            <a:xfrm>
              <a:off x="1139608" y="4919677"/>
              <a:ext cx="38764" cy="65835"/>
            </a:xfrm>
            <a:custGeom>
              <a:avLst/>
              <a:gdLst>
                <a:gd name="connsiteX0" fmla="*/ 0 w 96720"/>
                <a:gd name="connsiteY0" fmla="*/ 18877 h 167087"/>
                <a:gd name="connsiteX1" fmla="*/ 0 w 96720"/>
                <a:gd name="connsiteY1" fmla="*/ 148210 h 167087"/>
                <a:gd name="connsiteX2" fmla="*/ 18866 w 96720"/>
                <a:gd name="connsiteY2" fmla="*/ 167088 h 167087"/>
                <a:gd name="connsiteX3" fmla="*/ 77855 w 96720"/>
                <a:gd name="connsiteY3" fmla="*/ 167088 h 167087"/>
                <a:gd name="connsiteX4" fmla="*/ 96485 w 96720"/>
                <a:gd name="connsiteY4" fmla="*/ 151054 h 167087"/>
                <a:gd name="connsiteX5" fmla="*/ 96721 w 96720"/>
                <a:gd name="connsiteY5" fmla="*/ 148210 h 167087"/>
                <a:gd name="connsiteX6" fmla="*/ 96721 w 96720"/>
                <a:gd name="connsiteY6" fmla="*/ 18877 h 167087"/>
                <a:gd name="connsiteX7" fmla="*/ 96485 w 96720"/>
                <a:gd name="connsiteY7" fmla="*/ 16034 h 167087"/>
                <a:gd name="connsiteX8" fmla="*/ 77855 w 96720"/>
                <a:gd name="connsiteY8" fmla="*/ 0 h 167087"/>
                <a:gd name="connsiteX9" fmla="*/ 18866 w 96720"/>
                <a:gd name="connsiteY9" fmla="*/ 0 h 167087"/>
                <a:gd name="connsiteX10" fmla="*/ 0 w 96720"/>
                <a:gd name="connsiteY10" fmla="*/ 18877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720" h="167087">
                  <a:moveTo>
                    <a:pt x="0" y="18877"/>
                  </a:moveTo>
                  <a:lnTo>
                    <a:pt x="0" y="148210"/>
                  </a:lnTo>
                  <a:cubicBezTo>
                    <a:pt x="0" y="158645"/>
                    <a:pt x="8433" y="167088"/>
                    <a:pt x="18866" y="167088"/>
                  </a:cubicBezTo>
                  <a:lnTo>
                    <a:pt x="77855" y="167088"/>
                  </a:lnTo>
                  <a:cubicBezTo>
                    <a:pt x="87307" y="167088"/>
                    <a:pt x="95151" y="160139"/>
                    <a:pt x="96485" y="151054"/>
                  </a:cubicBezTo>
                  <a:cubicBezTo>
                    <a:pt x="96661" y="150116"/>
                    <a:pt x="96721" y="149177"/>
                    <a:pt x="96721" y="148210"/>
                  </a:cubicBezTo>
                  <a:lnTo>
                    <a:pt x="96721" y="18877"/>
                  </a:lnTo>
                  <a:cubicBezTo>
                    <a:pt x="96721" y="17910"/>
                    <a:pt x="96661" y="16971"/>
                    <a:pt x="96485" y="16034"/>
                  </a:cubicBezTo>
                  <a:cubicBezTo>
                    <a:pt x="95151" y="6946"/>
                    <a:pt x="87307" y="0"/>
                    <a:pt x="77855" y="0"/>
                  </a:cubicBezTo>
                  <a:lnTo>
                    <a:pt x="18866" y="0"/>
                  </a:lnTo>
                  <a:cubicBezTo>
                    <a:pt x="8433" y="0"/>
                    <a:pt x="0" y="8442"/>
                    <a:pt x="0" y="1887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CC451619-39C3-3604-2E88-38D7814ADDDD}"/>
                </a:ext>
              </a:extLst>
            </p:cNvPr>
            <p:cNvSpPr/>
            <p:nvPr/>
          </p:nvSpPr>
          <p:spPr>
            <a:xfrm>
              <a:off x="898410" y="4919678"/>
              <a:ext cx="49704" cy="65835"/>
            </a:xfrm>
            <a:custGeom>
              <a:avLst/>
              <a:gdLst>
                <a:gd name="connsiteX0" fmla="*/ 0 w 124018"/>
                <a:gd name="connsiteY0" fmla="*/ 117156 h 167087"/>
                <a:gd name="connsiteX1" fmla="*/ 49929 w 124018"/>
                <a:gd name="connsiteY1" fmla="*/ 167087 h 167087"/>
                <a:gd name="connsiteX2" fmla="*/ 99819 w 124018"/>
                <a:gd name="connsiteY2" fmla="*/ 167087 h 167087"/>
                <a:gd name="connsiteX3" fmla="*/ 124019 w 124018"/>
                <a:gd name="connsiteY3" fmla="*/ 148210 h 167087"/>
                <a:gd name="connsiteX4" fmla="*/ 124019 w 124018"/>
                <a:gd name="connsiteY4" fmla="*/ 18877 h 167087"/>
                <a:gd name="connsiteX5" fmla="*/ 99819 w 124018"/>
                <a:gd name="connsiteY5" fmla="*/ 0 h 167087"/>
                <a:gd name="connsiteX6" fmla="*/ 49596 w 124018"/>
                <a:gd name="connsiteY6" fmla="*/ 337 h 167087"/>
                <a:gd name="connsiteX7" fmla="*/ 0 w 124018"/>
                <a:gd name="connsiteY7" fmla="*/ 50266 h 167087"/>
                <a:gd name="connsiteX8" fmla="*/ 0 w 124018"/>
                <a:gd name="connsiteY8" fmla="*/ 117156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18" h="167087">
                  <a:moveTo>
                    <a:pt x="0" y="117156"/>
                  </a:moveTo>
                  <a:cubicBezTo>
                    <a:pt x="0" y="144733"/>
                    <a:pt x="22356" y="167087"/>
                    <a:pt x="49929" y="167087"/>
                  </a:cubicBezTo>
                  <a:lnTo>
                    <a:pt x="99819" y="167087"/>
                  </a:lnTo>
                  <a:cubicBezTo>
                    <a:pt x="113194" y="167087"/>
                    <a:pt x="124019" y="158645"/>
                    <a:pt x="124019" y="148210"/>
                  </a:cubicBezTo>
                  <a:lnTo>
                    <a:pt x="124019" y="18877"/>
                  </a:lnTo>
                  <a:cubicBezTo>
                    <a:pt x="124019" y="8442"/>
                    <a:pt x="113194" y="0"/>
                    <a:pt x="99819" y="0"/>
                  </a:cubicBezTo>
                  <a:lnTo>
                    <a:pt x="49596" y="337"/>
                  </a:lnTo>
                  <a:cubicBezTo>
                    <a:pt x="22160" y="522"/>
                    <a:pt x="0" y="22821"/>
                    <a:pt x="0" y="50266"/>
                  </a:cubicBezTo>
                  <a:lnTo>
                    <a:pt x="0" y="117156"/>
                  </a:ln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C7E0E92F-2BA1-894A-0EA8-D993C2089E67}"/>
                </a:ext>
              </a:extLst>
            </p:cNvPr>
            <p:cNvSpPr/>
            <p:nvPr/>
          </p:nvSpPr>
          <p:spPr>
            <a:xfrm>
              <a:off x="976826" y="4891957"/>
              <a:ext cx="157429" cy="133980"/>
            </a:xfrm>
            <a:custGeom>
              <a:avLst/>
              <a:gdLst>
                <a:gd name="connsiteX0" fmla="*/ 392803 w 392803"/>
                <a:gd name="connsiteY0" fmla="*/ 170019 h 340038"/>
                <a:gd name="connsiteX1" fmla="*/ 196401 w 392803"/>
                <a:gd name="connsiteY1" fmla="*/ 340039 h 340038"/>
                <a:gd name="connsiteX2" fmla="*/ 0 w 392803"/>
                <a:gd name="connsiteY2" fmla="*/ 170019 h 340038"/>
                <a:gd name="connsiteX3" fmla="*/ 196401 w 392803"/>
                <a:gd name="connsiteY3" fmla="*/ 0 h 340038"/>
                <a:gd name="connsiteX4" fmla="*/ 392803 w 392803"/>
                <a:gd name="connsiteY4" fmla="*/ 170019 h 34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803" h="340038">
                  <a:moveTo>
                    <a:pt x="392803" y="170019"/>
                  </a:moveTo>
                  <a:cubicBezTo>
                    <a:pt x="392803" y="263918"/>
                    <a:pt x="304871" y="340039"/>
                    <a:pt x="196401" y="340039"/>
                  </a:cubicBezTo>
                  <a:cubicBezTo>
                    <a:pt x="87931" y="340039"/>
                    <a:pt x="0" y="263918"/>
                    <a:pt x="0" y="170019"/>
                  </a:cubicBezTo>
                  <a:cubicBezTo>
                    <a:pt x="0" y="76120"/>
                    <a:pt x="87932" y="0"/>
                    <a:pt x="196401" y="0"/>
                  </a:cubicBezTo>
                  <a:cubicBezTo>
                    <a:pt x="304871" y="0"/>
                    <a:pt x="392803" y="76120"/>
                    <a:pt x="392803" y="1700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9F35CF2B-9C7B-5D8A-FDC9-DB8608FB92AE}"/>
                </a:ext>
              </a:extLst>
            </p:cNvPr>
            <p:cNvSpPr/>
            <p:nvPr/>
          </p:nvSpPr>
          <p:spPr>
            <a:xfrm>
              <a:off x="986328" y="4900043"/>
              <a:ext cx="138417" cy="117809"/>
            </a:xfrm>
            <a:custGeom>
              <a:avLst/>
              <a:gdLst>
                <a:gd name="connsiteX0" fmla="*/ 0 w 345365"/>
                <a:gd name="connsiteY0" fmla="*/ 149499 h 298999"/>
                <a:gd name="connsiteX1" fmla="*/ 26181 w 345365"/>
                <a:gd name="connsiteY1" fmla="*/ 228646 h 298999"/>
                <a:gd name="connsiteX2" fmla="*/ 172692 w 345365"/>
                <a:gd name="connsiteY2" fmla="*/ 298999 h 298999"/>
                <a:gd name="connsiteX3" fmla="*/ 319185 w 345365"/>
                <a:gd name="connsiteY3" fmla="*/ 228646 h 298999"/>
                <a:gd name="connsiteX4" fmla="*/ 345366 w 345365"/>
                <a:gd name="connsiteY4" fmla="*/ 149499 h 298999"/>
                <a:gd name="connsiteX5" fmla="*/ 312340 w 345365"/>
                <a:gd name="connsiteY5" fmla="*/ 61558 h 298999"/>
                <a:gd name="connsiteX6" fmla="*/ 172692 w 345365"/>
                <a:gd name="connsiteY6" fmla="*/ 0 h 298999"/>
                <a:gd name="connsiteX7" fmla="*/ 33044 w 345365"/>
                <a:gd name="connsiteY7" fmla="*/ 61558 h 298999"/>
                <a:gd name="connsiteX8" fmla="*/ 0 w 345365"/>
                <a:gd name="connsiteY8" fmla="*/ 149499 h 29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5365" h="298999">
                  <a:moveTo>
                    <a:pt x="0" y="149499"/>
                  </a:moveTo>
                  <a:cubicBezTo>
                    <a:pt x="0" y="178548"/>
                    <a:pt x="9590" y="205693"/>
                    <a:pt x="26181" y="228646"/>
                  </a:cubicBezTo>
                  <a:cubicBezTo>
                    <a:pt x="56656" y="270887"/>
                    <a:pt x="110860" y="298999"/>
                    <a:pt x="172692" y="298999"/>
                  </a:cubicBezTo>
                  <a:cubicBezTo>
                    <a:pt x="234505" y="298999"/>
                    <a:pt x="288710" y="270887"/>
                    <a:pt x="319185" y="228646"/>
                  </a:cubicBezTo>
                  <a:cubicBezTo>
                    <a:pt x="335776" y="205693"/>
                    <a:pt x="345366" y="178548"/>
                    <a:pt x="345366" y="149499"/>
                  </a:cubicBezTo>
                  <a:cubicBezTo>
                    <a:pt x="345366" y="116637"/>
                    <a:pt x="333128" y="86211"/>
                    <a:pt x="312340" y="61558"/>
                  </a:cubicBezTo>
                  <a:cubicBezTo>
                    <a:pt x="280944" y="24241"/>
                    <a:pt x="230113" y="0"/>
                    <a:pt x="172692" y="0"/>
                  </a:cubicBezTo>
                  <a:cubicBezTo>
                    <a:pt x="115252" y="0"/>
                    <a:pt x="64421" y="24243"/>
                    <a:pt x="33044" y="61558"/>
                  </a:cubicBezTo>
                  <a:cubicBezTo>
                    <a:pt x="12257" y="86211"/>
                    <a:pt x="0" y="116639"/>
                    <a:pt x="0" y="14949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01ABCCE-B793-F225-1450-B3278A546A18}"/>
                </a:ext>
              </a:extLst>
            </p:cNvPr>
            <p:cNvSpPr/>
            <p:nvPr/>
          </p:nvSpPr>
          <p:spPr>
            <a:xfrm>
              <a:off x="1092298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7 w 64491"/>
                <a:gd name="connsiteY1" fmla="*/ 89296 h 89295"/>
                <a:gd name="connsiteX2" fmla="*/ 1 w 64491"/>
                <a:gd name="connsiteY2" fmla="*/ 44648 h 89295"/>
                <a:gd name="connsiteX3" fmla="*/ 32247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7" y="89296"/>
                  </a:cubicBezTo>
                  <a:cubicBezTo>
                    <a:pt x="14438" y="89296"/>
                    <a:pt x="1" y="69306"/>
                    <a:pt x="1" y="44648"/>
                  </a:cubicBezTo>
                  <a:cubicBezTo>
                    <a:pt x="1" y="19990"/>
                    <a:pt x="14438" y="0"/>
                    <a:pt x="32247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14D2CD7D-655B-2E3F-ECD9-28BF0E2DF0FA}"/>
                </a:ext>
              </a:extLst>
            </p:cNvPr>
            <p:cNvSpPr/>
            <p:nvPr/>
          </p:nvSpPr>
          <p:spPr>
            <a:xfrm>
              <a:off x="1005362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6 w 64491"/>
                <a:gd name="connsiteY1" fmla="*/ 89296 h 89295"/>
                <a:gd name="connsiteX2" fmla="*/ 0 w 64491"/>
                <a:gd name="connsiteY2" fmla="*/ 44648 h 89295"/>
                <a:gd name="connsiteX3" fmla="*/ 32246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6" y="89296"/>
                  </a:cubicBezTo>
                  <a:cubicBezTo>
                    <a:pt x="14437" y="89296"/>
                    <a:pt x="0" y="69306"/>
                    <a:pt x="0" y="44648"/>
                  </a:cubicBezTo>
                  <a:cubicBezTo>
                    <a:pt x="0" y="19990"/>
                    <a:pt x="14437" y="0"/>
                    <a:pt x="32246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5399C5A-AFC8-5C8F-A33B-4AC57D39EE0B}"/>
                </a:ext>
              </a:extLst>
            </p:cNvPr>
            <p:cNvSpPr/>
            <p:nvPr/>
          </p:nvSpPr>
          <p:spPr>
            <a:xfrm>
              <a:off x="999565" y="4900043"/>
              <a:ext cx="111945" cy="24255"/>
            </a:xfrm>
            <a:custGeom>
              <a:avLst/>
              <a:gdLst>
                <a:gd name="connsiteX0" fmla="*/ 0 w 279315"/>
                <a:gd name="connsiteY0" fmla="*/ 61558 h 61558"/>
                <a:gd name="connsiteX1" fmla="*/ 279315 w 279315"/>
                <a:gd name="connsiteY1" fmla="*/ 61558 h 61558"/>
                <a:gd name="connsiteX2" fmla="*/ 139667 w 279315"/>
                <a:gd name="connsiteY2" fmla="*/ 0 h 61558"/>
                <a:gd name="connsiteX3" fmla="*/ 0 w 279315"/>
                <a:gd name="connsiteY3" fmla="*/ 61558 h 61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15" h="61558">
                  <a:moveTo>
                    <a:pt x="0" y="61558"/>
                  </a:moveTo>
                  <a:lnTo>
                    <a:pt x="279315" y="61558"/>
                  </a:lnTo>
                  <a:cubicBezTo>
                    <a:pt x="247919" y="24241"/>
                    <a:pt x="197088" y="0"/>
                    <a:pt x="139667" y="0"/>
                  </a:cubicBezTo>
                  <a:cubicBezTo>
                    <a:pt x="82227" y="0"/>
                    <a:pt x="31396" y="24241"/>
                    <a:pt x="0" y="61558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136549C1-A21C-047F-94B5-F7EBF8CD72C9}"/>
                </a:ext>
              </a:extLst>
            </p:cNvPr>
            <p:cNvSpPr/>
            <p:nvPr/>
          </p:nvSpPr>
          <p:spPr>
            <a:xfrm>
              <a:off x="996821" y="4990132"/>
              <a:ext cx="117432" cy="18480"/>
            </a:xfrm>
            <a:custGeom>
              <a:avLst/>
              <a:gdLst>
                <a:gd name="connsiteX0" fmla="*/ 0 w 293004"/>
                <a:gd name="connsiteY0" fmla="*/ 0 h 46901"/>
                <a:gd name="connsiteX1" fmla="*/ 146512 w 293004"/>
                <a:gd name="connsiteY1" fmla="*/ 46901 h 46901"/>
                <a:gd name="connsiteX2" fmla="*/ 293004 w 293004"/>
                <a:gd name="connsiteY2" fmla="*/ 0 h 46901"/>
                <a:gd name="connsiteX3" fmla="*/ 0 w 293004"/>
                <a:gd name="connsiteY3" fmla="*/ 0 h 4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004" h="46901">
                  <a:moveTo>
                    <a:pt x="0" y="0"/>
                  </a:moveTo>
                  <a:cubicBezTo>
                    <a:pt x="30475" y="28161"/>
                    <a:pt x="84680" y="46901"/>
                    <a:pt x="146512" y="46901"/>
                  </a:cubicBezTo>
                  <a:cubicBezTo>
                    <a:pt x="208325" y="46901"/>
                    <a:pt x="262529" y="28159"/>
                    <a:pt x="293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F163710-FC9C-1740-0254-940472377BA0}"/>
                </a:ext>
              </a:extLst>
            </p:cNvPr>
            <p:cNvSpPr/>
            <p:nvPr/>
          </p:nvSpPr>
          <p:spPr>
            <a:xfrm>
              <a:off x="844006" y="5040520"/>
              <a:ext cx="64904" cy="88277"/>
            </a:xfrm>
            <a:custGeom>
              <a:avLst/>
              <a:gdLst>
                <a:gd name="connsiteX0" fmla="*/ 153550 w 161942"/>
                <a:gd name="connsiteY0" fmla="*/ 224047 h 224046"/>
                <a:gd name="connsiteX1" fmla="*/ 665 w 161942"/>
                <a:gd name="connsiteY1" fmla="*/ 0 h 224046"/>
                <a:gd name="connsiteX2" fmla="*/ 29884 w 161942"/>
                <a:gd name="connsiteY2" fmla="*/ 2426 h 224046"/>
                <a:gd name="connsiteX3" fmla="*/ 161943 w 161942"/>
                <a:gd name="connsiteY3" fmla="*/ 195964 h 224046"/>
                <a:gd name="connsiteX4" fmla="*/ 153550 w 161942"/>
                <a:gd name="connsiteY4" fmla="*/ 224047 h 22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42" h="224046">
                  <a:moveTo>
                    <a:pt x="153550" y="224047"/>
                  </a:moveTo>
                  <a:cubicBezTo>
                    <a:pt x="59712" y="196023"/>
                    <a:pt x="-7455" y="97605"/>
                    <a:pt x="665" y="0"/>
                  </a:cubicBezTo>
                  <a:lnTo>
                    <a:pt x="29884" y="2426"/>
                  </a:lnTo>
                  <a:cubicBezTo>
                    <a:pt x="22864" y="86738"/>
                    <a:pt x="80872" y="171745"/>
                    <a:pt x="161943" y="195964"/>
                  </a:cubicBezTo>
                  <a:lnTo>
                    <a:pt x="153550" y="224047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A5F2A6D1-888C-3001-C9CC-8D541A4457EF}"/>
                </a:ext>
              </a:extLst>
            </p:cNvPr>
            <p:cNvSpPr/>
            <p:nvPr/>
          </p:nvSpPr>
          <p:spPr>
            <a:xfrm>
              <a:off x="882820" y="5091775"/>
              <a:ext cx="65792" cy="72763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F546699-3465-8F8F-7A43-851B52C13E72}"/>
                </a:ext>
              </a:extLst>
            </p:cNvPr>
            <p:cNvSpPr/>
            <p:nvPr/>
          </p:nvSpPr>
          <p:spPr>
            <a:xfrm>
              <a:off x="822900" y="4986667"/>
              <a:ext cx="52867" cy="75074"/>
            </a:xfrm>
            <a:custGeom>
              <a:avLst/>
              <a:gdLst>
                <a:gd name="connsiteX0" fmla="*/ 131910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10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10" y="95269"/>
                  </a:moveTo>
                  <a:cubicBezTo>
                    <a:pt x="131910" y="147885"/>
                    <a:pt x="102380" y="190538"/>
                    <a:pt x="65955" y="190538"/>
                  </a:cubicBezTo>
                  <a:cubicBezTo>
                    <a:pt x="29530" y="190538"/>
                    <a:pt x="0" y="147885"/>
                    <a:pt x="0" y="95269"/>
                  </a:cubicBezTo>
                  <a:cubicBezTo>
                    <a:pt x="0" y="42653"/>
                    <a:pt x="29530" y="0"/>
                    <a:pt x="65955" y="0"/>
                  </a:cubicBezTo>
                  <a:cubicBezTo>
                    <a:pt x="102380" y="0"/>
                    <a:pt x="131910" y="42653"/>
                    <a:pt x="131910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56529535-42C1-9B84-0CCB-117B5ECE8D97}"/>
                </a:ext>
              </a:extLst>
            </p:cNvPr>
            <p:cNvSpPr/>
            <p:nvPr/>
          </p:nvSpPr>
          <p:spPr>
            <a:xfrm>
              <a:off x="1177908" y="5132430"/>
              <a:ext cx="43178" cy="94113"/>
            </a:xfrm>
            <a:custGeom>
              <a:avLst/>
              <a:gdLst>
                <a:gd name="connsiteX0" fmla="*/ 104545 w 107735"/>
                <a:gd name="connsiteY0" fmla="*/ 238859 h 238858"/>
                <a:gd name="connsiteX1" fmla="*/ 75600 w 107735"/>
                <a:gd name="connsiteY1" fmla="*/ 234152 h 238858"/>
                <a:gd name="connsiteX2" fmla="*/ 0 w 107735"/>
                <a:gd name="connsiteY2" fmla="*/ 21945 h 238858"/>
                <a:gd name="connsiteX3" fmla="*/ 19454 w 107735"/>
                <a:gd name="connsiteY3" fmla="*/ 0 h 238858"/>
                <a:gd name="connsiteX4" fmla="*/ 104545 w 107735"/>
                <a:gd name="connsiteY4" fmla="*/ 238859 h 23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35" h="238858">
                  <a:moveTo>
                    <a:pt x="104545" y="238859"/>
                  </a:moveTo>
                  <a:lnTo>
                    <a:pt x="75600" y="234152"/>
                  </a:lnTo>
                  <a:cubicBezTo>
                    <a:pt x="88151" y="157063"/>
                    <a:pt x="58460" y="73756"/>
                    <a:pt x="0" y="21945"/>
                  </a:cubicBezTo>
                  <a:lnTo>
                    <a:pt x="19454" y="0"/>
                  </a:lnTo>
                  <a:cubicBezTo>
                    <a:pt x="85248" y="58323"/>
                    <a:pt x="118645" y="152081"/>
                    <a:pt x="104545" y="23885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533BEB93-6A3A-3292-F949-773CA2B6B22A}"/>
                </a:ext>
              </a:extLst>
            </p:cNvPr>
            <p:cNvSpPr/>
            <p:nvPr/>
          </p:nvSpPr>
          <p:spPr>
            <a:xfrm>
              <a:off x="1136586" y="5091775"/>
              <a:ext cx="65791" cy="72764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B6CB98E7-3466-7086-4092-9E939C37AC34}"/>
                </a:ext>
              </a:extLst>
            </p:cNvPr>
            <p:cNvSpPr/>
            <p:nvPr/>
          </p:nvSpPr>
          <p:spPr>
            <a:xfrm>
              <a:off x="1188281" y="5194569"/>
              <a:ext cx="52867" cy="75074"/>
            </a:xfrm>
            <a:custGeom>
              <a:avLst/>
              <a:gdLst>
                <a:gd name="connsiteX0" fmla="*/ 131909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09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09" y="95269"/>
                  </a:moveTo>
                  <a:cubicBezTo>
                    <a:pt x="131909" y="147884"/>
                    <a:pt x="102380" y="190538"/>
                    <a:pt x="65955" y="190538"/>
                  </a:cubicBezTo>
                  <a:cubicBezTo>
                    <a:pt x="29529" y="190538"/>
                    <a:pt x="0" y="147884"/>
                    <a:pt x="0" y="95269"/>
                  </a:cubicBezTo>
                  <a:cubicBezTo>
                    <a:pt x="0" y="42653"/>
                    <a:pt x="29529" y="0"/>
                    <a:pt x="65955" y="0"/>
                  </a:cubicBezTo>
                  <a:cubicBezTo>
                    <a:pt x="102380" y="0"/>
                    <a:pt x="131909" y="42653"/>
                    <a:pt x="131909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8B06E790-660C-D475-F778-DCBCBBE47B00}"/>
                </a:ext>
              </a:extLst>
            </p:cNvPr>
            <p:cNvSpPr/>
            <p:nvPr/>
          </p:nvSpPr>
          <p:spPr>
            <a:xfrm>
              <a:off x="902440" y="4925888"/>
              <a:ext cx="17137" cy="54505"/>
            </a:xfrm>
            <a:custGeom>
              <a:avLst/>
              <a:gdLst>
                <a:gd name="connsiteX0" fmla="*/ 42760 w 42759"/>
                <a:gd name="connsiteY0" fmla="*/ 69167 h 138334"/>
                <a:gd name="connsiteX1" fmla="*/ 21380 w 42759"/>
                <a:gd name="connsiteY1" fmla="*/ 138334 h 138334"/>
                <a:gd name="connsiteX2" fmla="*/ 1 w 42759"/>
                <a:gd name="connsiteY2" fmla="*/ 69167 h 138334"/>
                <a:gd name="connsiteX3" fmla="*/ 21380 w 42759"/>
                <a:gd name="connsiteY3" fmla="*/ 0 h 138334"/>
                <a:gd name="connsiteX4" fmla="*/ 42760 w 42759"/>
                <a:gd name="connsiteY4" fmla="*/ 69167 h 13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759" h="138334">
                  <a:moveTo>
                    <a:pt x="42760" y="69167"/>
                  </a:moveTo>
                  <a:cubicBezTo>
                    <a:pt x="42760" y="107367"/>
                    <a:pt x="33188" y="138334"/>
                    <a:pt x="21380" y="138334"/>
                  </a:cubicBezTo>
                  <a:cubicBezTo>
                    <a:pt x="9573" y="138334"/>
                    <a:pt x="1" y="107367"/>
                    <a:pt x="1" y="69167"/>
                  </a:cubicBezTo>
                  <a:cubicBezTo>
                    <a:pt x="1" y="30967"/>
                    <a:pt x="9573" y="0"/>
                    <a:pt x="21380" y="0"/>
                  </a:cubicBezTo>
                  <a:cubicBezTo>
                    <a:pt x="33188" y="0"/>
                    <a:pt x="42760" y="30967"/>
                    <a:pt x="42760" y="69167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3458C16-B127-9ACE-9AD9-2DD6E9CE1724}"/>
                </a:ext>
              </a:extLst>
            </p:cNvPr>
            <p:cNvSpPr/>
            <p:nvPr/>
          </p:nvSpPr>
          <p:spPr>
            <a:xfrm>
              <a:off x="906472" y="4938711"/>
              <a:ext cx="9073" cy="28857"/>
            </a:xfrm>
            <a:custGeom>
              <a:avLst/>
              <a:gdLst>
                <a:gd name="connsiteX0" fmla="*/ 22638 w 22638"/>
                <a:gd name="connsiteY0" fmla="*/ 36619 h 73238"/>
                <a:gd name="connsiteX1" fmla="*/ 11319 w 22638"/>
                <a:gd name="connsiteY1" fmla="*/ 73238 h 73238"/>
                <a:gd name="connsiteX2" fmla="*/ 0 w 22638"/>
                <a:gd name="connsiteY2" fmla="*/ 36619 h 73238"/>
                <a:gd name="connsiteX3" fmla="*/ 11319 w 22638"/>
                <a:gd name="connsiteY3" fmla="*/ 0 h 73238"/>
                <a:gd name="connsiteX4" fmla="*/ 22638 w 22638"/>
                <a:gd name="connsiteY4" fmla="*/ 36619 h 7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38" h="73238">
                  <a:moveTo>
                    <a:pt x="22638" y="36619"/>
                  </a:moveTo>
                  <a:cubicBezTo>
                    <a:pt x="22638" y="56843"/>
                    <a:pt x="17571" y="73238"/>
                    <a:pt x="11319" y="73238"/>
                  </a:cubicBezTo>
                  <a:cubicBezTo>
                    <a:pt x="5067" y="73238"/>
                    <a:pt x="0" y="56843"/>
                    <a:pt x="0" y="36619"/>
                  </a:cubicBezTo>
                  <a:cubicBezTo>
                    <a:pt x="0" y="16395"/>
                    <a:pt x="5067" y="0"/>
                    <a:pt x="11319" y="0"/>
                  </a:cubicBezTo>
                  <a:cubicBezTo>
                    <a:pt x="17571" y="0"/>
                    <a:pt x="22638" y="16395"/>
                    <a:pt x="22638" y="366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146" name="Straight Arrow Connector 145">
            <a:extLst>
              <a:ext uri="{FF2B5EF4-FFF2-40B4-BE49-F238E27FC236}">
                <a16:creationId xmlns:a16="http://schemas.microsoft.com/office/drawing/2014/main" id="{0D0A3C36-A0E7-6220-8955-3A6BD9C40F26}"/>
              </a:ext>
            </a:extLst>
          </p:cNvPr>
          <p:cNvCxnSpPr>
            <a:cxnSpLocks/>
          </p:cNvCxnSpPr>
          <p:nvPr/>
        </p:nvCxnSpPr>
        <p:spPr>
          <a:xfrm>
            <a:off x="2315034" y="4942353"/>
            <a:ext cx="366128" cy="0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6" name="Straight Arrow Connector 425">
            <a:extLst>
              <a:ext uri="{FF2B5EF4-FFF2-40B4-BE49-F238E27FC236}">
                <a16:creationId xmlns:a16="http://schemas.microsoft.com/office/drawing/2014/main" id="{6FB61A98-54C6-4091-6BE2-98E2372F0F25}"/>
              </a:ext>
            </a:extLst>
          </p:cNvPr>
          <p:cNvCxnSpPr>
            <a:cxnSpLocks/>
          </p:cNvCxnSpPr>
          <p:nvPr/>
        </p:nvCxnSpPr>
        <p:spPr>
          <a:xfrm>
            <a:off x="8023058" y="4942353"/>
            <a:ext cx="366128" cy="0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7" name="Straight Arrow Connector 1066">
            <a:extLst>
              <a:ext uri="{FF2B5EF4-FFF2-40B4-BE49-F238E27FC236}">
                <a16:creationId xmlns:a16="http://schemas.microsoft.com/office/drawing/2014/main" id="{C66BDE0A-DC70-9981-DCEE-49DE9D96FF19}"/>
              </a:ext>
            </a:extLst>
          </p:cNvPr>
          <p:cNvCxnSpPr>
            <a:cxnSpLocks/>
          </p:cNvCxnSpPr>
          <p:nvPr/>
        </p:nvCxnSpPr>
        <p:spPr>
          <a:xfrm>
            <a:off x="1307453" y="4942353"/>
            <a:ext cx="366128" cy="0"/>
          </a:xfrm>
          <a:prstGeom prst="straightConnector1">
            <a:avLst/>
          </a:prstGeom>
          <a:ln w="12700" cap="flat">
            <a:solidFill>
              <a:schemeClr val="accent2"/>
            </a:solidFill>
            <a:miter lim="800000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15" name="Group 1514">
            <a:extLst>
              <a:ext uri="{FF2B5EF4-FFF2-40B4-BE49-F238E27FC236}">
                <a16:creationId xmlns:a16="http://schemas.microsoft.com/office/drawing/2014/main" id="{D5F88F8E-9122-9945-98C2-5343348F33F4}"/>
              </a:ext>
            </a:extLst>
          </p:cNvPr>
          <p:cNvGrpSpPr/>
          <p:nvPr/>
        </p:nvGrpSpPr>
        <p:grpSpPr>
          <a:xfrm>
            <a:off x="1785184" y="4701534"/>
            <a:ext cx="418248" cy="481637"/>
            <a:chOff x="822900" y="4823813"/>
            <a:chExt cx="418248" cy="481637"/>
          </a:xfrm>
        </p:grpSpPr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B46C107-6174-D736-ECF8-D5804738769B}"/>
                </a:ext>
              </a:extLst>
            </p:cNvPr>
            <p:cNvSpPr/>
            <p:nvPr/>
          </p:nvSpPr>
          <p:spPr>
            <a:xfrm>
              <a:off x="932558" y="5051347"/>
              <a:ext cx="222106" cy="254103"/>
            </a:xfrm>
            <a:custGeom>
              <a:avLst/>
              <a:gdLst>
                <a:gd name="connsiteX0" fmla="*/ 4888 w 554178"/>
                <a:gd name="connsiteY0" fmla="*/ 259342 h 644909"/>
                <a:gd name="connsiteX1" fmla="*/ 271633 w 554178"/>
                <a:gd name="connsiteY1" fmla="*/ 644909 h 644909"/>
                <a:gd name="connsiteX2" fmla="*/ 550106 w 554178"/>
                <a:gd name="connsiteY2" fmla="*/ 259342 h 644909"/>
                <a:gd name="connsiteX3" fmla="*/ 434245 w 554178"/>
                <a:gd name="connsiteY3" fmla="*/ 15977 h 644909"/>
                <a:gd name="connsiteX4" fmla="*/ 277497 w 554178"/>
                <a:gd name="connsiteY4" fmla="*/ 0 h 644909"/>
                <a:gd name="connsiteX5" fmla="*/ 29656 w 554178"/>
                <a:gd name="connsiteY5" fmla="*/ 59917 h 644909"/>
                <a:gd name="connsiteX6" fmla="*/ 4888 w 554178"/>
                <a:gd name="connsiteY6" fmla="*/ 259342 h 64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4178" h="644909">
                  <a:moveTo>
                    <a:pt x="4888" y="259342"/>
                  </a:moveTo>
                  <a:cubicBezTo>
                    <a:pt x="28323" y="469020"/>
                    <a:pt x="160245" y="644909"/>
                    <a:pt x="271633" y="644909"/>
                  </a:cubicBezTo>
                  <a:cubicBezTo>
                    <a:pt x="377159" y="644909"/>
                    <a:pt x="526651" y="466079"/>
                    <a:pt x="550106" y="259342"/>
                  </a:cubicBezTo>
                  <a:cubicBezTo>
                    <a:pt x="565873" y="120400"/>
                    <a:pt x="537634" y="45701"/>
                    <a:pt x="434245" y="15977"/>
                  </a:cubicBezTo>
                  <a:cubicBezTo>
                    <a:pt x="395867" y="4956"/>
                    <a:pt x="344938" y="0"/>
                    <a:pt x="277497" y="0"/>
                  </a:cubicBezTo>
                  <a:cubicBezTo>
                    <a:pt x="128377" y="0"/>
                    <a:pt x="60425" y="17501"/>
                    <a:pt x="29656" y="59917"/>
                  </a:cubicBezTo>
                  <a:cubicBezTo>
                    <a:pt x="-73" y="100907"/>
                    <a:pt x="-5584" y="165740"/>
                    <a:pt x="4888" y="259342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ABB9BB5C-2AA8-7F8D-7A73-AD5508284491}"/>
                </a:ext>
              </a:extLst>
            </p:cNvPr>
            <p:cNvSpPr/>
            <p:nvPr/>
          </p:nvSpPr>
          <p:spPr>
            <a:xfrm rot="16979471">
              <a:off x="1078653" y="5164467"/>
              <a:ext cx="152458" cy="83414"/>
            </a:xfrm>
            <a:custGeom>
              <a:avLst/>
              <a:gdLst>
                <a:gd name="connsiteX0" fmla="*/ 386938 w 386937"/>
                <a:gd name="connsiteY0" fmla="*/ 104064 h 208127"/>
                <a:gd name="connsiteX1" fmla="*/ 193470 w 386937"/>
                <a:gd name="connsiteY1" fmla="*/ 208128 h 208127"/>
                <a:gd name="connsiteX2" fmla="*/ 1 w 386937"/>
                <a:gd name="connsiteY2" fmla="*/ 104064 h 208127"/>
                <a:gd name="connsiteX3" fmla="*/ 193470 w 386937"/>
                <a:gd name="connsiteY3" fmla="*/ 0 h 208127"/>
                <a:gd name="connsiteX4" fmla="*/ 386938 w 386937"/>
                <a:gd name="connsiteY4" fmla="*/ 104064 h 20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937" h="208127">
                  <a:moveTo>
                    <a:pt x="386938" y="104064"/>
                  </a:moveTo>
                  <a:cubicBezTo>
                    <a:pt x="386938" y="161537"/>
                    <a:pt x="300319" y="208128"/>
                    <a:pt x="193470" y="208128"/>
                  </a:cubicBezTo>
                  <a:cubicBezTo>
                    <a:pt x="86620" y="208128"/>
                    <a:pt x="1" y="161537"/>
                    <a:pt x="1" y="104064"/>
                  </a:cubicBezTo>
                  <a:cubicBezTo>
                    <a:pt x="1" y="46591"/>
                    <a:pt x="86621" y="0"/>
                    <a:pt x="193470" y="0"/>
                  </a:cubicBezTo>
                  <a:cubicBezTo>
                    <a:pt x="300320" y="0"/>
                    <a:pt x="386938" y="46591"/>
                    <a:pt x="386938" y="104064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3042F049-4A4F-BC22-5A39-12EC00F178B3}"/>
                </a:ext>
              </a:extLst>
            </p:cNvPr>
            <p:cNvSpPr/>
            <p:nvPr/>
          </p:nvSpPr>
          <p:spPr>
            <a:xfrm rot="20820529">
              <a:off x="891026" y="5129786"/>
              <a:ext cx="83414" cy="152458"/>
            </a:xfrm>
            <a:custGeom>
              <a:avLst/>
              <a:gdLst>
                <a:gd name="connsiteX0" fmla="*/ 208128 w 208127"/>
                <a:gd name="connsiteY0" fmla="*/ 193469 h 386937"/>
                <a:gd name="connsiteX1" fmla="*/ 104064 w 208127"/>
                <a:gd name="connsiteY1" fmla="*/ 386938 h 386937"/>
                <a:gd name="connsiteX2" fmla="*/ 0 w 208127"/>
                <a:gd name="connsiteY2" fmla="*/ 193469 h 386937"/>
                <a:gd name="connsiteX3" fmla="*/ 104064 w 208127"/>
                <a:gd name="connsiteY3" fmla="*/ 0 h 386937"/>
                <a:gd name="connsiteX4" fmla="*/ 208128 w 208127"/>
                <a:gd name="connsiteY4" fmla="*/ 193469 h 38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127" h="386937">
                  <a:moveTo>
                    <a:pt x="208128" y="193469"/>
                  </a:moveTo>
                  <a:cubicBezTo>
                    <a:pt x="208128" y="300319"/>
                    <a:pt x="161537" y="386938"/>
                    <a:pt x="104064" y="386938"/>
                  </a:cubicBezTo>
                  <a:cubicBezTo>
                    <a:pt x="46591" y="386938"/>
                    <a:pt x="0" y="300319"/>
                    <a:pt x="0" y="193469"/>
                  </a:cubicBezTo>
                  <a:cubicBezTo>
                    <a:pt x="0" y="86619"/>
                    <a:pt x="46591" y="0"/>
                    <a:pt x="104064" y="0"/>
                  </a:cubicBezTo>
                  <a:cubicBezTo>
                    <a:pt x="161537" y="0"/>
                    <a:pt x="208128" y="86619"/>
                    <a:pt x="208128" y="19346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6AC95504-FC9D-5028-86AA-F147E7ABBAFF}"/>
                </a:ext>
              </a:extLst>
            </p:cNvPr>
            <p:cNvSpPr/>
            <p:nvPr/>
          </p:nvSpPr>
          <p:spPr>
            <a:xfrm>
              <a:off x="944444" y="5051346"/>
              <a:ext cx="162153" cy="44375"/>
            </a:xfrm>
            <a:custGeom>
              <a:avLst/>
              <a:gdLst>
                <a:gd name="connsiteX0" fmla="*/ 0 w 404589"/>
                <a:gd name="connsiteY0" fmla="*/ 59919 h 112622"/>
                <a:gd name="connsiteX1" fmla="*/ 6727 w 404589"/>
                <a:gd name="connsiteY1" fmla="*/ 64198 h 112622"/>
                <a:gd name="connsiteX2" fmla="*/ 221131 w 404589"/>
                <a:gd name="connsiteY2" fmla="*/ 110244 h 112622"/>
                <a:gd name="connsiteX3" fmla="*/ 394823 w 404589"/>
                <a:gd name="connsiteY3" fmla="*/ 35148 h 112622"/>
                <a:gd name="connsiteX4" fmla="*/ 404589 w 404589"/>
                <a:gd name="connsiteY4" fmla="*/ 15977 h 112622"/>
                <a:gd name="connsiteX5" fmla="*/ 247841 w 404589"/>
                <a:gd name="connsiteY5" fmla="*/ 0 h 112622"/>
                <a:gd name="connsiteX6" fmla="*/ 0 w 404589"/>
                <a:gd name="connsiteY6" fmla="*/ 59919 h 11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589" h="112622">
                  <a:moveTo>
                    <a:pt x="0" y="59919"/>
                  </a:moveTo>
                  <a:cubicBezTo>
                    <a:pt x="2217" y="61413"/>
                    <a:pt x="4472" y="62850"/>
                    <a:pt x="6727" y="64198"/>
                  </a:cubicBezTo>
                  <a:cubicBezTo>
                    <a:pt x="70462" y="102713"/>
                    <a:pt x="147238" y="119186"/>
                    <a:pt x="221131" y="110244"/>
                  </a:cubicBezTo>
                  <a:cubicBezTo>
                    <a:pt x="272550" y="104008"/>
                    <a:pt x="362956" y="80820"/>
                    <a:pt x="394823" y="35148"/>
                  </a:cubicBezTo>
                  <a:cubicBezTo>
                    <a:pt x="399530" y="28377"/>
                    <a:pt x="402727" y="21986"/>
                    <a:pt x="404589" y="15977"/>
                  </a:cubicBezTo>
                  <a:cubicBezTo>
                    <a:pt x="366212" y="4956"/>
                    <a:pt x="315282" y="0"/>
                    <a:pt x="247841" y="0"/>
                  </a:cubicBezTo>
                  <a:cubicBezTo>
                    <a:pt x="98721" y="2"/>
                    <a:pt x="30769" y="17501"/>
                    <a:pt x="0" y="5991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C1EC755C-0F56-A445-D14A-705CDB9B328C}"/>
                </a:ext>
              </a:extLst>
            </p:cNvPr>
            <p:cNvSpPr/>
            <p:nvPr/>
          </p:nvSpPr>
          <p:spPr>
            <a:xfrm>
              <a:off x="1012050" y="5152988"/>
              <a:ext cx="61092" cy="117810"/>
            </a:xfrm>
            <a:custGeom>
              <a:avLst/>
              <a:gdLst>
                <a:gd name="connsiteX0" fmla="*/ 152430 w 152430"/>
                <a:gd name="connsiteY0" fmla="*/ 149501 h 299001"/>
                <a:gd name="connsiteX1" fmla="*/ 76216 w 152430"/>
                <a:gd name="connsiteY1" fmla="*/ 299001 h 299001"/>
                <a:gd name="connsiteX2" fmla="*/ 1 w 152430"/>
                <a:gd name="connsiteY2" fmla="*/ 149501 h 299001"/>
                <a:gd name="connsiteX3" fmla="*/ 76216 w 152430"/>
                <a:gd name="connsiteY3" fmla="*/ 0 h 299001"/>
                <a:gd name="connsiteX4" fmla="*/ 152430 w 152430"/>
                <a:gd name="connsiteY4" fmla="*/ 149501 h 29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30" h="299001">
                  <a:moveTo>
                    <a:pt x="152430" y="149501"/>
                  </a:moveTo>
                  <a:cubicBezTo>
                    <a:pt x="152430" y="232068"/>
                    <a:pt x="118308" y="299001"/>
                    <a:pt x="76216" y="299001"/>
                  </a:cubicBezTo>
                  <a:cubicBezTo>
                    <a:pt x="34123" y="299001"/>
                    <a:pt x="1" y="232068"/>
                    <a:pt x="1" y="149501"/>
                  </a:cubicBezTo>
                  <a:cubicBezTo>
                    <a:pt x="1" y="66934"/>
                    <a:pt x="34123" y="0"/>
                    <a:pt x="76216" y="0"/>
                  </a:cubicBezTo>
                  <a:cubicBezTo>
                    <a:pt x="118308" y="0"/>
                    <a:pt x="152430" y="66934"/>
                    <a:pt x="152430" y="149501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7F28C10F-78AD-0FE5-6315-31228D425ABC}"/>
                </a:ext>
              </a:extLst>
            </p:cNvPr>
            <p:cNvSpPr/>
            <p:nvPr/>
          </p:nvSpPr>
          <p:spPr>
            <a:xfrm>
              <a:off x="999084" y="5140813"/>
              <a:ext cx="87029" cy="142159"/>
            </a:xfrm>
            <a:custGeom>
              <a:avLst/>
              <a:gdLst>
                <a:gd name="connsiteX0" fmla="*/ 0 w 217149"/>
                <a:gd name="connsiteY0" fmla="*/ 180399 h 360798"/>
                <a:gd name="connsiteX1" fmla="*/ 108566 w 217149"/>
                <a:gd name="connsiteY1" fmla="*/ 0 h 360798"/>
                <a:gd name="connsiteX2" fmla="*/ 217150 w 217149"/>
                <a:gd name="connsiteY2" fmla="*/ 180399 h 360798"/>
                <a:gd name="connsiteX3" fmla="*/ 108566 w 217149"/>
                <a:gd name="connsiteY3" fmla="*/ 360798 h 360798"/>
                <a:gd name="connsiteX4" fmla="*/ 0 w 217149"/>
                <a:gd name="connsiteY4" fmla="*/ 180399 h 360798"/>
                <a:gd name="connsiteX5" fmla="*/ 3177 w 217149"/>
                <a:gd name="connsiteY5" fmla="*/ 180399 h 360798"/>
                <a:gd name="connsiteX6" fmla="*/ 108585 w 217149"/>
                <a:gd name="connsiteY6" fmla="*/ 357621 h 360798"/>
                <a:gd name="connsiteX7" fmla="*/ 213993 w 217149"/>
                <a:gd name="connsiteY7" fmla="*/ 180399 h 360798"/>
                <a:gd name="connsiteX8" fmla="*/ 108585 w 217149"/>
                <a:gd name="connsiteY8" fmla="*/ 3177 h 360798"/>
                <a:gd name="connsiteX9" fmla="*/ 3177 w 217149"/>
                <a:gd name="connsiteY9" fmla="*/ 180399 h 360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7149" h="360798">
                  <a:moveTo>
                    <a:pt x="0" y="180399"/>
                  </a:moveTo>
                  <a:cubicBezTo>
                    <a:pt x="0" y="80933"/>
                    <a:pt x="48694" y="0"/>
                    <a:pt x="108566" y="0"/>
                  </a:cubicBezTo>
                  <a:cubicBezTo>
                    <a:pt x="168437" y="0"/>
                    <a:pt x="217150" y="80914"/>
                    <a:pt x="217150" y="180399"/>
                  </a:cubicBezTo>
                  <a:cubicBezTo>
                    <a:pt x="217150" y="279865"/>
                    <a:pt x="168437" y="360798"/>
                    <a:pt x="108566" y="360798"/>
                  </a:cubicBezTo>
                  <a:cubicBezTo>
                    <a:pt x="48694" y="360798"/>
                    <a:pt x="0" y="279865"/>
                    <a:pt x="0" y="180399"/>
                  </a:cubicBezTo>
                  <a:close/>
                  <a:moveTo>
                    <a:pt x="3177" y="180399"/>
                  </a:moveTo>
                  <a:cubicBezTo>
                    <a:pt x="3177" y="278119"/>
                    <a:pt x="50458" y="357621"/>
                    <a:pt x="108585" y="357621"/>
                  </a:cubicBezTo>
                  <a:cubicBezTo>
                    <a:pt x="166691" y="357621"/>
                    <a:pt x="213993" y="278119"/>
                    <a:pt x="213993" y="180399"/>
                  </a:cubicBezTo>
                  <a:cubicBezTo>
                    <a:pt x="213993" y="82679"/>
                    <a:pt x="166691" y="3177"/>
                    <a:pt x="108585" y="3177"/>
                  </a:cubicBezTo>
                  <a:cubicBezTo>
                    <a:pt x="50458" y="3177"/>
                    <a:pt x="3177" y="82679"/>
                    <a:pt x="3177" y="18039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691D1FC9-86EE-75FD-7C08-B83A60C96708}"/>
                </a:ext>
              </a:extLst>
            </p:cNvPr>
            <p:cNvSpPr/>
            <p:nvPr/>
          </p:nvSpPr>
          <p:spPr>
            <a:xfrm>
              <a:off x="926292" y="4823813"/>
              <a:ext cx="232198" cy="247169"/>
            </a:xfrm>
            <a:custGeom>
              <a:avLst/>
              <a:gdLst>
                <a:gd name="connsiteX0" fmla="*/ 579360 w 579360"/>
                <a:gd name="connsiteY0" fmla="*/ 313656 h 627312"/>
                <a:gd name="connsiteX1" fmla="*/ 289680 w 579360"/>
                <a:gd name="connsiteY1" fmla="*/ 627312 h 627312"/>
                <a:gd name="connsiteX2" fmla="*/ 0 w 579360"/>
                <a:gd name="connsiteY2" fmla="*/ 313656 h 627312"/>
                <a:gd name="connsiteX3" fmla="*/ 289680 w 579360"/>
                <a:gd name="connsiteY3" fmla="*/ 0 h 627312"/>
                <a:gd name="connsiteX4" fmla="*/ 579360 w 579360"/>
                <a:gd name="connsiteY4" fmla="*/ 313656 h 62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360" h="627312">
                  <a:moveTo>
                    <a:pt x="579360" y="313656"/>
                  </a:moveTo>
                  <a:cubicBezTo>
                    <a:pt x="579360" y="486884"/>
                    <a:pt x="449666" y="627312"/>
                    <a:pt x="289680" y="627312"/>
                  </a:cubicBezTo>
                  <a:cubicBezTo>
                    <a:pt x="129694" y="627312"/>
                    <a:pt x="0" y="486884"/>
                    <a:pt x="0" y="313656"/>
                  </a:cubicBezTo>
                  <a:cubicBezTo>
                    <a:pt x="0" y="140429"/>
                    <a:pt x="129694" y="0"/>
                    <a:pt x="289680" y="0"/>
                  </a:cubicBezTo>
                  <a:cubicBezTo>
                    <a:pt x="449666" y="0"/>
                    <a:pt x="579360" y="140429"/>
                    <a:pt x="579360" y="313656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44B72E7-E2C8-78D9-04B6-E39E0432711D}"/>
                </a:ext>
              </a:extLst>
            </p:cNvPr>
            <p:cNvSpPr/>
            <p:nvPr/>
          </p:nvSpPr>
          <p:spPr>
            <a:xfrm>
              <a:off x="932684" y="4837672"/>
              <a:ext cx="230844" cy="233311"/>
            </a:xfrm>
            <a:custGeom>
              <a:avLst/>
              <a:gdLst>
                <a:gd name="connsiteX0" fmla="*/ 575979 w 575979"/>
                <a:gd name="connsiteY0" fmla="*/ 296069 h 592138"/>
                <a:gd name="connsiteX1" fmla="*/ 287990 w 575979"/>
                <a:gd name="connsiteY1" fmla="*/ 592139 h 592138"/>
                <a:gd name="connsiteX2" fmla="*/ 0 w 575979"/>
                <a:gd name="connsiteY2" fmla="*/ 296069 h 592138"/>
                <a:gd name="connsiteX3" fmla="*/ 287990 w 575979"/>
                <a:gd name="connsiteY3" fmla="*/ 0 h 592138"/>
                <a:gd name="connsiteX4" fmla="*/ 575979 w 575979"/>
                <a:gd name="connsiteY4" fmla="*/ 296069 h 5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979" h="592138">
                  <a:moveTo>
                    <a:pt x="575979" y="296069"/>
                  </a:moveTo>
                  <a:cubicBezTo>
                    <a:pt x="575979" y="459584"/>
                    <a:pt x="447042" y="592139"/>
                    <a:pt x="287990" y="592139"/>
                  </a:cubicBezTo>
                  <a:cubicBezTo>
                    <a:pt x="128938" y="592139"/>
                    <a:pt x="0" y="459584"/>
                    <a:pt x="0" y="296069"/>
                  </a:cubicBezTo>
                  <a:cubicBezTo>
                    <a:pt x="0" y="132555"/>
                    <a:pt x="128938" y="0"/>
                    <a:pt x="287990" y="0"/>
                  </a:cubicBezTo>
                  <a:cubicBezTo>
                    <a:pt x="447042" y="0"/>
                    <a:pt x="575979" y="132555"/>
                    <a:pt x="575979" y="2960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0E89629D-F4F7-564F-A5B0-AC0FD210F029}"/>
                </a:ext>
              </a:extLst>
            </p:cNvPr>
            <p:cNvSpPr/>
            <p:nvPr/>
          </p:nvSpPr>
          <p:spPr>
            <a:xfrm>
              <a:off x="1139608" y="4919677"/>
              <a:ext cx="38764" cy="65835"/>
            </a:xfrm>
            <a:custGeom>
              <a:avLst/>
              <a:gdLst>
                <a:gd name="connsiteX0" fmla="*/ 0 w 96720"/>
                <a:gd name="connsiteY0" fmla="*/ 18877 h 167087"/>
                <a:gd name="connsiteX1" fmla="*/ 0 w 96720"/>
                <a:gd name="connsiteY1" fmla="*/ 148210 h 167087"/>
                <a:gd name="connsiteX2" fmla="*/ 18866 w 96720"/>
                <a:gd name="connsiteY2" fmla="*/ 167088 h 167087"/>
                <a:gd name="connsiteX3" fmla="*/ 77855 w 96720"/>
                <a:gd name="connsiteY3" fmla="*/ 167088 h 167087"/>
                <a:gd name="connsiteX4" fmla="*/ 96485 w 96720"/>
                <a:gd name="connsiteY4" fmla="*/ 151054 h 167087"/>
                <a:gd name="connsiteX5" fmla="*/ 96721 w 96720"/>
                <a:gd name="connsiteY5" fmla="*/ 148210 h 167087"/>
                <a:gd name="connsiteX6" fmla="*/ 96721 w 96720"/>
                <a:gd name="connsiteY6" fmla="*/ 18877 h 167087"/>
                <a:gd name="connsiteX7" fmla="*/ 96485 w 96720"/>
                <a:gd name="connsiteY7" fmla="*/ 16034 h 167087"/>
                <a:gd name="connsiteX8" fmla="*/ 77855 w 96720"/>
                <a:gd name="connsiteY8" fmla="*/ 0 h 167087"/>
                <a:gd name="connsiteX9" fmla="*/ 18866 w 96720"/>
                <a:gd name="connsiteY9" fmla="*/ 0 h 167087"/>
                <a:gd name="connsiteX10" fmla="*/ 0 w 96720"/>
                <a:gd name="connsiteY10" fmla="*/ 18877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720" h="167087">
                  <a:moveTo>
                    <a:pt x="0" y="18877"/>
                  </a:moveTo>
                  <a:lnTo>
                    <a:pt x="0" y="148210"/>
                  </a:lnTo>
                  <a:cubicBezTo>
                    <a:pt x="0" y="158645"/>
                    <a:pt x="8433" y="167088"/>
                    <a:pt x="18866" y="167088"/>
                  </a:cubicBezTo>
                  <a:lnTo>
                    <a:pt x="77855" y="167088"/>
                  </a:lnTo>
                  <a:cubicBezTo>
                    <a:pt x="87307" y="167088"/>
                    <a:pt x="95151" y="160139"/>
                    <a:pt x="96485" y="151054"/>
                  </a:cubicBezTo>
                  <a:cubicBezTo>
                    <a:pt x="96661" y="150116"/>
                    <a:pt x="96721" y="149177"/>
                    <a:pt x="96721" y="148210"/>
                  </a:cubicBezTo>
                  <a:lnTo>
                    <a:pt x="96721" y="18877"/>
                  </a:lnTo>
                  <a:cubicBezTo>
                    <a:pt x="96721" y="17910"/>
                    <a:pt x="96661" y="16971"/>
                    <a:pt x="96485" y="16034"/>
                  </a:cubicBezTo>
                  <a:cubicBezTo>
                    <a:pt x="95151" y="6946"/>
                    <a:pt x="87307" y="0"/>
                    <a:pt x="77855" y="0"/>
                  </a:cubicBezTo>
                  <a:lnTo>
                    <a:pt x="18866" y="0"/>
                  </a:lnTo>
                  <a:cubicBezTo>
                    <a:pt x="8433" y="0"/>
                    <a:pt x="0" y="8442"/>
                    <a:pt x="0" y="1887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109B606-84FB-3625-FDDB-C969E4503C1C}"/>
                </a:ext>
              </a:extLst>
            </p:cNvPr>
            <p:cNvSpPr/>
            <p:nvPr/>
          </p:nvSpPr>
          <p:spPr>
            <a:xfrm>
              <a:off x="898410" y="4919678"/>
              <a:ext cx="49704" cy="65835"/>
            </a:xfrm>
            <a:custGeom>
              <a:avLst/>
              <a:gdLst>
                <a:gd name="connsiteX0" fmla="*/ 0 w 124018"/>
                <a:gd name="connsiteY0" fmla="*/ 117156 h 167087"/>
                <a:gd name="connsiteX1" fmla="*/ 49929 w 124018"/>
                <a:gd name="connsiteY1" fmla="*/ 167087 h 167087"/>
                <a:gd name="connsiteX2" fmla="*/ 99819 w 124018"/>
                <a:gd name="connsiteY2" fmla="*/ 167087 h 167087"/>
                <a:gd name="connsiteX3" fmla="*/ 124019 w 124018"/>
                <a:gd name="connsiteY3" fmla="*/ 148210 h 167087"/>
                <a:gd name="connsiteX4" fmla="*/ 124019 w 124018"/>
                <a:gd name="connsiteY4" fmla="*/ 18877 h 167087"/>
                <a:gd name="connsiteX5" fmla="*/ 99819 w 124018"/>
                <a:gd name="connsiteY5" fmla="*/ 0 h 167087"/>
                <a:gd name="connsiteX6" fmla="*/ 49596 w 124018"/>
                <a:gd name="connsiteY6" fmla="*/ 337 h 167087"/>
                <a:gd name="connsiteX7" fmla="*/ 0 w 124018"/>
                <a:gd name="connsiteY7" fmla="*/ 50266 h 167087"/>
                <a:gd name="connsiteX8" fmla="*/ 0 w 124018"/>
                <a:gd name="connsiteY8" fmla="*/ 117156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18" h="167087">
                  <a:moveTo>
                    <a:pt x="0" y="117156"/>
                  </a:moveTo>
                  <a:cubicBezTo>
                    <a:pt x="0" y="144733"/>
                    <a:pt x="22356" y="167087"/>
                    <a:pt x="49929" y="167087"/>
                  </a:cubicBezTo>
                  <a:lnTo>
                    <a:pt x="99819" y="167087"/>
                  </a:lnTo>
                  <a:cubicBezTo>
                    <a:pt x="113194" y="167087"/>
                    <a:pt x="124019" y="158645"/>
                    <a:pt x="124019" y="148210"/>
                  </a:cubicBezTo>
                  <a:lnTo>
                    <a:pt x="124019" y="18877"/>
                  </a:lnTo>
                  <a:cubicBezTo>
                    <a:pt x="124019" y="8442"/>
                    <a:pt x="113194" y="0"/>
                    <a:pt x="99819" y="0"/>
                  </a:cubicBezTo>
                  <a:lnTo>
                    <a:pt x="49596" y="337"/>
                  </a:lnTo>
                  <a:cubicBezTo>
                    <a:pt x="22160" y="522"/>
                    <a:pt x="0" y="22821"/>
                    <a:pt x="0" y="50266"/>
                  </a:cubicBezTo>
                  <a:lnTo>
                    <a:pt x="0" y="117156"/>
                  </a:ln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6CC05CFB-65C0-A193-DE61-7E38787005E5}"/>
                </a:ext>
              </a:extLst>
            </p:cNvPr>
            <p:cNvSpPr/>
            <p:nvPr/>
          </p:nvSpPr>
          <p:spPr>
            <a:xfrm>
              <a:off x="976826" y="4891957"/>
              <a:ext cx="157429" cy="133980"/>
            </a:xfrm>
            <a:custGeom>
              <a:avLst/>
              <a:gdLst>
                <a:gd name="connsiteX0" fmla="*/ 392803 w 392803"/>
                <a:gd name="connsiteY0" fmla="*/ 170019 h 340038"/>
                <a:gd name="connsiteX1" fmla="*/ 196401 w 392803"/>
                <a:gd name="connsiteY1" fmla="*/ 340039 h 340038"/>
                <a:gd name="connsiteX2" fmla="*/ 0 w 392803"/>
                <a:gd name="connsiteY2" fmla="*/ 170019 h 340038"/>
                <a:gd name="connsiteX3" fmla="*/ 196401 w 392803"/>
                <a:gd name="connsiteY3" fmla="*/ 0 h 340038"/>
                <a:gd name="connsiteX4" fmla="*/ 392803 w 392803"/>
                <a:gd name="connsiteY4" fmla="*/ 170019 h 34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803" h="340038">
                  <a:moveTo>
                    <a:pt x="392803" y="170019"/>
                  </a:moveTo>
                  <a:cubicBezTo>
                    <a:pt x="392803" y="263918"/>
                    <a:pt x="304871" y="340039"/>
                    <a:pt x="196401" y="340039"/>
                  </a:cubicBezTo>
                  <a:cubicBezTo>
                    <a:pt x="87931" y="340039"/>
                    <a:pt x="0" y="263918"/>
                    <a:pt x="0" y="170019"/>
                  </a:cubicBezTo>
                  <a:cubicBezTo>
                    <a:pt x="0" y="76120"/>
                    <a:pt x="87932" y="0"/>
                    <a:pt x="196401" y="0"/>
                  </a:cubicBezTo>
                  <a:cubicBezTo>
                    <a:pt x="304871" y="0"/>
                    <a:pt x="392803" y="76120"/>
                    <a:pt x="392803" y="1700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CE81AF29-023E-03CB-3CB1-35ED8A73B61D}"/>
                </a:ext>
              </a:extLst>
            </p:cNvPr>
            <p:cNvSpPr/>
            <p:nvPr/>
          </p:nvSpPr>
          <p:spPr>
            <a:xfrm>
              <a:off x="986328" y="4900043"/>
              <a:ext cx="138417" cy="117809"/>
            </a:xfrm>
            <a:custGeom>
              <a:avLst/>
              <a:gdLst>
                <a:gd name="connsiteX0" fmla="*/ 0 w 345365"/>
                <a:gd name="connsiteY0" fmla="*/ 149499 h 298999"/>
                <a:gd name="connsiteX1" fmla="*/ 26181 w 345365"/>
                <a:gd name="connsiteY1" fmla="*/ 228646 h 298999"/>
                <a:gd name="connsiteX2" fmla="*/ 172692 w 345365"/>
                <a:gd name="connsiteY2" fmla="*/ 298999 h 298999"/>
                <a:gd name="connsiteX3" fmla="*/ 319185 w 345365"/>
                <a:gd name="connsiteY3" fmla="*/ 228646 h 298999"/>
                <a:gd name="connsiteX4" fmla="*/ 345366 w 345365"/>
                <a:gd name="connsiteY4" fmla="*/ 149499 h 298999"/>
                <a:gd name="connsiteX5" fmla="*/ 312340 w 345365"/>
                <a:gd name="connsiteY5" fmla="*/ 61558 h 298999"/>
                <a:gd name="connsiteX6" fmla="*/ 172692 w 345365"/>
                <a:gd name="connsiteY6" fmla="*/ 0 h 298999"/>
                <a:gd name="connsiteX7" fmla="*/ 33044 w 345365"/>
                <a:gd name="connsiteY7" fmla="*/ 61558 h 298999"/>
                <a:gd name="connsiteX8" fmla="*/ 0 w 345365"/>
                <a:gd name="connsiteY8" fmla="*/ 149499 h 29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5365" h="298999">
                  <a:moveTo>
                    <a:pt x="0" y="149499"/>
                  </a:moveTo>
                  <a:cubicBezTo>
                    <a:pt x="0" y="178548"/>
                    <a:pt x="9590" y="205693"/>
                    <a:pt x="26181" y="228646"/>
                  </a:cubicBezTo>
                  <a:cubicBezTo>
                    <a:pt x="56656" y="270887"/>
                    <a:pt x="110860" y="298999"/>
                    <a:pt x="172692" y="298999"/>
                  </a:cubicBezTo>
                  <a:cubicBezTo>
                    <a:pt x="234505" y="298999"/>
                    <a:pt x="288710" y="270887"/>
                    <a:pt x="319185" y="228646"/>
                  </a:cubicBezTo>
                  <a:cubicBezTo>
                    <a:pt x="335776" y="205693"/>
                    <a:pt x="345366" y="178548"/>
                    <a:pt x="345366" y="149499"/>
                  </a:cubicBezTo>
                  <a:cubicBezTo>
                    <a:pt x="345366" y="116637"/>
                    <a:pt x="333128" y="86211"/>
                    <a:pt x="312340" y="61558"/>
                  </a:cubicBezTo>
                  <a:cubicBezTo>
                    <a:pt x="280944" y="24241"/>
                    <a:pt x="230113" y="0"/>
                    <a:pt x="172692" y="0"/>
                  </a:cubicBezTo>
                  <a:cubicBezTo>
                    <a:pt x="115252" y="0"/>
                    <a:pt x="64421" y="24243"/>
                    <a:pt x="33044" y="61558"/>
                  </a:cubicBezTo>
                  <a:cubicBezTo>
                    <a:pt x="12257" y="86211"/>
                    <a:pt x="0" y="116639"/>
                    <a:pt x="0" y="14949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0C7EC278-1491-8ACB-B9D5-FBAF369AE844}"/>
                </a:ext>
              </a:extLst>
            </p:cNvPr>
            <p:cNvSpPr/>
            <p:nvPr/>
          </p:nvSpPr>
          <p:spPr>
            <a:xfrm>
              <a:off x="1092298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7 w 64491"/>
                <a:gd name="connsiteY1" fmla="*/ 89296 h 89295"/>
                <a:gd name="connsiteX2" fmla="*/ 1 w 64491"/>
                <a:gd name="connsiteY2" fmla="*/ 44648 h 89295"/>
                <a:gd name="connsiteX3" fmla="*/ 32247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7" y="89296"/>
                  </a:cubicBezTo>
                  <a:cubicBezTo>
                    <a:pt x="14438" y="89296"/>
                    <a:pt x="1" y="69306"/>
                    <a:pt x="1" y="44648"/>
                  </a:cubicBezTo>
                  <a:cubicBezTo>
                    <a:pt x="1" y="19990"/>
                    <a:pt x="14438" y="0"/>
                    <a:pt x="32247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9ADD22D3-0697-0DB8-F0EB-B3D95E505975}"/>
                </a:ext>
              </a:extLst>
            </p:cNvPr>
            <p:cNvSpPr/>
            <p:nvPr/>
          </p:nvSpPr>
          <p:spPr>
            <a:xfrm>
              <a:off x="1005362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6 w 64491"/>
                <a:gd name="connsiteY1" fmla="*/ 89296 h 89295"/>
                <a:gd name="connsiteX2" fmla="*/ 0 w 64491"/>
                <a:gd name="connsiteY2" fmla="*/ 44648 h 89295"/>
                <a:gd name="connsiteX3" fmla="*/ 32246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6" y="89296"/>
                  </a:cubicBezTo>
                  <a:cubicBezTo>
                    <a:pt x="14437" y="89296"/>
                    <a:pt x="0" y="69306"/>
                    <a:pt x="0" y="44648"/>
                  </a:cubicBezTo>
                  <a:cubicBezTo>
                    <a:pt x="0" y="19990"/>
                    <a:pt x="14437" y="0"/>
                    <a:pt x="32246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55503A50-82AA-D2AA-89F3-051D49B92D56}"/>
                </a:ext>
              </a:extLst>
            </p:cNvPr>
            <p:cNvSpPr/>
            <p:nvPr/>
          </p:nvSpPr>
          <p:spPr>
            <a:xfrm>
              <a:off x="999565" y="4900043"/>
              <a:ext cx="111945" cy="24255"/>
            </a:xfrm>
            <a:custGeom>
              <a:avLst/>
              <a:gdLst>
                <a:gd name="connsiteX0" fmla="*/ 0 w 279315"/>
                <a:gd name="connsiteY0" fmla="*/ 61558 h 61558"/>
                <a:gd name="connsiteX1" fmla="*/ 279315 w 279315"/>
                <a:gd name="connsiteY1" fmla="*/ 61558 h 61558"/>
                <a:gd name="connsiteX2" fmla="*/ 139667 w 279315"/>
                <a:gd name="connsiteY2" fmla="*/ 0 h 61558"/>
                <a:gd name="connsiteX3" fmla="*/ 0 w 279315"/>
                <a:gd name="connsiteY3" fmla="*/ 61558 h 61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15" h="61558">
                  <a:moveTo>
                    <a:pt x="0" y="61558"/>
                  </a:moveTo>
                  <a:lnTo>
                    <a:pt x="279315" y="61558"/>
                  </a:lnTo>
                  <a:cubicBezTo>
                    <a:pt x="247919" y="24241"/>
                    <a:pt x="197088" y="0"/>
                    <a:pt x="139667" y="0"/>
                  </a:cubicBezTo>
                  <a:cubicBezTo>
                    <a:pt x="82227" y="0"/>
                    <a:pt x="31396" y="24241"/>
                    <a:pt x="0" y="61558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2E3D89F-E203-A124-061E-D7A2B8006B06}"/>
                </a:ext>
              </a:extLst>
            </p:cNvPr>
            <p:cNvSpPr/>
            <p:nvPr/>
          </p:nvSpPr>
          <p:spPr>
            <a:xfrm>
              <a:off x="996821" y="4990132"/>
              <a:ext cx="117432" cy="18480"/>
            </a:xfrm>
            <a:custGeom>
              <a:avLst/>
              <a:gdLst>
                <a:gd name="connsiteX0" fmla="*/ 0 w 293004"/>
                <a:gd name="connsiteY0" fmla="*/ 0 h 46901"/>
                <a:gd name="connsiteX1" fmla="*/ 146512 w 293004"/>
                <a:gd name="connsiteY1" fmla="*/ 46901 h 46901"/>
                <a:gd name="connsiteX2" fmla="*/ 293004 w 293004"/>
                <a:gd name="connsiteY2" fmla="*/ 0 h 46901"/>
                <a:gd name="connsiteX3" fmla="*/ 0 w 293004"/>
                <a:gd name="connsiteY3" fmla="*/ 0 h 4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004" h="46901">
                  <a:moveTo>
                    <a:pt x="0" y="0"/>
                  </a:moveTo>
                  <a:cubicBezTo>
                    <a:pt x="30475" y="28161"/>
                    <a:pt x="84680" y="46901"/>
                    <a:pt x="146512" y="46901"/>
                  </a:cubicBezTo>
                  <a:cubicBezTo>
                    <a:pt x="208325" y="46901"/>
                    <a:pt x="262529" y="28159"/>
                    <a:pt x="293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E1E180DA-3F6C-E3CD-1038-A2EF694113C4}"/>
                </a:ext>
              </a:extLst>
            </p:cNvPr>
            <p:cNvSpPr/>
            <p:nvPr/>
          </p:nvSpPr>
          <p:spPr>
            <a:xfrm>
              <a:off x="844006" y="5040520"/>
              <a:ext cx="64904" cy="88277"/>
            </a:xfrm>
            <a:custGeom>
              <a:avLst/>
              <a:gdLst>
                <a:gd name="connsiteX0" fmla="*/ 153550 w 161942"/>
                <a:gd name="connsiteY0" fmla="*/ 224047 h 224046"/>
                <a:gd name="connsiteX1" fmla="*/ 665 w 161942"/>
                <a:gd name="connsiteY1" fmla="*/ 0 h 224046"/>
                <a:gd name="connsiteX2" fmla="*/ 29884 w 161942"/>
                <a:gd name="connsiteY2" fmla="*/ 2426 h 224046"/>
                <a:gd name="connsiteX3" fmla="*/ 161943 w 161942"/>
                <a:gd name="connsiteY3" fmla="*/ 195964 h 224046"/>
                <a:gd name="connsiteX4" fmla="*/ 153550 w 161942"/>
                <a:gd name="connsiteY4" fmla="*/ 224047 h 22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42" h="224046">
                  <a:moveTo>
                    <a:pt x="153550" y="224047"/>
                  </a:moveTo>
                  <a:cubicBezTo>
                    <a:pt x="59712" y="196023"/>
                    <a:pt x="-7455" y="97605"/>
                    <a:pt x="665" y="0"/>
                  </a:cubicBezTo>
                  <a:lnTo>
                    <a:pt x="29884" y="2426"/>
                  </a:lnTo>
                  <a:cubicBezTo>
                    <a:pt x="22864" y="86738"/>
                    <a:pt x="80872" y="171745"/>
                    <a:pt x="161943" y="195964"/>
                  </a:cubicBezTo>
                  <a:lnTo>
                    <a:pt x="153550" y="224047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F07B1C70-4D17-F475-61BF-C34A2041B654}"/>
                </a:ext>
              </a:extLst>
            </p:cNvPr>
            <p:cNvSpPr/>
            <p:nvPr/>
          </p:nvSpPr>
          <p:spPr>
            <a:xfrm>
              <a:off x="882820" y="5091775"/>
              <a:ext cx="65792" cy="72763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36AA7AD8-E0E0-B413-2A22-53CF60D0E4CB}"/>
                </a:ext>
              </a:extLst>
            </p:cNvPr>
            <p:cNvSpPr/>
            <p:nvPr/>
          </p:nvSpPr>
          <p:spPr>
            <a:xfrm>
              <a:off x="822900" y="4986667"/>
              <a:ext cx="52867" cy="75074"/>
            </a:xfrm>
            <a:custGeom>
              <a:avLst/>
              <a:gdLst>
                <a:gd name="connsiteX0" fmla="*/ 131910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10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10" y="95269"/>
                  </a:moveTo>
                  <a:cubicBezTo>
                    <a:pt x="131910" y="147885"/>
                    <a:pt x="102380" y="190538"/>
                    <a:pt x="65955" y="190538"/>
                  </a:cubicBezTo>
                  <a:cubicBezTo>
                    <a:pt x="29530" y="190538"/>
                    <a:pt x="0" y="147885"/>
                    <a:pt x="0" y="95269"/>
                  </a:cubicBezTo>
                  <a:cubicBezTo>
                    <a:pt x="0" y="42653"/>
                    <a:pt x="29530" y="0"/>
                    <a:pt x="65955" y="0"/>
                  </a:cubicBezTo>
                  <a:cubicBezTo>
                    <a:pt x="102380" y="0"/>
                    <a:pt x="131910" y="42653"/>
                    <a:pt x="131910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F2B78BE2-E6CF-5054-E1D0-EDF16B60111D}"/>
                </a:ext>
              </a:extLst>
            </p:cNvPr>
            <p:cNvSpPr/>
            <p:nvPr/>
          </p:nvSpPr>
          <p:spPr>
            <a:xfrm>
              <a:off x="1177908" y="5132430"/>
              <a:ext cx="43178" cy="94113"/>
            </a:xfrm>
            <a:custGeom>
              <a:avLst/>
              <a:gdLst>
                <a:gd name="connsiteX0" fmla="*/ 104545 w 107735"/>
                <a:gd name="connsiteY0" fmla="*/ 238859 h 238858"/>
                <a:gd name="connsiteX1" fmla="*/ 75600 w 107735"/>
                <a:gd name="connsiteY1" fmla="*/ 234152 h 238858"/>
                <a:gd name="connsiteX2" fmla="*/ 0 w 107735"/>
                <a:gd name="connsiteY2" fmla="*/ 21945 h 238858"/>
                <a:gd name="connsiteX3" fmla="*/ 19454 w 107735"/>
                <a:gd name="connsiteY3" fmla="*/ 0 h 238858"/>
                <a:gd name="connsiteX4" fmla="*/ 104545 w 107735"/>
                <a:gd name="connsiteY4" fmla="*/ 238859 h 23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35" h="238858">
                  <a:moveTo>
                    <a:pt x="104545" y="238859"/>
                  </a:moveTo>
                  <a:lnTo>
                    <a:pt x="75600" y="234152"/>
                  </a:lnTo>
                  <a:cubicBezTo>
                    <a:pt x="88151" y="157063"/>
                    <a:pt x="58460" y="73756"/>
                    <a:pt x="0" y="21945"/>
                  </a:cubicBezTo>
                  <a:lnTo>
                    <a:pt x="19454" y="0"/>
                  </a:lnTo>
                  <a:cubicBezTo>
                    <a:pt x="85248" y="58323"/>
                    <a:pt x="118645" y="152081"/>
                    <a:pt x="104545" y="23885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65A6AF-3F2C-3A0A-2D3E-8841B06B0102}"/>
                </a:ext>
              </a:extLst>
            </p:cNvPr>
            <p:cNvSpPr/>
            <p:nvPr/>
          </p:nvSpPr>
          <p:spPr>
            <a:xfrm>
              <a:off x="1136586" y="5091775"/>
              <a:ext cx="65791" cy="72764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4BF351FB-DB47-02E9-8409-5D40412923E0}"/>
                </a:ext>
              </a:extLst>
            </p:cNvPr>
            <p:cNvSpPr/>
            <p:nvPr/>
          </p:nvSpPr>
          <p:spPr>
            <a:xfrm>
              <a:off x="1188281" y="5194569"/>
              <a:ext cx="52867" cy="75074"/>
            </a:xfrm>
            <a:custGeom>
              <a:avLst/>
              <a:gdLst>
                <a:gd name="connsiteX0" fmla="*/ 131909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09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09" y="95269"/>
                  </a:moveTo>
                  <a:cubicBezTo>
                    <a:pt x="131909" y="147884"/>
                    <a:pt x="102380" y="190538"/>
                    <a:pt x="65955" y="190538"/>
                  </a:cubicBezTo>
                  <a:cubicBezTo>
                    <a:pt x="29529" y="190538"/>
                    <a:pt x="0" y="147884"/>
                    <a:pt x="0" y="95269"/>
                  </a:cubicBezTo>
                  <a:cubicBezTo>
                    <a:pt x="0" y="42653"/>
                    <a:pt x="29529" y="0"/>
                    <a:pt x="65955" y="0"/>
                  </a:cubicBezTo>
                  <a:cubicBezTo>
                    <a:pt x="102380" y="0"/>
                    <a:pt x="131909" y="42653"/>
                    <a:pt x="131909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F7D6E81C-F2A8-0395-5AD5-C2ED500085AB}"/>
                </a:ext>
              </a:extLst>
            </p:cNvPr>
            <p:cNvSpPr/>
            <p:nvPr/>
          </p:nvSpPr>
          <p:spPr>
            <a:xfrm>
              <a:off x="902440" y="4925888"/>
              <a:ext cx="17137" cy="54505"/>
            </a:xfrm>
            <a:custGeom>
              <a:avLst/>
              <a:gdLst>
                <a:gd name="connsiteX0" fmla="*/ 42760 w 42759"/>
                <a:gd name="connsiteY0" fmla="*/ 69167 h 138334"/>
                <a:gd name="connsiteX1" fmla="*/ 21380 w 42759"/>
                <a:gd name="connsiteY1" fmla="*/ 138334 h 138334"/>
                <a:gd name="connsiteX2" fmla="*/ 1 w 42759"/>
                <a:gd name="connsiteY2" fmla="*/ 69167 h 138334"/>
                <a:gd name="connsiteX3" fmla="*/ 21380 w 42759"/>
                <a:gd name="connsiteY3" fmla="*/ 0 h 138334"/>
                <a:gd name="connsiteX4" fmla="*/ 42760 w 42759"/>
                <a:gd name="connsiteY4" fmla="*/ 69167 h 13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759" h="138334">
                  <a:moveTo>
                    <a:pt x="42760" y="69167"/>
                  </a:moveTo>
                  <a:cubicBezTo>
                    <a:pt x="42760" y="107367"/>
                    <a:pt x="33188" y="138334"/>
                    <a:pt x="21380" y="138334"/>
                  </a:cubicBezTo>
                  <a:cubicBezTo>
                    <a:pt x="9573" y="138334"/>
                    <a:pt x="1" y="107367"/>
                    <a:pt x="1" y="69167"/>
                  </a:cubicBezTo>
                  <a:cubicBezTo>
                    <a:pt x="1" y="30967"/>
                    <a:pt x="9573" y="0"/>
                    <a:pt x="21380" y="0"/>
                  </a:cubicBezTo>
                  <a:cubicBezTo>
                    <a:pt x="33188" y="0"/>
                    <a:pt x="42760" y="30967"/>
                    <a:pt x="42760" y="69167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B4107E5A-2B81-C435-9FE8-5F0FEDA1F054}"/>
                </a:ext>
              </a:extLst>
            </p:cNvPr>
            <p:cNvSpPr/>
            <p:nvPr/>
          </p:nvSpPr>
          <p:spPr>
            <a:xfrm>
              <a:off x="906472" y="4938711"/>
              <a:ext cx="9073" cy="28857"/>
            </a:xfrm>
            <a:custGeom>
              <a:avLst/>
              <a:gdLst>
                <a:gd name="connsiteX0" fmla="*/ 22638 w 22638"/>
                <a:gd name="connsiteY0" fmla="*/ 36619 h 73238"/>
                <a:gd name="connsiteX1" fmla="*/ 11319 w 22638"/>
                <a:gd name="connsiteY1" fmla="*/ 73238 h 73238"/>
                <a:gd name="connsiteX2" fmla="*/ 0 w 22638"/>
                <a:gd name="connsiteY2" fmla="*/ 36619 h 73238"/>
                <a:gd name="connsiteX3" fmla="*/ 11319 w 22638"/>
                <a:gd name="connsiteY3" fmla="*/ 0 h 73238"/>
                <a:gd name="connsiteX4" fmla="*/ 22638 w 22638"/>
                <a:gd name="connsiteY4" fmla="*/ 36619 h 7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38" h="73238">
                  <a:moveTo>
                    <a:pt x="22638" y="36619"/>
                  </a:moveTo>
                  <a:cubicBezTo>
                    <a:pt x="22638" y="56843"/>
                    <a:pt x="17571" y="73238"/>
                    <a:pt x="11319" y="73238"/>
                  </a:cubicBezTo>
                  <a:cubicBezTo>
                    <a:pt x="5067" y="73238"/>
                    <a:pt x="0" y="56843"/>
                    <a:pt x="0" y="36619"/>
                  </a:cubicBezTo>
                  <a:cubicBezTo>
                    <a:pt x="0" y="16395"/>
                    <a:pt x="5067" y="0"/>
                    <a:pt x="11319" y="0"/>
                  </a:cubicBezTo>
                  <a:cubicBezTo>
                    <a:pt x="17571" y="0"/>
                    <a:pt x="22638" y="16395"/>
                    <a:pt x="22638" y="366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248" name="Group 2247">
            <a:extLst>
              <a:ext uri="{FF2B5EF4-FFF2-40B4-BE49-F238E27FC236}">
                <a16:creationId xmlns:a16="http://schemas.microsoft.com/office/drawing/2014/main" id="{421D858F-5A35-B7C6-E20A-00426F7C8A69}"/>
              </a:ext>
            </a:extLst>
          </p:cNvPr>
          <p:cNvGrpSpPr/>
          <p:nvPr/>
        </p:nvGrpSpPr>
        <p:grpSpPr>
          <a:xfrm>
            <a:off x="2792765" y="4697246"/>
            <a:ext cx="1229851" cy="490213"/>
            <a:chOff x="2792765" y="4610980"/>
            <a:chExt cx="1229851" cy="490213"/>
          </a:xfrm>
        </p:grpSpPr>
        <p:grpSp>
          <p:nvGrpSpPr>
            <p:cNvPr id="181" name="Graphic 1485">
              <a:extLst>
                <a:ext uri="{FF2B5EF4-FFF2-40B4-BE49-F238E27FC236}">
                  <a16:creationId xmlns:a16="http://schemas.microsoft.com/office/drawing/2014/main" id="{009E22AB-D010-FA30-7ED9-E068C0DFDAE7}"/>
                </a:ext>
              </a:extLst>
            </p:cNvPr>
            <p:cNvGrpSpPr/>
            <p:nvPr/>
          </p:nvGrpSpPr>
          <p:grpSpPr>
            <a:xfrm flipH="1">
              <a:off x="3176541" y="4681811"/>
              <a:ext cx="212037" cy="164478"/>
              <a:chOff x="10473339" y="-4519364"/>
              <a:chExt cx="1222690" cy="1008220"/>
            </a:xfrm>
          </p:grpSpPr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610AF4DB-A4E5-4DB4-1316-4BC3BC081F07}"/>
                  </a:ext>
                </a:extLst>
              </p:cNvPr>
              <p:cNvSpPr/>
              <p:nvPr/>
            </p:nvSpPr>
            <p:spPr>
              <a:xfrm rot="-10800000">
                <a:off x="10473339" y="-4519364"/>
                <a:ext cx="1153927" cy="788516"/>
              </a:xfrm>
              <a:custGeom>
                <a:avLst/>
                <a:gdLst>
                  <a:gd name="connsiteX0" fmla="*/ 0 w 1153927"/>
                  <a:gd name="connsiteY0" fmla="*/ 0 h 788516"/>
                  <a:gd name="connsiteX1" fmla="*/ 1153927 w 1153927"/>
                  <a:gd name="connsiteY1" fmla="*/ 0 h 788516"/>
                  <a:gd name="connsiteX2" fmla="*/ 1153927 w 1153927"/>
                  <a:gd name="connsiteY2" fmla="*/ 788517 h 788516"/>
                  <a:gd name="connsiteX3" fmla="*/ 0 w 1153927"/>
                  <a:gd name="connsiteY3" fmla="*/ 788517 h 788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3927" h="788516">
                    <a:moveTo>
                      <a:pt x="0" y="0"/>
                    </a:moveTo>
                    <a:lnTo>
                      <a:pt x="1153927" y="0"/>
                    </a:lnTo>
                    <a:lnTo>
                      <a:pt x="1153927" y="788517"/>
                    </a:lnTo>
                    <a:lnTo>
                      <a:pt x="0" y="788517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2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8FFBE29C-E5E6-906D-4546-085A607F8D5C}"/>
                  </a:ext>
                </a:extLst>
              </p:cNvPr>
              <p:cNvSpPr/>
              <p:nvPr/>
            </p:nvSpPr>
            <p:spPr>
              <a:xfrm>
                <a:off x="11453135" y="-3901076"/>
                <a:ext cx="242894" cy="389932"/>
              </a:xfrm>
              <a:custGeom>
                <a:avLst/>
                <a:gdLst>
                  <a:gd name="connsiteX0" fmla="*/ 142235 w 242894"/>
                  <a:gd name="connsiteY0" fmla="*/ 0 h 389932"/>
                  <a:gd name="connsiteX1" fmla="*/ 242895 w 242894"/>
                  <a:gd name="connsiteY1" fmla="*/ 389933 h 389932"/>
                  <a:gd name="connsiteX2" fmla="*/ 0 w 242894"/>
                  <a:gd name="connsiteY2" fmla="*/ 156218 h 389932"/>
                  <a:gd name="connsiteX3" fmla="*/ 142235 w 242894"/>
                  <a:gd name="connsiteY3" fmla="*/ 0 h 38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2894" h="389932">
                    <a:moveTo>
                      <a:pt x="142235" y="0"/>
                    </a:moveTo>
                    <a:cubicBezTo>
                      <a:pt x="175788" y="129977"/>
                      <a:pt x="209342" y="259955"/>
                      <a:pt x="242895" y="389933"/>
                    </a:cubicBezTo>
                    <a:cubicBezTo>
                      <a:pt x="161929" y="312028"/>
                      <a:pt x="80966" y="234123"/>
                      <a:pt x="0" y="156218"/>
                    </a:cubicBezTo>
                    <a:cubicBezTo>
                      <a:pt x="47414" y="104145"/>
                      <a:pt x="94825" y="52073"/>
                      <a:pt x="142235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2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85" name="Graphic 1485">
                <a:extLst>
                  <a:ext uri="{FF2B5EF4-FFF2-40B4-BE49-F238E27FC236}">
                    <a16:creationId xmlns:a16="http://schemas.microsoft.com/office/drawing/2014/main" id="{FB06BE8C-DA95-E2E2-5FE5-E8B1D2A1F861}"/>
                  </a:ext>
                </a:extLst>
              </p:cNvPr>
              <p:cNvGrpSpPr/>
              <p:nvPr/>
            </p:nvGrpSpPr>
            <p:grpSpPr>
              <a:xfrm>
                <a:off x="10708513" y="-4221746"/>
                <a:ext cx="628008" cy="166429"/>
                <a:chOff x="10708513" y="-4221746"/>
                <a:chExt cx="628008" cy="166429"/>
              </a:xfrm>
              <a:solidFill>
                <a:srgbClr val="FFFFFF"/>
              </a:solidFill>
            </p:grpSpPr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005C0EAB-F127-7BB2-92CF-0EC2F57B783F}"/>
                    </a:ext>
                  </a:extLst>
                </p:cNvPr>
                <p:cNvSpPr/>
                <p:nvPr/>
              </p:nvSpPr>
              <p:spPr>
                <a:xfrm rot="-871858">
                  <a:off x="11207014" y="-4196276"/>
                  <a:ext cx="116729" cy="116729"/>
                </a:xfrm>
                <a:custGeom>
                  <a:avLst/>
                  <a:gdLst>
                    <a:gd name="connsiteX0" fmla="*/ 116729 w 116729"/>
                    <a:gd name="connsiteY0" fmla="*/ 58365 h 116729"/>
                    <a:gd name="connsiteX1" fmla="*/ 58365 w 116729"/>
                    <a:gd name="connsiteY1" fmla="*/ 116729 h 116729"/>
                    <a:gd name="connsiteX2" fmla="*/ 0 w 116729"/>
                    <a:gd name="connsiteY2" fmla="*/ 58365 h 116729"/>
                    <a:gd name="connsiteX3" fmla="*/ 58365 w 116729"/>
                    <a:gd name="connsiteY3" fmla="*/ 0 h 116729"/>
                    <a:gd name="connsiteX4" fmla="*/ 116729 w 116729"/>
                    <a:gd name="connsiteY4" fmla="*/ 58365 h 116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29" h="116729">
                      <a:moveTo>
                        <a:pt x="116729" y="58365"/>
                      </a:moveTo>
                      <a:cubicBezTo>
                        <a:pt x="116729" y="90599"/>
                        <a:pt x="90599" y="116729"/>
                        <a:pt x="58365" y="116729"/>
                      </a:cubicBezTo>
                      <a:cubicBezTo>
                        <a:pt x="26131" y="116729"/>
                        <a:pt x="0" y="90599"/>
                        <a:pt x="0" y="58365"/>
                      </a:cubicBezTo>
                      <a:cubicBezTo>
                        <a:pt x="0" y="26131"/>
                        <a:pt x="26131" y="0"/>
                        <a:pt x="58365" y="0"/>
                      </a:cubicBezTo>
                      <a:cubicBezTo>
                        <a:pt x="90599" y="0"/>
                        <a:pt x="116729" y="26131"/>
                        <a:pt x="116729" y="58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DD3BBF59-47AB-97E7-FD5B-8A75BE4D93D8}"/>
                    </a:ext>
                  </a:extLst>
                </p:cNvPr>
                <p:cNvSpPr/>
                <p:nvPr/>
              </p:nvSpPr>
              <p:spPr>
                <a:xfrm rot="-2700000">
                  <a:off x="10976547" y="-4196221"/>
                  <a:ext cx="116729" cy="116729"/>
                </a:xfrm>
                <a:custGeom>
                  <a:avLst/>
                  <a:gdLst>
                    <a:gd name="connsiteX0" fmla="*/ 116730 w 116729"/>
                    <a:gd name="connsiteY0" fmla="*/ 58365 h 116729"/>
                    <a:gd name="connsiteX1" fmla="*/ 58365 w 116729"/>
                    <a:gd name="connsiteY1" fmla="*/ 116730 h 116729"/>
                    <a:gd name="connsiteX2" fmla="*/ 0 w 116729"/>
                    <a:gd name="connsiteY2" fmla="*/ 58365 h 116729"/>
                    <a:gd name="connsiteX3" fmla="*/ 58365 w 116729"/>
                    <a:gd name="connsiteY3" fmla="*/ 0 h 116729"/>
                    <a:gd name="connsiteX4" fmla="*/ 116730 w 116729"/>
                    <a:gd name="connsiteY4" fmla="*/ 58365 h 116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29" h="116729">
                      <a:moveTo>
                        <a:pt x="116730" y="58365"/>
                      </a:moveTo>
                      <a:cubicBezTo>
                        <a:pt x="116730" y="90599"/>
                        <a:pt x="90599" y="116730"/>
                        <a:pt x="58365" y="116730"/>
                      </a:cubicBezTo>
                      <a:cubicBezTo>
                        <a:pt x="26131" y="116730"/>
                        <a:pt x="0" y="90599"/>
                        <a:pt x="0" y="58365"/>
                      </a:cubicBezTo>
                      <a:cubicBezTo>
                        <a:pt x="0" y="26131"/>
                        <a:pt x="26131" y="0"/>
                        <a:pt x="58365" y="0"/>
                      </a:cubicBezTo>
                      <a:cubicBezTo>
                        <a:pt x="90599" y="0"/>
                        <a:pt x="116730" y="26131"/>
                        <a:pt x="116730" y="58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878B32FF-8E7C-54CC-315E-744FBFB2AD53}"/>
                    </a:ext>
                  </a:extLst>
                </p:cNvPr>
                <p:cNvSpPr/>
                <p:nvPr/>
              </p:nvSpPr>
              <p:spPr>
                <a:xfrm rot="-2700000">
                  <a:off x="10732688" y="-4197570"/>
                  <a:ext cx="116729" cy="116729"/>
                </a:xfrm>
                <a:custGeom>
                  <a:avLst/>
                  <a:gdLst>
                    <a:gd name="connsiteX0" fmla="*/ 116730 w 116729"/>
                    <a:gd name="connsiteY0" fmla="*/ 58365 h 116729"/>
                    <a:gd name="connsiteX1" fmla="*/ 58365 w 116729"/>
                    <a:gd name="connsiteY1" fmla="*/ 116730 h 116729"/>
                    <a:gd name="connsiteX2" fmla="*/ 0 w 116729"/>
                    <a:gd name="connsiteY2" fmla="*/ 58365 h 116729"/>
                    <a:gd name="connsiteX3" fmla="*/ 58365 w 116729"/>
                    <a:gd name="connsiteY3" fmla="*/ 0 h 116729"/>
                    <a:gd name="connsiteX4" fmla="*/ 116730 w 116729"/>
                    <a:gd name="connsiteY4" fmla="*/ 58365 h 116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29" h="116729">
                      <a:moveTo>
                        <a:pt x="116730" y="58365"/>
                      </a:moveTo>
                      <a:cubicBezTo>
                        <a:pt x="116730" y="90599"/>
                        <a:pt x="90599" y="116730"/>
                        <a:pt x="58365" y="116730"/>
                      </a:cubicBezTo>
                      <a:cubicBezTo>
                        <a:pt x="26131" y="116730"/>
                        <a:pt x="0" y="90599"/>
                        <a:pt x="0" y="58365"/>
                      </a:cubicBezTo>
                      <a:cubicBezTo>
                        <a:pt x="0" y="26131"/>
                        <a:pt x="26131" y="0"/>
                        <a:pt x="58365" y="0"/>
                      </a:cubicBezTo>
                      <a:cubicBezTo>
                        <a:pt x="90599" y="0"/>
                        <a:pt x="116730" y="26131"/>
                        <a:pt x="116730" y="58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89" name="Graphic 1485">
              <a:extLst>
                <a:ext uri="{FF2B5EF4-FFF2-40B4-BE49-F238E27FC236}">
                  <a16:creationId xmlns:a16="http://schemas.microsoft.com/office/drawing/2014/main" id="{8F5EF416-3846-0B9C-44D5-8394246654E4}"/>
                </a:ext>
              </a:extLst>
            </p:cNvPr>
            <p:cNvGrpSpPr/>
            <p:nvPr/>
          </p:nvGrpSpPr>
          <p:grpSpPr>
            <a:xfrm>
              <a:off x="3450358" y="4610981"/>
              <a:ext cx="212035" cy="164478"/>
              <a:chOff x="10473339" y="-4519364"/>
              <a:chExt cx="1222690" cy="1008220"/>
            </a:xfrm>
          </p:grpSpPr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4A8C16BB-427D-AC50-BD95-1C95FF5371A5}"/>
                  </a:ext>
                </a:extLst>
              </p:cNvPr>
              <p:cNvSpPr/>
              <p:nvPr/>
            </p:nvSpPr>
            <p:spPr>
              <a:xfrm rot="-10800000">
                <a:off x="10473339" y="-4519364"/>
                <a:ext cx="1153927" cy="788516"/>
              </a:xfrm>
              <a:custGeom>
                <a:avLst/>
                <a:gdLst>
                  <a:gd name="connsiteX0" fmla="*/ 0 w 1153927"/>
                  <a:gd name="connsiteY0" fmla="*/ 0 h 788516"/>
                  <a:gd name="connsiteX1" fmla="*/ 1153927 w 1153927"/>
                  <a:gd name="connsiteY1" fmla="*/ 0 h 788516"/>
                  <a:gd name="connsiteX2" fmla="*/ 1153927 w 1153927"/>
                  <a:gd name="connsiteY2" fmla="*/ 788517 h 788516"/>
                  <a:gd name="connsiteX3" fmla="*/ 0 w 1153927"/>
                  <a:gd name="connsiteY3" fmla="*/ 788517 h 788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3927" h="788516">
                    <a:moveTo>
                      <a:pt x="0" y="0"/>
                    </a:moveTo>
                    <a:lnTo>
                      <a:pt x="1153927" y="0"/>
                    </a:lnTo>
                    <a:lnTo>
                      <a:pt x="1153927" y="788517"/>
                    </a:lnTo>
                    <a:lnTo>
                      <a:pt x="0" y="788517"/>
                    </a:lnTo>
                    <a:close/>
                  </a:path>
                </a:pathLst>
              </a:custGeom>
              <a:solidFill>
                <a:schemeClr val="accent2"/>
              </a:solidFill>
              <a:ln w="2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D62330E2-E9F2-37F1-D2E1-C3CFE8D94D6F}"/>
                  </a:ext>
                </a:extLst>
              </p:cNvPr>
              <p:cNvSpPr/>
              <p:nvPr/>
            </p:nvSpPr>
            <p:spPr>
              <a:xfrm>
                <a:off x="11453135" y="-3901076"/>
                <a:ext cx="242894" cy="389932"/>
              </a:xfrm>
              <a:custGeom>
                <a:avLst/>
                <a:gdLst>
                  <a:gd name="connsiteX0" fmla="*/ 142235 w 242894"/>
                  <a:gd name="connsiteY0" fmla="*/ 0 h 389932"/>
                  <a:gd name="connsiteX1" fmla="*/ 242895 w 242894"/>
                  <a:gd name="connsiteY1" fmla="*/ 389933 h 389932"/>
                  <a:gd name="connsiteX2" fmla="*/ 0 w 242894"/>
                  <a:gd name="connsiteY2" fmla="*/ 156218 h 389932"/>
                  <a:gd name="connsiteX3" fmla="*/ 142235 w 242894"/>
                  <a:gd name="connsiteY3" fmla="*/ 0 h 38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2894" h="389932">
                    <a:moveTo>
                      <a:pt x="142235" y="0"/>
                    </a:moveTo>
                    <a:cubicBezTo>
                      <a:pt x="175788" y="129977"/>
                      <a:pt x="209342" y="259955"/>
                      <a:pt x="242895" y="389933"/>
                    </a:cubicBezTo>
                    <a:cubicBezTo>
                      <a:pt x="161929" y="312028"/>
                      <a:pt x="80966" y="234123"/>
                      <a:pt x="0" y="156218"/>
                    </a:cubicBezTo>
                    <a:cubicBezTo>
                      <a:pt x="47414" y="104145"/>
                      <a:pt x="94825" y="52073"/>
                      <a:pt x="1422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93" name="Graphic 1485">
                <a:extLst>
                  <a:ext uri="{FF2B5EF4-FFF2-40B4-BE49-F238E27FC236}">
                    <a16:creationId xmlns:a16="http://schemas.microsoft.com/office/drawing/2014/main" id="{6734E416-2383-6706-7BCF-67C2F60B0A33}"/>
                  </a:ext>
                </a:extLst>
              </p:cNvPr>
              <p:cNvGrpSpPr/>
              <p:nvPr/>
            </p:nvGrpSpPr>
            <p:grpSpPr>
              <a:xfrm>
                <a:off x="10708513" y="-4221746"/>
                <a:ext cx="628008" cy="166429"/>
                <a:chOff x="10708513" y="-4221746"/>
                <a:chExt cx="628008" cy="166429"/>
              </a:xfrm>
              <a:solidFill>
                <a:srgbClr val="FFFFFF"/>
              </a:solidFill>
            </p:grpSpPr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EC5D0498-12D5-E4CB-402D-8766DA06D277}"/>
                    </a:ext>
                  </a:extLst>
                </p:cNvPr>
                <p:cNvSpPr/>
                <p:nvPr/>
              </p:nvSpPr>
              <p:spPr>
                <a:xfrm rot="-871858">
                  <a:off x="11207014" y="-4196276"/>
                  <a:ext cx="116729" cy="116729"/>
                </a:xfrm>
                <a:custGeom>
                  <a:avLst/>
                  <a:gdLst>
                    <a:gd name="connsiteX0" fmla="*/ 116729 w 116729"/>
                    <a:gd name="connsiteY0" fmla="*/ 58365 h 116729"/>
                    <a:gd name="connsiteX1" fmla="*/ 58365 w 116729"/>
                    <a:gd name="connsiteY1" fmla="*/ 116729 h 116729"/>
                    <a:gd name="connsiteX2" fmla="*/ 0 w 116729"/>
                    <a:gd name="connsiteY2" fmla="*/ 58365 h 116729"/>
                    <a:gd name="connsiteX3" fmla="*/ 58365 w 116729"/>
                    <a:gd name="connsiteY3" fmla="*/ 0 h 116729"/>
                    <a:gd name="connsiteX4" fmla="*/ 116729 w 116729"/>
                    <a:gd name="connsiteY4" fmla="*/ 58365 h 116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29" h="116729">
                      <a:moveTo>
                        <a:pt x="116729" y="58365"/>
                      </a:moveTo>
                      <a:cubicBezTo>
                        <a:pt x="116729" y="90599"/>
                        <a:pt x="90599" y="116729"/>
                        <a:pt x="58365" y="116729"/>
                      </a:cubicBezTo>
                      <a:cubicBezTo>
                        <a:pt x="26131" y="116729"/>
                        <a:pt x="0" y="90599"/>
                        <a:pt x="0" y="58365"/>
                      </a:cubicBezTo>
                      <a:cubicBezTo>
                        <a:pt x="0" y="26131"/>
                        <a:pt x="26131" y="0"/>
                        <a:pt x="58365" y="0"/>
                      </a:cubicBezTo>
                      <a:cubicBezTo>
                        <a:pt x="90599" y="0"/>
                        <a:pt x="116729" y="26131"/>
                        <a:pt x="116729" y="58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80FFB5DB-B911-4395-A7EB-0BAC4F322AC2}"/>
                    </a:ext>
                  </a:extLst>
                </p:cNvPr>
                <p:cNvSpPr/>
                <p:nvPr/>
              </p:nvSpPr>
              <p:spPr>
                <a:xfrm rot="-2700000">
                  <a:off x="10976547" y="-4196221"/>
                  <a:ext cx="116729" cy="116729"/>
                </a:xfrm>
                <a:custGeom>
                  <a:avLst/>
                  <a:gdLst>
                    <a:gd name="connsiteX0" fmla="*/ 116730 w 116729"/>
                    <a:gd name="connsiteY0" fmla="*/ 58365 h 116729"/>
                    <a:gd name="connsiteX1" fmla="*/ 58365 w 116729"/>
                    <a:gd name="connsiteY1" fmla="*/ 116730 h 116729"/>
                    <a:gd name="connsiteX2" fmla="*/ 0 w 116729"/>
                    <a:gd name="connsiteY2" fmla="*/ 58365 h 116729"/>
                    <a:gd name="connsiteX3" fmla="*/ 58365 w 116729"/>
                    <a:gd name="connsiteY3" fmla="*/ 0 h 116729"/>
                    <a:gd name="connsiteX4" fmla="*/ 116730 w 116729"/>
                    <a:gd name="connsiteY4" fmla="*/ 58365 h 116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29" h="116729">
                      <a:moveTo>
                        <a:pt x="116730" y="58365"/>
                      </a:moveTo>
                      <a:cubicBezTo>
                        <a:pt x="116730" y="90599"/>
                        <a:pt x="90599" y="116730"/>
                        <a:pt x="58365" y="116730"/>
                      </a:cubicBezTo>
                      <a:cubicBezTo>
                        <a:pt x="26131" y="116730"/>
                        <a:pt x="0" y="90599"/>
                        <a:pt x="0" y="58365"/>
                      </a:cubicBezTo>
                      <a:cubicBezTo>
                        <a:pt x="0" y="26131"/>
                        <a:pt x="26131" y="0"/>
                        <a:pt x="58365" y="0"/>
                      </a:cubicBezTo>
                      <a:cubicBezTo>
                        <a:pt x="90599" y="0"/>
                        <a:pt x="116730" y="26131"/>
                        <a:pt x="116730" y="58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4BE8DCD8-44C9-2739-EF26-92133C87609F}"/>
                    </a:ext>
                  </a:extLst>
                </p:cNvPr>
                <p:cNvSpPr/>
                <p:nvPr/>
              </p:nvSpPr>
              <p:spPr>
                <a:xfrm rot="-2700000">
                  <a:off x="10732688" y="-4197570"/>
                  <a:ext cx="116729" cy="116729"/>
                </a:xfrm>
                <a:custGeom>
                  <a:avLst/>
                  <a:gdLst>
                    <a:gd name="connsiteX0" fmla="*/ 116730 w 116729"/>
                    <a:gd name="connsiteY0" fmla="*/ 58365 h 116729"/>
                    <a:gd name="connsiteX1" fmla="*/ 58365 w 116729"/>
                    <a:gd name="connsiteY1" fmla="*/ 116730 h 116729"/>
                    <a:gd name="connsiteX2" fmla="*/ 0 w 116729"/>
                    <a:gd name="connsiteY2" fmla="*/ 58365 h 116729"/>
                    <a:gd name="connsiteX3" fmla="*/ 58365 w 116729"/>
                    <a:gd name="connsiteY3" fmla="*/ 0 h 116729"/>
                    <a:gd name="connsiteX4" fmla="*/ 116730 w 116729"/>
                    <a:gd name="connsiteY4" fmla="*/ 58365 h 116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29" h="116729">
                      <a:moveTo>
                        <a:pt x="116730" y="58365"/>
                      </a:moveTo>
                      <a:cubicBezTo>
                        <a:pt x="116730" y="90599"/>
                        <a:pt x="90599" y="116730"/>
                        <a:pt x="58365" y="116730"/>
                      </a:cubicBezTo>
                      <a:cubicBezTo>
                        <a:pt x="26131" y="116730"/>
                        <a:pt x="0" y="90599"/>
                        <a:pt x="0" y="58365"/>
                      </a:cubicBezTo>
                      <a:cubicBezTo>
                        <a:pt x="0" y="26131"/>
                        <a:pt x="26131" y="0"/>
                        <a:pt x="58365" y="0"/>
                      </a:cubicBezTo>
                      <a:cubicBezTo>
                        <a:pt x="90599" y="0"/>
                        <a:pt x="116730" y="26131"/>
                        <a:pt x="116730" y="58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490" name="Group 1489">
              <a:extLst>
                <a:ext uri="{FF2B5EF4-FFF2-40B4-BE49-F238E27FC236}">
                  <a16:creationId xmlns:a16="http://schemas.microsoft.com/office/drawing/2014/main" id="{AF6D0423-4AE3-BC79-804C-8498D8C17A81}"/>
                </a:ext>
              </a:extLst>
            </p:cNvPr>
            <p:cNvGrpSpPr/>
            <p:nvPr/>
          </p:nvGrpSpPr>
          <p:grpSpPr>
            <a:xfrm>
              <a:off x="2792765" y="4619556"/>
              <a:ext cx="418248" cy="481637"/>
              <a:chOff x="822900" y="4823813"/>
              <a:chExt cx="418248" cy="481637"/>
            </a:xfrm>
          </p:grpSpPr>
          <p:sp>
            <p:nvSpPr>
              <p:cNvPr id="1491" name="Freeform: Shape 1490">
                <a:extLst>
                  <a:ext uri="{FF2B5EF4-FFF2-40B4-BE49-F238E27FC236}">
                    <a16:creationId xmlns:a16="http://schemas.microsoft.com/office/drawing/2014/main" id="{36A91C1A-96E0-450B-A603-A6F2140860F2}"/>
                  </a:ext>
                </a:extLst>
              </p:cNvPr>
              <p:cNvSpPr/>
              <p:nvPr/>
            </p:nvSpPr>
            <p:spPr>
              <a:xfrm>
                <a:off x="932558" y="5051347"/>
                <a:ext cx="222106" cy="254103"/>
              </a:xfrm>
              <a:custGeom>
                <a:avLst/>
                <a:gdLst>
                  <a:gd name="connsiteX0" fmla="*/ 4888 w 554178"/>
                  <a:gd name="connsiteY0" fmla="*/ 259342 h 644909"/>
                  <a:gd name="connsiteX1" fmla="*/ 271633 w 554178"/>
                  <a:gd name="connsiteY1" fmla="*/ 644909 h 644909"/>
                  <a:gd name="connsiteX2" fmla="*/ 550106 w 554178"/>
                  <a:gd name="connsiteY2" fmla="*/ 259342 h 644909"/>
                  <a:gd name="connsiteX3" fmla="*/ 434245 w 554178"/>
                  <a:gd name="connsiteY3" fmla="*/ 15977 h 644909"/>
                  <a:gd name="connsiteX4" fmla="*/ 277497 w 554178"/>
                  <a:gd name="connsiteY4" fmla="*/ 0 h 644909"/>
                  <a:gd name="connsiteX5" fmla="*/ 29656 w 554178"/>
                  <a:gd name="connsiteY5" fmla="*/ 59917 h 644909"/>
                  <a:gd name="connsiteX6" fmla="*/ 4888 w 554178"/>
                  <a:gd name="connsiteY6" fmla="*/ 259342 h 64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4178" h="644909">
                    <a:moveTo>
                      <a:pt x="4888" y="259342"/>
                    </a:moveTo>
                    <a:cubicBezTo>
                      <a:pt x="28323" y="469020"/>
                      <a:pt x="160245" y="644909"/>
                      <a:pt x="271633" y="644909"/>
                    </a:cubicBezTo>
                    <a:cubicBezTo>
                      <a:pt x="377159" y="644909"/>
                      <a:pt x="526651" y="466079"/>
                      <a:pt x="550106" y="259342"/>
                    </a:cubicBezTo>
                    <a:cubicBezTo>
                      <a:pt x="565873" y="120400"/>
                      <a:pt x="537634" y="45701"/>
                      <a:pt x="434245" y="15977"/>
                    </a:cubicBezTo>
                    <a:cubicBezTo>
                      <a:pt x="395867" y="4956"/>
                      <a:pt x="344938" y="0"/>
                      <a:pt x="277497" y="0"/>
                    </a:cubicBezTo>
                    <a:cubicBezTo>
                      <a:pt x="128377" y="0"/>
                      <a:pt x="60425" y="17501"/>
                      <a:pt x="29656" y="59917"/>
                    </a:cubicBezTo>
                    <a:cubicBezTo>
                      <a:pt x="-73" y="100907"/>
                      <a:pt x="-5584" y="165740"/>
                      <a:pt x="4888" y="259342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2" name="Freeform: Shape 1491">
                <a:extLst>
                  <a:ext uri="{FF2B5EF4-FFF2-40B4-BE49-F238E27FC236}">
                    <a16:creationId xmlns:a16="http://schemas.microsoft.com/office/drawing/2014/main" id="{609524CC-B6C9-E0CE-845D-31F09A2545E3}"/>
                  </a:ext>
                </a:extLst>
              </p:cNvPr>
              <p:cNvSpPr/>
              <p:nvPr/>
            </p:nvSpPr>
            <p:spPr>
              <a:xfrm rot="16979471">
                <a:off x="1078653" y="5164467"/>
                <a:ext cx="152458" cy="83414"/>
              </a:xfrm>
              <a:custGeom>
                <a:avLst/>
                <a:gdLst>
                  <a:gd name="connsiteX0" fmla="*/ 386938 w 386937"/>
                  <a:gd name="connsiteY0" fmla="*/ 104064 h 208127"/>
                  <a:gd name="connsiteX1" fmla="*/ 193470 w 386937"/>
                  <a:gd name="connsiteY1" fmla="*/ 208128 h 208127"/>
                  <a:gd name="connsiteX2" fmla="*/ 1 w 386937"/>
                  <a:gd name="connsiteY2" fmla="*/ 104064 h 208127"/>
                  <a:gd name="connsiteX3" fmla="*/ 193470 w 386937"/>
                  <a:gd name="connsiteY3" fmla="*/ 0 h 208127"/>
                  <a:gd name="connsiteX4" fmla="*/ 386938 w 386937"/>
                  <a:gd name="connsiteY4" fmla="*/ 104064 h 208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937" h="208127">
                    <a:moveTo>
                      <a:pt x="386938" y="104064"/>
                    </a:moveTo>
                    <a:cubicBezTo>
                      <a:pt x="386938" y="161537"/>
                      <a:pt x="300319" y="208128"/>
                      <a:pt x="193470" y="208128"/>
                    </a:cubicBezTo>
                    <a:cubicBezTo>
                      <a:pt x="86620" y="208128"/>
                      <a:pt x="1" y="161537"/>
                      <a:pt x="1" y="104064"/>
                    </a:cubicBezTo>
                    <a:cubicBezTo>
                      <a:pt x="1" y="46591"/>
                      <a:pt x="86621" y="0"/>
                      <a:pt x="193470" y="0"/>
                    </a:cubicBezTo>
                    <a:cubicBezTo>
                      <a:pt x="300320" y="0"/>
                      <a:pt x="386938" y="46591"/>
                      <a:pt x="386938" y="10406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CF1495E6-25E9-E27C-1843-3290DA2E1516}"/>
                  </a:ext>
                </a:extLst>
              </p:cNvPr>
              <p:cNvSpPr/>
              <p:nvPr/>
            </p:nvSpPr>
            <p:spPr>
              <a:xfrm rot="20820529">
                <a:off x="891026" y="5129786"/>
                <a:ext cx="83414" cy="152458"/>
              </a:xfrm>
              <a:custGeom>
                <a:avLst/>
                <a:gdLst>
                  <a:gd name="connsiteX0" fmla="*/ 208128 w 208127"/>
                  <a:gd name="connsiteY0" fmla="*/ 193469 h 386937"/>
                  <a:gd name="connsiteX1" fmla="*/ 104064 w 208127"/>
                  <a:gd name="connsiteY1" fmla="*/ 386938 h 386937"/>
                  <a:gd name="connsiteX2" fmla="*/ 0 w 208127"/>
                  <a:gd name="connsiteY2" fmla="*/ 193469 h 386937"/>
                  <a:gd name="connsiteX3" fmla="*/ 104064 w 208127"/>
                  <a:gd name="connsiteY3" fmla="*/ 0 h 386937"/>
                  <a:gd name="connsiteX4" fmla="*/ 208128 w 208127"/>
                  <a:gd name="connsiteY4" fmla="*/ 193469 h 38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127" h="386937">
                    <a:moveTo>
                      <a:pt x="208128" y="193469"/>
                    </a:moveTo>
                    <a:cubicBezTo>
                      <a:pt x="208128" y="300319"/>
                      <a:pt x="161537" y="386938"/>
                      <a:pt x="104064" y="386938"/>
                    </a:cubicBezTo>
                    <a:cubicBezTo>
                      <a:pt x="46591" y="386938"/>
                      <a:pt x="0" y="300319"/>
                      <a:pt x="0" y="193469"/>
                    </a:cubicBezTo>
                    <a:cubicBezTo>
                      <a:pt x="0" y="86619"/>
                      <a:pt x="46591" y="0"/>
                      <a:pt x="104064" y="0"/>
                    </a:cubicBezTo>
                    <a:cubicBezTo>
                      <a:pt x="161537" y="0"/>
                      <a:pt x="208128" y="86619"/>
                      <a:pt x="208128" y="19346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223EF093-7082-359E-B5E1-E78CA0B2A120}"/>
                  </a:ext>
                </a:extLst>
              </p:cNvPr>
              <p:cNvSpPr/>
              <p:nvPr/>
            </p:nvSpPr>
            <p:spPr>
              <a:xfrm>
                <a:off x="944444" y="5051346"/>
                <a:ext cx="162153" cy="44375"/>
              </a:xfrm>
              <a:custGeom>
                <a:avLst/>
                <a:gdLst>
                  <a:gd name="connsiteX0" fmla="*/ 0 w 404589"/>
                  <a:gd name="connsiteY0" fmla="*/ 59919 h 112622"/>
                  <a:gd name="connsiteX1" fmla="*/ 6727 w 404589"/>
                  <a:gd name="connsiteY1" fmla="*/ 64198 h 112622"/>
                  <a:gd name="connsiteX2" fmla="*/ 221131 w 404589"/>
                  <a:gd name="connsiteY2" fmla="*/ 110244 h 112622"/>
                  <a:gd name="connsiteX3" fmla="*/ 394823 w 404589"/>
                  <a:gd name="connsiteY3" fmla="*/ 35148 h 112622"/>
                  <a:gd name="connsiteX4" fmla="*/ 404589 w 404589"/>
                  <a:gd name="connsiteY4" fmla="*/ 15977 h 112622"/>
                  <a:gd name="connsiteX5" fmla="*/ 247841 w 404589"/>
                  <a:gd name="connsiteY5" fmla="*/ 0 h 112622"/>
                  <a:gd name="connsiteX6" fmla="*/ 0 w 404589"/>
                  <a:gd name="connsiteY6" fmla="*/ 59919 h 11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589" h="112622">
                    <a:moveTo>
                      <a:pt x="0" y="59919"/>
                    </a:moveTo>
                    <a:cubicBezTo>
                      <a:pt x="2217" y="61413"/>
                      <a:pt x="4472" y="62850"/>
                      <a:pt x="6727" y="64198"/>
                    </a:cubicBezTo>
                    <a:cubicBezTo>
                      <a:pt x="70462" y="102713"/>
                      <a:pt x="147238" y="119186"/>
                      <a:pt x="221131" y="110244"/>
                    </a:cubicBezTo>
                    <a:cubicBezTo>
                      <a:pt x="272550" y="104008"/>
                      <a:pt x="362956" y="80820"/>
                      <a:pt x="394823" y="35148"/>
                    </a:cubicBezTo>
                    <a:cubicBezTo>
                      <a:pt x="399530" y="28377"/>
                      <a:pt x="402727" y="21986"/>
                      <a:pt x="404589" y="15977"/>
                    </a:cubicBezTo>
                    <a:cubicBezTo>
                      <a:pt x="366212" y="4956"/>
                      <a:pt x="315282" y="0"/>
                      <a:pt x="247841" y="0"/>
                    </a:cubicBezTo>
                    <a:cubicBezTo>
                      <a:pt x="98721" y="2"/>
                      <a:pt x="30769" y="17501"/>
                      <a:pt x="0" y="5991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5" name="Freeform: Shape 1494">
                <a:extLst>
                  <a:ext uri="{FF2B5EF4-FFF2-40B4-BE49-F238E27FC236}">
                    <a16:creationId xmlns:a16="http://schemas.microsoft.com/office/drawing/2014/main" id="{56906C7D-BE1D-4961-2BD6-1ECD914D6FF0}"/>
                  </a:ext>
                </a:extLst>
              </p:cNvPr>
              <p:cNvSpPr/>
              <p:nvPr/>
            </p:nvSpPr>
            <p:spPr>
              <a:xfrm>
                <a:off x="1012050" y="5152988"/>
                <a:ext cx="61092" cy="117810"/>
              </a:xfrm>
              <a:custGeom>
                <a:avLst/>
                <a:gdLst>
                  <a:gd name="connsiteX0" fmla="*/ 152430 w 152430"/>
                  <a:gd name="connsiteY0" fmla="*/ 149501 h 299001"/>
                  <a:gd name="connsiteX1" fmla="*/ 76216 w 152430"/>
                  <a:gd name="connsiteY1" fmla="*/ 299001 h 299001"/>
                  <a:gd name="connsiteX2" fmla="*/ 1 w 152430"/>
                  <a:gd name="connsiteY2" fmla="*/ 149501 h 299001"/>
                  <a:gd name="connsiteX3" fmla="*/ 76216 w 152430"/>
                  <a:gd name="connsiteY3" fmla="*/ 0 h 299001"/>
                  <a:gd name="connsiteX4" fmla="*/ 152430 w 152430"/>
                  <a:gd name="connsiteY4" fmla="*/ 149501 h 29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30" h="299001">
                    <a:moveTo>
                      <a:pt x="152430" y="149501"/>
                    </a:moveTo>
                    <a:cubicBezTo>
                      <a:pt x="152430" y="232068"/>
                      <a:pt x="118308" y="299001"/>
                      <a:pt x="76216" y="299001"/>
                    </a:cubicBezTo>
                    <a:cubicBezTo>
                      <a:pt x="34123" y="299001"/>
                      <a:pt x="1" y="232068"/>
                      <a:pt x="1" y="149501"/>
                    </a:cubicBezTo>
                    <a:cubicBezTo>
                      <a:pt x="1" y="66934"/>
                      <a:pt x="34123" y="0"/>
                      <a:pt x="76216" y="0"/>
                    </a:cubicBezTo>
                    <a:cubicBezTo>
                      <a:pt x="118308" y="0"/>
                      <a:pt x="152430" y="66934"/>
                      <a:pt x="152430" y="14950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6" name="Freeform: Shape 1495">
                <a:extLst>
                  <a:ext uri="{FF2B5EF4-FFF2-40B4-BE49-F238E27FC236}">
                    <a16:creationId xmlns:a16="http://schemas.microsoft.com/office/drawing/2014/main" id="{4BF4E560-6F7A-2E91-6A6F-82BECFE457B9}"/>
                  </a:ext>
                </a:extLst>
              </p:cNvPr>
              <p:cNvSpPr/>
              <p:nvPr/>
            </p:nvSpPr>
            <p:spPr>
              <a:xfrm>
                <a:off x="999084" y="5140813"/>
                <a:ext cx="87029" cy="142159"/>
              </a:xfrm>
              <a:custGeom>
                <a:avLst/>
                <a:gdLst>
                  <a:gd name="connsiteX0" fmla="*/ 0 w 217149"/>
                  <a:gd name="connsiteY0" fmla="*/ 180399 h 360798"/>
                  <a:gd name="connsiteX1" fmla="*/ 108566 w 217149"/>
                  <a:gd name="connsiteY1" fmla="*/ 0 h 360798"/>
                  <a:gd name="connsiteX2" fmla="*/ 217150 w 217149"/>
                  <a:gd name="connsiteY2" fmla="*/ 180399 h 360798"/>
                  <a:gd name="connsiteX3" fmla="*/ 108566 w 217149"/>
                  <a:gd name="connsiteY3" fmla="*/ 360798 h 360798"/>
                  <a:gd name="connsiteX4" fmla="*/ 0 w 217149"/>
                  <a:gd name="connsiteY4" fmla="*/ 180399 h 360798"/>
                  <a:gd name="connsiteX5" fmla="*/ 3177 w 217149"/>
                  <a:gd name="connsiteY5" fmla="*/ 180399 h 360798"/>
                  <a:gd name="connsiteX6" fmla="*/ 108585 w 217149"/>
                  <a:gd name="connsiteY6" fmla="*/ 357621 h 360798"/>
                  <a:gd name="connsiteX7" fmla="*/ 213993 w 217149"/>
                  <a:gd name="connsiteY7" fmla="*/ 180399 h 360798"/>
                  <a:gd name="connsiteX8" fmla="*/ 108585 w 217149"/>
                  <a:gd name="connsiteY8" fmla="*/ 3177 h 360798"/>
                  <a:gd name="connsiteX9" fmla="*/ 3177 w 217149"/>
                  <a:gd name="connsiteY9" fmla="*/ 180399 h 360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149" h="360798">
                    <a:moveTo>
                      <a:pt x="0" y="180399"/>
                    </a:moveTo>
                    <a:cubicBezTo>
                      <a:pt x="0" y="80933"/>
                      <a:pt x="48694" y="0"/>
                      <a:pt x="108566" y="0"/>
                    </a:cubicBezTo>
                    <a:cubicBezTo>
                      <a:pt x="168437" y="0"/>
                      <a:pt x="217150" y="80914"/>
                      <a:pt x="217150" y="180399"/>
                    </a:cubicBezTo>
                    <a:cubicBezTo>
                      <a:pt x="217150" y="279865"/>
                      <a:pt x="168437" y="360798"/>
                      <a:pt x="108566" y="360798"/>
                    </a:cubicBezTo>
                    <a:cubicBezTo>
                      <a:pt x="48694" y="360798"/>
                      <a:pt x="0" y="279865"/>
                      <a:pt x="0" y="180399"/>
                    </a:cubicBezTo>
                    <a:close/>
                    <a:moveTo>
                      <a:pt x="3177" y="180399"/>
                    </a:moveTo>
                    <a:cubicBezTo>
                      <a:pt x="3177" y="278119"/>
                      <a:pt x="50458" y="357621"/>
                      <a:pt x="108585" y="357621"/>
                    </a:cubicBezTo>
                    <a:cubicBezTo>
                      <a:pt x="166691" y="357621"/>
                      <a:pt x="213993" y="278119"/>
                      <a:pt x="213993" y="180399"/>
                    </a:cubicBezTo>
                    <a:cubicBezTo>
                      <a:pt x="213993" y="82679"/>
                      <a:pt x="166691" y="3177"/>
                      <a:pt x="108585" y="3177"/>
                    </a:cubicBezTo>
                    <a:cubicBezTo>
                      <a:pt x="50458" y="3177"/>
                      <a:pt x="3177" y="82679"/>
                      <a:pt x="3177" y="18039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7" name="Freeform: Shape 1496">
                <a:extLst>
                  <a:ext uri="{FF2B5EF4-FFF2-40B4-BE49-F238E27FC236}">
                    <a16:creationId xmlns:a16="http://schemas.microsoft.com/office/drawing/2014/main" id="{3EEFE27D-2A22-E4DA-58F7-DDC41B930A7E}"/>
                  </a:ext>
                </a:extLst>
              </p:cNvPr>
              <p:cNvSpPr/>
              <p:nvPr/>
            </p:nvSpPr>
            <p:spPr>
              <a:xfrm>
                <a:off x="926292" y="4823813"/>
                <a:ext cx="232198" cy="247169"/>
              </a:xfrm>
              <a:custGeom>
                <a:avLst/>
                <a:gdLst>
                  <a:gd name="connsiteX0" fmla="*/ 579360 w 579360"/>
                  <a:gd name="connsiteY0" fmla="*/ 313656 h 627312"/>
                  <a:gd name="connsiteX1" fmla="*/ 289680 w 579360"/>
                  <a:gd name="connsiteY1" fmla="*/ 627312 h 627312"/>
                  <a:gd name="connsiteX2" fmla="*/ 0 w 579360"/>
                  <a:gd name="connsiteY2" fmla="*/ 313656 h 627312"/>
                  <a:gd name="connsiteX3" fmla="*/ 289680 w 579360"/>
                  <a:gd name="connsiteY3" fmla="*/ 0 h 627312"/>
                  <a:gd name="connsiteX4" fmla="*/ 579360 w 579360"/>
                  <a:gd name="connsiteY4" fmla="*/ 313656 h 62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360" h="627312">
                    <a:moveTo>
                      <a:pt x="579360" y="313656"/>
                    </a:moveTo>
                    <a:cubicBezTo>
                      <a:pt x="579360" y="486884"/>
                      <a:pt x="449666" y="627312"/>
                      <a:pt x="289680" y="627312"/>
                    </a:cubicBezTo>
                    <a:cubicBezTo>
                      <a:pt x="129694" y="627312"/>
                      <a:pt x="0" y="486884"/>
                      <a:pt x="0" y="313656"/>
                    </a:cubicBezTo>
                    <a:cubicBezTo>
                      <a:pt x="0" y="140429"/>
                      <a:pt x="129694" y="0"/>
                      <a:pt x="289680" y="0"/>
                    </a:cubicBezTo>
                    <a:cubicBezTo>
                      <a:pt x="449666" y="0"/>
                      <a:pt x="579360" y="140429"/>
                      <a:pt x="579360" y="3136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8" name="Freeform: Shape 1497">
                <a:extLst>
                  <a:ext uri="{FF2B5EF4-FFF2-40B4-BE49-F238E27FC236}">
                    <a16:creationId xmlns:a16="http://schemas.microsoft.com/office/drawing/2014/main" id="{B7115022-BD7A-2A04-C169-B7AD49914BC2}"/>
                  </a:ext>
                </a:extLst>
              </p:cNvPr>
              <p:cNvSpPr/>
              <p:nvPr/>
            </p:nvSpPr>
            <p:spPr>
              <a:xfrm>
                <a:off x="932684" y="4837672"/>
                <a:ext cx="230844" cy="233311"/>
              </a:xfrm>
              <a:custGeom>
                <a:avLst/>
                <a:gdLst>
                  <a:gd name="connsiteX0" fmla="*/ 575979 w 575979"/>
                  <a:gd name="connsiteY0" fmla="*/ 296069 h 592138"/>
                  <a:gd name="connsiteX1" fmla="*/ 287990 w 575979"/>
                  <a:gd name="connsiteY1" fmla="*/ 592139 h 592138"/>
                  <a:gd name="connsiteX2" fmla="*/ 0 w 575979"/>
                  <a:gd name="connsiteY2" fmla="*/ 296069 h 592138"/>
                  <a:gd name="connsiteX3" fmla="*/ 287990 w 575979"/>
                  <a:gd name="connsiteY3" fmla="*/ 0 h 592138"/>
                  <a:gd name="connsiteX4" fmla="*/ 575979 w 575979"/>
                  <a:gd name="connsiteY4" fmla="*/ 296069 h 592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979" h="592138">
                    <a:moveTo>
                      <a:pt x="575979" y="296069"/>
                    </a:moveTo>
                    <a:cubicBezTo>
                      <a:pt x="575979" y="459584"/>
                      <a:pt x="447042" y="592139"/>
                      <a:pt x="287990" y="592139"/>
                    </a:cubicBezTo>
                    <a:cubicBezTo>
                      <a:pt x="128938" y="592139"/>
                      <a:pt x="0" y="459584"/>
                      <a:pt x="0" y="296069"/>
                    </a:cubicBezTo>
                    <a:cubicBezTo>
                      <a:pt x="0" y="132555"/>
                      <a:pt x="128938" y="0"/>
                      <a:pt x="287990" y="0"/>
                    </a:cubicBezTo>
                    <a:cubicBezTo>
                      <a:pt x="447042" y="0"/>
                      <a:pt x="575979" y="132555"/>
                      <a:pt x="575979" y="2960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9" name="Freeform: Shape 1498">
                <a:extLst>
                  <a:ext uri="{FF2B5EF4-FFF2-40B4-BE49-F238E27FC236}">
                    <a16:creationId xmlns:a16="http://schemas.microsoft.com/office/drawing/2014/main" id="{063D847C-5188-0B5A-010A-E5C78A4E5BC0}"/>
                  </a:ext>
                </a:extLst>
              </p:cNvPr>
              <p:cNvSpPr/>
              <p:nvPr/>
            </p:nvSpPr>
            <p:spPr>
              <a:xfrm>
                <a:off x="1139608" y="4919677"/>
                <a:ext cx="38764" cy="65835"/>
              </a:xfrm>
              <a:custGeom>
                <a:avLst/>
                <a:gdLst>
                  <a:gd name="connsiteX0" fmla="*/ 0 w 96720"/>
                  <a:gd name="connsiteY0" fmla="*/ 18877 h 167087"/>
                  <a:gd name="connsiteX1" fmla="*/ 0 w 96720"/>
                  <a:gd name="connsiteY1" fmla="*/ 148210 h 167087"/>
                  <a:gd name="connsiteX2" fmla="*/ 18866 w 96720"/>
                  <a:gd name="connsiteY2" fmla="*/ 167088 h 167087"/>
                  <a:gd name="connsiteX3" fmla="*/ 77855 w 96720"/>
                  <a:gd name="connsiteY3" fmla="*/ 167088 h 167087"/>
                  <a:gd name="connsiteX4" fmla="*/ 96485 w 96720"/>
                  <a:gd name="connsiteY4" fmla="*/ 151054 h 167087"/>
                  <a:gd name="connsiteX5" fmla="*/ 96721 w 96720"/>
                  <a:gd name="connsiteY5" fmla="*/ 148210 h 167087"/>
                  <a:gd name="connsiteX6" fmla="*/ 96721 w 96720"/>
                  <a:gd name="connsiteY6" fmla="*/ 18877 h 167087"/>
                  <a:gd name="connsiteX7" fmla="*/ 96485 w 96720"/>
                  <a:gd name="connsiteY7" fmla="*/ 16034 h 167087"/>
                  <a:gd name="connsiteX8" fmla="*/ 77855 w 96720"/>
                  <a:gd name="connsiteY8" fmla="*/ 0 h 167087"/>
                  <a:gd name="connsiteX9" fmla="*/ 18866 w 96720"/>
                  <a:gd name="connsiteY9" fmla="*/ 0 h 167087"/>
                  <a:gd name="connsiteX10" fmla="*/ 0 w 96720"/>
                  <a:gd name="connsiteY10" fmla="*/ 18877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720" h="167087">
                    <a:moveTo>
                      <a:pt x="0" y="18877"/>
                    </a:moveTo>
                    <a:lnTo>
                      <a:pt x="0" y="148210"/>
                    </a:lnTo>
                    <a:cubicBezTo>
                      <a:pt x="0" y="158645"/>
                      <a:pt x="8433" y="167088"/>
                      <a:pt x="18866" y="167088"/>
                    </a:cubicBezTo>
                    <a:lnTo>
                      <a:pt x="77855" y="167088"/>
                    </a:lnTo>
                    <a:cubicBezTo>
                      <a:pt x="87307" y="167088"/>
                      <a:pt x="95151" y="160139"/>
                      <a:pt x="96485" y="151054"/>
                    </a:cubicBezTo>
                    <a:cubicBezTo>
                      <a:pt x="96661" y="150116"/>
                      <a:pt x="96721" y="149177"/>
                      <a:pt x="96721" y="148210"/>
                    </a:cubicBezTo>
                    <a:lnTo>
                      <a:pt x="96721" y="18877"/>
                    </a:lnTo>
                    <a:cubicBezTo>
                      <a:pt x="96721" y="17910"/>
                      <a:pt x="96661" y="16971"/>
                      <a:pt x="96485" y="16034"/>
                    </a:cubicBezTo>
                    <a:cubicBezTo>
                      <a:pt x="95151" y="6946"/>
                      <a:pt x="87307" y="0"/>
                      <a:pt x="77855" y="0"/>
                    </a:cubicBezTo>
                    <a:lnTo>
                      <a:pt x="18866" y="0"/>
                    </a:lnTo>
                    <a:cubicBezTo>
                      <a:pt x="8433" y="0"/>
                      <a:pt x="0" y="8442"/>
                      <a:pt x="0" y="1887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0" name="Freeform: Shape 1499">
                <a:extLst>
                  <a:ext uri="{FF2B5EF4-FFF2-40B4-BE49-F238E27FC236}">
                    <a16:creationId xmlns:a16="http://schemas.microsoft.com/office/drawing/2014/main" id="{BE941E73-5710-A6C6-0453-ECEE5D1A080A}"/>
                  </a:ext>
                </a:extLst>
              </p:cNvPr>
              <p:cNvSpPr/>
              <p:nvPr/>
            </p:nvSpPr>
            <p:spPr>
              <a:xfrm>
                <a:off x="898410" y="4919678"/>
                <a:ext cx="49704" cy="65835"/>
              </a:xfrm>
              <a:custGeom>
                <a:avLst/>
                <a:gdLst>
                  <a:gd name="connsiteX0" fmla="*/ 0 w 124018"/>
                  <a:gd name="connsiteY0" fmla="*/ 117156 h 167087"/>
                  <a:gd name="connsiteX1" fmla="*/ 49929 w 124018"/>
                  <a:gd name="connsiteY1" fmla="*/ 167087 h 167087"/>
                  <a:gd name="connsiteX2" fmla="*/ 99819 w 124018"/>
                  <a:gd name="connsiteY2" fmla="*/ 167087 h 167087"/>
                  <a:gd name="connsiteX3" fmla="*/ 124019 w 124018"/>
                  <a:gd name="connsiteY3" fmla="*/ 148210 h 167087"/>
                  <a:gd name="connsiteX4" fmla="*/ 124019 w 124018"/>
                  <a:gd name="connsiteY4" fmla="*/ 18877 h 167087"/>
                  <a:gd name="connsiteX5" fmla="*/ 99819 w 124018"/>
                  <a:gd name="connsiteY5" fmla="*/ 0 h 167087"/>
                  <a:gd name="connsiteX6" fmla="*/ 49596 w 124018"/>
                  <a:gd name="connsiteY6" fmla="*/ 337 h 167087"/>
                  <a:gd name="connsiteX7" fmla="*/ 0 w 124018"/>
                  <a:gd name="connsiteY7" fmla="*/ 50266 h 167087"/>
                  <a:gd name="connsiteX8" fmla="*/ 0 w 124018"/>
                  <a:gd name="connsiteY8" fmla="*/ 117156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018" h="167087">
                    <a:moveTo>
                      <a:pt x="0" y="117156"/>
                    </a:moveTo>
                    <a:cubicBezTo>
                      <a:pt x="0" y="144733"/>
                      <a:pt x="22356" y="167087"/>
                      <a:pt x="49929" y="167087"/>
                    </a:cubicBezTo>
                    <a:lnTo>
                      <a:pt x="99819" y="167087"/>
                    </a:lnTo>
                    <a:cubicBezTo>
                      <a:pt x="113194" y="167087"/>
                      <a:pt x="124019" y="158645"/>
                      <a:pt x="124019" y="148210"/>
                    </a:cubicBezTo>
                    <a:lnTo>
                      <a:pt x="124019" y="18877"/>
                    </a:lnTo>
                    <a:cubicBezTo>
                      <a:pt x="124019" y="8442"/>
                      <a:pt x="113194" y="0"/>
                      <a:pt x="99819" y="0"/>
                    </a:cubicBezTo>
                    <a:lnTo>
                      <a:pt x="49596" y="337"/>
                    </a:lnTo>
                    <a:cubicBezTo>
                      <a:pt x="22160" y="522"/>
                      <a:pt x="0" y="22821"/>
                      <a:pt x="0" y="50266"/>
                    </a:cubicBezTo>
                    <a:lnTo>
                      <a:pt x="0" y="117156"/>
                    </a:ln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1" name="Freeform: Shape 1500">
                <a:extLst>
                  <a:ext uri="{FF2B5EF4-FFF2-40B4-BE49-F238E27FC236}">
                    <a16:creationId xmlns:a16="http://schemas.microsoft.com/office/drawing/2014/main" id="{35AD85F9-154F-7AEB-DECF-F9EAED9BD1A3}"/>
                  </a:ext>
                </a:extLst>
              </p:cNvPr>
              <p:cNvSpPr/>
              <p:nvPr/>
            </p:nvSpPr>
            <p:spPr>
              <a:xfrm>
                <a:off x="976826" y="4891957"/>
                <a:ext cx="157429" cy="133980"/>
              </a:xfrm>
              <a:custGeom>
                <a:avLst/>
                <a:gdLst>
                  <a:gd name="connsiteX0" fmla="*/ 392803 w 392803"/>
                  <a:gd name="connsiteY0" fmla="*/ 170019 h 340038"/>
                  <a:gd name="connsiteX1" fmla="*/ 196401 w 392803"/>
                  <a:gd name="connsiteY1" fmla="*/ 340039 h 340038"/>
                  <a:gd name="connsiteX2" fmla="*/ 0 w 392803"/>
                  <a:gd name="connsiteY2" fmla="*/ 170019 h 340038"/>
                  <a:gd name="connsiteX3" fmla="*/ 196401 w 392803"/>
                  <a:gd name="connsiteY3" fmla="*/ 0 h 340038"/>
                  <a:gd name="connsiteX4" fmla="*/ 392803 w 392803"/>
                  <a:gd name="connsiteY4" fmla="*/ 170019 h 340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803" h="340038">
                    <a:moveTo>
                      <a:pt x="392803" y="170019"/>
                    </a:moveTo>
                    <a:cubicBezTo>
                      <a:pt x="392803" y="263918"/>
                      <a:pt x="304871" y="340039"/>
                      <a:pt x="196401" y="340039"/>
                    </a:cubicBezTo>
                    <a:cubicBezTo>
                      <a:pt x="87931" y="340039"/>
                      <a:pt x="0" y="263918"/>
                      <a:pt x="0" y="170019"/>
                    </a:cubicBezTo>
                    <a:cubicBezTo>
                      <a:pt x="0" y="76120"/>
                      <a:pt x="87932" y="0"/>
                      <a:pt x="196401" y="0"/>
                    </a:cubicBezTo>
                    <a:cubicBezTo>
                      <a:pt x="304871" y="0"/>
                      <a:pt x="392803" y="76120"/>
                      <a:pt x="392803" y="1700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2" name="Freeform: Shape 1501">
                <a:extLst>
                  <a:ext uri="{FF2B5EF4-FFF2-40B4-BE49-F238E27FC236}">
                    <a16:creationId xmlns:a16="http://schemas.microsoft.com/office/drawing/2014/main" id="{6C9F47D9-6B19-7BD9-4385-8A3F445B45C6}"/>
                  </a:ext>
                </a:extLst>
              </p:cNvPr>
              <p:cNvSpPr/>
              <p:nvPr/>
            </p:nvSpPr>
            <p:spPr>
              <a:xfrm>
                <a:off x="986328" y="4900043"/>
                <a:ext cx="138417" cy="117809"/>
              </a:xfrm>
              <a:custGeom>
                <a:avLst/>
                <a:gdLst>
                  <a:gd name="connsiteX0" fmla="*/ 0 w 345365"/>
                  <a:gd name="connsiteY0" fmla="*/ 149499 h 298999"/>
                  <a:gd name="connsiteX1" fmla="*/ 26181 w 345365"/>
                  <a:gd name="connsiteY1" fmla="*/ 228646 h 298999"/>
                  <a:gd name="connsiteX2" fmla="*/ 172692 w 345365"/>
                  <a:gd name="connsiteY2" fmla="*/ 298999 h 298999"/>
                  <a:gd name="connsiteX3" fmla="*/ 319185 w 345365"/>
                  <a:gd name="connsiteY3" fmla="*/ 228646 h 298999"/>
                  <a:gd name="connsiteX4" fmla="*/ 345366 w 345365"/>
                  <a:gd name="connsiteY4" fmla="*/ 149499 h 298999"/>
                  <a:gd name="connsiteX5" fmla="*/ 312340 w 345365"/>
                  <a:gd name="connsiteY5" fmla="*/ 61558 h 298999"/>
                  <a:gd name="connsiteX6" fmla="*/ 172692 w 345365"/>
                  <a:gd name="connsiteY6" fmla="*/ 0 h 298999"/>
                  <a:gd name="connsiteX7" fmla="*/ 33044 w 345365"/>
                  <a:gd name="connsiteY7" fmla="*/ 61558 h 298999"/>
                  <a:gd name="connsiteX8" fmla="*/ 0 w 345365"/>
                  <a:gd name="connsiteY8" fmla="*/ 149499 h 298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5365" h="298999">
                    <a:moveTo>
                      <a:pt x="0" y="149499"/>
                    </a:moveTo>
                    <a:cubicBezTo>
                      <a:pt x="0" y="178548"/>
                      <a:pt x="9590" y="205693"/>
                      <a:pt x="26181" y="228646"/>
                    </a:cubicBezTo>
                    <a:cubicBezTo>
                      <a:pt x="56656" y="270887"/>
                      <a:pt x="110860" y="298999"/>
                      <a:pt x="172692" y="298999"/>
                    </a:cubicBezTo>
                    <a:cubicBezTo>
                      <a:pt x="234505" y="298999"/>
                      <a:pt x="288710" y="270887"/>
                      <a:pt x="319185" y="228646"/>
                    </a:cubicBezTo>
                    <a:cubicBezTo>
                      <a:pt x="335776" y="205693"/>
                      <a:pt x="345366" y="178548"/>
                      <a:pt x="345366" y="149499"/>
                    </a:cubicBezTo>
                    <a:cubicBezTo>
                      <a:pt x="345366" y="116637"/>
                      <a:pt x="333128" y="86211"/>
                      <a:pt x="312340" y="61558"/>
                    </a:cubicBezTo>
                    <a:cubicBezTo>
                      <a:pt x="280944" y="24241"/>
                      <a:pt x="230113" y="0"/>
                      <a:pt x="172692" y="0"/>
                    </a:cubicBezTo>
                    <a:cubicBezTo>
                      <a:pt x="115252" y="0"/>
                      <a:pt x="64421" y="24243"/>
                      <a:pt x="33044" y="61558"/>
                    </a:cubicBezTo>
                    <a:cubicBezTo>
                      <a:pt x="12257" y="86211"/>
                      <a:pt x="0" y="116639"/>
                      <a:pt x="0" y="14949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3" name="Freeform: Shape 1502">
                <a:extLst>
                  <a:ext uri="{FF2B5EF4-FFF2-40B4-BE49-F238E27FC236}">
                    <a16:creationId xmlns:a16="http://schemas.microsoft.com/office/drawing/2014/main" id="{9F198ADD-53A8-5EEC-DF64-12C7165839F1}"/>
                  </a:ext>
                </a:extLst>
              </p:cNvPr>
              <p:cNvSpPr/>
              <p:nvPr/>
            </p:nvSpPr>
            <p:spPr>
              <a:xfrm>
                <a:off x="1092298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7 w 64491"/>
                  <a:gd name="connsiteY1" fmla="*/ 89296 h 89295"/>
                  <a:gd name="connsiteX2" fmla="*/ 1 w 64491"/>
                  <a:gd name="connsiteY2" fmla="*/ 44648 h 89295"/>
                  <a:gd name="connsiteX3" fmla="*/ 32247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7" y="89296"/>
                    </a:cubicBezTo>
                    <a:cubicBezTo>
                      <a:pt x="14438" y="89296"/>
                      <a:pt x="1" y="69306"/>
                      <a:pt x="1" y="44648"/>
                    </a:cubicBezTo>
                    <a:cubicBezTo>
                      <a:pt x="1" y="19990"/>
                      <a:pt x="14438" y="0"/>
                      <a:pt x="32247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4" name="Freeform: Shape 1503">
                <a:extLst>
                  <a:ext uri="{FF2B5EF4-FFF2-40B4-BE49-F238E27FC236}">
                    <a16:creationId xmlns:a16="http://schemas.microsoft.com/office/drawing/2014/main" id="{0D5085AC-279F-9A24-D938-9AD505D27EF1}"/>
                  </a:ext>
                </a:extLst>
              </p:cNvPr>
              <p:cNvSpPr/>
              <p:nvPr/>
            </p:nvSpPr>
            <p:spPr>
              <a:xfrm>
                <a:off x="1005362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6 w 64491"/>
                  <a:gd name="connsiteY1" fmla="*/ 89296 h 89295"/>
                  <a:gd name="connsiteX2" fmla="*/ 0 w 64491"/>
                  <a:gd name="connsiteY2" fmla="*/ 44648 h 89295"/>
                  <a:gd name="connsiteX3" fmla="*/ 32246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6" y="89296"/>
                    </a:cubicBezTo>
                    <a:cubicBezTo>
                      <a:pt x="14437" y="89296"/>
                      <a:pt x="0" y="69306"/>
                      <a:pt x="0" y="44648"/>
                    </a:cubicBezTo>
                    <a:cubicBezTo>
                      <a:pt x="0" y="19990"/>
                      <a:pt x="14437" y="0"/>
                      <a:pt x="32246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5" name="Freeform: Shape 1504">
                <a:extLst>
                  <a:ext uri="{FF2B5EF4-FFF2-40B4-BE49-F238E27FC236}">
                    <a16:creationId xmlns:a16="http://schemas.microsoft.com/office/drawing/2014/main" id="{53D3C641-B3D4-CB2F-6E3C-DAAE0B2C471E}"/>
                  </a:ext>
                </a:extLst>
              </p:cNvPr>
              <p:cNvSpPr/>
              <p:nvPr/>
            </p:nvSpPr>
            <p:spPr>
              <a:xfrm>
                <a:off x="999565" y="4900043"/>
                <a:ext cx="111945" cy="24255"/>
              </a:xfrm>
              <a:custGeom>
                <a:avLst/>
                <a:gdLst>
                  <a:gd name="connsiteX0" fmla="*/ 0 w 279315"/>
                  <a:gd name="connsiteY0" fmla="*/ 61558 h 61558"/>
                  <a:gd name="connsiteX1" fmla="*/ 279315 w 279315"/>
                  <a:gd name="connsiteY1" fmla="*/ 61558 h 61558"/>
                  <a:gd name="connsiteX2" fmla="*/ 139667 w 279315"/>
                  <a:gd name="connsiteY2" fmla="*/ 0 h 61558"/>
                  <a:gd name="connsiteX3" fmla="*/ 0 w 279315"/>
                  <a:gd name="connsiteY3" fmla="*/ 61558 h 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9315" h="61558">
                    <a:moveTo>
                      <a:pt x="0" y="61558"/>
                    </a:moveTo>
                    <a:lnTo>
                      <a:pt x="279315" y="61558"/>
                    </a:lnTo>
                    <a:cubicBezTo>
                      <a:pt x="247919" y="24241"/>
                      <a:pt x="197088" y="0"/>
                      <a:pt x="139667" y="0"/>
                    </a:cubicBezTo>
                    <a:cubicBezTo>
                      <a:pt x="82227" y="0"/>
                      <a:pt x="31396" y="24241"/>
                      <a:pt x="0" y="615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6" name="Freeform: Shape 1505">
                <a:extLst>
                  <a:ext uri="{FF2B5EF4-FFF2-40B4-BE49-F238E27FC236}">
                    <a16:creationId xmlns:a16="http://schemas.microsoft.com/office/drawing/2014/main" id="{95042EB8-9F62-9D2D-1367-9548DC1110AA}"/>
                  </a:ext>
                </a:extLst>
              </p:cNvPr>
              <p:cNvSpPr/>
              <p:nvPr/>
            </p:nvSpPr>
            <p:spPr>
              <a:xfrm>
                <a:off x="996821" y="4990132"/>
                <a:ext cx="117432" cy="18480"/>
              </a:xfrm>
              <a:custGeom>
                <a:avLst/>
                <a:gdLst>
                  <a:gd name="connsiteX0" fmla="*/ 0 w 293004"/>
                  <a:gd name="connsiteY0" fmla="*/ 0 h 46901"/>
                  <a:gd name="connsiteX1" fmla="*/ 146512 w 293004"/>
                  <a:gd name="connsiteY1" fmla="*/ 46901 h 46901"/>
                  <a:gd name="connsiteX2" fmla="*/ 293004 w 293004"/>
                  <a:gd name="connsiteY2" fmla="*/ 0 h 46901"/>
                  <a:gd name="connsiteX3" fmla="*/ 0 w 293004"/>
                  <a:gd name="connsiteY3" fmla="*/ 0 h 46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004" h="46901">
                    <a:moveTo>
                      <a:pt x="0" y="0"/>
                    </a:moveTo>
                    <a:cubicBezTo>
                      <a:pt x="30475" y="28161"/>
                      <a:pt x="84680" y="46901"/>
                      <a:pt x="146512" y="46901"/>
                    </a:cubicBezTo>
                    <a:cubicBezTo>
                      <a:pt x="208325" y="46901"/>
                      <a:pt x="262529" y="28159"/>
                      <a:pt x="29300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7" name="Freeform: Shape 1506">
                <a:extLst>
                  <a:ext uri="{FF2B5EF4-FFF2-40B4-BE49-F238E27FC236}">
                    <a16:creationId xmlns:a16="http://schemas.microsoft.com/office/drawing/2014/main" id="{DCC44836-A561-062B-92DC-8B958E567813}"/>
                  </a:ext>
                </a:extLst>
              </p:cNvPr>
              <p:cNvSpPr/>
              <p:nvPr/>
            </p:nvSpPr>
            <p:spPr>
              <a:xfrm>
                <a:off x="844006" y="5040520"/>
                <a:ext cx="64904" cy="88277"/>
              </a:xfrm>
              <a:custGeom>
                <a:avLst/>
                <a:gdLst>
                  <a:gd name="connsiteX0" fmla="*/ 153550 w 161942"/>
                  <a:gd name="connsiteY0" fmla="*/ 224047 h 224046"/>
                  <a:gd name="connsiteX1" fmla="*/ 665 w 161942"/>
                  <a:gd name="connsiteY1" fmla="*/ 0 h 224046"/>
                  <a:gd name="connsiteX2" fmla="*/ 29884 w 161942"/>
                  <a:gd name="connsiteY2" fmla="*/ 2426 h 224046"/>
                  <a:gd name="connsiteX3" fmla="*/ 161943 w 161942"/>
                  <a:gd name="connsiteY3" fmla="*/ 195964 h 224046"/>
                  <a:gd name="connsiteX4" fmla="*/ 153550 w 161942"/>
                  <a:gd name="connsiteY4" fmla="*/ 224047 h 22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42" h="224046">
                    <a:moveTo>
                      <a:pt x="153550" y="224047"/>
                    </a:moveTo>
                    <a:cubicBezTo>
                      <a:pt x="59712" y="196023"/>
                      <a:pt x="-7455" y="97605"/>
                      <a:pt x="665" y="0"/>
                    </a:cubicBezTo>
                    <a:lnTo>
                      <a:pt x="29884" y="2426"/>
                    </a:lnTo>
                    <a:cubicBezTo>
                      <a:pt x="22864" y="86738"/>
                      <a:pt x="80872" y="171745"/>
                      <a:pt x="161943" y="195964"/>
                    </a:cubicBezTo>
                    <a:lnTo>
                      <a:pt x="153550" y="224047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8" name="Freeform: Shape 1507">
                <a:extLst>
                  <a:ext uri="{FF2B5EF4-FFF2-40B4-BE49-F238E27FC236}">
                    <a16:creationId xmlns:a16="http://schemas.microsoft.com/office/drawing/2014/main" id="{B3A86E39-BF97-F54C-A46F-391C213CC54C}"/>
                  </a:ext>
                </a:extLst>
              </p:cNvPr>
              <p:cNvSpPr/>
              <p:nvPr/>
            </p:nvSpPr>
            <p:spPr>
              <a:xfrm>
                <a:off x="882820" y="5091775"/>
                <a:ext cx="65792" cy="72763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9" name="Freeform: Shape 1508">
                <a:extLst>
                  <a:ext uri="{FF2B5EF4-FFF2-40B4-BE49-F238E27FC236}">
                    <a16:creationId xmlns:a16="http://schemas.microsoft.com/office/drawing/2014/main" id="{A9399F13-9BE9-1BBE-2741-F54A41C4F3E2}"/>
                  </a:ext>
                </a:extLst>
              </p:cNvPr>
              <p:cNvSpPr/>
              <p:nvPr/>
            </p:nvSpPr>
            <p:spPr>
              <a:xfrm>
                <a:off x="822900" y="4986667"/>
                <a:ext cx="52867" cy="75074"/>
              </a:xfrm>
              <a:custGeom>
                <a:avLst/>
                <a:gdLst>
                  <a:gd name="connsiteX0" fmla="*/ 131910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10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10" y="95269"/>
                    </a:moveTo>
                    <a:cubicBezTo>
                      <a:pt x="131910" y="147885"/>
                      <a:pt x="102380" y="190538"/>
                      <a:pt x="65955" y="190538"/>
                    </a:cubicBezTo>
                    <a:cubicBezTo>
                      <a:pt x="29530" y="190538"/>
                      <a:pt x="0" y="147885"/>
                      <a:pt x="0" y="95269"/>
                    </a:cubicBezTo>
                    <a:cubicBezTo>
                      <a:pt x="0" y="42653"/>
                      <a:pt x="29530" y="0"/>
                      <a:pt x="65955" y="0"/>
                    </a:cubicBezTo>
                    <a:cubicBezTo>
                      <a:pt x="102380" y="0"/>
                      <a:pt x="131910" y="42653"/>
                      <a:pt x="131910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0" name="Freeform: Shape 1509">
                <a:extLst>
                  <a:ext uri="{FF2B5EF4-FFF2-40B4-BE49-F238E27FC236}">
                    <a16:creationId xmlns:a16="http://schemas.microsoft.com/office/drawing/2014/main" id="{F63C49CC-B957-E9F5-782F-12FFBF756064}"/>
                  </a:ext>
                </a:extLst>
              </p:cNvPr>
              <p:cNvSpPr/>
              <p:nvPr/>
            </p:nvSpPr>
            <p:spPr>
              <a:xfrm>
                <a:off x="1177908" y="5132430"/>
                <a:ext cx="43178" cy="94113"/>
              </a:xfrm>
              <a:custGeom>
                <a:avLst/>
                <a:gdLst>
                  <a:gd name="connsiteX0" fmla="*/ 104545 w 107735"/>
                  <a:gd name="connsiteY0" fmla="*/ 238859 h 238858"/>
                  <a:gd name="connsiteX1" fmla="*/ 75600 w 107735"/>
                  <a:gd name="connsiteY1" fmla="*/ 234152 h 238858"/>
                  <a:gd name="connsiteX2" fmla="*/ 0 w 107735"/>
                  <a:gd name="connsiteY2" fmla="*/ 21945 h 238858"/>
                  <a:gd name="connsiteX3" fmla="*/ 19454 w 107735"/>
                  <a:gd name="connsiteY3" fmla="*/ 0 h 238858"/>
                  <a:gd name="connsiteX4" fmla="*/ 104545 w 107735"/>
                  <a:gd name="connsiteY4" fmla="*/ 238859 h 2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735" h="238858">
                    <a:moveTo>
                      <a:pt x="104545" y="238859"/>
                    </a:moveTo>
                    <a:lnTo>
                      <a:pt x="75600" y="234152"/>
                    </a:lnTo>
                    <a:cubicBezTo>
                      <a:pt x="88151" y="157063"/>
                      <a:pt x="58460" y="73756"/>
                      <a:pt x="0" y="21945"/>
                    </a:cubicBezTo>
                    <a:lnTo>
                      <a:pt x="19454" y="0"/>
                    </a:lnTo>
                    <a:cubicBezTo>
                      <a:pt x="85248" y="58323"/>
                      <a:pt x="118645" y="152081"/>
                      <a:pt x="104545" y="23885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F9ECC398-A338-5032-1501-687A2802FA27}"/>
                  </a:ext>
                </a:extLst>
              </p:cNvPr>
              <p:cNvSpPr/>
              <p:nvPr/>
            </p:nvSpPr>
            <p:spPr>
              <a:xfrm>
                <a:off x="1136586" y="5091775"/>
                <a:ext cx="65791" cy="72764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947273D4-AFCF-79FD-76BF-655C9A5DB96C}"/>
                  </a:ext>
                </a:extLst>
              </p:cNvPr>
              <p:cNvSpPr/>
              <p:nvPr/>
            </p:nvSpPr>
            <p:spPr>
              <a:xfrm>
                <a:off x="1188281" y="5194569"/>
                <a:ext cx="52867" cy="75074"/>
              </a:xfrm>
              <a:custGeom>
                <a:avLst/>
                <a:gdLst>
                  <a:gd name="connsiteX0" fmla="*/ 131909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09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09" y="95269"/>
                    </a:moveTo>
                    <a:cubicBezTo>
                      <a:pt x="131909" y="147884"/>
                      <a:pt x="102380" y="190538"/>
                      <a:pt x="65955" y="190538"/>
                    </a:cubicBezTo>
                    <a:cubicBezTo>
                      <a:pt x="29529" y="190538"/>
                      <a:pt x="0" y="147884"/>
                      <a:pt x="0" y="95269"/>
                    </a:cubicBezTo>
                    <a:cubicBezTo>
                      <a:pt x="0" y="42653"/>
                      <a:pt x="29529" y="0"/>
                      <a:pt x="65955" y="0"/>
                    </a:cubicBezTo>
                    <a:cubicBezTo>
                      <a:pt x="102380" y="0"/>
                      <a:pt x="131909" y="42653"/>
                      <a:pt x="131909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3" name="Freeform: Shape 1512">
                <a:extLst>
                  <a:ext uri="{FF2B5EF4-FFF2-40B4-BE49-F238E27FC236}">
                    <a16:creationId xmlns:a16="http://schemas.microsoft.com/office/drawing/2014/main" id="{4E2FC381-3634-DF92-58D2-17401A3D907C}"/>
                  </a:ext>
                </a:extLst>
              </p:cNvPr>
              <p:cNvSpPr/>
              <p:nvPr/>
            </p:nvSpPr>
            <p:spPr>
              <a:xfrm>
                <a:off x="902440" y="4925888"/>
                <a:ext cx="17137" cy="54505"/>
              </a:xfrm>
              <a:custGeom>
                <a:avLst/>
                <a:gdLst>
                  <a:gd name="connsiteX0" fmla="*/ 42760 w 42759"/>
                  <a:gd name="connsiteY0" fmla="*/ 69167 h 138334"/>
                  <a:gd name="connsiteX1" fmla="*/ 21380 w 42759"/>
                  <a:gd name="connsiteY1" fmla="*/ 138334 h 138334"/>
                  <a:gd name="connsiteX2" fmla="*/ 1 w 42759"/>
                  <a:gd name="connsiteY2" fmla="*/ 69167 h 138334"/>
                  <a:gd name="connsiteX3" fmla="*/ 21380 w 42759"/>
                  <a:gd name="connsiteY3" fmla="*/ 0 h 138334"/>
                  <a:gd name="connsiteX4" fmla="*/ 42760 w 42759"/>
                  <a:gd name="connsiteY4" fmla="*/ 69167 h 138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59" h="138334">
                    <a:moveTo>
                      <a:pt x="42760" y="69167"/>
                    </a:moveTo>
                    <a:cubicBezTo>
                      <a:pt x="42760" y="107367"/>
                      <a:pt x="33188" y="138334"/>
                      <a:pt x="21380" y="138334"/>
                    </a:cubicBezTo>
                    <a:cubicBezTo>
                      <a:pt x="9573" y="138334"/>
                      <a:pt x="1" y="107367"/>
                      <a:pt x="1" y="69167"/>
                    </a:cubicBezTo>
                    <a:cubicBezTo>
                      <a:pt x="1" y="30967"/>
                      <a:pt x="9573" y="0"/>
                      <a:pt x="21380" y="0"/>
                    </a:cubicBezTo>
                    <a:cubicBezTo>
                      <a:pt x="33188" y="0"/>
                      <a:pt x="42760" y="30967"/>
                      <a:pt x="42760" y="691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CBA9359E-4D8D-111E-F4B8-3B0BC338247D}"/>
                  </a:ext>
                </a:extLst>
              </p:cNvPr>
              <p:cNvSpPr/>
              <p:nvPr/>
            </p:nvSpPr>
            <p:spPr>
              <a:xfrm>
                <a:off x="906472" y="4938711"/>
                <a:ext cx="9073" cy="28857"/>
              </a:xfrm>
              <a:custGeom>
                <a:avLst/>
                <a:gdLst>
                  <a:gd name="connsiteX0" fmla="*/ 22638 w 22638"/>
                  <a:gd name="connsiteY0" fmla="*/ 36619 h 73238"/>
                  <a:gd name="connsiteX1" fmla="*/ 11319 w 22638"/>
                  <a:gd name="connsiteY1" fmla="*/ 73238 h 73238"/>
                  <a:gd name="connsiteX2" fmla="*/ 0 w 22638"/>
                  <a:gd name="connsiteY2" fmla="*/ 36619 h 73238"/>
                  <a:gd name="connsiteX3" fmla="*/ 11319 w 22638"/>
                  <a:gd name="connsiteY3" fmla="*/ 0 h 73238"/>
                  <a:gd name="connsiteX4" fmla="*/ 22638 w 22638"/>
                  <a:gd name="connsiteY4" fmla="*/ 36619 h 7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38" h="73238">
                    <a:moveTo>
                      <a:pt x="22638" y="36619"/>
                    </a:moveTo>
                    <a:cubicBezTo>
                      <a:pt x="22638" y="56843"/>
                      <a:pt x="17571" y="73238"/>
                      <a:pt x="11319" y="73238"/>
                    </a:cubicBezTo>
                    <a:cubicBezTo>
                      <a:pt x="5067" y="73238"/>
                      <a:pt x="0" y="56843"/>
                      <a:pt x="0" y="36619"/>
                    </a:cubicBezTo>
                    <a:cubicBezTo>
                      <a:pt x="0" y="16395"/>
                      <a:pt x="5067" y="0"/>
                      <a:pt x="11319" y="0"/>
                    </a:cubicBezTo>
                    <a:cubicBezTo>
                      <a:pt x="17571" y="0"/>
                      <a:pt x="22638" y="16395"/>
                      <a:pt x="22638" y="366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580" name="Group 1579">
              <a:extLst>
                <a:ext uri="{FF2B5EF4-FFF2-40B4-BE49-F238E27FC236}">
                  <a16:creationId xmlns:a16="http://schemas.microsoft.com/office/drawing/2014/main" id="{7DBC34CD-D79E-F9EC-3704-324AC2A37D20}"/>
                </a:ext>
              </a:extLst>
            </p:cNvPr>
            <p:cNvGrpSpPr/>
            <p:nvPr/>
          </p:nvGrpSpPr>
          <p:grpSpPr>
            <a:xfrm>
              <a:off x="3604368" y="4610980"/>
              <a:ext cx="418248" cy="481637"/>
              <a:chOff x="822900" y="4823813"/>
              <a:chExt cx="418248" cy="481637"/>
            </a:xfrm>
          </p:grpSpPr>
          <p:sp>
            <p:nvSpPr>
              <p:cNvPr id="1581" name="Freeform: Shape 1580">
                <a:extLst>
                  <a:ext uri="{FF2B5EF4-FFF2-40B4-BE49-F238E27FC236}">
                    <a16:creationId xmlns:a16="http://schemas.microsoft.com/office/drawing/2014/main" id="{B533D3B7-5E03-D65C-1430-D4C5EF288729}"/>
                  </a:ext>
                </a:extLst>
              </p:cNvPr>
              <p:cNvSpPr/>
              <p:nvPr/>
            </p:nvSpPr>
            <p:spPr>
              <a:xfrm>
                <a:off x="932558" y="5051347"/>
                <a:ext cx="222106" cy="254103"/>
              </a:xfrm>
              <a:custGeom>
                <a:avLst/>
                <a:gdLst>
                  <a:gd name="connsiteX0" fmla="*/ 4888 w 554178"/>
                  <a:gd name="connsiteY0" fmla="*/ 259342 h 644909"/>
                  <a:gd name="connsiteX1" fmla="*/ 271633 w 554178"/>
                  <a:gd name="connsiteY1" fmla="*/ 644909 h 644909"/>
                  <a:gd name="connsiteX2" fmla="*/ 550106 w 554178"/>
                  <a:gd name="connsiteY2" fmla="*/ 259342 h 644909"/>
                  <a:gd name="connsiteX3" fmla="*/ 434245 w 554178"/>
                  <a:gd name="connsiteY3" fmla="*/ 15977 h 644909"/>
                  <a:gd name="connsiteX4" fmla="*/ 277497 w 554178"/>
                  <a:gd name="connsiteY4" fmla="*/ 0 h 644909"/>
                  <a:gd name="connsiteX5" fmla="*/ 29656 w 554178"/>
                  <a:gd name="connsiteY5" fmla="*/ 59917 h 644909"/>
                  <a:gd name="connsiteX6" fmla="*/ 4888 w 554178"/>
                  <a:gd name="connsiteY6" fmla="*/ 259342 h 64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4178" h="644909">
                    <a:moveTo>
                      <a:pt x="4888" y="259342"/>
                    </a:moveTo>
                    <a:cubicBezTo>
                      <a:pt x="28323" y="469020"/>
                      <a:pt x="160245" y="644909"/>
                      <a:pt x="271633" y="644909"/>
                    </a:cubicBezTo>
                    <a:cubicBezTo>
                      <a:pt x="377159" y="644909"/>
                      <a:pt x="526651" y="466079"/>
                      <a:pt x="550106" y="259342"/>
                    </a:cubicBezTo>
                    <a:cubicBezTo>
                      <a:pt x="565873" y="120400"/>
                      <a:pt x="537634" y="45701"/>
                      <a:pt x="434245" y="15977"/>
                    </a:cubicBezTo>
                    <a:cubicBezTo>
                      <a:pt x="395867" y="4956"/>
                      <a:pt x="344938" y="0"/>
                      <a:pt x="277497" y="0"/>
                    </a:cubicBezTo>
                    <a:cubicBezTo>
                      <a:pt x="128377" y="0"/>
                      <a:pt x="60425" y="17501"/>
                      <a:pt x="29656" y="59917"/>
                    </a:cubicBezTo>
                    <a:cubicBezTo>
                      <a:pt x="-73" y="100907"/>
                      <a:pt x="-5584" y="165740"/>
                      <a:pt x="4888" y="259342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2" name="Freeform: Shape 1581">
                <a:extLst>
                  <a:ext uri="{FF2B5EF4-FFF2-40B4-BE49-F238E27FC236}">
                    <a16:creationId xmlns:a16="http://schemas.microsoft.com/office/drawing/2014/main" id="{0826CBC9-AFEE-2DE0-6409-2E246F5376BE}"/>
                  </a:ext>
                </a:extLst>
              </p:cNvPr>
              <p:cNvSpPr/>
              <p:nvPr/>
            </p:nvSpPr>
            <p:spPr>
              <a:xfrm rot="16979471">
                <a:off x="1078653" y="5164467"/>
                <a:ext cx="152458" cy="83414"/>
              </a:xfrm>
              <a:custGeom>
                <a:avLst/>
                <a:gdLst>
                  <a:gd name="connsiteX0" fmla="*/ 386938 w 386937"/>
                  <a:gd name="connsiteY0" fmla="*/ 104064 h 208127"/>
                  <a:gd name="connsiteX1" fmla="*/ 193470 w 386937"/>
                  <a:gd name="connsiteY1" fmla="*/ 208128 h 208127"/>
                  <a:gd name="connsiteX2" fmla="*/ 1 w 386937"/>
                  <a:gd name="connsiteY2" fmla="*/ 104064 h 208127"/>
                  <a:gd name="connsiteX3" fmla="*/ 193470 w 386937"/>
                  <a:gd name="connsiteY3" fmla="*/ 0 h 208127"/>
                  <a:gd name="connsiteX4" fmla="*/ 386938 w 386937"/>
                  <a:gd name="connsiteY4" fmla="*/ 104064 h 208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937" h="208127">
                    <a:moveTo>
                      <a:pt x="386938" y="104064"/>
                    </a:moveTo>
                    <a:cubicBezTo>
                      <a:pt x="386938" y="161537"/>
                      <a:pt x="300319" y="208128"/>
                      <a:pt x="193470" y="208128"/>
                    </a:cubicBezTo>
                    <a:cubicBezTo>
                      <a:pt x="86620" y="208128"/>
                      <a:pt x="1" y="161537"/>
                      <a:pt x="1" y="104064"/>
                    </a:cubicBezTo>
                    <a:cubicBezTo>
                      <a:pt x="1" y="46591"/>
                      <a:pt x="86621" y="0"/>
                      <a:pt x="193470" y="0"/>
                    </a:cubicBezTo>
                    <a:cubicBezTo>
                      <a:pt x="300320" y="0"/>
                      <a:pt x="386938" y="46591"/>
                      <a:pt x="386938" y="10406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3" name="Freeform: Shape 1582">
                <a:extLst>
                  <a:ext uri="{FF2B5EF4-FFF2-40B4-BE49-F238E27FC236}">
                    <a16:creationId xmlns:a16="http://schemas.microsoft.com/office/drawing/2014/main" id="{DAEA389A-11DD-A4FF-332D-271B3C9F5949}"/>
                  </a:ext>
                </a:extLst>
              </p:cNvPr>
              <p:cNvSpPr/>
              <p:nvPr/>
            </p:nvSpPr>
            <p:spPr>
              <a:xfrm rot="20820529">
                <a:off x="891026" y="5129786"/>
                <a:ext cx="83414" cy="152458"/>
              </a:xfrm>
              <a:custGeom>
                <a:avLst/>
                <a:gdLst>
                  <a:gd name="connsiteX0" fmla="*/ 208128 w 208127"/>
                  <a:gd name="connsiteY0" fmla="*/ 193469 h 386937"/>
                  <a:gd name="connsiteX1" fmla="*/ 104064 w 208127"/>
                  <a:gd name="connsiteY1" fmla="*/ 386938 h 386937"/>
                  <a:gd name="connsiteX2" fmla="*/ 0 w 208127"/>
                  <a:gd name="connsiteY2" fmla="*/ 193469 h 386937"/>
                  <a:gd name="connsiteX3" fmla="*/ 104064 w 208127"/>
                  <a:gd name="connsiteY3" fmla="*/ 0 h 386937"/>
                  <a:gd name="connsiteX4" fmla="*/ 208128 w 208127"/>
                  <a:gd name="connsiteY4" fmla="*/ 193469 h 38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127" h="386937">
                    <a:moveTo>
                      <a:pt x="208128" y="193469"/>
                    </a:moveTo>
                    <a:cubicBezTo>
                      <a:pt x="208128" y="300319"/>
                      <a:pt x="161537" y="386938"/>
                      <a:pt x="104064" y="386938"/>
                    </a:cubicBezTo>
                    <a:cubicBezTo>
                      <a:pt x="46591" y="386938"/>
                      <a:pt x="0" y="300319"/>
                      <a:pt x="0" y="193469"/>
                    </a:cubicBezTo>
                    <a:cubicBezTo>
                      <a:pt x="0" y="86619"/>
                      <a:pt x="46591" y="0"/>
                      <a:pt x="104064" y="0"/>
                    </a:cubicBezTo>
                    <a:cubicBezTo>
                      <a:pt x="161537" y="0"/>
                      <a:pt x="208128" y="86619"/>
                      <a:pt x="208128" y="19346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4" name="Freeform: Shape 1583">
                <a:extLst>
                  <a:ext uri="{FF2B5EF4-FFF2-40B4-BE49-F238E27FC236}">
                    <a16:creationId xmlns:a16="http://schemas.microsoft.com/office/drawing/2014/main" id="{64453CD8-6BCC-A6B6-573F-C7D2A4C45F09}"/>
                  </a:ext>
                </a:extLst>
              </p:cNvPr>
              <p:cNvSpPr/>
              <p:nvPr/>
            </p:nvSpPr>
            <p:spPr>
              <a:xfrm>
                <a:off x="944444" y="5051346"/>
                <a:ext cx="162153" cy="44375"/>
              </a:xfrm>
              <a:custGeom>
                <a:avLst/>
                <a:gdLst>
                  <a:gd name="connsiteX0" fmla="*/ 0 w 404589"/>
                  <a:gd name="connsiteY0" fmla="*/ 59919 h 112622"/>
                  <a:gd name="connsiteX1" fmla="*/ 6727 w 404589"/>
                  <a:gd name="connsiteY1" fmla="*/ 64198 h 112622"/>
                  <a:gd name="connsiteX2" fmla="*/ 221131 w 404589"/>
                  <a:gd name="connsiteY2" fmla="*/ 110244 h 112622"/>
                  <a:gd name="connsiteX3" fmla="*/ 394823 w 404589"/>
                  <a:gd name="connsiteY3" fmla="*/ 35148 h 112622"/>
                  <a:gd name="connsiteX4" fmla="*/ 404589 w 404589"/>
                  <a:gd name="connsiteY4" fmla="*/ 15977 h 112622"/>
                  <a:gd name="connsiteX5" fmla="*/ 247841 w 404589"/>
                  <a:gd name="connsiteY5" fmla="*/ 0 h 112622"/>
                  <a:gd name="connsiteX6" fmla="*/ 0 w 404589"/>
                  <a:gd name="connsiteY6" fmla="*/ 59919 h 11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589" h="112622">
                    <a:moveTo>
                      <a:pt x="0" y="59919"/>
                    </a:moveTo>
                    <a:cubicBezTo>
                      <a:pt x="2217" y="61413"/>
                      <a:pt x="4472" y="62850"/>
                      <a:pt x="6727" y="64198"/>
                    </a:cubicBezTo>
                    <a:cubicBezTo>
                      <a:pt x="70462" y="102713"/>
                      <a:pt x="147238" y="119186"/>
                      <a:pt x="221131" y="110244"/>
                    </a:cubicBezTo>
                    <a:cubicBezTo>
                      <a:pt x="272550" y="104008"/>
                      <a:pt x="362956" y="80820"/>
                      <a:pt x="394823" y="35148"/>
                    </a:cubicBezTo>
                    <a:cubicBezTo>
                      <a:pt x="399530" y="28377"/>
                      <a:pt x="402727" y="21986"/>
                      <a:pt x="404589" y="15977"/>
                    </a:cubicBezTo>
                    <a:cubicBezTo>
                      <a:pt x="366212" y="4956"/>
                      <a:pt x="315282" y="0"/>
                      <a:pt x="247841" y="0"/>
                    </a:cubicBezTo>
                    <a:cubicBezTo>
                      <a:pt x="98721" y="2"/>
                      <a:pt x="30769" y="17501"/>
                      <a:pt x="0" y="5991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5" name="Freeform: Shape 1584">
                <a:extLst>
                  <a:ext uri="{FF2B5EF4-FFF2-40B4-BE49-F238E27FC236}">
                    <a16:creationId xmlns:a16="http://schemas.microsoft.com/office/drawing/2014/main" id="{D018F5CA-B2A7-C5B8-D4AD-D4C1B8910733}"/>
                  </a:ext>
                </a:extLst>
              </p:cNvPr>
              <p:cNvSpPr/>
              <p:nvPr/>
            </p:nvSpPr>
            <p:spPr>
              <a:xfrm>
                <a:off x="1012050" y="5152988"/>
                <a:ext cx="61092" cy="117810"/>
              </a:xfrm>
              <a:custGeom>
                <a:avLst/>
                <a:gdLst>
                  <a:gd name="connsiteX0" fmla="*/ 152430 w 152430"/>
                  <a:gd name="connsiteY0" fmla="*/ 149501 h 299001"/>
                  <a:gd name="connsiteX1" fmla="*/ 76216 w 152430"/>
                  <a:gd name="connsiteY1" fmla="*/ 299001 h 299001"/>
                  <a:gd name="connsiteX2" fmla="*/ 1 w 152430"/>
                  <a:gd name="connsiteY2" fmla="*/ 149501 h 299001"/>
                  <a:gd name="connsiteX3" fmla="*/ 76216 w 152430"/>
                  <a:gd name="connsiteY3" fmla="*/ 0 h 299001"/>
                  <a:gd name="connsiteX4" fmla="*/ 152430 w 152430"/>
                  <a:gd name="connsiteY4" fmla="*/ 149501 h 29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30" h="299001">
                    <a:moveTo>
                      <a:pt x="152430" y="149501"/>
                    </a:moveTo>
                    <a:cubicBezTo>
                      <a:pt x="152430" y="232068"/>
                      <a:pt x="118308" y="299001"/>
                      <a:pt x="76216" y="299001"/>
                    </a:cubicBezTo>
                    <a:cubicBezTo>
                      <a:pt x="34123" y="299001"/>
                      <a:pt x="1" y="232068"/>
                      <a:pt x="1" y="149501"/>
                    </a:cubicBezTo>
                    <a:cubicBezTo>
                      <a:pt x="1" y="66934"/>
                      <a:pt x="34123" y="0"/>
                      <a:pt x="76216" y="0"/>
                    </a:cubicBezTo>
                    <a:cubicBezTo>
                      <a:pt x="118308" y="0"/>
                      <a:pt x="152430" y="66934"/>
                      <a:pt x="152430" y="14950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6" name="Freeform: Shape 1585">
                <a:extLst>
                  <a:ext uri="{FF2B5EF4-FFF2-40B4-BE49-F238E27FC236}">
                    <a16:creationId xmlns:a16="http://schemas.microsoft.com/office/drawing/2014/main" id="{ABACC8FA-E785-D6AE-1295-35FA0BB663F0}"/>
                  </a:ext>
                </a:extLst>
              </p:cNvPr>
              <p:cNvSpPr/>
              <p:nvPr/>
            </p:nvSpPr>
            <p:spPr>
              <a:xfrm>
                <a:off x="999084" y="5140813"/>
                <a:ext cx="87029" cy="142159"/>
              </a:xfrm>
              <a:custGeom>
                <a:avLst/>
                <a:gdLst>
                  <a:gd name="connsiteX0" fmla="*/ 0 w 217149"/>
                  <a:gd name="connsiteY0" fmla="*/ 180399 h 360798"/>
                  <a:gd name="connsiteX1" fmla="*/ 108566 w 217149"/>
                  <a:gd name="connsiteY1" fmla="*/ 0 h 360798"/>
                  <a:gd name="connsiteX2" fmla="*/ 217150 w 217149"/>
                  <a:gd name="connsiteY2" fmla="*/ 180399 h 360798"/>
                  <a:gd name="connsiteX3" fmla="*/ 108566 w 217149"/>
                  <a:gd name="connsiteY3" fmla="*/ 360798 h 360798"/>
                  <a:gd name="connsiteX4" fmla="*/ 0 w 217149"/>
                  <a:gd name="connsiteY4" fmla="*/ 180399 h 360798"/>
                  <a:gd name="connsiteX5" fmla="*/ 3177 w 217149"/>
                  <a:gd name="connsiteY5" fmla="*/ 180399 h 360798"/>
                  <a:gd name="connsiteX6" fmla="*/ 108585 w 217149"/>
                  <a:gd name="connsiteY6" fmla="*/ 357621 h 360798"/>
                  <a:gd name="connsiteX7" fmla="*/ 213993 w 217149"/>
                  <a:gd name="connsiteY7" fmla="*/ 180399 h 360798"/>
                  <a:gd name="connsiteX8" fmla="*/ 108585 w 217149"/>
                  <a:gd name="connsiteY8" fmla="*/ 3177 h 360798"/>
                  <a:gd name="connsiteX9" fmla="*/ 3177 w 217149"/>
                  <a:gd name="connsiteY9" fmla="*/ 180399 h 360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149" h="360798">
                    <a:moveTo>
                      <a:pt x="0" y="180399"/>
                    </a:moveTo>
                    <a:cubicBezTo>
                      <a:pt x="0" y="80933"/>
                      <a:pt x="48694" y="0"/>
                      <a:pt x="108566" y="0"/>
                    </a:cubicBezTo>
                    <a:cubicBezTo>
                      <a:pt x="168437" y="0"/>
                      <a:pt x="217150" y="80914"/>
                      <a:pt x="217150" y="180399"/>
                    </a:cubicBezTo>
                    <a:cubicBezTo>
                      <a:pt x="217150" y="279865"/>
                      <a:pt x="168437" y="360798"/>
                      <a:pt x="108566" y="360798"/>
                    </a:cubicBezTo>
                    <a:cubicBezTo>
                      <a:pt x="48694" y="360798"/>
                      <a:pt x="0" y="279865"/>
                      <a:pt x="0" y="180399"/>
                    </a:cubicBezTo>
                    <a:close/>
                    <a:moveTo>
                      <a:pt x="3177" y="180399"/>
                    </a:moveTo>
                    <a:cubicBezTo>
                      <a:pt x="3177" y="278119"/>
                      <a:pt x="50458" y="357621"/>
                      <a:pt x="108585" y="357621"/>
                    </a:cubicBezTo>
                    <a:cubicBezTo>
                      <a:pt x="166691" y="357621"/>
                      <a:pt x="213993" y="278119"/>
                      <a:pt x="213993" y="180399"/>
                    </a:cubicBezTo>
                    <a:cubicBezTo>
                      <a:pt x="213993" y="82679"/>
                      <a:pt x="166691" y="3177"/>
                      <a:pt x="108585" y="3177"/>
                    </a:cubicBezTo>
                    <a:cubicBezTo>
                      <a:pt x="50458" y="3177"/>
                      <a:pt x="3177" y="82679"/>
                      <a:pt x="3177" y="18039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7" name="Freeform: Shape 1586">
                <a:extLst>
                  <a:ext uri="{FF2B5EF4-FFF2-40B4-BE49-F238E27FC236}">
                    <a16:creationId xmlns:a16="http://schemas.microsoft.com/office/drawing/2014/main" id="{5CFB8AD2-BA80-9828-E322-5BCF11375A17}"/>
                  </a:ext>
                </a:extLst>
              </p:cNvPr>
              <p:cNvSpPr/>
              <p:nvPr/>
            </p:nvSpPr>
            <p:spPr>
              <a:xfrm>
                <a:off x="926292" y="4823813"/>
                <a:ext cx="232198" cy="247169"/>
              </a:xfrm>
              <a:custGeom>
                <a:avLst/>
                <a:gdLst>
                  <a:gd name="connsiteX0" fmla="*/ 579360 w 579360"/>
                  <a:gd name="connsiteY0" fmla="*/ 313656 h 627312"/>
                  <a:gd name="connsiteX1" fmla="*/ 289680 w 579360"/>
                  <a:gd name="connsiteY1" fmla="*/ 627312 h 627312"/>
                  <a:gd name="connsiteX2" fmla="*/ 0 w 579360"/>
                  <a:gd name="connsiteY2" fmla="*/ 313656 h 627312"/>
                  <a:gd name="connsiteX3" fmla="*/ 289680 w 579360"/>
                  <a:gd name="connsiteY3" fmla="*/ 0 h 627312"/>
                  <a:gd name="connsiteX4" fmla="*/ 579360 w 579360"/>
                  <a:gd name="connsiteY4" fmla="*/ 313656 h 62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360" h="627312">
                    <a:moveTo>
                      <a:pt x="579360" y="313656"/>
                    </a:moveTo>
                    <a:cubicBezTo>
                      <a:pt x="579360" y="486884"/>
                      <a:pt x="449666" y="627312"/>
                      <a:pt x="289680" y="627312"/>
                    </a:cubicBezTo>
                    <a:cubicBezTo>
                      <a:pt x="129694" y="627312"/>
                      <a:pt x="0" y="486884"/>
                      <a:pt x="0" y="313656"/>
                    </a:cubicBezTo>
                    <a:cubicBezTo>
                      <a:pt x="0" y="140429"/>
                      <a:pt x="129694" y="0"/>
                      <a:pt x="289680" y="0"/>
                    </a:cubicBezTo>
                    <a:cubicBezTo>
                      <a:pt x="449666" y="0"/>
                      <a:pt x="579360" y="140429"/>
                      <a:pt x="579360" y="3136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8" name="Freeform: Shape 1587">
                <a:extLst>
                  <a:ext uri="{FF2B5EF4-FFF2-40B4-BE49-F238E27FC236}">
                    <a16:creationId xmlns:a16="http://schemas.microsoft.com/office/drawing/2014/main" id="{A2E296FD-845D-0340-4B49-C4F71F66C5AF}"/>
                  </a:ext>
                </a:extLst>
              </p:cNvPr>
              <p:cNvSpPr/>
              <p:nvPr/>
            </p:nvSpPr>
            <p:spPr>
              <a:xfrm>
                <a:off x="932684" y="4837672"/>
                <a:ext cx="230844" cy="233311"/>
              </a:xfrm>
              <a:custGeom>
                <a:avLst/>
                <a:gdLst>
                  <a:gd name="connsiteX0" fmla="*/ 575979 w 575979"/>
                  <a:gd name="connsiteY0" fmla="*/ 296069 h 592138"/>
                  <a:gd name="connsiteX1" fmla="*/ 287990 w 575979"/>
                  <a:gd name="connsiteY1" fmla="*/ 592139 h 592138"/>
                  <a:gd name="connsiteX2" fmla="*/ 0 w 575979"/>
                  <a:gd name="connsiteY2" fmla="*/ 296069 h 592138"/>
                  <a:gd name="connsiteX3" fmla="*/ 287990 w 575979"/>
                  <a:gd name="connsiteY3" fmla="*/ 0 h 592138"/>
                  <a:gd name="connsiteX4" fmla="*/ 575979 w 575979"/>
                  <a:gd name="connsiteY4" fmla="*/ 296069 h 592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979" h="592138">
                    <a:moveTo>
                      <a:pt x="575979" y="296069"/>
                    </a:moveTo>
                    <a:cubicBezTo>
                      <a:pt x="575979" y="459584"/>
                      <a:pt x="447042" y="592139"/>
                      <a:pt x="287990" y="592139"/>
                    </a:cubicBezTo>
                    <a:cubicBezTo>
                      <a:pt x="128938" y="592139"/>
                      <a:pt x="0" y="459584"/>
                      <a:pt x="0" y="296069"/>
                    </a:cubicBezTo>
                    <a:cubicBezTo>
                      <a:pt x="0" y="132555"/>
                      <a:pt x="128938" y="0"/>
                      <a:pt x="287990" y="0"/>
                    </a:cubicBezTo>
                    <a:cubicBezTo>
                      <a:pt x="447042" y="0"/>
                      <a:pt x="575979" y="132555"/>
                      <a:pt x="575979" y="2960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9" name="Freeform: Shape 1588">
                <a:extLst>
                  <a:ext uri="{FF2B5EF4-FFF2-40B4-BE49-F238E27FC236}">
                    <a16:creationId xmlns:a16="http://schemas.microsoft.com/office/drawing/2014/main" id="{C47522AF-1FE9-A1C6-5843-F1AF4B428365}"/>
                  </a:ext>
                </a:extLst>
              </p:cNvPr>
              <p:cNvSpPr/>
              <p:nvPr/>
            </p:nvSpPr>
            <p:spPr>
              <a:xfrm>
                <a:off x="1139608" y="4919677"/>
                <a:ext cx="38764" cy="65835"/>
              </a:xfrm>
              <a:custGeom>
                <a:avLst/>
                <a:gdLst>
                  <a:gd name="connsiteX0" fmla="*/ 0 w 96720"/>
                  <a:gd name="connsiteY0" fmla="*/ 18877 h 167087"/>
                  <a:gd name="connsiteX1" fmla="*/ 0 w 96720"/>
                  <a:gd name="connsiteY1" fmla="*/ 148210 h 167087"/>
                  <a:gd name="connsiteX2" fmla="*/ 18866 w 96720"/>
                  <a:gd name="connsiteY2" fmla="*/ 167088 h 167087"/>
                  <a:gd name="connsiteX3" fmla="*/ 77855 w 96720"/>
                  <a:gd name="connsiteY3" fmla="*/ 167088 h 167087"/>
                  <a:gd name="connsiteX4" fmla="*/ 96485 w 96720"/>
                  <a:gd name="connsiteY4" fmla="*/ 151054 h 167087"/>
                  <a:gd name="connsiteX5" fmla="*/ 96721 w 96720"/>
                  <a:gd name="connsiteY5" fmla="*/ 148210 h 167087"/>
                  <a:gd name="connsiteX6" fmla="*/ 96721 w 96720"/>
                  <a:gd name="connsiteY6" fmla="*/ 18877 h 167087"/>
                  <a:gd name="connsiteX7" fmla="*/ 96485 w 96720"/>
                  <a:gd name="connsiteY7" fmla="*/ 16034 h 167087"/>
                  <a:gd name="connsiteX8" fmla="*/ 77855 w 96720"/>
                  <a:gd name="connsiteY8" fmla="*/ 0 h 167087"/>
                  <a:gd name="connsiteX9" fmla="*/ 18866 w 96720"/>
                  <a:gd name="connsiteY9" fmla="*/ 0 h 167087"/>
                  <a:gd name="connsiteX10" fmla="*/ 0 w 96720"/>
                  <a:gd name="connsiteY10" fmla="*/ 18877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720" h="167087">
                    <a:moveTo>
                      <a:pt x="0" y="18877"/>
                    </a:moveTo>
                    <a:lnTo>
                      <a:pt x="0" y="148210"/>
                    </a:lnTo>
                    <a:cubicBezTo>
                      <a:pt x="0" y="158645"/>
                      <a:pt x="8433" y="167088"/>
                      <a:pt x="18866" y="167088"/>
                    </a:cubicBezTo>
                    <a:lnTo>
                      <a:pt x="77855" y="167088"/>
                    </a:lnTo>
                    <a:cubicBezTo>
                      <a:pt x="87307" y="167088"/>
                      <a:pt x="95151" y="160139"/>
                      <a:pt x="96485" y="151054"/>
                    </a:cubicBezTo>
                    <a:cubicBezTo>
                      <a:pt x="96661" y="150116"/>
                      <a:pt x="96721" y="149177"/>
                      <a:pt x="96721" y="148210"/>
                    </a:cubicBezTo>
                    <a:lnTo>
                      <a:pt x="96721" y="18877"/>
                    </a:lnTo>
                    <a:cubicBezTo>
                      <a:pt x="96721" y="17910"/>
                      <a:pt x="96661" y="16971"/>
                      <a:pt x="96485" y="16034"/>
                    </a:cubicBezTo>
                    <a:cubicBezTo>
                      <a:pt x="95151" y="6946"/>
                      <a:pt x="87307" y="0"/>
                      <a:pt x="77855" y="0"/>
                    </a:cubicBezTo>
                    <a:lnTo>
                      <a:pt x="18866" y="0"/>
                    </a:lnTo>
                    <a:cubicBezTo>
                      <a:pt x="8433" y="0"/>
                      <a:pt x="0" y="8442"/>
                      <a:pt x="0" y="1887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0" name="Freeform: Shape 1589">
                <a:extLst>
                  <a:ext uri="{FF2B5EF4-FFF2-40B4-BE49-F238E27FC236}">
                    <a16:creationId xmlns:a16="http://schemas.microsoft.com/office/drawing/2014/main" id="{7BB07416-81A5-2855-F24E-E10B48320418}"/>
                  </a:ext>
                </a:extLst>
              </p:cNvPr>
              <p:cNvSpPr/>
              <p:nvPr/>
            </p:nvSpPr>
            <p:spPr>
              <a:xfrm>
                <a:off x="898410" y="4919678"/>
                <a:ext cx="49704" cy="65835"/>
              </a:xfrm>
              <a:custGeom>
                <a:avLst/>
                <a:gdLst>
                  <a:gd name="connsiteX0" fmla="*/ 0 w 124018"/>
                  <a:gd name="connsiteY0" fmla="*/ 117156 h 167087"/>
                  <a:gd name="connsiteX1" fmla="*/ 49929 w 124018"/>
                  <a:gd name="connsiteY1" fmla="*/ 167087 h 167087"/>
                  <a:gd name="connsiteX2" fmla="*/ 99819 w 124018"/>
                  <a:gd name="connsiteY2" fmla="*/ 167087 h 167087"/>
                  <a:gd name="connsiteX3" fmla="*/ 124019 w 124018"/>
                  <a:gd name="connsiteY3" fmla="*/ 148210 h 167087"/>
                  <a:gd name="connsiteX4" fmla="*/ 124019 w 124018"/>
                  <a:gd name="connsiteY4" fmla="*/ 18877 h 167087"/>
                  <a:gd name="connsiteX5" fmla="*/ 99819 w 124018"/>
                  <a:gd name="connsiteY5" fmla="*/ 0 h 167087"/>
                  <a:gd name="connsiteX6" fmla="*/ 49596 w 124018"/>
                  <a:gd name="connsiteY6" fmla="*/ 337 h 167087"/>
                  <a:gd name="connsiteX7" fmla="*/ 0 w 124018"/>
                  <a:gd name="connsiteY7" fmla="*/ 50266 h 167087"/>
                  <a:gd name="connsiteX8" fmla="*/ 0 w 124018"/>
                  <a:gd name="connsiteY8" fmla="*/ 117156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018" h="167087">
                    <a:moveTo>
                      <a:pt x="0" y="117156"/>
                    </a:moveTo>
                    <a:cubicBezTo>
                      <a:pt x="0" y="144733"/>
                      <a:pt x="22356" y="167087"/>
                      <a:pt x="49929" y="167087"/>
                    </a:cubicBezTo>
                    <a:lnTo>
                      <a:pt x="99819" y="167087"/>
                    </a:lnTo>
                    <a:cubicBezTo>
                      <a:pt x="113194" y="167087"/>
                      <a:pt x="124019" y="158645"/>
                      <a:pt x="124019" y="148210"/>
                    </a:cubicBezTo>
                    <a:lnTo>
                      <a:pt x="124019" y="18877"/>
                    </a:lnTo>
                    <a:cubicBezTo>
                      <a:pt x="124019" y="8442"/>
                      <a:pt x="113194" y="0"/>
                      <a:pt x="99819" y="0"/>
                    </a:cubicBezTo>
                    <a:lnTo>
                      <a:pt x="49596" y="337"/>
                    </a:lnTo>
                    <a:cubicBezTo>
                      <a:pt x="22160" y="522"/>
                      <a:pt x="0" y="22821"/>
                      <a:pt x="0" y="50266"/>
                    </a:cubicBezTo>
                    <a:lnTo>
                      <a:pt x="0" y="117156"/>
                    </a:ln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1" name="Freeform: Shape 1590">
                <a:extLst>
                  <a:ext uri="{FF2B5EF4-FFF2-40B4-BE49-F238E27FC236}">
                    <a16:creationId xmlns:a16="http://schemas.microsoft.com/office/drawing/2014/main" id="{8EBCCDD8-B62E-53C6-59D8-5BF1BB14F253}"/>
                  </a:ext>
                </a:extLst>
              </p:cNvPr>
              <p:cNvSpPr/>
              <p:nvPr/>
            </p:nvSpPr>
            <p:spPr>
              <a:xfrm>
                <a:off x="976826" y="4891957"/>
                <a:ext cx="157429" cy="133980"/>
              </a:xfrm>
              <a:custGeom>
                <a:avLst/>
                <a:gdLst>
                  <a:gd name="connsiteX0" fmla="*/ 392803 w 392803"/>
                  <a:gd name="connsiteY0" fmla="*/ 170019 h 340038"/>
                  <a:gd name="connsiteX1" fmla="*/ 196401 w 392803"/>
                  <a:gd name="connsiteY1" fmla="*/ 340039 h 340038"/>
                  <a:gd name="connsiteX2" fmla="*/ 0 w 392803"/>
                  <a:gd name="connsiteY2" fmla="*/ 170019 h 340038"/>
                  <a:gd name="connsiteX3" fmla="*/ 196401 w 392803"/>
                  <a:gd name="connsiteY3" fmla="*/ 0 h 340038"/>
                  <a:gd name="connsiteX4" fmla="*/ 392803 w 392803"/>
                  <a:gd name="connsiteY4" fmla="*/ 170019 h 340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803" h="340038">
                    <a:moveTo>
                      <a:pt x="392803" y="170019"/>
                    </a:moveTo>
                    <a:cubicBezTo>
                      <a:pt x="392803" y="263918"/>
                      <a:pt x="304871" y="340039"/>
                      <a:pt x="196401" y="340039"/>
                    </a:cubicBezTo>
                    <a:cubicBezTo>
                      <a:pt x="87931" y="340039"/>
                      <a:pt x="0" y="263918"/>
                      <a:pt x="0" y="170019"/>
                    </a:cubicBezTo>
                    <a:cubicBezTo>
                      <a:pt x="0" y="76120"/>
                      <a:pt x="87932" y="0"/>
                      <a:pt x="196401" y="0"/>
                    </a:cubicBezTo>
                    <a:cubicBezTo>
                      <a:pt x="304871" y="0"/>
                      <a:pt x="392803" y="76120"/>
                      <a:pt x="392803" y="1700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2" name="Freeform: Shape 1591">
                <a:extLst>
                  <a:ext uri="{FF2B5EF4-FFF2-40B4-BE49-F238E27FC236}">
                    <a16:creationId xmlns:a16="http://schemas.microsoft.com/office/drawing/2014/main" id="{AE9C4B0F-FE7A-28E8-E7A1-278AADF85377}"/>
                  </a:ext>
                </a:extLst>
              </p:cNvPr>
              <p:cNvSpPr/>
              <p:nvPr/>
            </p:nvSpPr>
            <p:spPr>
              <a:xfrm>
                <a:off x="986328" y="4900043"/>
                <a:ext cx="138417" cy="117809"/>
              </a:xfrm>
              <a:custGeom>
                <a:avLst/>
                <a:gdLst>
                  <a:gd name="connsiteX0" fmla="*/ 0 w 345365"/>
                  <a:gd name="connsiteY0" fmla="*/ 149499 h 298999"/>
                  <a:gd name="connsiteX1" fmla="*/ 26181 w 345365"/>
                  <a:gd name="connsiteY1" fmla="*/ 228646 h 298999"/>
                  <a:gd name="connsiteX2" fmla="*/ 172692 w 345365"/>
                  <a:gd name="connsiteY2" fmla="*/ 298999 h 298999"/>
                  <a:gd name="connsiteX3" fmla="*/ 319185 w 345365"/>
                  <a:gd name="connsiteY3" fmla="*/ 228646 h 298999"/>
                  <a:gd name="connsiteX4" fmla="*/ 345366 w 345365"/>
                  <a:gd name="connsiteY4" fmla="*/ 149499 h 298999"/>
                  <a:gd name="connsiteX5" fmla="*/ 312340 w 345365"/>
                  <a:gd name="connsiteY5" fmla="*/ 61558 h 298999"/>
                  <a:gd name="connsiteX6" fmla="*/ 172692 w 345365"/>
                  <a:gd name="connsiteY6" fmla="*/ 0 h 298999"/>
                  <a:gd name="connsiteX7" fmla="*/ 33044 w 345365"/>
                  <a:gd name="connsiteY7" fmla="*/ 61558 h 298999"/>
                  <a:gd name="connsiteX8" fmla="*/ 0 w 345365"/>
                  <a:gd name="connsiteY8" fmla="*/ 149499 h 298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5365" h="298999">
                    <a:moveTo>
                      <a:pt x="0" y="149499"/>
                    </a:moveTo>
                    <a:cubicBezTo>
                      <a:pt x="0" y="178548"/>
                      <a:pt x="9590" y="205693"/>
                      <a:pt x="26181" y="228646"/>
                    </a:cubicBezTo>
                    <a:cubicBezTo>
                      <a:pt x="56656" y="270887"/>
                      <a:pt x="110860" y="298999"/>
                      <a:pt x="172692" y="298999"/>
                    </a:cubicBezTo>
                    <a:cubicBezTo>
                      <a:pt x="234505" y="298999"/>
                      <a:pt x="288710" y="270887"/>
                      <a:pt x="319185" y="228646"/>
                    </a:cubicBezTo>
                    <a:cubicBezTo>
                      <a:pt x="335776" y="205693"/>
                      <a:pt x="345366" y="178548"/>
                      <a:pt x="345366" y="149499"/>
                    </a:cubicBezTo>
                    <a:cubicBezTo>
                      <a:pt x="345366" y="116637"/>
                      <a:pt x="333128" y="86211"/>
                      <a:pt x="312340" y="61558"/>
                    </a:cubicBezTo>
                    <a:cubicBezTo>
                      <a:pt x="280944" y="24241"/>
                      <a:pt x="230113" y="0"/>
                      <a:pt x="172692" y="0"/>
                    </a:cubicBezTo>
                    <a:cubicBezTo>
                      <a:pt x="115252" y="0"/>
                      <a:pt x="64421" y="24243"/>
                      <a:pt x="33044" y="61558"/>
                    </a:cubicBezTo>
                    <a:cubicBezTo>
                      <a:pt x="12257" y="86211"/>
                      <a:pt x="0" y="116639"/>
                      <a:pt x="0" y="14949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3" name="Freeform: Shape 1592">
                <a:extLst>
                  <a:ext uri="{FF2B5EF4-FFF2-40B4-BE49-F238E27FC236}">
                    <a16:creationId xmlns:a16="http://schemas.microsoft.com/office/drawing/2014/main" id="{EF5443B1-A24A-7958-AF89-66C49FE958BB}"/>
                  </a:ext>
                </a:extLst>
              </p:cNvPr>
              <p:cNvSpPr/>
              <p:nvPr/>
            </p:nvSpPr>
            <p:spPr>
              <a:xfrm>
                <a:off x="1092298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7 w 64491"/>
                  <a:gd name="connsiteY1" fmla="*/ 89296 h 89295"/>
                  <a:gd name="connsiteX2" fmla="*/ 1 w 64491"/>
                  <a:gd name="connsiteY2" fmla="*/ 44648 h 89295"/>
                  <a:gd name="connsiteX3" fmla="*/ 32247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7" y="89296"/>
                    </a:cubicBezTo>
                    <a:cubicBezTo>
                      <a:pt x="14438" y="89296"/>
                      <a:pt x="1" y="69306"/>
                      <a:pt x="1" y="44648"/>
                    </a:cubicBezTo>
                    <a:cubicBezTo>
                      <a:pt x="1" y="19990"/>
                      <a:pt x="14438" y="0"/>
                      <a:pt x="32247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4" name="Freeform: Shape 1593">
                <a:extLst>
                  <a:ext uri="{FF2B5EF4-FFF2-40B4-BE49-F238E27FC236}">
                    <a16:creationId xmlns:a16="http://schemas.microsoft.com/office/drawing/2014/main" id="{8BEC4F0C-6F5E-5EB1-B6C5-02747A6EB797}"/>
                  </a:ext>
                </a:extLst>
              </p:cNvPr>
              <p:cNvSpPr/>
              <p:nvPr/>
            </p:nvSpPr>
            <p:spPr>
              <a:xfrm>
                <a:off x="1005362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6 w 64491"/>
                  <a:gd name="connsiteY1" fmla="*/ 89296 h 89295"/>
                  <a:gd name="connsiteX2" fmla="*/ 0 w 64491"/>
                  <a:gd name="connsiteY2" fmla="*/ 44648 h 89295"/>
                  <a:gd name="connsiteX3" fmla="*/ 32246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6" y="89296"/>
                    </a:cubicBezTo>
                    <a:cubicBezTo>
                      <a:pt x="14437" y="89296"/>
                      <a:pt x="0" y="69306"/>
                      <a:pt x="0" y="44648"/>
                    </a:cubicBezTo>
                    <a:cubicBezTo>
                      <a:pt x="0" y="19990"/>
                      <a:pt x="14437" y="0"/>
                      <a:pt x="32246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5" name="Freeform: Shape 1594">
                <a:extLst>
                  <a:ext uri="{FF2B5EF4-FFF2-40B4-BE49-F238E27FC236}">
                    <a16:creationId xmlns:a16="http://schemas.microsoft.com/office/drawing/2014/main" id="{C77366ED-E5B7-EDA5-5868-5818F7C197FD}"/>
                  </a:ext>
                </a:extLst>
              </p:cNvPr>
              <p:cNvSpPr/>
              <p:nvPr/>
            </p:nvSpPr>
            <p:spPr>
              <a:xfrm>
                <a:off x="999565" y="4900043"/>
                <a:ext cx="111945" cy="24255"/>
              </a:xfrm>
              <a:custGeom>
                <a:avLst/>
                <a:gdLst>
                  <a:gd name="connsiteX0" fmla="*/ 0 w 279315"/>
                  <a:gd name="connsiteY0" fmla="*/ 61558 h 61558"/>
                  <a:gd name="connsiteX1" fmla="*/ 279315 w 279315"/>
                  <a:gd name="connsiteY1" fmla="*/ 61558 h 61558"/>
                  <a:gd name="connsiteX2" fmla="*/ 139667 w 279315"/>
                  <a:gd name="connsiteY2" fmla="*/ 0 h 61558"/>
                  <a:gd name="connsiteX3" fmla="*/ 0 w 279315"/>
                  <a:gd name="connsiteY3" fmla="*/ 61558 h 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9315" h="61558">
                    <a:moveTo>
                      <a:pt x="0" y="61558"/>
                    </a:moveTo>
                    <a:lnTo>
                      <a:pt x="279315" y="61558"/>
                    </a:lnTo>
                    <a:cubicBezTo>
                      <a:pt x="247919" y="24241"/>
                      <a:pt x="197088" y="0"/>
                      <a:pt x="139667" y="0"/>
                    </a:cubicBezTo>
                    <a:cubicBezTo>
                      <a:pt x="82227" y="0"/>
                      <a:pt x="31396" y="24241"/>
                      <a:pt x="0" y="615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6" name="Freeform: Shape 1595">
                <a:extLst>
                  <a:ext uri="{FF2B5EF4-FFF2-40B4-BE49-F238E27FC236}">
                    <a16:creationId xmlns:a16="http://schemas.microsoft.com/office/drawing/2014/main" id="{DAEA465B-B3C9-3177-45E7-086520CCDE02}"/>
                  </a:ext>
                </a:extLst>
              </p:cNvPr>
              <p:cNvSpPr/>
              <p:nvPr/>
            </p:nvSpPr>
            <p:spPr>
              <a:xfrm>
                <a:off x="996821" y="4990132"/>
                <a:ext cx="117432" cy="18480"/>
              </a:xfrm>
              <a:custGeom>
                <a:avLst/>
                <a:gdLst>
                  <a:gd name="connsiteX0" fmla="*/ 0 w 293004"/>
                  <a:gd name="connsiteY0" fmla="*/ 0 h 46901"/>
                  <a:gd name="connsiteX1" fmla="*/ 146512 w 293004"/>
                  <a:gd name="connsiteY1" fmla="*/ 46901 h 46901"/>
                  <a:gd name="connsiteX2" fmla="*/ 293004 w 293004"/>
                  <a:gd name="connsiteY2" fmla="*/ 0 h 46901"/>
                  <a:gd name="connsiteX3" fmla="*/ 0 w 293004"/>
                  <a:gd name="connsiteY3" fmla="*/ 0 h 46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004" h="46901">
                    <a:moveTo>
                      <a:pt x="0" y="0"/>
                    </a:moveTo>
                    <a:cubicBezTo>
                      <a:pt x="30475" y="28161"/>
                      <a:pt x="84680" y="46901"/>
                      <a:pt x="146512" y="46901"/>
                    </a:cubicBezTo>
                    <a:cubicBezTo>
                      <a:pt x="208325" y="46901"/>
                      <a:pt x="262529" y="28159"/>
                      <a:pt x="29300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E34DF8ED-4C49-94F7-986A-29CB66046C0B}"/>
                  </a:ext>
                </a:extLst>
              </p:cNvPr>
              <p:cNvSpPr/>
              <p:nvPr/>
            </p:nvSpPr>
            <p:spPr>
              <a:xfrm>
                <a:off x="844006" y="5040520"/>
                <a:ext cx="64904" cy="88277"/>
              </a:xfrm>
              <a:custGeom>
                <a:avLst/>
                <a:gdLst>
                  <a:gd name="connsiteX0" fmla="*/ 153550 w 161942"/>
                  <a:gd name="connsiteY0" fmla="*/ 224047 h 224046"/>
                  <a:gd name="connsiteX1" fmla="*/ 665 w 161942"/>
                  <a:gd name="connsiteY1" fmla="*/ 0 h 224046"/>
                  <a:gd name="connsiteX2" fmla="*/ 29884 w 161942"/>
                  <a:gd name="connsiteY2" fmla="*/ 2426 h 224046"/>
                  <a:gd name="connsiteX3" fmla="*/ 161943 w 161942"/>
                  <a:gd name="connsiteY3" fmla="*/ 195964 h 224046"/>
                  <a:gd name="connsiteX4" fmla="*/ 153550 w 161942"/>
                  <a:gd name="connsiteY4" fmla="*/ 224047 h 22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42" h="224046">
                    <a:moveTo>
                      <a:pt x="153550" y="224047"/>
                    </a:moveTo>
                    <a:cubicBezTo>
                      <a:pt x="59712" y="196023"/>
                      <a:pt x="-7455" y="97605"/>
                      <a:pt x="665" y="0"/>
                    </a:cubicBezTo>
                    <a:lnTo>
                      <a:pt x="29884" y="2426"/>
                    </a:lnTo>
                    <a:cubicBezTo>
                      <a:pt x="22864" y="86738"/>
                      <a:pt x="80872" y="171745"/>
                      <a:pt x="161943" y="195964"/>
                    </a:cubicBezTo>
                    <a:lnTo>
                      <a:pt x="153550" y="224047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16030D7A-8323-9BA1-6549-707CB9E93E37}"/>
                  </a:ext>
                </a:extLst>
              </p:cNvPr>
              <p:cNvSpPr/>
              <p:nvPr/>
            </p:nvSpPr>
            <p:spPr>
              <a:xfrm>
                <a:off x="882820" y="5091775"/>
                <a:ext cx="65792" cy="72763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9" name="Freeform: Shape 1598">
                <a:extLst>
                  <a:ext uri="{FF2B5EF4-FFF2-40B4-BE49-F238E27FC236}">
                    <a16:creationId xmlns:a16="http://schemas.microsoft.com/office/drawing/2014/main" id="{431A12B7-95DC-D932-52A1-374E1FF0AB8C}"/>
                  </a:ext>
                </a:extLst>
              </p:cNvPr>
              <p:cNvSpPr/>
              <p:nvPr/>
            </p:nvSpPr>
            <p:spPr>
              <a:xfrm>
                <a:off x="822900" y="4986667"/>
                <a:ext cx="52867" cy="75074"/>
              </a:xfrm>
              <a:custGeom>
                <a:avLst/>
                <a:gdLst>
                  <a:gd name="connsiteX0" fmla="*/ 131910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10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10" y="95269"/>
                    </a:moveTo>
                    <a:cubicBezTo>
                      <a:pt x="131910" y="147885"/>
                      <a:pt x="102380" y="190538"/>
                      <a:pt x="65955" y="190538"/>
                    </a:cubicBezTo>
                    <a:cubicBezTo>
                      <a:pt x="29530" y="190538"/>
                      <a:pt x="0" y="147885"/>
                      <a:pt x="0" y="95269"/>
                    </a:cubicBezTo>
                    <a:cubicBezTo>
                      <a:pt x="0" y="42653"/>
                      <a:pt x="29530" y="0"/>
                      <a:pt x="65955" y="0"/>
                    </a:cubicBezTo>
                    <a:cubicBezTo>
                      <a:pt x="102380" y="0"/>
                      <a:pt x="131910" y="42653"/>
                      <a:pt x="131910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0" name="Freeform: Shape 1599">
                <a:extLst>
                  <a:ext uri="{FF2B5EF4-FFF2-40B4-BE49-F238E27FC236}">
                    <a16:creationId xmlns:a16="http://schemas.microsoft.com/office/drawing/2014/main" id="{3C28DA43-214F-E1AE-0E45-3EE1F656C9E1}"/>
                  </a:ext>
                </a:extLst>
              </p:cNvPr>
              <p:cNvSpPr/>
              <p:nvPr/>
            </p:nvSpPr>
            <p:spPr>
              <a:xfrm>
                <a:off x="1177908" y="5132430"/>
                <a:ext cx="43178" cy="94113"/>
              </a:xfrm>
              <a:custGeom>
                <a:avLst/>
                <a:gdLst>
                  <a:gd name="connsiteX0" fmla="*/ 104545 w 107735"/>
                  <a:gd name="connsiteY0" fmla="*/ 238859 h 238858"/>
                  <a:gd name="connsiteX1" fmla="*/ 75600 w 107735"/>
                  <a:gd name="connsiteY1" fmla="*/ 234152 h 238858"/>
                  <a:gd name="connsiteX2" fmla="*/ 0 w 107735"/>
                  <a:gd name="connsiteY2" fmla="*/ 21945 h 238858"/>
                  <a:gd name="connsiteX3" fmla="*/ 19454 w 107735"/>
                  <a:gd name="connsiteY3" fmla="*/ 0 h 238858"/>
                  <a:gd name="connsiteX4" fmla="*/ 104545 w 107735"/>
                  <a:gd name="connsiteY4" fmla="*/ 238859 h 2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735" h="238858">
                    <a:moveTo>
                      <a:pt x="104545" y="238859"/>
                    </a:moveTo>
                    <a:lnTo>
                      <a:pt x="75600" y="234152"/>
                    </a:lnTo>
                    <a:cubicBezTo>
                      <a:pt x="88151" y="157063"/>
                      <a:pt x="58460" y="73756"/>
                      <a:pt x="0" y="21945"/>
                    </a:cubicBezTo>
                    <a:lnTo>
                      <a:pt x="19454" y="0"/>
                    </a:lnTo>
                    <a:cubicBezTo>
                      <a:pt x="85248" y="58323"/>
                      <a:pt x="118645" y="152081"/>
                      <a:pt x="104545" y="23885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DCAB4E8C-EB9E-F106-D866-BEDF0C0BC536}"/>
                  </a:ext>
                </a:extLst>
              </p:cNvPr>
              <p:cNvSpPr/>
              <p:nvPr/>
            </p:nvSpPr>
            <p:spPr>
              <a:xfrm>
                <a:off x="1136586" y="5091775"/>
                <a:ext cx="65791" cy="72764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94EAA471-4C45-C3F5-C4AB-E5AB8CE58271}"/>
                  </a:ext>
                </a:extLst>
              </p:cNvPr>
              <p:cNvSpPr/>
              <p:nvPr/>
            </p:nvSpPr>
            <p:spPr>
              <a:xfrm>
                <a:off x="1188281" y="5194569"/>
                <a:ext cx="52867" cy="75074"/>
              </a:xfrm>
              <a:custGeom>
                <a:avLst/>
                <a:gdLst>
                  <a:gd name="connsiteX0" fmla="*/ 131909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09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09" y="95269"/>
                    </a:moveTo>
                    <a:cubicBezTo>
                      <a:pt x="131909" y="147884"/>
                      <a:pt x="102380" y="190538"/>
                      <a:pt x="65955" y="190538"/>
                    </a:cubicBezTo>
                    <a:cubicBezTo>
                      <a:pt x="29529" y="190538"/>
                      <a:pt x="0" y="147884"/>
                      <a:pt x="0" y="95269"/>
                    </a:cubicBezTo>
                    <a:cubicBezTo>
                      <a:pt x="0" y="42653"/>
                      <a:pt x="29529" y="0"/>
                      <a:pt x="65955" y="0"/>
                    </a:cubicBezTo>
                    <a:cubicBezTo>
                      <a:pt x="102380" y="0"/>
                      <a:pt x="131909" y="42653"/>
                      <a:pt x="131909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3" name="Freeform: Shape 1602">
                <a:extLst>
                  <a:ext uri="{FF2B5EF4-FFF2-40B4-BE49-F238E27FC236}">
                    <a16:creationId xmlns:a16="http://schemas.microsoft.com/office/drawing/2014/main" id="{6402F873-5851-14B1-D657-B8DB84C265AB}"/>
                  </a:ext>
                </a:extLst>
              </p:cNvPr>
              <p:cNvSpPr/>
              <p:nvPr/>
            </p:nvSpPr>
            <p:spPr>
              <a:xfrm>
                <a:off x="902440" y="4925888"/>
                <a:ext cx="17137" cy="54505"/>
              </a:xfrm>
              <a:custGeom>
                <a:avLst/>
                <a:gdLst>
                  <a:gd name="connsiteX0" fmla="*/ 42760 w 42759"/>
                  <a:gd name="connsiteY0" fmla="*/ 69167 h 138334"/>
                  <a:gd name="connsiteX1" fmla="*/ 21380 w 42759"/>
                  <a:gd name="connsiteY1" fmla="*/ 138334 h 138334"/>
                  <a:gd name="connsiteX2" fmla="*/ 1 w 42759"/>
                  <a:gd name="connsiteY2" fmla="*/ 69167 h 138334"/>
                  <a:gd name="connsiteX3" fmla="*/ 21380 w 42759"/>
                  <a:gd name="connsiteY3" fmla="*/ 0 h 138334"/>
                  <a:gd name="connsiteX4" fmla="*/ 42760 w 42759"/>
                  <a:gd name="connsiteY4" fmla="*/ 69167 h 138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59" h="138334">
                    <a:moveTo>
                      <a:pt x="42760" y="69167"/>
                    </a:moveTo>
                    <a:cubicBezTo>
                      <a:pt x="42760" y="107367"/>
                      <a:pt x="33188" y="138334"/>
                      <a:pt x="21380" y="138334"/>
                    </a:cubicBezTo>
                    <a:cubicBezTo>
                      <a:pt x="9573" y="138334"/>
                      <a:pt x="1" y="107367"/>
                      <a:pt x="1" y="69167"/>
                    </a:cubicBezTo>
                    <a:cubicBezTo>
                      <a:pt x="1" y="30967"/>
                      <a:pt x="9573" y="0"/>
                      <a:pt x="21380" y="0"/>
                    </a:cubicBezTo>
                    <a:cubicBezTo>
                      <a:pt x="33188" y="0"/>
                      <a:pt x="42760" y="30967"/>
                      <a:pt x="42760" y="691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4" name="Freeform: Shape 1603">
                <a:extLst>
                  <a:ext uri="{FF2B5EF4-FFF2-40B4-BE49-F238E27FC236}">
                    <a16:creationId xmlns:a16="http://schemas.microsoft.com/office/drawing/2014/main" id="{463B4F47-7D1A-A99A-45A8-61205C9552E1}"/>
                  </a:ext>
                </a:extLst>
              </p:cNvPr>
              <p:cNvSpPr/>
              <p:nvPr/>
            </p:nvSpPr>
            <p:spPr>
              <a:xfrm>
                <a:off x="906472" y="4938711"/>
                <a:ext cx="9073" cy="28857"/>
              </a:xfrm>
              <a:custGeom>
                <a:avLst/>
                <a:gdLst>
                  <a:gd name="connsiteX0" fmla="*/ 22638 w 22638"/>
                  <a:gd name="connsiteY0" fmla="*/ 36619 h 73238"/>
                  <a:gd name="connsiteX1" fmla="*/ 11319 w 22638"/>
                  <a:gd name="connsiteY1" fmla="*/ 73238 h 73238"/>
                  <a:gd name="connsiteX2" fmla="*/ 0 w 22638"/>
                  <a:gd name="connsiteY2" fmla="*/ 36619 h 73238"/>
                  <a:gd name="connsiteX3" fmla="*/ 11319 w 22638"/>
                  <a:gd name="connsiteY3" fmla="*/ 0 h 73238"/>
                  <a:gd name="connsiteX4" fmla="*/ 22638 w 22638"/>
                  <a:gd name="connsiteY4" fmla="*/ 36619 h 7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38" h="73238">
                    <a:moveTo>
                      <a:pt x="22638" y="36619"/>
                    </a:moveTo>
                    <a:cubicBezTo>
                      <a:pt x="22638" y="56843"/>
                      <a:pt x="17571" y="73238"/>
                      <a:pt x="11319" y="73238"/>
                    </a:cubicBezTo>
                    <a:cubicBezTo>
                      <a:pt x="5067" y="73238"/>
                      <a:pt x="0" y="56843"/>
                      <a:pt x="0" y="36619"/>
                    </a:cubicBezTo>
                    <a:cubicBezTo>
                      <a:pt x="0" y="16395"/>
                      <a:pt x="5067" y="0"/>
                      <a:pt x="11319" y="0"/>
                    </a:cubicBezTo>
                    <a:cubicBezTo>
                      <a:pt x="17571" y="0"/>
                      <a:pt x="22638" y="16395"/>
                      <a:pt x="22638" y="366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555" name="Group 1554">
            <a:extLst>
              <a:ext uri="{FF2B5EF4-FFF2-40B4-BE49-F238E27FC236}">
                <a16:creationId xmlns:a16="http://schemas.microsoft.com/office/drawing/2014/main" id="{D5D419A8-BD6B-770D-FDD9-C4FE57D125BC}"/>
              </a:ext>
            </a:extLst>
          </p:cNvPr>
          <p:cNvGrpSpPr/>
          <p:nvPr/>
        </p:nvGrpSpPr>
        <p:grpSpPr>
          <a:xfrm>
            <a:off x="5044997" y="4701534"/>
            <a:ext cx="418248" cy="481637"/>
            <a:chOff x="822900" y="4823813"/>
            <a:chExt cx="418248" cy="481637"/>
          </a:xfrm>
        </p:grpSpPr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02CF2A96-61C6-A61C-A4D6-A3FDA8E05B0B}"/>
                </a:ext>
              </a:extLst>
            </p:cNvPr>
            <p:cNvSpPr/>
            <p:nvPr/>
          </p:nvSpPr>
          <p:spPr>
            <a:xfrm>
              <a:off x="932558" y="5051347"/>
              <a:ext cx="222106" cy="254103"/>
            </a:xfrm>
            <a:custGeom>
              <a:avLst/>
              <a:gdLst>
                <a:gd name="connsiteX0" fmla="*/ 4888 w 554178"/>
                <a:gd name="connsiteY0" fmla="*/ 259342 h 644909"/>
                <a:gd name="connsiteX1" fmla="*/ 271633 w 554178"/>
                <a:gd name="connsiteY1" fmla="*/ 644909 h 644909"/>
                <a:gd name="connsiteX2" fmla="*/ 550106 w 554178"/>
                <a:gd name="connsiteY2" fmla="*/ 259342 h 644909"/>
                <a:gd name="connsiteX3" fmla="*/ 434245 w 554178"/>
                <a:gd name="connsiteY3" fmla="*/ 15977 h 644909"/>
                <a:gd name="connsiteX4" fmla="*/ 277497 w 554178"/>
                <a:gd name="connsiteY4" fmla="*/ 0 h 644909"/>
                <a:gd name="connsiteX5" fmla="*/ 29656 w 554178"/>
                <a:gd name="connsiteY5" fmla="*/ 59917 h 644909"/>
                <a:gd name="connsiteX6" fmla="*/ 4888 w 554178"/>
                <a:gd name="connsiteY6" fmla="*/ 259342 h 64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4178" h="644909">
                  <a:moveTo>
                    <a:pt x="4888" y="259342"/>
                  </a:moveTo>
                  <a:cubicBezTo>
                    <a:pt x="28323" y="469020"/>
                    <a:pt x="160245" y="644909"/>
                    <a:pt x="271633" y="644909"/>
                  </a:cubicBezTo>
                  <a:cubicBezTo>
                    <a:pt x="377159" y="644909"/>
                    <a:pt x="526651" y="466079"/>
                    <a:pt x="550106" y="259342"/>
                  </a:cubicBezTo>
                  <a:cubicBezTo>
                    <a:pt x="565873" y="120400"/>
                    <a:pt x="537634" y="45701"/>
                    <a:pt x="434245" y="15977"/>
                  </a:cubicBezTo>
                  <a:cubicBezTo>
                    <a:pt x="395867" y="4956"/>
                    <a:pt x="344938" y="0"/>
                    <a:pt x="277497" y="0"/>
                  </a:cubicBezTo>
                  <a:cubicBezTo>
                    <a:pt x="128377" y="0"/>
                    <a:pt x="60425" y="17501"/>
                    <a:pt x="29656" y="59917"/>
                  </a:cubicBezTo>
                  <a:cubicBezTo>
                    <a:pt x="-73" y="100907"/>
                    <a:pt x="-5584" y="165740"/>
                    <a:pt x="4888" y="259342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947AC53-6118-3FA5-219D-4551CC197EC7}"/>
                </a:ext>
              </a:extLst>
            </p:cNvPr>
            <p:cNvSpPr/>
            <p:nvPr/>
          </p:nvSpPr>
          <p:spPr>
            <a:xfrm rot="16979471">
              <a:off x="1078653" y="5164467"/>
              <a:ext cx="152458" cy="83414"/>
            </a:xfrm>
            <a:custGeom>
              <a:avLst/>
              <a:gdLst>
                <a:gd name="connsiteX0" fmla="*/ 386938 w 386937"/>
                <a:gd name="connsiteY0" fmla="*/ 104064 h 208127"/>
                <a:gd name="connsiteX1" fmla="*/ 193470 w 386937"/>
                <a:gd name="connsiteY1" fmla="*/ 208128 h 208127"/>
                <a:gd name="connsiteX2" fmla="*/ 1 w 386937"/>
                <a:gd name="connsiteY2" fmla="*/ 104064 h 208127"/>
                <a:gd name="connsiteX3" fmla="*/ 193470 w 386937"/>
                <a:gd name="connsiteY3" fmla="*/ 0 h 208127"/>
                <a:gd name="connsiteX4" fmla="*/ 386938 w 386937"/>
                <a:gd name="connsiteY4" fmla="*/ 104064 h 20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937" h="208127">
                  <a:moveTo>
                    <a:pt x="386938" y="104064"/>
                  </a:moveTo>
                  <a:cubicBezTo>
                    <a:pt x="386938" y="161537"/>
                    <a:pt x="300319" y="208128"/>
                    <a:pt x="193470" y="208128"/>
                  </a:cubicBezTo>
                  <a:cubicBezTo>
                    <a:pt x="86620" y="208128"/>
                    <a:pt x="1" y="161537"/>
                    <a:pt x="1" y="104064"/>
                  </a:cubicBezTo>
                  <a:cubicBezTo>
                    <a:pt x="1" y="46591"/>
                    <a:pt x="86621" y="0"/>
                    <a:pt x="193470" y="0"/>
                  </a:cubicBezTo>
                  <a:cubicBezTo>
                    <a:pt x="300320" y="0"/>
                    <a:pt x="386938" y="46591"/>
                    <a:pt x="386938" y="104064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1F0F1D65-0813-0032-A9BD-9705DA70E57C}"/>
                </a:ext>
              </a:extLst>
            </p:cNvPr>
            <p:cNvSpPr/>
            <p:nvPr/>
          </p:nvSpPr>
          <p:spPr>
            <a:xfrm rot="20820529">
              <a:off x="891026" y="5129786"/>
              <a:ext cx="83414" cy="152458"/>
            </a:xfrm>
            <a:custGeom>
              <a:avLst/>
              <a:gdLst>
                <a:gd name="connsiteX0" fmla="*/ 208128 w 208127"/>
                <a:gd name="connsiteY0" fmla="*/ 193469 h 386937"/>
                <a:gd name="connsiteX1" fmla="*/ 104064 w 208127"/>
                <a:gd name="connsiteY1" fmla="*/ 386938 h 386937"/>
                <a:gd name="connsiteX2" fmla="*/ 0 w 208127"/>
                <a:gd name="connsiteY2" fmla="*/ 193469 h 386937"/>
                <a:gd name="connsiteX3" fmla="*/ 104064 w 208127"/>
                <a:gd name="connsiteY3" fmla="*/ 0 h 386937"/>
                <a:gd name="connsiteX4" fmla="*/ 208128 w 208127"/>
                <a:gd name="connsiteY4" fmla="*/ 193469 h 38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127" h="386937">
                  <a:moveTo>
                    <a:pt x="208128" y="193469"/>
                  </a:moveTo>
                  <a:cubicBezTo>
                    <a:pt x="208128" y="300319"/>
                    <a:pt x="161537" y="386938"/>
                    <a:pt x="104064" y="386938"/>
                  </a:cubicBezTo>
                  <a:cubicBezTo>
                    <a:pt x="46591" y="386938"/>
                    <a:pt x="0" y="300319"/>
                    <a:pt x="0" y="193469"/>
                  </a:cubicBezTo>
                  <a:cubicBezTo>
                    <a:pt x="0" y="86619"/>
                    <a:pt x="46591" y="0"/>
                    <a:pt x="104064" y="0"/>
                  </a:cubicBezTo>
                  <a:cubicBezTo>
                    <a:pt x="161537" y="0"/>
                    <a:pt x="208128" y="86619"/>
                    <a:pt x="208128" y="19346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E3FB831B-7C44-3939-0263-BD969768EA9B}"/>
                </a:ext>
              </a:extLst>
            </p:cNvPr>
            <p:cNvSpPr/>
            <p:nvPr/>
          </p:nvSpPr>
          <p:spPr>
            <a:xfrm>
              <a:off x="944444" y="5051346"/>
              <a:ext cx="162153" cy="44375"/>
            </a:xfrm>
            <a:custGeom>
              <a:avLst/>
              <a:gdLst>
                <a:gd name="connsiteX0" fmla="*/ 0 w 404589"/>
                <a:gd name="connsiteY0" fmla="*/ 59919 h 112622"/>
                <a:gd name="connsiteX1" fmla="*/ 6727 w 404589"/>
                <a:gd name="connsiteY1" fmla="*/ 64198 h 112622"/>
                <a:gd name="connsiteX2" fmla="*/ 221131 w 404589"/>
                <a:gd name="connsiteY2" fmla="*/ 110244 h 112622"/>
                <a:gd name="connsiteX3" fmla="*/ 394823 w 404589"/>
                <a:gd name="connsiteY3" fmla="*/ 35148 h 112622"/>
                <a:gd name="connsiteX4" fmla="*/ 404589 w 404589"/>
                <a:gd name="connsiteY4" fmla="*/ 15977 h 112622"/>
                <a:gd name="connsiteX5" fmla="*/ 247841 w 404589"/>
                <a:gd name="connsiteY5" fmla="*/ 0 h 112622"/>
                <a:gd name="connsiteX6" fmla="*/ 0 w 404589"/>
                <a:gd name="connsiteY6" fmla="*/ 59919 h 11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589" h="112622">
                  <a:moveTo>
                    <a:pt x="0" y="59919"/>
                  </a:moveTo>
                  <a:cubicBezTo>
                    <a:pt x="2217" y="61413"/>
                    <a:pt x="4472" y="62850"/>
                    <a:pt x="6727" y="64198"/>
                  </a:cubicBezTo>
                  <a:cubicBezTo>
                    <a:pt x="70462" y="102713"/>
                    <a:pt x="147238" y="119186"/>
                    <a:pt x="221131" y="110244"/>
                  </a:cubicBezTo>
                  <a:cubicBezTo>
                    <a:pt x="272550" y="104008"/>
                    <a:pt x="362956" y="80820"/>
                    <a:pt x="394823" y="35148"/>
                  </a:cubicBezTo>
                  <a:cubicBezTo>
                    <a:pt x="399530" y="28377"/>
                    <a:pt x="402727" y="21986"/>
                    <a:pt x="404589" y="15977"/>
                  </a:cubicBezTo>
                  <a:cubicBezTo>
                    <a:pt x="366212" y="4956"/>
                    <a:pt x="315282" y="0"/>
                    <a:pt x="247841" y="0"/>
                  </a:cubicBezTo>
                  <a:cubicBezTo>
                    <a:pt x="98721" y="2"/>
                    <a:pt x="30769" y="17501"/>
                    <a:pt x="0" y="5991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B41BF614-0257-003E-BCBC-F965412B29E6}"/>
                </a:ext>
              </a:extLst>
            </p:cNvPr>
            <p:cNvSpPr/>
            <p:nvPr/>
          </p:nvSpPr>
          <p:spPr>
            <a:xfrm>
              <a:off x="1012050" y="5152988"/>
              <a:ext cx="61092" cy="117810"/>
            </a:xfrm>
            <a:custGeom>
              <a:avLst/>
              <a:gdLst>
                <a:gd name="connsiteX0" fmla="*/ 152430 w 152430"/>
                <a:gd name="connsiteY0" fmla="*/ 149501 h 299001"/>
                <a:gd name="connsiteX1" fmla="*/ 76216 w 152430"/>
                <a:gd name="connsiteY1" fmla="*/ 299001 h 299001"/>
                <a:gd name="connsiteX2" fmla="*/ 1 w 152430"/>
                <a:gd name="connsiteY2" fmla="*/ 149501 h 299001"/>
                <a:gd name="connsiteX3" fmla="*/ 76216 w 152430"/>
                <a:gd name="connsiteY3" fmla="*/ 0 h 299001"/>
                <a:gd name="connsiteX4" fmla="*/ 152430 w 152430"/>
                <a:gd name="connsiteY4" fmla="*/ 149501 h 29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30" h="299001">
                  <a:moveTo>
                    <a:pt x="152430" y="149501"/>
                  </a:moveTo>
                  <a:cubicBezTo>
                    <a:pt x="152430" y="232068"/>
                    <a:pt x="118308" y="299001"/>
                    <a:pt x="76216" y="299001"/>
                  </a:cubicBezTo>
                  <a:cubicBezTo>
                    <a:pt x="34123" y="299001"/>
                    <a:pt x="1" y="232068"/>
                    <a:pt x="1" y="149501"/>
                  </a:cubicBezTo>
                  <a:cubicBezTo>
                    <a:pt x="1" y="66934"/>
                    <a:pt x="34123" y="0"/>
                    <a:pt x="76216" y="0"/>
                  </a:cubicBezTo>
                  <a:cubicBezTo>
                    <a:pt x="118308" y="0"/>
                    <a:pt x="152430" y="66934"/>
                    <a:pt x="152430" y="149501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F5F2D4B-64FE-5A3A-6E60-167F43FAF6CC}"/>
                </a:ext>
              </a:extLst>
            </p:cNvPr>
            <p:cNvSpPr/>
            <p:nvPr/>
          </p:nvSpPr>
          <p:spPr>
            <a:xfrm>
              <a:off x="999084" y="5140813"/>
              <a:ext cx="87029" cy="142159"/>
            </a:xfrm>
            <a:custGeom>
              <a:avLst/>
              <a:gdLst>
                <a:gd name="connsiteX0" fmla="*/ 0 w 217149"/>
                <a:gd name="connsiteY0" fmla="*/ 180399 h 360798"/>
                <a:gd name="connsiteX1" fmla="*/ 108566 w 217149"/>
                <a:gd name="connsiteY1" fmla="*/ 0 h 360798"/>
                <a:gd name="connsiteX2" fmla="*/ 217150 w 217149"/>
                <a:gd name="connsiteY2" fmla="*/ 180399 h 360798"/>
                <a:gd name="connsiteX3" fmla="*/ 108566 w 217149"/>
                <a:gd name="connsiteY3" fmla="*/ 360798 h 360798"/>
                <a:gd name="connsiteX4" fmla="*/ 0 w 217149"/>
                <a:gd name="connsiteY4" fmla="*/ 180399 h 360798"/>
                <a:gd name="connsiteX5" fmla="*/ 3177 w 217149"/>
                <a:gd name="connsiteY5" fmla="*/ 180399 h 360798"/>
                <a:gd name="connsiteX6" fmla="*/ 108585 w 217149"/>
                <a:gd name="connsiteY6" fmla="*/ 357621 h 360798"/>
                <a:gd name="connsiteX7" fmla="*/ 213993 w 217149"/>
                <a:gd name="connsiteY7" fmla="*/ 180399 h 360798"/>
                <a:gd name="connsiteX8" fmla="*/ 108585 w 217149"/>
                <a:gd name="connsiteY8" fmla="*/ 3177 h 360798"/>
                <a:gd name="connsiteX9" fmla="*/ 3177 w 217149"/>
                <a:gd name="connsiteY9" fmla="*/ 180399 h 360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7149" h="360798">
                  <a:moveTo>
                    <a:pt x="0" y="180399"/>
                  </a:moveTo>
                  <a:cubicBezTo>
                    <a:pt x="0" y="80933"/>
                    <a:pt x="48694" y="0"/>
                    <a:pt x="108566" y="0"/>
                  </a:cubicBezTo>
                  <a:cubicBezTo>
                    <a:pt x="168437" y="0"/>
                    <a:pt x="217150" y="80914"/>
                    <a:pt x="217150" y="180399"/>
                  </a:cubicBezTo>
                  <a:cubicBezTo>
                    <a:pt x="217150" y="279865"/>
                    <a:pt x="168437" y="360798"/>
                    <a:pt x="108566" y="360798"/>
                  </a:cubicBezTo>
                  <a:cubicBezTo>
                    <a:pt x="48694" y="360798"/>
                    <a:pt x="0" y="279865"/>
                    <a:pt x="0" y="180399"/>
                  </a:cubicBezTo>
                  <a:close/>
                  <a:moveTo>
                    <a:pt x="3177" y="180399"/>
                  </a:moveTo>
                  <a:cubicBezTo>
                    <a:pt x="3177" y="278119"/>
                    <a:pt x="50458" y="357621"/>
                    <a:pt x="108585" y="357621"/>
                  </a:cubicBezTo>
                  <a:cubicBezTo>
                    <a:pt x="166691" y="357621"/>
                    <a:pt x="213993" y="278119"/>
                    <a:pt x="213993" y="180399"/>
                  </a:cubicBezTo>
                  <a:cubicBezTo>
                    <a:pt x="213993" y="82679"/>
                    <a:pt x="166691" y="3177"/>
                    <a:pt x="108585" y="3177"/>
                  </a:cubicBezTo>
                  <a:cubicBezTo>
                    <a:pt x="50458" y="3177"/>
                    <a:pt x="3177" y="82679"/>
                    <a:pt x="3177" y="18039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A50A35E5-95CF-ABB5-0EE4-08DE8F76D1BD}"/>
                </a:ext>
              </a:extLst>
            </p:cNvPr>
            <p:cNvSpPr/>
            <p:nvPr/>
          </p:nvSpPr>
          <p:spPr>
            <a:xfrm>
              <a:off x="926292" y="4823813"/>
              <a:ext cx="232198" cy="247169"/>
            </a:xfrm>
            <a:custGeom>
              <a:avLst/>
              <a:gdLst>
                <a:gd name="connsiteX0" fmla="*/ 579360 w 579360"/>
                <a:gd name="connsiteY0" fmla="*/ 313656 h 627312"/>
                <a:gd name="connsiteX1" fmla="*/ 289680 w 579360"/>
                <a:gd name="connsiteY1" fmla="*/ 627312 h 627312"/>
                <a:gd name="connsiteX2" fmla="*/ 0 w 579360"/>
                <a:gd name="connsiteY2" fmla="*/ 313656 h 627312"/>
                <a:gd name="connsiteX3" fmla="*/ 289680 w 579360"/>
                <a:gd name="connsiteY3" fmla="*/ 0 h 627312"/>
                <a:gd name="connsiteX4" fmla="*/ 579360 w 579360"/>
                <a:gd name="connsiteY4" fmla="*/ 313656 h 62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360" h="627312">
                  <a:moveTo>
                    <a:pt x="579360" y="313656"/>
                  </a:moveTo>
                  <a:cubicBezTo>
                    <a:pt x="579360" y="486884"/>
                    <a:pt x="449666" y="627312"/>
                    <a:pt x="289680" y="627312"/>
                  </a:cubicBezTo>
                  <a:cubicBezTo>
                    <a:pt x="129694" y="627312"/>
                    <a:pt x="0" y="486884"/>
                    <a:pt x="0" y="313656"/>
                  </a:cubicBezTo>
                  <a:cubicBezTo>
                    <a:pt x="0" y="140429"/>
                    <a:pt x="129694" y="0"/>
                    <a:pt x="289680" y="0"/>
                  </a:cubicBezTo>
                  <a:cubicBezTo>
                    <a:pt x="449666" y="0"/>
                    <a:pt x="579360" y="140429"/>
                    <a:pt x="579360" y="313656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DE25A761-A055-6D92-D90E-71EA5CEA3DA8}"/>
                </a:ext>
              </a:extLst>
            </p:cNvPr>
            <p:cNvSpPr/>
            <p:nvPr/>
          </p:nvSpPr>
          <p:spPr>
            <a:xfrm>
              <a:off x="932684" y="4837672"/>
              <a:ext cx="230844" cy="233311"/>
            </a:xfrm>
            <a:custGeom>
              <a:avLst/>
              <a:gdLst>
                <a:gd name="connsiteX0" fmla="*/ 575979 w 575979"/>
                <a:gd name="connsiteY0" fmla="*/ 296069 h 592138"/>
                <a:gd name="connsiteX1" fmla="*/ 287990 w 575979"/>
                <a:gd name="connsiteY1" fmla="*/ 592139 h 592138"/>
                <a:gd name="connsiteX2" fmla="*/ 0 w 575979"/>
                <a:gd name="connsiteY2" fmla="*/ 296069 h 592138"/>
                <a:gd name="connsiteX3" fmla="*/ 287990 w 575979"/>
                <a:gd name="connsiteY3" fmla="*/ 0 h 592138"/>
                <a:gd name="connsiteX4" fmla="*/ 575979 w 575979"/>
                <a:gd name="connsiteY4" fmla="*/ 296069 h 5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979" h="592138">
                  <a:moveTo>
                    <a:pt x="575979" y="296069"/>
                  </a:moveTo>
                  <a:cubicBezTo>
                    <a:pt x="575979" y="459584"/>
                    <a:pt x="447042" y="592139"/>
                    <a:pt x="287990" y="592139"/>
                  </a:cubicBezTo>
                  <a:cubicBezTo>
                    <a:pt x="128938" y="592139"/>
                    <a:pt x="0" y="459584"/>
                    <a:pt x="0" y="296069"/>
                  </a:cubicBezTo>
                  <a:cubicBezTo>
                    <a:pt x="0" y="132555"/>
                    <a:pt x="128938" y="0"/>
                    <a:pt x="287990" y="0"/>
                  </a:cubicBezTo>
                  <a:cubicBezTo>
                    <a:pt x="447042" y="0"/>
                    <a:pt x="575979" y="132555"/>
                    <a:pt x="575979" y="2960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E138E427-B5F5-0849-A7F2-FCF4E29459AF}"/>
                </a:ext>
              </a:extLst>
            </p:cNvPr>
            <p:cNvSpPr/>
            <p:nvPr/>
          </p:nvSpPr>
          <p:spPr>
            <a:xfrm>
              <a:off x="1139608" y="4919677"/>
              <a:ext cx="38764" cy="65835"/>
            </a:xfrm>
            <a:custGeom>
              <a:avLst/>
              <a:gdLst>
                <a:gd name="connsiteX0" fmla="*/ 0 w 96720"/>
                <a:gd name="connsiteY0" fmla="*/ 18877 h 167087"/>
                <a:gd name="connsiteX1" fmla="*/ 0 w 96720"/>
                <a:gd name="connsiteY1" fmla="*/ 148210 h 167087"/>
                <a:gd name="connsiteX2" fmla="*/ 18866 w 96720"/>
                <a:gd name="connsiteY2" fmla="*/ 167088 h 167087"/>
                <a:gd name="connsiteX3" fmla="*/ 77855 w 96720"/>
                <a:gd name="connsiteY3" fmla="*/ 167088 h 167087"/>
                <a:gd name="connsiteX4" fmla="*/ 96485 w 96720"/>
                <a:gd name="connsiteY4" fmla="*/ 151054 h 167087"/>
                <a:gd name="connsiteX5" fmla="*/ 96721 w 96720"/>
                <a:gd name="connsiteY5" fmla="*/ 148210 h 167087"/>
                <a:gd name="connsiteX6" fmla="*/ 96721 w 96720"/>
                <a:gd name="connsiteY6" fmla="*/ 18877 h 167087"/>
                <a:gd name="connsiteX7" fmla="*/ 96485 w 96720"/>
                <a:gd name="connsiteY7" fmla="*/ 16034 h 167087"/>
                <a:gd name="connsiteX8" fmla="*/ 77855 w 96720"/>
                <a:gd name="connsiteY8" fmla="*/ 0 h 167087"/>
                <a:gd name="connsiteX9" fmla="*/ 18866 w 96720"/>
                <a:gd name="connsiteY9" fmla="*/ 0 h 167087"/>
                <a:gd name="connsiteX10" fmla="*/ 0 w 96720"/>
                <a:gd name="connsiteY10" fmla="*/ 18877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720" h="167087">
                  <a:moveTo>
                    <a:pt x="0" y="18877"/>
                  </a:moveTo>
                  <a:lnTo>
                    <a:pt x="0" y="148210"/>
                  </a:lnTo>
                  <a:cubicBezTo>
                    <a:pt x="0" y="158645"/>
                    <a:pt x="8433" y="167088"/>
                    <a:pt x="18866" y="167088"/>
                  </a:cubicBezTo>
                  <a:lnTo>
                    <a:pt x="77855" y="167088"/>
                  </a:lnTo>
                  <a:cubicBezTo>
                    <a:pt x="87307" y="167088"/>
                    <a:pt x="95151" y="160139"/>
                    <a:pt x="96485" y="151054"/>
                  </a:cubicBezTo>
                  <a:cubicBezTo>
                    <a:pt x="96661" y="150116"/>
                    <a:pt x="96721" y="149177"/>
                    <a:pt x="96721" y="148210"/>
                  </a:cubicBezTo>
                  <a:lnTo>
                    <a:pt x="96721" y="18877"/>
                  </a:lnTo>
                  <a:cubicBezTo>
                    <a:pt x="96721" y="17910"/>
                    <a:pt x="96661" y="16971"/>
                    <a:pt x="96485" y="16034"/>
                  </a:cubicBezTo>
                  <a:cubicBezTo>
                    <a:pt x="95151" y="6946"/>
                    <a:pt x="87307" y="0"/>
                    <a:pt x="77855" y="0"/>
                  </a:cubicBezTo>
                  <a:lnTo>
                    <a:pt x="18866" y="0"/>
                  </a:lnTo>
                  <a:cubicBezTo>
                    <a:pt x="8433" y="0"/>
                    <a:pt x="0" y="8442"/>
                    <a:pt x="0" y="1887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77C85B50-2A70-7824-2971-D710B8156228}"/>
                </a:ext>
              </a:extLst>
            </p:cNvPr>
            <p:cNvSpPr/>
            <p:nvPr/>
          </p:nvSpPr>
          <p:spPr>
            <a:xfrm>
              <a:off x="898410" y="4919678"/>
              <a:ext cx="49704" cy="65835"/>
            </a:xfrm>
            <a:custGeom>
              <a:avLst/>
              <a:gdLst>
                <a:gd name="connsiteX0" fmla="*/ 0 w 124018"/>
                <a:gd name="connsiteY0" fmla="*/ 117156 h 167087"/>
                <a:gd name="connsiteX1" fmla="*/ 49929 w 124018"/>
                <a:gd name="connsiteY1" fmla="*/ 167087 h 167087"/>
                <a:gd name="connsiteX2" fmla="*/ 99819 w 124018"/>
                <a:gd name="connsiteY2" fmla="*/ 167087 h 167087"/>
                <a:gd name="connsiteX3" fmla="*/ 124019 w 124018"/>
                <a:gd name="connsiteY3" fmla="*/ 148210 h 167087"/>
                <a:gd name="connsiteX4" fmla="*/ 124019 w 124018"/>
                <a:gd name="connsiteY4" fmla="*/ 18877 h 167087"/>
                <a:gd name="connsiteX5" fmla="*/ 99819 w 124018"/>
                <a:gd name="connsiteY5" fmla="*/ 0 h 167087"/>
                <a:gd name="connsiteX6" fmla="*/ 49596 w 124018"/>
                <a:gd name="connsiteY6" fmla="*/ 337 h 167087"/>
                <a:gd name="connsiteX7" fmla="*/ 0 w 124018"/>
                <a:gd name="connsiteY7" fmla="*/ 50266 h 167087"/>
                <a:gd name="connsiteX8" fmla="*/ 0 w 124018"/>
                <a:gd name="connsiteY8" fmla="*/ 117156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18" h="167087">
                  <a:moveTo>
                    <a:pt x="0" y="117156"/>
                  </a:moveTo>
                  <a:cubicBezTo>
                    <a:pt x="0" y="144733"/>
                    <a:pt x="22356" y="167087"/>
                    <a:pt x="49929" y="167087"/>
                  </a:cubicBezTo>
                  <a:lnTo>
                    <a:pt x="99819" y="167087"/>
                  </a:lnTo>
                  <a:cubicBezTo>
                    <a:pt x="113194" y="167087"/>
                    <a:pt x="124019" y="158645"/>
                    <a:pt x="124019" y="148210"/>
                  </a:cubicBezTo>
                  <a:lnTo>
                    <a:pt x="124019" y="18877"/>
                  </a:lnTo>
                  <a:cubicBezTo>
                    <a:pt x="124019" y="8442"/>
                    <a:pt x="113194" y="0"/>
                    <a:pt x="99819" y="0"/>
                  </a:cubicBezTo>
                  <a:lnTo>
                    <a:pt x="49596" y="337"/>
                  </a:lnTo>
                  <a:cubicBezTo>
                    <a:pt x="22160" y="522"/>
                    <a:pt x="0" y="22821"/>
                    <a:pt x="0" y="50266"/>
                  </a:cubicBezTo>
                  <a:lnTo>
                    <a:pt x="0" y="117156"/>
                  </a:ln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76929083-9429-0705-51BE-8AB55EF27612}"/>
                </a:ext>
              </a:extLst>
            </p:cNvPr>
            <p:cNvSpPr/>
            <p:nvPr/>
          </p:nvSpPr>
          <p:spPr>
            <a:xfrm>
              <a:off x="976826" y="4891957"/>
              <a:ext cx="157429" cy="133980"/>
            </a:xfrm>
            <a:custGeom>
              <a:avLst/>
              <a:gdLst>
                <a:gd name="connsiteX0" fmla="*/ 392803 w 392803"/>
                <a:gd name="connsiteY0" fmla="*/ 170019 h 340038"/>
                <a:gd name="connsiteX1" fmla="*/ 196401 w 392803"/>
                <a:gd name="connsiteY1" fmla="*/ 340039 h 340038"/>
                <a:gd name="connsiteX2" fmla="*/ 0 w 392803"/>
                <a:gd name="connsiteY2" fmla="*/ 170019 h 340038"/>
                <a:gd name="connsiteX3" fmla="*/ 196401 w 392803"/>
                <a:gd name="connsiteY3" fmla="*/ 0 h 340038"/>
                <a:gd name="connsiteX4" fmla="*/ 392803 w 392803"/>
                <a:gd name="connsiteY4" fmla="*/ 170019 h 34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803" h="340038">
                  <a:moveTo>
                    <a:pt x="392803" y="170019"/>
                  </a:moveTo>
                  <a:cubicBezTo>
                    <a:pt x="392803" y="263918"/>
                    <a:pt x="304871" y="340039"/>
                    <a:pt x="196401" y="340039"/>
                  </a:cubicBezTo>
                  <a:cubicBezTo>
                    <a:pt x="87931" y="340039"/>
                    <a:pt x="0" y="263918"/>
                    <a:pt x="0" y="170019"/>
                  </a:cubicBezTo>
                  <a:cubicBezTo>
                    <a:pt x="0" y="76120"/>
                    <a:pt x="87932" y="0"/>
                    <a:pt x="196401" y="0"/>
                  </a:cubicBezTo>
                  <a:cubicBezTo>
                    <a:pt x="304871" y="0"/>
                    <a:pt x="392803" y="76120"/>
                    <a:pt x="392803" y="1700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9CB5A0E2-6349-D97A-8EEB-A8D72722EDF6}"/>
                </a:ext>
              </a:extLst>
            </p:cNvPr>
            <p:cNvSpPr/>
            <p:nvPr/>
          </p:nvSpPr>
          <p:spPr>
            <a:xfrm>
              <a:off x="986328" y="4900043"/>
              <a:ext cx="138417" cy="117809"/>
            </a:xfrm>
            <a:custGeom>
              <a:avLst/>
              <a:gdLst>
                <a:gd name="connsiteX0" fmla="*/ 0 w 345365"/>
                <a:gd name="connsiteY0" fmla="*/ 149499 h 298999"/>
                <a:gd name="connsiteX1" fmla="*/ 26181 w 345365"/>
                <a:gd name="connsiteY1" fmla="*/ 228646 h 298999"/>
                <a:gd name="connsiteX2" fmla="*/ 172692 w 345365"/>
                <a:gd name="connsiteY2" fmla="*/ 298999 h 298999"/>
                <a:gd name="connsiteX3" fmla="*/ 319185 w 345365"/>
                <a:gd name="connsiteY3" fmla="*/ 228646 h 298999"/>
                <a:gd name="connsiteX4" fmla="*/ 345366 w 345365"/>
                <a:gd name="connsiteY4" fmla="*/ 149499 h 298999"/>
                <a:gd name="connsiteX5" fmla="*/ 312340 w 345365"/>
                <a:gd name="connsiteY5" fmla="*/ 61558 h 298999"/>
                <a:gd name="connsiteX6" fmla="*/ 172692 w 345365"/>
                <a:gd name="connsiteY6" fmla="*/ 0 h 298999"/>
                <a:gd name="connsiteX7" fmla="*/ 33044 w 345365"/>
                <a:gd name="connsiteY7" fmla="*/ 61558 h 298999"/>
                <a:gd name="connsiteX8" fmla="*/ 0 w 345365"/>
                <a:gd name="connsiteY8" fmla="*/ 149499 h 29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5365" h="298999">
                  <a:moveTo>
                    <a:pt x="0" y="149499"/>
                  </a:moveTo>
                  <a:cubicBezTo>
                    <a:pt x="0" y="178548"/>
                    <a:pt x="9590" y="205693"/>
                    <a:pt x="26181" y="228646"/>
                  </a:cubicBezTo>
                  <a:cubicBezTo>
                    <a:pt x="56656" y="270887"/>
                    <a:pt x="110860" y="298999"/>
                    <a:pt x="172692" y="298999"/>
                  </a:cubicBezTo>
                  <a:cubicBezTo>
                    <a:pt x="234505" y="298999"/>
                    <a:pt x="288710" y="270887"/>
                    <a:pt x="319185" y="228646"/>
                  </a:cubicBezTo>
                  <a:cubicBezTo>
                    <a:pt x="335776" y="205693"/>
                    <a:pt x="345366" y="178548"/>
                    <a:pt x="345366" y="149499"/>
                  </a:cubicBezTo>
                  <a:cubicBezTo>
                    <a:pt x="345366" y="116637"/>
                    <a:pt x="333128" y="86211"/>
                    <a:pt x="312340" y="61558"/>
                  </a:cubicBezTo>
                  <a:cubicBezTo>
                    <a:pt x="280944" y="24241"/>
                    <a:pt x="230113" y="0"/>
                    <a:pt x="172692" y="0"/>
                  </a:cubicBezTo>
                  <a:cubicBezTo>
                    <a:pt x="115252" y="0"/>
                    <a:pt x="64421" y="24243"/>
                    <a:pt x="33044" y="61558"/>
                  </a:cubicBezTo>
                  <a:cubicBezTo>
                    <a:pt x="12257" y="86211"/>
                    <a:pt x="0" y="116639"/>
                    <a:pt x="0" y="14949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0C39E2A9-2829-B468-087C-BB27C6698715}"/>
                </a:ext>
              </a:extLst>
            </p:cNvPr>
            <p:cNvSpPr/>
            <p:nvPr/>
          </p:nvSpPr>
          <p:spPr>
            <a:xfrm>
              <a:off x="1092298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7 w 64491"/>
                <a:gd name="connsiteY1" fmla="*/ 89296 h 89295"/>
                <a:gd name="connsiteX2" fmla="*/ 1 w 64491"/>
                <a:gd name="connsiteY2" fmla="*/ 44648 h 89295"/>
                <a:gd name="connsiteX3" fmla="*/ 32247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7" y="89296"/>
                  </a:cubicBezTo>
                  <a:cubicBezTo>
                    <a:pt x="14438" y="89296"/>
                    <a:pt x="1" y="69306"/>
                    <a:pt x="1" y="44648"/>
                  </a:cubicBezTo>
                  <a:cubicBezTo>
                    <a:pt x="1" y="19990"/>
                    <a:pt x="14438" y="0"/>
                    <a:pt x="32247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63259849-A00A-4EB8-4744-72BF1845087E}"/>
                </a:ext>
              </a:extLst>
            </p:cNvPr>
            <p:cNvSpPr/>
            <p:nvPr/>
          </p:nvSpPr>
          <p:spPr>
            <a:xfrm>
              <a:off x="1005362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6 w 64491"/>
                <a:gd name="connsiteY1" fmla="*/ 89296 h 89295"/>
                <a:gd name="connsiteX2" fmla="*/ 0 w 64491"/>
                <a:gd name="connsiteY2" fmla="*/ 44648 h 89295"/>
                <a:gd name="connsiteX3" fmla="*/ 32246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6" y="89296"/>
                  </a:cubicBezTo>
                  <a:cubicBezTo>
                    <a:pt x="14437" y="89296"/>
                    <a:pt x="0" y="69306"/>
                    <a:pt x="0" y="44648"/>
                  </a:cubicBezTo>
                  <a:cubicBezTo>
                    <a:pt x="0" y="19990"/>
                    <a:pt x="14437" y="0"/>
                    <a:pt x="32246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62A80D93-BAC6-6962-9401-8A153C59D89E}"/>
                </a:ext>
              </a:extLst>
            </p:cNvPr>
            <p:cNvSpPr/>
            <p:nvPr/>
          </p:nvSpPr>
          <p:spPr>
            <a:xfrm>
              <a:off x="999565" y="4900043"/>
              <a:ext cx="111945" cy="24255"/>
            </a:xfrm>
            <a:custGeom>
              <a:avLst/>
              <a:gdLst>
                <a:gd name="connsiteX0" fmla="*/ 0 w 279315"/>
                <a:gd name="connsiteY0" fmla="*/ 61558 h 61558"/>
                <a:gd name="connsiteX1" fmla="*/ 279315 w 279315"/>
                <a:gd name="connsiteY1" fmla="*/ 61558 h 61558"/>
                <a:gd name="connsiteX2" fmla="*/ 139667 w 279315"/>
                <a:gd name="connsiteY2" fmla="*/ 0 h 61558"/>
                <a:gd name="connsiteX3" fmla="*/ 0 w 279315"/>
                <a:gd name="connsiteY3" fmla="*/ 61558 h 61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15" h="61558">
                  <a:moveTo>
                    <a:pt x="0" y="61558"/>
                  </a:moveTo>
                  <a:lnTo>
                    <a:pt x="279315" y="61558"/>
                  </a:lnTo>
                  <a:cubicBezTo>
                    <a:pt x="247919" y="24241"/>
                    <a:pt x="197088" y="0"/>
                    <a:pt x="139667" y="0"/>
                  </a:cubicBezTo>
                  <a:cubicBezTo>
                    <a:pt x="82227" y="0"/>
                    <a:pt x="31396" y="24241"/>
                    <a:pt x="0" y="61558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ED2484AA-723C-D64F-8A1F-DEB0D553E19E}"/>
                </a:ext>
              </a:extLst>
            </p:cNvPr>
            <p:cNvSpPr/>
            <p:nvPr/>
          </p:nvSpPr>
          <p:spPr>
            <a:xfrm>
              <a:off x="996821" y="4990132"/>
              <a:ext cx="117432" cy="18480"/>
            </a:xfrm>
            <a:custGeom>
              <a:avLst/>
              <a:gdLst>
                <a:gd name="connsiteX0" fmla="*/ 0 w 293004"/>
                <a:gd name="connsiteY0" fmla="*/ 0 h 46901"/>
                <a:gd name="connsiteX1" fmla="*/ 146512 w 293004"/>
                <a:gd name="connsiteY1" fmla="*/ 46901 h 46901"/>
                <a:gd name="connsiteX2" fmla="*/ 293004 w 293004"/>
                <a:gd name="connsiteY2" fmla="*/ 0 h 46901"/>
                <a:gd name="connsiteX3" fmla="*/ 0 w 293004"/>
                <a:gd name="connsiteY3" fmla="*/ 0 h 4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004" h="46901">
                  <a:moveTo>
                    <a:pt x="0" y="0"/>
                  </a:moveTo>
                  <a:cubicBezTo>
                    <a:pt x="30475" y="28161"/>
                    <a:pt x="84680" y="46901"/>
                    <a:pt x="146512" y="46901"/>
                  </a:cubicBezTo>
                  <a:cubicBezTo>
                    <a:pt x="208325" y="46901"/>
                    <a:pt x="262529" y="28159"/>
                    <a:pt x="293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A2C3ABED-FE6F-7373-ED14-ED33D868E602}"/>
                </a:ext>
              </a:extLst>
            </p:cNvPr>
            <p:cNvSpPr/>
            <p:nvPr/>
          </p:nvSpPr>
          <p:spPr>
            <a:xfrm>
              <a:off x="844006" y="5040520"/>
              <a:ext cx="64904" cy="88277"/>
            </a:xfrm>
            <a:custGeom>
              <a:avLst/>
              <a:gdLst>
                <a:gd name="connsiteX0" fmla="*/ 153550 w 161942"/>
                <a:gd name="connsiteY0" fmla="*/ 224047 h 224046"/>
                <a:gd name="connsiteX1" fmla="*/ 665 w 161942"/>
                <a:gd name="connsiteY1" fmla="*/ 0 h 224046"/>
                <a:gd name="connsiteX2" fmla="*/ 29884 w 161942"/>
                <a:gd name="connsiteY2" fmla="*/ 2426 h 224046"/>
                <a:gd name="connsiteX3" fmla="*/ 161943 w 161942"/>
                <a:gd name="connsiteY3" fmla="*/ 195964 h 224046"/>
                <a:gd name="connsiteX4" fmla="*/ 153550 w 161942"/>
                <a:gd name="connsiteY4" fmla="*/ 224047 h 22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42" h="224046">
                  <a:moveTo>
                    <a:pt x="153550" y="224047"/>
                  </a:moveTo>
                  <a:cubicBezTo>
                    <a:pt x="59712" y="196023"/>
                    <a:pt x="-7455" y="97605"/>
                    <a:pt x="665" y="0"/>
                  </a:cubicBezTo>
                  <a:lnTo>
                    <a:pt x="29884" y="2426"/>
                  </a:lnTo>
                  <a:cubicBezTo>
                    <a:pt x="22864" y="86738"/>
                    <a:pt x="80872" y="171745"/>
                    <a:pt x="161943" y="195964"/>
                  </a:cubicBezTo>
                  <a:lnTo>
                    <a:pt x="153550" y="224047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05FD6DE8-7A8F-61AC-D36C-0942FFB6E1F6}"/>
                </a:ext>
              </a:extLst>
            </p:cNvPr>
            <p:cNvSpPr/>
            <p:nvPr/>
          </p:nvSpPr>
          <p:spPr>
            <a:xfrm>
              <a:off x="882820" y="5091775"/>
              <a:ext cx="65792" cy="72763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3E297F91-C923-8AD7-5AA7-2CDDF2739418}"/>
                </a:ext>
              </a:extLst>
            </p:cNvPr>
            <p:cNvSpPr/>
            <p:nvPr/>
          </p:nvSpPr>
          <p:spPr>
            <a:xfrm>
              <a:off x="822900" y="4986667"/>
              <a:ext cx="52867" cy="75074"/>
            </a:xfrm>
            <a:custGeom>
              <a:avLst/>
              <a:gdLst>
                <a:gd name="connsiteX0" fmla="*/ 131910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10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10" y="95269"/>
                  </a:moveTo>
                  <a:cubicBezTo>
                    <a:pt x="131910" y="147885"/>
                    <a:pt x="102380" y="190538"/>
                    <a:pt x="65955" y="190538"/>
                  </a:cubicBezTo>
                  <a:cubicBezTo>
                    <a:pt x="29530" y="190538"/>
                    <a:pt x="0" y="147885"/>
                    <a:pt x="0" y="95269"/>
                  </a:cubicBezTo>
                  <a:cubicBezTo>
                    <a:pt x="0" y="42653"/>
                    <a:pt x="29530" y="0"/>
                    <a:pt x="65955" y="0"/>
                  </a:cubicBezTo>
                  <a:cubicBezTo>
                    <a:pt x="102380" y="0"/>
                    <a:pt x="131910" y="42653"/>
                    <a:pt x="131910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DC88BADA-461C-F031-3487-E8E25FDCA374}"/>
                </a:ext>
              </a:extLst>
            </p:cNvPr>
            <p:cNvSpPr/>
            <p:nvPr/>
          </p:nvSpPr>
          <p:spPr>
            <a:xfrm>
              <a:off x="1177908" y="5132430"/>
              <a:ext cx="43178" cy="94113"/>
            </a:xfrm>
            <a:custGeom>
              <a:avLst/>
              <a:gdLst>
                <a:gd name="connsiteX0" fmla="*/ 104545 w 107735"/>
                <a:gd name="connsiteY0" fmla="*/ 238859 h 238858"/>
                <a:gd name="connsiteX1" fmla="*/ 75600 w 107735"/>
                <a:gd name="connsiteY1" fmla="*/ 234152 h 238858"/>
                <a:gd name="connsiteX2" fmla="*/ 0 w 107735"/>
                <a:gd name="connsiteY2" fmla="*/ 21945 h 238858"/>
                <a:gd name="connsiteX3" fmla="*/ 19454 w 107735"/>
                <a:gd name="connsiteY3" fmla="*/ 0 h 238858"/>
                <a:gd name="connsiteX4" fmla="*/ 104545 w 107735"/>
                <a:gd name="connsiteY4" fmla="*/ 238859 h 23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35" h="238858">
                  <a:moveTo>
                    <a:pt x="104545" y="238859"/>
                  </a:moveTo>
                  <a:lnTo>
                    <a:pt x="75600" y="234152"/>
                  </a:lnTo>
                  <a:cubicBezTo>
                    <a:pt x="88151" y="157063"/>
                    <a:pt x="58460" y="73756"/>
                    <a:pt x="0" y="21945"/>
                  </a:cubicBezTo>
                  <a:lnTo>
                    <a:pt x="19454" y="0"/>
                  </a:lnTo>
                  <a:cubicBezTo>
                    <a:pt x="85248" y="58323"/>
                    <a:pt x="118645" y="152081"/>
                    <a:pt x="104545" y="23885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EBA8C50-E4FD-1293-87A0-63A938C6E3B1}"/>
                </a:ext>
              </a:extLst>
            </p:cNvPr>
            <p:cNvSpPr/>
            <p:nvPr/>
          </p:nvSpPr>
          <p:spPr>
            <a:xfrm>
              <a:off x="1136586" y="5091775"/>
              <a:ext cx="65791" cy="72764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12DD3EC-B070-8AD0-4159-435CE10860D9}"/>
                </a:ext>
              </a:extLst>
            </p:cNvPr>
            <p:cNvSpPr/>
            <p:nvPr/>
          </p:nvSpPr>
          <p:spPr>
            <a:xfrm>
              <a:off x="1188281" y="5194569"/>
              <a:ext cx="52867" cy="75074"/>
            </a:xfrm>
            <a:custGeom>
              <a:avLst/>
              <a:gdLst>
                <a:gd name="connsiteX0" fmla="*/ 131909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09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09" y="95269"/>
                  </a:moveTo>
                  <a:cubicBezTo>
                    <a:pt x="131909" y="147884"/>
                    <a:pt x="102380" y="190538"/>
                    <a:pt x="65955" y="190538"/>
                  </a:cubicBezTo>
                  <a:cubicBezTo>
                    <a:pt x="29529" y="190538"/>
                    <a:pt x="0" y="147884"/>
                    <a:pt x="0" y="95269"/>
                  </a:cubicBezTo>
                  <a:cubicBezTo>
                    <a:pt x="0" y="42653"/>
                    <a:pt x="29529" y="0"/>
                    <a:pt x="65955" y="0"/>
                  </a:cubicBezTo>
                  <a:cubicBezTo>
                    <a:pt x="102380" y="0"/>
                    <a:pt x="131909" y="42653"/>
                    <a:pt x="131909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2AACF3B-CD9A-D2B1-BBD0-EF494C550AFC}"/>
                </a:ext>
              </a:extLst>
            </p:cNvPr>
            <p:cNvSpPr/>
            <p:nvPr/>
          </p:nvSpPr>
          <p:spPr>
            <a:xfrm>
              <a:off x="902440" y="4925888"/>
              <a:ext cx="17137" cy="54505"/>
            </a:xfrm>
            <a:custGeom>
              <a:avLst/>
              <a:gdLst>
                <a:gd name="connsiteX0" fmla="*/ 42760 w 42759"/>
                <a:gd name="connsiteY0" fmla="*/ 69167 h 138334"/>
                <a:gd name="connsiteX1" fmla="*/ 21380 w 42759"/>
                <a:gd name="connsiteY1" fmla="*/ 138334 h 138334"/>
                <a:gd name="connsiteX2" fmla="*/ 1 w 42759"/>
                <a:gd name="connsiteY2" fmla="*/ 69167 h 138334"/>
                <a:gd name="connsiteX3" fmla="*/ 21380 w 42759"/>
                <a:gd name="connsiteY3" fmla="*/ 0 h 138334"/>
                <a:gd name="connsiteX4" fmla="*/ 42760 w 42759"/>
                <a:gd name="connsiteY4" fmla="*/ 69167 h 13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759" h="138334">
                  <a:moveTo>
                    <a:pt x="42760" y="69167"/>
                  </a:moveTo>
                  <a:cubicBezTo>
                    <a:pt x="42760" y="107367"/>
                    <a:pt x="33188" y="138334"/>
                    <a:pt x="21380" y="138334"/>
                  </a:cubicBezTo>
                  <a:cubicBezTo>
                    <a:pt x="9573" y="138334"/>
                    <a:pt x="1" y="107367"/>
                    <a:pt x="1" y="69167"/>
                  </a:cubicBezTo>
                  <a:cubicBezTo>
                    <a:pt x="1" y="30967"/>
                    <a:pt x="9573" y="0"/>
                    <a:pt x="21380" y="0"/>
                  </a:cubicBezTo>
                  <a:cubicBezTo>
                    <a:pt x="33188" y="0"/>
                    <a:pt x="42760" y="30967"/>
                    <a:pt x="42760" y="69167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2AC3616-B75B-818B-8629-EE1D15689929}"/>
                </a:ext>
              </a:extLst>
            </p:cNvPr>
            <p:cNvSpPr/>
            <p:nvPr/>
          </p:nvSpPr>
          <p:spPr>
            <a:xfrm>
              <a:off x="906472" y="4938711"/>
              <a:ext cx="9073" cy="28857"/>
            </a:xfrm>
            <a:custGeom>
              <a:avLst/>
              <a:gdLst>
                <a:gd name="connsiteX0" fmla="*/ 22638 w 22638"/>
                <a:gd name="connsiteY0" fmla="*/ 36619 h 73238"/>
                <a:gd name="connsiteX1" fmla="*/ 11319 w 22638"/>
                <a:gd name="connsiteY1" fmla="*/ 73238 h 73238"/>
                <a:gd name="connsiteX2" fmla="*/ 0 w 22638"/>
                <a:gd name="connsiteY2" fmla="*/ 36619 h 73238"/>
                <a:gd name="connsiteX3" fmla="*/ 11319 w 22638"/>
                <a:gd name="connsiteY3" fmla="*/ 0 h 73238"/>
                <a:gd name="connsiteX4" fmla="*/ 22638 w 22638"/>
                <a:gd name="connsiteY4" fmla="*/ 36619 h 7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38" h="73238">
                  <a:moveTo>
                    <a:pt x="22638" y="36619"/>
                  </a:moveTo>
                  <a:cubicBezTo>
                    <a:pt x="22638" y="56843"/>
                    <a:pt x="17571" y="73238"/>
                    <a:pt x="11319" y="73238"/>
                  </a:cubicBezTo>
                  <a:cubicBezTo>
                    <a:pt x="5067" y="73238"/>
                    <a:pt x="0" y="56843"/>
                    <a:pt x="0" y="36619"/>
                  </a:cubicBezTo>
                  <a:cubicBezTo>
                    <a:pt x="0" y="16395"/>
                    <a:pt x="5067" y="0"/>
                    <a:pt x="11319" y="0"/>
                  </a:cubicBezTo>
                  <a:cubicBezTo>
                    <a:pt x="17571" y="0"/>
                    <a:pt x="22638" y="16395"/>
                    <a:pt x="22638" y="366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30" name="Group 1729">
            <a:extLst>
              <a:ext uri="{FF2B5EF4-FFF2-40B4-BE49-F238E27FC236}">
                <a16:creationId xmlns:a16="http://schemas.microsoft.com/office/drawing/2014/main" id="{226CBE64-6668-4839-F056-52C07FD3DFE5}"/>
              </a:ext>
            </a:extLst>
          </p:cNvPr>
          <p:cNvGrpSpPr/>
          <p:nvPr/>
        </p:nvGrpSpPr>
        <p:grpSpPr>
          <a:xfrm>
            <a:off x="8500790" y="4701534"/>
            <a:ext cx="418248" cy="481637"/>
            <a:chOff x="822900" y="4823813"/>
            <a:chExt cx="418248" cy="481637"/>
          </a:xfrm>
        </p:grpSpPr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425DB9D8-C33F-B4DA-C8A5-A822BFE1A831}"/>
                </a:ext>
              </a:extLst>
            </p:cNvPr>
            <p:cNvSpPr/>
            <p:nvPr/>
          </p:nvSpPr>
          <p:spPr>
            <a:xfrm>
              <a:off x="932558" y="5051347"/>
              <a:ext cx="222106" cy="254103"/>
            </a:xfrm>
            <a:custGeom>
              <a:avLst/>
              <a:gdLst>
                <a:gd name="connsiteX0" fmla="*/ 4888 w 554178"/>
                <a:gd name="connsiteY0" fmla="*/ 259342 h 644909"/>
                <a:gd name="connsiteX1" fmla="*/ 271633 w 554178"/>
                <a:gd name="connsiteY1" fmla="*/ 644909 h 644909"/>
                <a:gd name="connsiteX2" fmla="*/ 550106 w 554178"/>
                <a:gd name="connsiteY2" fmla="*/ 259342 h 644909"/>
                <a:gd name="connsiteX3" fmla="*/ 434245 w 554178"/>
                <a:gd name="connsiteY3" fmla="*/ 15977 h 644909"/>
                <a:gd name="connsiteX4" fmla="*/ 277497 w 554178"/>
                <a:gd name="connsiteY4" fmla="*/ 0 h 644909"/>
                <a:gd name="connsiteX5" fmla="*/ 29656 w 554178"/>
                <a:gd name="connsiteY5" fmla="*/ 59917 h 644909"/>
                <a:gd name="connsiteX6" fmla="*/ 4888 w 554178"/>
                <a:gd name="connsiteY6" fmla="*/ 259342 h 64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4178" h="644909">
                  <a:moveTo>
                    <a:pt x="4888" y="259342"/>
                  </a:moveTo>
                  <a:cubicBezTo>
                    <a:pt x="28323" y="469020"/>
                    <a:pt x="160245" y="644909"/>
                    <a:pt x="271633" y="644909"/>
                  </a:cubicBezTo>
                  <a:cubicBezTo>
                    <a:pt x="377159" y="644909"/>
                    <a:pt x="526651" y="466079"/>
                    <a:pt x="550106" y="259342"/>
                  </a:cubicBezTo>
                  <a:cubicBezTo>
                    <a:pt x="565873" y="120400"/>
                    <a:pt x="537634" y="45701"/>
                    <a:pt x="434245" y="15977"/>
                  </a:cubicBezTo>
                  <a:cubicBezTo>
                    <a:pt x="395867" y="4956"/>
                    <a:pt x="344938" y="0"/>
                    <a:pt x="277497" y="0"/>
                  </a:cubicBezTo>
                  <a:cubicBezTo>
                    <a:pt x="128377" y="0"/>
                    <a:pt x="60425" y="17501"/>
                    <a:pt x="29656" y="59917"/>
                  </a:cubicBezTo>
                  <a:cubicBezTo>
                    <a:pt x="-73" y="100907"/>
                    <a:pt x="-5584" y="165740"/>
                    <a:pt x="4888" y="259342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041B10F8-BE3F-6C6D-AB6F-2A488E9A9B0B}"/>
                </a:ext>
              </a:extLst>
            </p:cNvPr>
            <p:cNvSpPr/>
            <p:nvPr/>
          </p:nvSpPr>
          <p:spPr>
            <a:xfrm rot="16979471">
              <a:off x="1078653" y="5164467"/>
              <a:ext cx="152458" cy="83414"/>
            </a:xfrm>
            <a:custGeom>
              <a:avLst/>
              <a:gdLst>
                <a:gd name="connsiteX0" fmla="*/ 386938 w 386937"/>
                <a:gd name="connsiteY0" fmla="*/ 104064 h 208127"/>
                <a:gd name="connsiteX1" fmla="*/ 193470 w 386937"/>
                <a:gd name="connsiteY1" fmla="*/ 208128 h 208127"/>
                <a:gd name="connsiteX2" fmla="*/ 1 w 386937"/>
                <a:gd name="connsiteY2" fmla="*/ 104064 h 208127"/>
                <a:gd name="connsiteX3" fmla="*/ 193470 w 386937"/>
                <a:gd name="connsiteY3" fmla="*/ 0 h 208127"/>
                <a:gd name="connsiteX4" fmla="*/ 386938 w 386937"/>
                <a:gd name="connsiteY4" fmla="*/ 104064 h 20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937" h="208127">
                  <a:moveTo>
                    <a:pt x="386938" y="104064"/>
                  </a:moveTo>
                  <a:cubicBezTo>
                    <a:pt x="386938" y="161537"/>
                    <a:pt x="300319" y="208128"/>
                    <a:pt x="193470" y="208128"/>
                  </a:cubicBezTo>
                  <a:cubicBezTo>
                    <a:pt x="86620" y="208128"/>
                    <a:pt x="1" y="161537"/>
                    <a:pt x="1" y="104064"/>
                  </a:cubicBezTo>
                  <a:cubicBezTo>
                    <a:pt x="1" y="46591"/>
                    <a:pt x="86621" y="0"/>
                    <a:pt x="193470" y="0"/>
                  </a:cubicBezTo>
                  <a:cubicBezTo>
                    <a:pt x="300320" y="0"/>
                    <a:pt x="386938" y="46591"/>
                    <a:pt x="386938" y="104064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DA3C3FA6-2395-1576-2F6A-83BC85BB5751}"/>
                </a:ext>
              </a:extLst>
            </p:cNvPr>
            <p:cNvSpPr/>
            <p:nvPr/>
          </p:nvSpPr>
          <p:spPr>
            <a:xfrm rot="20820529">
              <a:off x="891026" y="5129786"/>
              <a:ext cx="83414" cy="152458"/>
            </a:xfrm>
            <a:custGeom>
              <a:avLst/>
              <a:gdLst>
                <a:gd name="connsiteX0" fmla="*/ 208128 w 208127"/>
                <a:gd name="connsiteY0" fmla="*/ 193469 h 386937"/>
                <a:gd name="connsiteX1" fmla="*/ 104064 w 208127"/>
                <a:gd name="connsiteY1" fmla="*/ 386938 h 386937"/>
                <a:gd name="connsiteX2" fmla="*/ 0 w 208127"/>
                <a:gd name="connsiteY2" fmla="*/ 193469 h 386937"/>
                <a:gd name="connsiteX3" fmla="*/ 104064 w 208127"/>
                <a:gd name="connsiteY3" fmla="*/ 0 h 386937"/>
                <a:gd name="connsiteX4" fmla="*/ 208128 w 208127"/>
                <a:gd name="connsiteY4" fmla="*/ 193469 h 38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127" h="386937">
                  <a:moveTo>
                    <a:pt x="208128" y="193469"/>
                  </a:moveTo>
                  <a:cubicBezTo>
                    <a:pt x="208128" y="300319"/>
                    <a:pt x="161537" y="386938"/>
                    <a:pt x="104064" y="386938"/>
                  </a:cubicBezTo>
                  <a:cubicBezTo>
                    <a:pt x="46591" y="386938"/>
                    <a:pt x="0" y="300319"/>
                    <a:pt x="0" y="193469"/>
                  </a:cubicBezTo>
                  <a:cubicBezTo>
                    <a:pt x="0" y="86619"/>
                    <a:pt x="46591" y="0"/>
                    <a:pt x="104064" y="0"/>
                  </a:cubicBezTo>
                  <a:cubicBezTo>
                    <a:pt x="161537" y="0"/>
                    <a:pt x="208128" y="86619"/>
                    <a:pt x="208128" y="19346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8AB5496F-2134-624B-570A-DD79A7BD6028}"/>
                </a:ext>
              </a:extLst>
            </p:cNvPr>
            <p:cNvSpPr/>
            <p:nvPr/>
          </p:nvSpPr>
          <p:spPr>
            <a:xfrm>
              <a:off x="944444" y="5051346"/>
              <a:ext cx="162153" cy="44375"/>
            </a:xfrm>
            <a:custGeom>
              <a:avLst/>
              <a:gdLst>
                <a:gd name="connsiteX0" fmla="*/ 0 w 404589"/>
                <a:gd name="connsiteY0" fmla="*/ 59919 h 112622"/>
                <a:gd name="connsiteX1" fmla="*/ 6727 w 404589"/>
                <a:gd name="connsiteY1" fmla="*/ 64198 h 112622"/>
                <a:gd name="connsiteX2" fmla="*/ 221131 w 404589"/>
                <a:gd name="connsiteY2" fmla="*/ 110244 h 112622"/>
                <a:gd name="connsiteX3" fmla="*/ 394823 w 404589"/>
                <a:gd name="connsiteY3" fmla="*/ 35148 h 112622"/>
                <a:gd name="connsiteX4" fmla="*/ 404589 w 404589"/>
                <a:gd name="connsiteY4" fmla="*/ 15977 h 112622"/>
                <a:gd name="connsiteX5" fmla="*/ 247841 w 404589"/>
                <a:gd name="connsiteY5" fmla="*/ 0 h 112622"/>
                <a:gd name="connsiteX6" fmla="*/ 0 w 404589"/>
                <a:gd name="connsiteY6" fmla="*/ 59919 h 11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589" h="112622">
                  <a:moveTo>
                    <a:pt x="0" y="59919"/>
                  </a:moveTo>
                  <a:cubicBezTo>
                    <a:pt x="2217" y="61413"/>
                    <a:pt x="4472" y="62850"/>
                    <a:pt x="6727" y="64198"/>
                  </a:cubicBezTo>
                  <a:cubicBezTo>
                    <a:pt x="70462" y="102713"/>
                    <a:pt x="147238" y="119186"/>
                    <a:pt x="221131" y="110244"/>
                  </a:cubicBezTo>
                  <a:cubicBezTo>
                    <a:pt x="272550" y="104008"/>
                    <a:pt x="362956" y="80820"/>
                    <a:pt x="394823" y="35148"/>
                  </a:cubicBezTo>
                  <a:cubicBezTo>
                    <a:pt x="399530" y="28377"/>
                    <a:pt x="402727" y="21986"/>
                    <a:pt x="404589" y="15977"/>
                  </a:cubicBezTo>
                  <a:cubicBezTo>
                    <a:pt x="366212" y="4956"/>
                    <a:pt x="315282" y="0"/>
                    <a:pt x="247841" y="0"/>
                  </a:cubicBezTo>
                  <a:cubicBezTo>
                    <a:pt x="98721" y="2"/>
                    <a:pt x="30769" y="17501"/>
                    <a:pt x="0" y="5991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5A8BCDBC-B52C-5471-B95B-58AE90B2D755}"/>
                </a:ext>
              </a:extLst>
            </p:cNvPr>
            <p:cNvSpPr/>
            <p:nvPr/>
          </p:nvSpPr>
          <p:spPr>
            <a:xfrm>
              <a:off x="1012050" y="5152988"/>
              <a:ext cx="61092" cy="117810"/>
            </a:xfrm>
            <a:custGeom>
              <a:avLst/>
              <a:gdLst>
                <a:gd name="connsiteX0" fmla="*/ 152430 w 152430"/>
                <a:gd name="connsiteY0" fmla="*/ 149501 h 299001"/>
                <a:gd name="connsiteX1" fmla="*/ 76216 w 152430"/>
                <a:gd name="connsiteY1" fmla="*/ 299001 h 299001"/>
                <a:gd name="connsiteX2" fmla="*/ 1 w 152430"/>
                <a:gd name="connsiteY2" fmla="*/ 149501 h 299001"/>
                <a:gd name="connsiteX3" fmla="*/ 76216 w 152430"/>
                <a:gd name="connsiteY3" fmla="*/ 0 h 299001"/>
                <a:gd name="connsiteX4" fmla="*/ 152430 w 152430"/>
                <a:gd name="connsiteY4" fmla="*/ 149501 h 29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30" h="299001">
                  <a:moveTo>
                    <a:pt x="152430" y="149501"/>
                  </a:moveTo>
                  <a:cubicBezTo>
                    <a:pt x="152430" y="232068"/>
                    <a:pt x="118308" y="299001"/>
                    <a:pt x="76216" y="299001"/>
                  </a:cubicBezTo>
                  <a:cubicBezTo>
                    <a:pt x="34123" y="299001"/>
                    <a:pt x="1" y="232068"/>
                    <a:pt x="1" y="149501"/>
                  </a:cubicBezTo>
                  <a:cubicBezTo>
                    <a:pt x="1" y="66934"/>
                    <a:pt x="34123" y="0"/>
                    <a:pt x="76216" y="0"/>
                  </a:cubicBezTo>
                  <a:cubicBezTo>
                    <a:pt x="118308" y="0"/>
                    <a:pt x="152430" y="66934"/>
                    <a:pt x="152430" y="149501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A7CCAF0E-79EE-5799-B785-50788D620C88}"/>
                </a:ext>
              </a:extLst>
            </p:cNvPr>
            <p:cNvSpPr/>
            <p:nvPr/>
          </p:nvSpPr>
          <p:spPr>
            <a:xfrm>
              <a:off x="999084" y="5140813"/>
              <a:ext cx="87029" cy="142159"/>
            </a:xfrm>
            <a:custGeom>
              <a:avLst/>
              <a:gdLst>
                <a:gd name="connsiteX0" fmla="*/ 0 w 217149"/>
                <a:gd name="connsiteY0" fmla="*/ 180399 h 360798"/>
                <a:gd name="connsiteX1" fmla="*/ 108566 w 217149"/>
                <a:gd name="connsiteY1" fmla="*/ 0 h 360798"/>
                <a:gd name="connsiteX2" fmla="*/ 217150 w 217149"/>
                <a:gd name="connsiteY2" fmla="*/ 180399 h 360798"/>
                <a:gd name="connsiteX3" fmla="*/ 108566 w 217149"/>
                <a:gd name="connsiteY3" fmla="*/ 360798 h 360798"/>
                <a:gd name="connsiteX4" fmla="*/ 0 w 217149"/>
                <a:gd name="connsiteY4" fmla="*/ 180399 h 360798"/>
                <a:gd name="connsiteX5" fmla="*/ 3177 w 217149"/>
                <a:gd name="connsiteY5" fmla="*/ 180399 h 360798"/>
                <a:gd name="connsiteX6" fmla="*/ 108585 w 217149"/>
                <a:gd name="connsiteY6" fmla="*/ 357621 h 360798"/>
                <a:gd name="connsiteX7" fmla="*/ 213993 w 217149"/>
                <a:gd name="connsiteY7" fmla="*/ 180399 h 360798"/>
                <a:gd name="connsiteX8" fmla="*/ 108585 w 217149"/>
                <a:gd name="connsiteY8" fmla="*/ 3177 h 360798"/>
                <a:gd name="connsiteX9" fmla="*/ 3177 w 217149"/>
                <a:gd name="connsiteY9" fmla="*/ 180399 h 360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7149" h="360798">
                  <a:moveTo>
                    <a:pt x="0" y="180399"/>
                  </a:moveTo>
                  <a:cubicBezTo>
                    <a:pt x="0" y="80933"/>
                    <a:pt x="48694" y="0"/>
                    <a:pt x="108566" y="0"/>
                  </a:cubicBezTo>
                  <a:cubicBezTo>
                    <a:pt x="168437" y="0"/>
                    <a:pt x="217150" y="80914"/>
                    <a:pt x="217150" y="180399"/>
                  </a:cubicBezTo>
                  <a:cubicBezTo>
                    <a:pt x="217150" y="279865"/>
                    <a:pt x="168437" y="360798"/>
                    <a:pt x="108566" y="360798"/>
                  </a:cubicBezTo>
                  <a:cubicBezTo>
                    <a:pt x="48694" y="360798"/>
                    <a:pt x="0" y="279865"/>
                    <a:pt x="0" y="180399"/>
                  </a:cubicBezTo>
                  <a:close/>
                  <a:moveTo>
                    <a:pt x="3177" y="180399"/>
                  </a:moveTo>
                  <a:cubicBezTo>
                    <a:pt x="3177" y="278119"/>
                    <a:pt x="50458" y="357621"/>
                    <a:pt x="108585" y="357621"/>
                  </a:cubicBezTo>
                  <a:cubicBezTo>
                    <a:pt x="166691" y="357621"/>
                    <a:pt x="213993" y="278119"/>
                    <a:pt x="213993" y="180399"/>
                  </a:cubicBezTo>
                  <a:cubicBezTo>
                    <a:pt x="213993" y="82679"/>
                    <a:pt x="166691" y="3177"/>
                    <a:pt x="108585" y="3177"/>
                  </a:cubicBezTo>
                  <a:cubicBezTo>
                    <a:pt x="50458" y="3177"/>
                    <a:pt x="3177" y="82679"/>
                    <a:pt x="3177" y="18039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747166CD-4DE8-500B-A061-749FA0790642}"/>
                </a:ext>
              </a:extLst>
            </p:cNvPr>
            <p:cNvSpPr/>
            <p:nvPr/>
          </p:nvSpPr>
          <p:spPr>
            <a:xfrm>
              <a:off x="926292" y="4823813"/>
              <a:ext cx="232198" cy="247169"/>
            </a:xfrm>
            <a:custGeom>
              <a:avLst/>
              <a:gdLst>
                <a:gd name="connsiteX0" fmla="*/ 579360 w 579360"/>
                <a:gd name="connsiteY0" fmla="*/ 313656 h 627312"/>
                <a:gd name="connsiteX1" fmla="*/ 289680 w 579360"/>
                <a:gd name="connsiteY1" fmla="*/ 627312 h 627312"/>
                <a:gd name="connsiteX2" fmla="*/ 0 w 579360"/>
                <a:gd name="connsiteY2" fmla="*/ 313656 h 627312"/>
                <a:gd name="connsiteX3" fmla="*/ 289680 w 579360"/>
                <a:gd name="connsiteY3" fmla="*/ 0 h 627312"/>
                <a:gd name="connsiteX4" fmla="*/ 579360 w 579360"/>
                <a:gd name="connsiteY4" fmla="*/ 313656 h 62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360" h="627312">
                  <a:moveTo>
                    <a:pt x="579360" y="313656"/>
                  </a:moveTo>
                  <a:cubicBezTo>
                    <a:pt x="579360" y="486884"/>
                    <a:pt x="449666" y="627312"/>
                    <a:pt x="289680" y="627312"/>
                  </a:cubicBezTo>
                  <a:cubicBezTo>
                    <a:pt x="129694" y="627312"/>
                    <a:pt x="0" y="486884"/>
                    <a:pt x="0" y="313656"/>
                  </a:cubicBezTo>
                  <a:cubicBezTo>
                    <a:pt x="0" y="140429"/>
                    <a:pt x="129694" y="0"/>
                    <a:pt x="289680" y="0"/>
                  </a:cubicBezTo>
                  <a:cubicBezTo>
                    <a:pt x="449666" y="0"/>
                    <a:pt x="579360" y="140429"/>
                    <a:pt x="579360" y="313656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BEABF37A-EC93-B074-AA5E-F679A849BF81}"/>
                </a:ext>
              </a:extLst>
            </p:cNvPr>
            <p:cNvSpPr/>
            <p:nvPr/>
          </p:nvSpPr>
          <p:spPr>
            <a:xfrm>
              <a:off x="932684" y="4837672"/>
              <a:ext cx="230844" cy="233311"/>
            </a:xfrm>
            <a:custGeom>
              <a:avLst/>
              <a:gdLst>
                <a:gd name="connsiteX0" fmla="*/ 575979 w 575979"/>
                <a:gd name="connsiteY0" fmla="*/ 296069 h 592138"/>
                <a:gd name="connsiteX1" fmla="*/ 287990 w 575979"/>
                <a:gd name="connsiteY1" fmla="*/ 592139 h 592138"/>
                <a:gd name="connsiteX2" fmla="*/ 0 w 575979"/>
                <a:gd name="connsiteY2" fmla="*/ 296069 h 592138"/>
                <a:gd name="connsiteX3" fmla="*/ 287990 w 575979"/>
                <a:gd name="connsiteY3" fmla="*/ 0 h 592138"/>
                <a:gd name="connsiteX4" fmla="*/ 575979 w 575979"/>
                <a:gd name="connsiteY4" fmla="*/ 296069 h 5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979" h="592138">
                  <a:moveTo>
                    <a:pt x="575979" y="296069"/>
                  </a:moveTo>
                  <a:cubicBezTo>
                    <a:pt x="575979" y="459584"/>
                    <a:pt x="447042" y="592139"/>
                    <a:pt x="287990" y="592139"/>
                  </a:cubicBezTo>
                  <a:cubicBezTo>
                    <a:pt x="128938" y="592139"/>
                    <a:pt x="0" y="459584"/>
                    <a:pt x="0" y="296069"/>
                  </a:cubicBezTo>
                  <a:cubicBezTo>
                    <a:pt x="0" y="132555"/>
                    <a:pt x="128938" y="0"/>
                    <a:pt x="287990" y="0"/>
                  </a:cubicBezTo>
                  <a:cubicBezTo>
                    <a:pt x="447042" y="0"/>
                    <a:pt x="575979" y="132555"/>
                    <a:pt x="575979" y="2960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DA7C56B-B42C-F765-8386-37690F003C79}"/>
                </a:ext>
              </a:extLst>
            </p:cNvPr>
            <p:cNvSpPr/>
            <p:nvPr/>
          </p:nvSpPr>
          <p:spPr>
            <a:xfrm>
              <a:off x="1139608" y="4919677"/>
              <a:ext cx="38764" cy="65835"/>
            </a:xfrm>
            <a:custGeom>
              <a:avLst/>
              <a:gdLst>
                <a:gd name="connsiteX0" fmla="*/ 0 w 96720"/>
                <a:gd name="connsiteY0" fmla="*/ 18877 h 167087"/>
                <a:gd name="connsiteX1" fmla="*/ 0 w 96720"/>
                <a:gd name="connsiteY1" fmla="*/ 148210 h 167087"/>
                <a:gd name="connsiteX2" fmla="*/ 18866 w 96720"/>
                <a:gd name="connsiteY2" fmla="*/ 167088 h 167087"/>
                <a:gd name="connsiteX3" fmla="*/ 77855 w 96720"/>
                <a:gd name="connsiteY3" fmla="*/ 167088 h 167087"/>
                <a:gd name="connsiteX4" fmla="*/ 96485 w 96720"/>
                <a:gd name="connsiteY4" fmla="*/ 151054 h 167087"/>
                <a:gd name="connsiteX5" fmla="*/ 96721 w 96720"/>
                <a:gd name="connsiteY5" fmla="*/ 148210 h 167087"/>
                <a:gd name="connsiteX6" fmla="*/ 96721 w 96720"/>
                <a:gd name="connsiteY6" fmla="*/ 18877 h 167087"/>
                <a:gd name="connsiteX7" fmla="*/ 96485 w 96720"/>
                <a:gd name="connsiteY7" fmla="*/ 16034 h 167087"/>
                <a:gd name="connsiteX8" fmla="*/ 77855 w 96720"/>
                <a:gd name="connsiteY8" fmla="*/ 0 h 167087"/>
                <a:gd name="connsiteX9" fmla="*/ 18866 w 96720"/>
                <a:gd name="connsiteY9" fmla="*/ 0 h 167087"/>
                <a:gd name="connsiteX10" fmla="*/ 0 w 96720"/>
                <a:gd name="connsiteY10" fmla="*/ 18877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720" h="167087">
                  <a:moveTo>
                    <a:pt x="0" y="18877"/>
                  </a:moveTo>
                  <a:lnTo>
                    <a:pt x="0" y="148210"/>
                  </a:lnTo>
                  <a:cubicBezTo>
                    <a:pt x="0" y="158645"/>
                    <a:pt x="8433" y="167088"/>
                    <a:pt x="18866" y="167088"/>
                  </a:cubicBezTo>
                  <a:lnTo>
                    <a:pt x="77855" y="167088"/>
                  </a:lnTo>
                  <a:cubicBezTo>
                    <a:pt x="87307" y="167088"/>
                    <a:pt x="95151" y="160139"/>
                    <a:pt x="96485" y="151054"/>
                  </a:cubicBezTo>
                  <a:cubicBezTo>
                    <a:pt x="96661" y="150116"/>
                    <a:pt x="96721" y="149177"/>
                    <a:pt x="96721" y="148210"/>
                  </a:cubicBezTo>
                  <a:lnTo>
                    <a:pt x="96721" y="18877"/>
                  </a:lnTo>
                  <a:cubicBezTo>
                    <a:pt x="96721" y="17910"/>
                    <a:pt x="96661" y="16971"/>
                    <a:pt x="96485" y="16034"/>
                  </a:cubicBezTo>
                  <a:cubicBezTo>
                    <a:pt x="95151" y="6946"/>
                    <a:pt x="87307" y="0"/>
                    <a:pt x="77855" y="0"/>
                  </a:cubicBezTo>
                  <a:lnTo>
                    <a:pt x="18866" y="0"/>
                  </a:lnTo>
                  <a:cubicBezTo>
                    <a:pt x="8433" y="0"/>
                    <a:pt x="0" y="8442"/>
                    <a:pt x="0" y="1887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4C03BD77-437D-E7C2-45F7-FF4F01334C70}"/>
                </a:ext>
              </a:extLst>
            </p:cNvPr>
            <p:cNvSpPr/>
            <p:nvPr/>
          </p:nvSpPr>
          <p:spPr>
            <a:xfrm>
              <a:off x="898410" y="4919678"/>
              <a:ext cx="49704" cy="65835"/>
            </a:xfrm>
            <a:custGeom>
              <a:avLst/>
              <a:gdLst>
                <a:gd name="connsiteX0" fmla="*/ 0 w 124018"/>
                <a:gd name="connsiteY0" fmla="*/ 117156 h 167087"/>
                <a:gd name="connsiteX1" fmla="*/ 49929 w 124018"/>
                <a:gd name="connsiteY1" fmla="*/ 167087 h 167087"/>
                <a:gd name="connsiteX2" fmla="*/ 99819 w 124018"/>
                <a:gd name="connsiteY2" fmla="*/ 167087 h 167087"/>
                <a:gd name="connsiteX3" fmla="*/ 124019 w 124018"/>
                <a:gd name="connsiteY3" fmla="*/ 148210 h 167087"/>
                <a:gd name="connsiteX4" fmla="*/ 124019 w 124018"/>
                <a:gd name="connsiteY4" fmla="*/ 18877 h 167087"/>
                <a:gd name="connsiteX5" fmla="*/ 99819 w 124018"/>
                <a:gd name="connsiteY5" fmla="*/ 0 h 167087"/>
                <a:gd name="connsiteX6" fmla="*/ 49596 w 124018"/>
                <a:gd name="connsiteY6" fmla="*/ 337 h 167087"/>
                <a:gd name="connsiteX7" fmla="*/ 0 w 124018"/>
                <a:gd name="connsiteY7" fmla="*/ 50266 h 167087"/>
                <a:gd name="connsiteX8" fmla="*/ 0 w 124018"/>
                <a:gd name="connsiteY8" fmla="*/ 117156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18" h="167087">
                  <a:moveTo>
                    <a:pt x="0" y="117156"/>
                  </a:moveTo>
                  <a:cubicBezTo>
                    <a:pt x="0" y="144733"/>
                    <a:pt x="22356" y="167087"/>
                    <a:pt x="49929" y="167087"/>
                  </a:cubicBezTo>
                  <a:lnTo>
                    <a:pt x="99819" y="167087"/>
                  </a:lnTo>
                  <a:cubicBezTo>
                    <a:pt x="113194" y="167087"/>
                    <a:pt x="124019" y="158645"/>
                    <a:pt x="124019" y="148210"/>
                  </a:cubicBezTo>
                  <a:lnTo>
                    <a:pt x="124019" y="18877"/>
                  </a:lnTo>
                  <a:cubicBezTo>
                    <a:pt x="124019" y="8442"/>
                    <a:pt x="113194" y="0"/>
                    <a:pt x="99819" y="0"/>
                  </a:cubicBezTo>
                  <a:lnTo>
                    <a:pt x="49596" y="337"/>
                  </a:lnTo>
                  <a:cubicBezTo>
                    <a:pt x="22160" y="522"/>
                    <a:pt x="0" y="22821"/>
                    <a:pt x="0" y="50266"/>
                  </a:cubicBezTo>
                  <a:lnTo>
                    <a:pt x="0" y="117156"/>
                  </a:ln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03971B13-0F5B-08E1-CCF8-B9C4547863DA}"/>
                </a:ext>
              </a:extLst>
            </p:cNvPr>
            <p:cNvSpPr/>
            <p:nvPr/>
          </p:nvSpPr>
          <p:spPr>
            <a:xfrm>
              <a:off x="976826" y="4891957"/>
              <a:ext cx="157429" cy="133980"/>
            </a:xfrm>
            <a:custGeom>
              <a:avLst/>
              <a:gdLst>
                <a:gd name="connsiteX0" fmla="*/ 392803 w 392803"/>
                <a:gd name="connsiteY0" fmla="*/ 170019 h 340038"/>
                <a:gd name="connsiteX1" fmla="*/ 196401 w 392803"/>
                <a:gd name="connsiteY1" fmla="*/ 340039 h 340038"/>
                <a:gd name="connsiteX2" fmla="*/ 0 w 392803"/>
                <a:gd name="connsiteY2" fmla="*/ 170019 h 340038"/>
                <a:gd name="connsiteX3" fmla="*/ 196401 w 392803"/>
                <a:gd name="connsiteY3" fmla="*/ 0 h 340038"/>
                <a:gd name="connsiteX4" fmla="*/ 392803 w 392803"/>
                <a:gd name="connsiteY4" fmla="*/ 170019 h 34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803" h="340038">
                  <a:moveTo>
                    <a:pt x="392803" y="170019"/>
                  </a:moveTo>
                  <a:cubicBezTo>
                    <a:pt x="392803" y="263918"/>
                    <a:pt x="304871" y="340039"/>
                    <a:pt x="196401" y="340039"/>
                  </a:cubicBezTo>
                  <a:cubicBezTo>
                    <a:pt x="87931" y="340039"/>
                    <a:pt x="0" y="263918"/>
                    <a:pt x="0" y="170019"/>
                  </a:cubicBezTo>
                  <a:cubicBezTo>
                    <a:pt x="0" y="76120"/>
                    <a:pt x="87932" y="0"/>
                    <a:pt x="196401" y="0"/>
                  </a:cubicBezTo>
                  <a:cubicBezTo>
                    <a:pt x="304871" y="0"/>
                    <a:pt x="392803" y="76120"/>
                    <a:pt x="392803" y="1700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B7D13BE2-8C79-DEE2-7B67-2FE094C911B2}"/>
                </a:ext>
              </a:extLst>
            </p:cNvPr>
            <p:cNvSpPr/>
            <p:nvPr/>
          </p:nvSpPr>
          <p:spPr>
            <a:xfrm>
              <a:off x="986328" y="4900043"/>
              <a:ext cx="138417" cy="117809"/>
            </a:xfrm>
            <a:custGeom>
              <a:avLst/>
              <a:gdLst>
                <a:gd name="connsiteX0" fmla="*/ 0 w 345365"/>
                <a:gd name="connsiteY0" fmla="*/ 149499 h 298999"/>
                <a:gd name="connsiteX1" fmla="*/ 26181 w 345365"/>
                <a:gd name="connsiteY1" fmla="*/ 228646 h 298999"/>
                <a:gd name="connsiteX2" fmla="*/ 172692 w 345365"/>
                <a:gd name="connsiteY2" fmla="*/ 298999 h 298999"/>
                <a:gd name="connsiteX3" fmla="*/ 319185 w 345365"/>
                <a:gd name="connsiteY3" fmla="*/ 228646 h 298999"/>
                <a:gd name="connsiteX4" fmla="*/ 345366 w 345365"/>
                <a:gd name="connsiteY4" fmla="*/ 149499 h 298999"/>
                <a:gd name="connsiteX5" fmla="*/ 312340 w 345365"/>
                <a:gd name="connsiteY5" fmla="*/ 61558 h 298999"/>
                <a:gd name="connsiteX6" fmla="*/ 172692 w 345365"/>
                <a:gd name="connsiteY6" fmla="*/ 0 h 298999"/>
                <a:gd name="connsiteX7" fmla="*/ 33044 w 345365"/>
                <a:gd name="connsiteY7" fmla="*/ 61558 h 298999"/>
                <a:gd name="connsiteX8" fmla="*/ 0 w 345365"/>
                <a:gd name="connsiteY8" fmla="*/ 149499 h 29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5365" h="298999">
                  <a:moveTo>
                    <a:pt x="0" y="149499"/>
                  </a:moveTo>
                  <a:cubicBezTo>
                    <a:pt x="0" y="178548"/>
                    <a:pt x="9590" y="205693"/>
                    <a:pt x="26181" y="228646"/>
                  </a:cubicBezTo>
                  <a:cubicBezTo>
                    <a:pt x="56656" y="270887"/>
                    <a:pt x="110860" y="298999"/>
                    <a:pt x="172692" y="298999"/>
                  </a:cubicBezTo>
                  <a:cubicBezTo>
                    <a:pt x="234505" y="298999"/>
                    <a:pt x="288710" y="270887"/>
                    <a:pt x="319185" y="228646"/>
                  </a:cubicBezTo>
                  <a:cubicBezTo>
                    <a:pt x="335776" y="205693"/>
                    <a:pt x="345366" y="178548"/>
                    <a:pt x="345366" y="149499"/>
                  </a:cubicBezTo>
                  <a:cubicBezTo>
                    <a:pt x="345366" y="116637"/>
                    <a:pt x="333128" y="86211"/>
                    <a:pt x="312340" y="61558"/>
                  </a:cubicBezTo>
                  <a:cubicBezTo>
                    <a:pt x="280944" y="24241"/>
                    <a:pt x="230113" y="0"/>
                    <a:pt x="172692" y="0"/>
                  </a:cubicBezTo>
                  <a:cubicBezTo>
                    <a:pt x="115252" y="0"/>
                    <a:pt x="64421" y="24243"/>
                    <a:pt x="33044" y="61558"/>
                  </a:cubicBezTo>
                  <a:cubicBezTo>
                    <a:pt x="12257" y="86211"/>
                    <a:pt x="0" y="116639"/>
                    <a:pt x="0" y="14949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6A36DF46-BB02-CF02-79FE-2ABBDD6544AC}"/>
                </a:ext>
              </a:extLst>
            </p:cNvPr>
            <p:cNvSpPr/>
            <p:nvPr/>
          </p:nvSpPr>
          <p:spPr>
            <a:xfrm>
              <a:off x="1092298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7 w 64491"/>
                <a:gd name="connsiteY1" fmla="*/ 89296 h 89295"/>
                <a:gd name="connsiteX2" fmla="*/ 1 w 64491"/>
                <a:gd name="connsiteY2" fmla="*/ 44648 h 89295"/>
                <a:gd name="connsiteX3" fmla="*/ 32247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7" y="89296"/>
                  </a:cubicBezTo>
                  <a:cubicBezTo>
                    <a:pt x="14438" y="89296"/>
                    <a:pt x="1" y="69306"/>
                    <a:pt x="1" y="44648"/>
                  </a:cubicBezTo>
                  <a:cubicBezTo>
                    <a:pt x="1" y="19990"/>
                    <a:pt x="14438" y="0"/>
                    <a:pt x="32247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9430C770-8B0C-A057-3D5B-38A33F45C87B}"/>
                </a:ext>
              </a:extLst>
            </p:cNvPr>
            <p:cNvSpPr/>
            <p:nvPr/>
          </p:nvSpPr>
          <p:spPr>
            <a:xfrm>
              <a:off x="1005362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6 w 64491"/>
                <a:gd name="connsiteY1" fmla="*/ 89296 h 89295"/>
                <a:gd name="connsiteX2" fmla="*/ 0 w 64491"/>
                <a:gd name="connsiteY2" fmla="*/ 44648 h 89295"/>
                <a:gd name="connsiteX3" fmla="*/ 32246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6" y="89296"/>
                  </a:cubicBezTo>
                  <a:cubicBezTo>
                    <a:pt x="14437" y="89296"/>
                    <a:pt x="0" y="69306"/>
                    <a:pt x="0" y="44648"/>
                  </a:cubicBezTo>
                  <a:cubicBezTo>
                    <a:pt x="0" y="19990"/>
                    <a:pt x="14437" y="0"/>
                    <a:pt x="32246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A1B62991-734C-1220-AAAE-D48705A96FB1}"/>
                </a:ext>
              </a:extLst>
            </p:cNvPr>
            <p:cNvSpPr/>
            <p:nvPr/>
          </p:nvSpPr>
          <p:spPr>
            <a:xfrm>
              <a:off x="999565" y="4900043"/>
              <a:ext cx="111945" cy="24255"/>
            </a:xfrm>
            <a:custGeom>
              <a:avLst/>
              <a:gdLst>
                <a:gd name="connsiteX0" fmla="*/ 0 w 279315"/>
                <a:gd name="connsiteY0" fmla="*/ 61558 h 61558"/>
                <a:gd name="connsiteX1" fmla="*/ 279315 w 279315"/>
                <a:gd name="connsiteY1" fmla="*/ 61558 h 61558"/>
                <a:gd name="connsiteX2" fmla="*/ 139667 w 279315"/>
                <a:gd name="connsiteY2" fmla="*/ 0 h 61558"/>
                <a:gd name="connsiteX3" fmla="*/ 0 w 279315"/>
                <a:gd name="connsiteY3" fmla="*/ 61558 h 61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15" h="61558">
                  <a:moveTo>
                    <a:pt x="0" y="61558"/>
                  </a:moveTo>
                  <a:lnTo>
                    <a:pt x="279315" y="61558"/>
                  </a:lnTo>
                  <a:cubicBezTo>
                    <a:pt x="247919" y="24241"/>
                    <a:pt x="197088" y="0"/>
                    <a:pt x="139667" y="0"/>
                  </a:cubicBezTo>
                  <a:cubicBezTo>
                    <a:pt x="82227" y="0"/>
                    <a:pt x="31396" y="24241"/>
                    <a:pt x="0" y="61558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5FE80415-E769-DEF0-0008-8C889786F66A}"/>
                </a:ext>
              </a:extLst>
            </p:cNvPr>
            <p:cNvSpPr/>
            <p:nvPr/>
          </p:nvSpPr>
          <p:spPr>
            <a:xfrm>
              <a:off x="996821" y="4990132"/>
              <a:ext cx="117432" cy="18480"/>
            </a:xfrm>
            <a:custGeom>
              <a:avLst/>
              <a:gdLst>
                <a:gd name="connsiteX0" fmla="*/ 0 w 293004"/>
                <a:gd name="connsiteY0" fmla="*/ 0 h 46901"/>
                <a:gd name="connsiteX1" fmla="*/ 146512 w 293004"/>
                <a:gd name="connsiteY1" fmla="*/ 46901 h 46901"/>
                <a:gd name="connsiteX2" fmla="*/ 293004 w 293004"/>
                <a:gd name="connsiteY2" fmla="*/ 0 h 46901"/>
                <a:gd name="connsiteX3" fmla="*/ 0 w 293004"/>
                <a:gd name="connsiteY3" fmla="*/ 0 h 4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004" h="46901">
                  <a:moveTo>
                    <a:pt x="0" y="0"/>
                  </a:moveTo>
                  <a:cubicBezTo>
                    <a:pt x="30475" y="28161"/>
                    <a:pt x="84680" y="46901"/>
                    <a:pt x="146512" y="46901"/>
                  </a:cubicBezTo>
                  <a:cubicBezTo>
                    <a:pt x="208325" y="46901"/>
                    <a:pt x="262529" y="28159"/>
                    <a:pt x="293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DDD3CB17-5D07-D8B4-7F6A-F2D9604CFDA8}"/>
                </a:ext>
              </a:extLst>
            </p:cNvPr>
            <p:cNvSpPr/>
            <p:nvPr/>
          </p:nvSpPr>
          <p:spPr>
            <a:xfrm>
              <a:off x="844006" y="5040520"/>
              <a:ext cx="64904" cy="88277"/>
            </a:xfrm>
            <a:custGeom>
              <a:avLst/>
              <a:gdLst>
                <a:gd name="connsiteX0" fmla="*/ 153550 w 161942"/>
                <a:gd name="connsiteY0" fmla="*/ 224047 h 224046"/>
                <a:gd name="connsiteX1" fmla="*/ 665 w 161942"/>
                <a:gd name="connsiteY1" fmla="*/ 0 h 224046"/>
                <a:gd name="connsiteX2" fmla="*/ 29884 w 161942"/>
                <a:gd name="connsiteY2" fmla="*/ 2426 h 224046"/>
                <a:gd name="connsiteX3" fmla="*/ 161943 w 161942"/>
                <a:gd name="connsiteY3" fmla="*/ 195964 h 224046"/>
                <a:gd name="connsiteX4" fmla="*/ 153550 w 161942"/>
                <a:gd name="connsiteY4" fmla="*/ 224047 h 22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42" h="224046">
                  <a:moveTo>
                    <a:pt x="153550" y="224047"/>
                  </a:moveTo>
                  <a:cubicBezTo>
                    <a:pt x="59712" y="196023"/>
                    <a:pt x="-7455" y="97605"/>
                    <a:pt x="665" y="0"/>
                  </a:cubicBezTo>
                  <a:lnTo>
                    <a:pt x="29884" y="2426"/>
                  </a:lnTo>
                  <a:cubicBezTo>
                    <a:pt x="22864" y="86738"/>
                    <a:pt x="80872" y="171745"/>
                    <a:pt x="161943" y="195964"/>
                  </a:cubicBezTo>
                  <a:lnTo>
                    <a:pt x="153550" y="224047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40CF04D1-DBE4-708E-F831-CE7FB603F0D8}"/>
                </a:ext>
              </a:extLst>
            </p:cNvPr>
            <p:cNvSpPr/>
            <p:nvPr/>
          </p:nvSpPr>
          <p:spPr>
            <a:xfrm>
              <a:off x="882820" y="5091775"/>
              <a:ext cx="65792" cy="72763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117E13FA-34F4-52CB-A059-E6D6330523D8}"/>
                </a:ext>
              </a:extLst>
            </p:cNvPr>
            <p:cNvSpPr/>
            <p:nvPr/>
          </p:nvSpPr>
          <p:spPr>
            <a:xfrm>
              <a:off x="822900" y="4986667"/>
              <a:ext cx="52867" cy="75074"/>
            </a:xfrm>
            <a:custGeom>
              <a:avLst/>
              <a:gdLst>
                <a:gd name="connsiteX0" fmla="*/ 131910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10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10" y="95269"/>
                  </a:moveTo>
                  <a:cubicBezTo>
                    <a:pt x="131910" y="147885"/>
                    <a:pt x="102380" y="190538"/>
                    <a:pt x="65955" y="190538"/>
                  </a:cubicBezTo>
                  <a:cubicBezTo>
                    <a:pt x="29530" y="190538"/>
                    <a:pt x="0" y="147885"/>
                    <a:pt x="0" y="95269"/>
                  </a:cubicBezTo>
                  <a:cubicBezTo>
                    <a:pt x="0" y="42653"/>
                    <a:pt x="29530" y="0"/>
                    <a:pt x="65955" y="0"/>
                  </a:cubicBezTo>
                  <a:cubicBezTo>
                    <a:pt x="102380" y="0"/>
                    <a:pt x="131910" y="42653"/>
                    <a:pt x="131910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FFF918C7-3046-875A-9626-66FF8CB4D564}"/>
                </a:ext>
              </a:extLst>
            </p:cNvPr>
            <p:cNvSpPr/>
            <p:nvPr/>
          </p:nvSpPr>
          <p:spPr>
            <a:xfrm>
              <a:off x="1177908" y="5132430"/>
              <a:ext cx="43178" cy="94113"/>
            </a:xfrm>
            <a:custGeom>
              <a:avLst/>
              <a:gdLst>
                <a:gd name="connsiteX0" fmla="*/ 104545 w 107735"/>
                <a:gd name="connsiteY0" fmla="*/ 238859 h 238858"/>
                <a:gd name="connsiteX1" fmla="*/ 75600 w 107735"/>
                <a:gd name="connsiteY1" fmla="*/ 234152 h 238858"/>
                <a:gd name="connsiteX2" fmla="*/ 0 w 107735"/>
                <a:gd name="connsiteY2" fmla="*/ 21945 h 238858"/>
                <a:gd name="connsiteX3" fmla="*/ 19454 w 107735"/>
                <a:gd name="connsiteY3" fmla="*/ 0 h 238858"/>
                <a:gd name="connsiteX4" fmla="*/ 104545 w 107735"/>
                <a:gd name="connsiteY4" fmla="*/ 238859 h 23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35" h="238858">
                  <a:moveTo>
                    <a:pt x="104545" y="238859"/>
                  </a:moveTo>
                  <a:lnTo>
                    <a:pt x="75600" y="234152"/>
                  </a:lnTo>
                  <a:cubicBezTo>
                    <a:pt x="88151" y="157063"/>
                    <a:pt x="58460" y="73756"/>
                    <a:pt x="0" y="21945"/>
                  </a:cubicBezTo>
                  <a:lnTo>
                    <a:pt x="19454" y="0"/>
                  </a:lnTo>
                  <a:cubicBezTo>
                    <a:pt x="85248" y="58323"/>
                    <a:pt x="118645" y="152081"/>
                    <a:pt x="104545" y="23885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83804E59-3FF5-CDC5-71F2-DB5091803447}"/>
                </a:ext>
              </a:extLst>
            </p:cNvPr>
            <p:cNvSpPr/>
            <p:nvPr/>
          </p:nvSpPr>
          <p:spPr>
            <a:xfrm>
              <a:off x="1136586" y="5091775"/>
              <a:ext cx="65791" cy="72764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CFCD6CE2-6CE0-DB77-24EC-6ECDE2439D7F}"/>
                </a:ext>
              </a:extLst>
            </p:cNvPr>
            <p:cNvSpPr/>
            <p:nvPr/>
          </p:nvSpPr>
          <p:spPr>
            <a:xfrm>
              <a:off x="1188281" y="5194569"/>
              <a:ext cx="52867" cy="75074"/>
            </a:xfrm>
            <a:custGeom>
              <a:avLst/>
              <a:gdLst>
                <a:gd name="connsiteX0" fmla="*/ 131909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09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09" y="95269"/>
                  </a:moveTo>
                  <a:cubicBezTo>
                    <a:pt x="131909" y="147884"/>
                    <a:pt x="102380" y="190538"/>
                    <a:pt x="65955" y="190538"/>
                  </a:cubicBezTo>
                  <a:cubicBezTo>
                    <a:pt x="29529" y="190538"/>
                    <a:pt x="0" y="147884"/>
                    <a:pt x="0" y="95269"/>
                  </a:cubicBezTo>
                  <a:cubicBezTo>
                    <a:pt x="0" y="42653"/>
                    <a:pt x="29529" y="0"/>
                    <a:pt x="65955" y="0"/>
                  </a:cubicBezTo>
                  <a:cubicBezTo>
                    <a:pt x="102380" y="0"/>
                    <a:pt x="131909" y="42653"/>
                    <a:pt x="131909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FC713107-4A52-2D6F-4E46-D957C1A2BBB1}"/>
                </a:ext>
              </a:extLst>
            </p:cNvPr>
            <p:cNvSpPr/>
            <p:nvPr/>
          </p:nvSpPr>
          <p:spPr>
            <a:xfrm>
              <a:off x="902440" y="4925888"/>
              <a:ext cx="17137" cy="54505"/>
            </a:xfrm>
            <a:custGeom>
              <a:avLst/>
              <a:gdLst>
                <a:gd name="connsiteX0" fmla="*/ 42760 w 42759"/>
                <a:gd name="connsiteY0" fmla="*/ 69167 h 138334"/>
                <a:gd name="connsiteX1" fmla="*/ 21380 w 42759"/>
                <a:gd name="connsiteY1" fmla="*/ 138334 h 138334"/>
                <a:gd name="connsiteX2" fmla="*/ 1 w 42759"/>
                <a:gd name="connsiteY2" fmla="*/ 69167 h 138334"/>
                <a:gd name="connsiteX3" fmla="*/ 21380 w 42759"/>
                <a:gd name="connsiteY3" fmla="*/ 0 h 138334"/>
                <a:gd name="connsiteX4" fmla="*/ 42760 w 42759"/>
                <a:gd name="connsiteY4" fmla="*/ 69167 h 13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759" h="138334">
                  <a:moveTo>
                    <a:pt x="42760" y="69167"/>
                  </a:moveTo>
                  <a:cubicBezTo>
                    <a:pt x="42760" y="107367"/>
                    <a:pt x="33188" y="138334"/>
                    <a:pt x="21380" y="138334"/>
                  </a:cubicBezTo>
                  <a:cubicBezTo>
                    <a:pt x="9573" y="138334"/>
                    <a:pt x="1" y="107367"/>
                    <a:pt x="1" y="69167"/>
                  </a:cubicBezTo>
                  <a:cubicBezTo>
                    <a:pt x="1" y="30967"/>
                    <a:pt x="9573" y="0"/>
                    <a:pt x="21380" y="0"/>
                  </a:cubicBezTo>
                  <a:cubicBezTo>
                    <a:pt x="33188" y="0"/>
                    <a:pt x="42760" y="30967"/>
                    <a:pt x="42760" y="69167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7B47BD83-5654-6970-BF50-35684F3EA145}"/>
                </a:ext>
              </a:extLst>
            </p:cNvPr>
            <p:cNvSpPr/>
            <p:nvPr/>
          </p:nvSpPr>
          <p:spPr>
            <a:xfrm>
              <a:off x="906472" y="4938711"/>
              <a:ext cx="9073" cy="28857"/>
            </a:xfrm>
            <a:custGeom>
              <a:avLst/>
              <a:gdLst>
                <a:gd name="connsiteX0" fmla="*/ 22638 w 22638"/>
                <a:gd name="connsiteY0" fmla="*/ 36619 h 73238"/>
                <a:gd name="connsiteX1" fmla="*/ 11319 w 22638"/>
                <a:gd name="connsiteY1" fmla="*/ 73238 h 73238"/>
                <a:gd name="connsiteX2" fmla="*/ 0 w 22638"/>
                <a:gd name="connsiteY2" fmla="*/ 36619 h 73238"/>
                <a:gd name="connsiteX3" fmla="*/ 11319 w 22638"/>
                <a:gd name="connsiteY3" fmla="*/ 0 h 73238"/>
                <a:gd name="connsiteX4" fmla="*/ 22638 w 22638"/>
                <a:gd name="connsiteY4" fmla="*/ 36619 h 7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38" h="73238">
                  <a:moveTo>
                    <a:pt x="22638" y="36619"/>
                  </a:moveTo>
                  <a:cubicBezTo>
                    <a:pt x="22638" y="56843"/>
                    <a:pt x="17571" y="73238"/>
                    <a:pt x="11319" y="73238"/>
                  </a:cubicBezTo>
                  <a:cubicBezTo>
                    <a:pt x="5067" y="73238"/>
                    <a:pt x="0" y="56843"/>
                    <a:pt x="0" y="36619"/>
                  </a:cubicBezTo>
                  <a:cubicBezTo>
                    <a:pt x="0" y="16395"/>
                    <a:pt x="5067" y="0"/>
                    <a:pt x="11319" y="0"/>
                  </a:cubicBezTo>
                  <a:cubicBezTo>
                    <a:pt x="17571" y="0"/>
                    <a:pt x="22638" y="16395"/>
                    <a:pt x="22638" y="366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8EC60CEC-8491-49A2-A82E-89F51326066A}"/>
              </a:ext>
            </a:extLst>
          </p:cNvPr>
          <p:cNvGrpSpPr/>
          <p:nvPr/>
        </p:nvGrpSpPr>
        <p:grpSpPr>
          <a:xfrm>
            <a:off x="7493206" y="4701534"/>
            <a:ext cx="418248" cy="481637"/>
            <a:chOff x="822900" y="4823813"/>
            <a:chExt cx="418248" cy="481637"/>
          </a:xfrm>
        </p:grpSpPr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87BEFD6C-ADAC-6A4B-157E-500BD38380A7}"/>
                </a:ext>
              </a:extLst>
            </p:cNvPr>
            <p:cNvSpPr/>
            <p:nvPr/>
          </p:nvSpPr>
          <p:spPr>
            <a:xfrm>
              <a:off x="932558" y="5051347"/>
              <a:ext cx="222106" cy="254103"/>
            </a:xfrm>
            <a:custGeom>
              <a:avLst/>
              <a:gdLst>
                <a:gd name="connsiteX0" fmla="*/ 4888 w 554178"/>
                <a:gd name="connsiteY0" fmla="*/ 259342 h 644909"/>
                <a:gd name="connsiteX1" fmla="*/ 271633 w 554178"/>
                <a:gd name="connsiteY1" fmla="*/ 644909 h 644909"/>
                <a:gd name="connsiteX2" fmla="*/ 550106 w 554178"/>
                <a:gd name="connsiteY2" fmla="*/ 259342 h 644909"/>
                <a:gd name="connsiteX3" fmla="*/ 434245 w 554178"/>
                <a:gd name="connsiteY3" fmla="*/ 15977 h 644909"/>
                <a:gd name="connsiteX4" fmla="*/ 277497 w 554178"/>
                <a:gd name="connsiteY4" fmla="*/ 0 h 644909"/>
                <a:gd name="connsiteX5" fmla="*/ 29656 w 554178"/>
                <a:gd name="connsiteY5" fmla="*/ 59917 h 644909"/>
                <a:gd name="connsiteX6" fmla="*/ 4888 w 554178"/>
                <a:gd name="connsiteY6" fmla="*/ 259342 h 64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4178" h="644909">
                  <a:moveTo>
                    <a:pt x="4888" y="259342"/>
                  </a:moveTo>
                  <a:cubicBezTo>
                    <a:pt x="28323" y="469020"/>
                    <a:pt x="160245" y="644909"/>
                    <a:pt x="271633" y="644909"/>
                  </a:cubicBezTo>
                  <a:cubicBezTo>
                    <a:pt x="377159" y="644909"/>
                    <a:pt x="526651" y="466079"/>
                    <a:pt x="550106" y="259342"/>
                  </a:cubicBezTo>
                  <a:cubicBezTo>
                    <a:pt x="565873" y="120400"/>
                    <a:pt x="537634" y="45701"/>
                    <a:pt x="434245" y="15977"/>
                  </a:cubicBezTo>
                  <a:cubicBezTo>
                    <a:pt x="395867" y="4956"/>
                    <a:pt x="344938" y="0"/>
                    <a:pt x="277497" y="0"/>
                  </a:cubicBezTo>
                  <a:cubicBezTo>
                    <a:pt x="128377" y="0"/>
                    <a:pt x="60425" y="17501"/>
                    <a:pt x="29656" y="59917"/>
                  </a:cubicBezTo>
                  <a:cubicBezTo>
                    <a:pt x="-73" y="100907"/>
                    <a:pt x="-5584" y="165740"/>
                    <a:pt x="4888" y="259342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09178812-FD13-0253-2DE6-91FAB97E0E41}"/>
                </a:ext>
              </a:extLst>
            </p:cNvPr>
            <p:cNvSpPr/>
            <p:nvPr/>
          </p:nvSpPr>
          <p:spPr>
            <a:xfrm rot="16979471">
              <a:off x="1078653" y="5164467"/>
              <a:ext cx="152458" cy="83414"/>
            </a:xfrm>
            <a:custGeom>
              <a:avLst/>
              <a:gdLst>
                <a:gd name="connsiteX0" fmla="*/ 386938 w 386937"/>
                <a:gd name="connsiteY0" fmla="*/ 104064 h 208127"/>
                <a:gd name="connsiteX1" fmla="*/ 193470 w 386937"/>
                <a:gd name="connsiteY1" fmla="*/ 208128 h 208127"/>
                <a:gd name="connsiteX2" fmla="*/ 1 w 386937"/>
                <a:gd name="connsiteY2" fmla="*/ 104064 h 208127"/>
                <a:gd name="connsiteX3" fmla="*/ 193470 w 386937"/>
                <a:gd name="connsiteY3" fmla="*/ 0 h 208127"/>
                <a:gd name="connsiteX4" fmla="*/ 386938 w 386937"/>
                <a:gd name="connsiteY4" fmla="*/ 104064 h 20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937" h="208127">
                  <a:moveTo>
                    <a:pt x="386938" y="104064"/>
                  </a:moveTo>
                  <a:cubicBezTo>
                    <a:pt x="386938" y="161537"/>
                    <a:pt x="300319" y="208128"/>
                    <a:pt x="193470" y="208128"/>
                  </a:cubicBezTo>
                  <a:cubicBezTo>
                    <a:pt x="86620" y="208128"/>
                    <a:pt x="1" y="161537"/>
                    <a:pt x="1" y="104064"/>
                  </a:cubicBezTo>
                  <a:cubicBezTo>
                    <a:pt x="1" y="46591"/>
                    <a:pt x="86621" y="0"/>
                    <a:pt x="193470" y="0"/>
                  </a:cubicBezTo>
                  <a:cubicBezTo>
                    <a:pt x="300320" y="0"/>
                    <a:pt x="386938" y="46591"/>
                    <a:pt x="386938" y="104064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A17A2E4-A099-844E-EB48-4CDD5CFC7C32}"/>
                </a:ext>
              </a:extLst>
            </p:cNvPr>
            <p:cNvSpPr/>
            <p:nvPr/>
          </p:nvSpPr>
          <p:spPr>
            <a:xfrm rot="20820529">
              <a:off x="891026" y="5129786"/>
              <a:ext cx="83414" cy="152458"/>
            </a:xfrm>
            <a:custGeom>
              <a:avLst/>
              <a:gdLst>
                <a:gd name="connsiteX0" fmla="*/ 208128 w 208127"/>
                <a:gd name="connsiteY0" fmla="*/ 193469 h 386937"/>
                <a:gd name="connsiteX1" fmla="*/ 104064 w 208127"/>
                <a:gd name="connsiteY1" fmla="*/ 386938 h 386937"/>
                <a:gd name="connsiteX2" fmla="*/ 0 w 208127"/>
                <a:gd name="connsiteY2" fmla="*/ 193469 h 386937"/>
                <a:gd name="connsiteX3" fmla="*/ 104064 w 208127"/>
                <a:gd name="connsiteY3" fmla="*/ 0 h 386937"/>
                <a:gd name="connsiteX4" fmla="*/ 208128 w 208127"/>
                <a:gd name="connsiteY4" fmla="*/ 193469 h 38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127" h="386937">
                  <a:moveTo>
                    <a:pt x="208128" y="193469"/>
                  </a:moveTo>
                  <a:cubicBezTo>
                    <a:pt x="208128" y="300319"/>
                    <a:pt x="161537" y="386938"/>
                    <a:pt x="104064" y="386938"/>
                  </a:cubicBezTo>
                  <a:cubicBezTo>
                    <a:pt x="46591" y="386938"/>
                    <a:pt x="0" y="300319"/>
                    <a:pt x="0" y="193469"/>
                  </a:cubicBezTo>
                  <a:cubicBezTo>
                    <a:pt x="0" y="86619"/>
                    <a:pt x="46591" y="0"/>
                    <a:pt x="104064" y="0"/>
                  </a:cubicBezTo>
                  <a:cubicBezTo>
                    <a:pt x="161537" y="0"/>
                    <a:pt x="208128" y="86619"/>
                    <a:pt x="208128" y="19346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9D6E7252-231A-B601-BA82-4FAAEE1E4B18}"/>
                </a:ext>
              </a:extLst>
            </p:cNvPr>
            <p:cNvSpPr/>
            <p:nvPr/>
          </p:nvSpPr>
          <p:spPr>
            <a:xfrm>
              <a:off x="944444" y="5051346"/>
              <a:ext cx="162153" cy="44375"/>
            </a:xfrm>
            <a:custGeom>
              <a:avLst/>
              <a:gdLst>
                <a:gd name="connsiteX0" fmla="*/ 0 w 404589"/>
                <a:gd name="connsiteY0" fmla="*/ 59919 h 112622"/>
                <a:gd name="connsiteX1" fmla="*/ 6727 w 404589"/>
                <a:gd name="connsiteY1" fmla="*/ 64198 h 112622"/>
                <a:gd name="connsiteX2" fmla="*/ 221131 w 404589"/>
                <a:gd name="connsiteY2" fmla="*/ 110244 h 112622"/>
                <a:gd name="connsiteX3" fmla="*/ 394823 w 404589"/>
                <a:gd name="connsiteY3" fmla="*/ 35148 h 112622"/>
                <a:gd name="connsiteX4" fmla="*/ 404589 w 404589"/>
                <a:gd name="connsiteY4" fmla="*/ 15977 h 112622"/>
                <a:gd name="connsiteX5" fmla="*/ 247841 w 404589"/>
                <a:gd name="connsiteY5" fmla="*/ 0 h 112622"/>
                <a:gd name="connsiteX6" fmla="*/ 0 w 404589"/>
                <a:gd name="connsiteY6" fmla="*/ 59919 h 11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589" h="112622">
                  <a:moveTo>
                    <a:pt x="0" y="59919"/>
                  </a:moveTo>
                  <a:cubicBezTo>
                    <a:pt x="2217" y="61413"/>
                    <a:pt x="4472" y="62850"/>
                    <a:pt x="6727" y="64198"/>
                  </a:cubicBezTo>
                  <a:cubicBezTo>
                    <a:pt x="70462" y="102713"/>
                    <a:pt x="147238" y="119186"/>
                    <a:pt x="221131" y="110244"/>
                  </a:cubicBezTo>
                  <a:cubicBezTo>
                    <a:pt x="272550" y="104008"/>
                    <a:pt x="362956" y="80820"/>
                    <a:pt x="394823" y="35148"/>
                  </a:cubicBezTo>
                  <a:cubicBezTo>
                    <a:pt x="399530" y="28377"/>
                    <a:pt x="402727" y="21986"/>
                    <a:pt x="404589" y="15977"/>
                  </a:cubicBezTo>
                  <a:cubicBezTo>
                    <a:pt x="366212" y="4956"/>
                    <a:pt x="315282" y="0"/>
                    <a:pt x="247841" y="0"/>
                  </a:cubicBezTo>
                  <a:cubicBezTo>
                    <a:pt x="98721" y="2"/>
                    <a:pt x="30769" y="17501"/>
                    <a:pt x="0" y="5991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2ECB3C24-0370-C7AB-EDFE-A0B5468C8DAA}"/>
                </a:ext>
              </a:extLst>
            </p:cNvPr>
            <p:cNvSpPr/>
            <p:nvPr/>
          </p:nvSpPr>
          <p:spPr>
            <a:xfrm>
              <a:off x="1012050" y="5152988"/>
              <a:ext cx="61092" cy="117810"/>
            </a:xfrm>
            <a:custGeom>
              <a:avLst/>
              <a:gdLst>
                <a:gd name="connsiteX0" fmla="*/ 152430 w 152430"/>
                <a:gd name="connsiteY0" fmla="*/ 149501 h 299001"/>
                <a:gd name="connsiteX1" fmla="*/ 76216 w 152430"/>
                <a:gd name="connsiteY1" fmla="*/ 299001 h 299001"/>
                <a:gd name="connsiteX2" fmla="*/ 1 w 152430"/>
                <a:gd name="connsiteY2" fmla="*/ 149501 h 299001"/>
                <a:gd name="connsiteX3" fmla="*/ 76216 w 152430"/>
                <a:gd name="connsiteY3" fmla="*/ 0 h 299001"/>
                <a:gd name="connsiteX4" fmla="*/ 152430 w 152430"/>
                <a:gd name="connsiteY4" fmla="*/ 149501 h 29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30" h="299001">
                  <a:moveTo>
                    <a:pt x="152430" y="149501"/>
                  </a:moveTo>
                  <a:cubicBezTo>
                    <a:pt x="152430" y="232068"/>
                    <a:pt x="118308" y="299001"/>
                    <a:pt x="76216" y="299001"/>
                  </a:cubicBezTo>
                  <a:cubicBezTo>
                    <a:pt x="34123" y="299001"/>
                    <a:pt x="1" y="232068"/>
                    <a:pt x="1" y="149501"/>
                  </a:cubicBezTo>
                  <a:cubicBezTo>
                    <a:pt x="1" y="66934"/>
                    <a:pt x="34123" y="0"/>
                    <a:pt x="76216" y="0"/>
                  </a:cubicBezTo>
                  <a:cubicBezTo>
                    <a:pt x="118308" y="0"/>
                    <a:pt x="152430" y="66934"/>
                    <a:pt x="152430" y="149501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8ED3C1-55F9-A39C-13C0-40AD71CB72B5}"/>
                </a:ext>
              </a:extLst>
            </p:cNvPr>
            <p:cNvSpPr/>
            <p:nvPr/>
          </p:nvSpPr>
          <p:spPr>
            <a:xfrm>
              <a:off x="999084" y="5140813"/>
              <a:ext cx="87029" cy="142159"/>
            </a:xfrm>
            <a:custGeom>
              <a:avLst/>
              <a:gdLst>
                <a:gd name="connsiteX0" fmla="*/ 0 w 217149"/>
                <a:gd name="connsiteY0" fmla="*/ 180399 h 360798"/>
                <a:gd name="connsiteX1" fmla="*/ 108566 w 217149"/>
                <a:gd name="connsiteY1" fmla="*/ 0 h 360798"/>
                <a:gd name="connsiteX2" fmla="*/ 217150 w 217149"/>
                <a:gd name="connsiteY2" fmla="*/ 180399 h 360798"/>
                <a:gd name="connsiteX3" fmla="*/ 108566 w 217149"/>
                <a:gd name="connsiteY3" fmla="*/ 360798 h 360798"/>
                <a:gd name="connsiteX4" fmla="*/ 0 w 217149"/>
                <a:gd name="connsiteY4" fmla="*/ 180399 h 360798"/>
                <a:gd name="connsiteX5" fmla="*/ 3177 w 217149"/>
                <a:gd name="connsiteY5" fmla="*/ 180399 h 360798"/>
                <a:gd name="connsiteX6" fmla="*/ 108585 w 217149"/>
                <a:gd name="connsiteY6" fmla="*/ 357621 h 360798"/>
                <a:gd name="connsiteX7" fmla="*/ 213993 w 217149"/>
                <a:gd name="connsiteY7" fmla="*/ 180399 h 360798"/>
                <a:gd name="connsiteX8" fmla="*/ 108585 w 217149"/>
                <a:gd name="connsiteY8" fmla="*/ 3177 h 360798"/>
                <a:gd name="connsiteX9" fmla="*/ 3177 w 217149"/>
                <a:gd name="connsiteY9" fmla="*/ 180399 h 360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7149" h="360798">
                  <a:moveTo>
                    <a:pt x="0" y="180399"/>
                  </a:moveTo>
                  <a:cubicBezTo>
                    <a:pt x="0" y="80933"/>
                    <a:pt x="48694" y="0"/>
                    <a:pt x="108566" y="0"/>
                  </a:cubicBezTo>
                  <a:cubicBezTo>
                    <a:pt x="168437" y="0"/>
                    <a:pt x="217150" y="80914"/>
                    <a:pt x="217150" y="180399"/>
                  </a:cubicBezTo>
                  <a:cubicBezTo>
                    <a:pt x="217150" y="279865"/>
                    <a:pt x="168437" y="360798"/>
                    <a:pt x="108566" y="360798"/>
                  </a:cubicBezTo>
                  <a:cubicBezTo>
                    <a:pt x="48694" y="360798"/>
                    <a:pt x="0" y="279865"/>
                    <a:pt x="0" y="180399"/>
                  </a:cubicBezTo>
                  <a:close/>
                  <a:moveTo>
                    <a:pt x="3177" y="180399"/>
                  </a:moveTo>
                  <a:cubicBezTo>
                    <a:pt x="3177" y="278119"/>
                    <a:pt x="50458" y="357621"/>
                    <a:pt x="108585" y="357621"/>
                  </a:cubicBezTo>
                  <a:cubicBezTo>
                    <a:pt x="166691" y="357621"/>
                    <a:pt x="213993" y="278119"/>
                    <a:pt x="213993" y="180399"/>
                  </a:cubicBezTo>
                  <a:cubicBezTo>
                    <a:pt x="213993" y="82679"/>
                    <a:pt x="166691" y="3177"/>
                    <a:pt x="108585" y="3177"/>
                  </a:cubicBezTo>
                  <a:cubicBezTo>
                    <a:pt x="50458" y="3177"/>
                    <a:pt x="3177" y="82679"/>
                    <a:pt x="3177" y="18039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96AA3EB-957E-1B7B-CA5A-8076419C96D9}"/>
                </a:ext>
              </a:extLst>
            </p:cNvPr>
            <p:cNvSpPr/>
            <p:nvPr/>
          </p:nvSpPr>
          <p:spPr>
            <a:xfrm>
              <a:off x="926292" y="4823813"/>
              <a:ext cx="232198" cy="247169"/>
            </a:xfrm>
            <a:custGeom>
              <a:avLst/>
              <a:gdLst>
                <a:gd name="connsiteX0" fmla="*/ 579360 w 579360"/>
                <a:gd name="connsiteY0" fmla="*/ 313656 h 627312"/>
                <a:gd name="connsiteX1" fmla="*/ 289680 w 579360"/>
                <a:gd name="connsiteY1" fmla="*/ 627312 h 627312"/>
                <a:gd name="connsiteX2" fmla="*/ 0 w 579360"/>
                <a:gd name="connsiteY2" fmla="*/ 313656 h 627312"/>
                <a:gd name="connsiteX3" fmla="*/ 289680 w 579360"/>
                <a:gd name="connsiteY3" fmla="*/ 0 h 627312"/>
                <a:gd name="connsiteX4" fmla="*/ 579360 w 579360"/>
                <a:gd name="connsiteY4" fmla="*/ 313656 h 62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360" h="627312">
                  <a:moveTo>
                    <a:pt x="579360" y="313656"/>
                  </a:moveTo>
                  <a:cubicBezTo>
                    <a:pt x="579360" y="486884"/>
                    <a:pt x="449666" y="627312"/>
                    <a:pt x="289680" y="627312"/>
                  </a:cubicBezTo>
                  <a:cubicBezTo>
                    <a:pt x="129694" y="627312"/>
                    <a:pt x="0" y="486884"/>
                    <a:pt x="0" y="313656"/>
                  </a:cubicBezTo>
                  <a:cubicBezTo>
                    <a:pt x="0" y="140429"/>
                    <a:pt x="129694" y="0"/>
                    <a:pt x="289680" y="0"/>
                  </a:cubicBezTo>
                  <a:cubicBezTo>
                    <a:pt x="449666" y="0"/>
                    <a:pt x="579360" y="140429"/>
                    <a:pt x="579360" y="313656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3581FA16-647B-545D-6011-84E9520B639E}"/>
                </a:ext>
              </a:extLst>
            </p:cNvPr>
            <p:cNvSpPr/>
            <p:nvPr/>
          </p:nvSpPr>
          <p:spPr>
            <a:xfrm>
              <a:off x="932684" y="4837672"/>
              <a:ext cx="230844" cy="233311"/>
            </a:xfrm>
            <a:custGeom>
              <a:avLst/>
              <a:gdLst>
                <a:gd name="connsiteX0" fmla="*/ 575979 w 575979"/>
                <a:gd name="connsiteY0" fmla="*/ 296069 h 592138"/>
                <a:gd name="connsiteX1" fmla="*/ 287990 w 575979"/>
                <a:gd name="connsiteY1" fmla="*/ 592139 h 592138"/>
                <a:gd name="connsiteX2" fmla="*/ 0 w 575979"/>
                <a:gd name="connsiteY2" fmla="*/ 296069 h 592138"/>
                <a:gd name="connsiteX3" fmla="*/ 287990 w 575979"/>
                <a:gd name="connsiteY3" fmla="*/ 0 h 592138"/>
                <a:gd name="connsiteX4" fmla="*/ 575979 w 575979"/>
                <a:gd name="connsiteY4" fmla="*/ 296069 h 5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979" h="592138">
                  <a:moveTo>
                    <a:pt x="575979" y="296069"/>
                  </a:moveTo>
                  <a:cubicBezTo>
                    <a:pt x="575979" y="459584"/>
                    <a:pt x="447042" y="592139"/>
                    <a:pt x="287990" y="592139"/>
                  </a:cubicBezTo>
                  <a:cubicBezTo>
                    <a:pt x="128938" y="592139"/>
                    <a:pt x="0" y="459584"/>
                    <a:pt x="0" y="296069"/>
                  </a:cubicBezTo>
                  <a:cubicBezTo>
                    <a:pt x="0" y="132555"/>
                    <a:pt x="128938" y="0"/>
                    <a:pt x="287990" y="0"/>
                  </a:cubicBezTo>
                  <a:cubicBezTo>
                    <a:pt x="447042" y="0"/>
                    <a:pt x="575979" y="132555"/>
                    <a:pt x="575979" y="2960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B5B2233A-ADAB-93FF-F765-CBFD53381E58}"/>
                </a:ext>
              </a:extLst>
            </p:cNvPr>
            <p:cNvSpPr/>
            <p:nvPr/>
          </p:nvSpPr>
          <p:spPr>
            <a:xfrm>
              <a:off x="1139608" y="4919677"/>
              <a:ext cx="38764" cy="65835"/>
            </a:xfrm>
            <a:custGeom>
              <a:avLst/>
              <a:gdLst>
                <a:gd name="connsiteX0" fmla="*/ 0 w 96720"/>
                <a:gd name="connsiteY0" fmla="*/ 18877 h 167087"/>
                <a:gd name="connsiteX1" fmla="*/ 0 w 96720"/>
                <a:gd name="connsiteY1" fmla="*/ 148210 h 167087"/>
                <a:gd name="connsiteX2" fmla="*/ 18866 w 96720"/>
                <a:gd name="connsiteY2" fmla="*/ 167088 h 167087"/>
                <a:gd name="connsiteX3" fmla="*/ 77855 w 96720"/>
                <a:gd name="connsiteY3" fmla="*/ 167088 h 167087"/>
                <a:gd name="connsiteX4" fmla="*/ 96485 w 96720"/>
                <a:gd name="connsiteY4" fmla="*/ 151054 h 167087"/>
                <a:gd name="connsiteX5" fmla="*/ 96721 w 96720"/>
                <a:gd name="connsiteY5" fmla="*/ 148210 h 167087"/>
                <a:gd name="connsiteX6" fmla="*/ 96721 w 96720"/>
                <a:gd name="connsiteY6" fmla="*/ 18877 h 167087"/>
                <a:gd name="connsiteX7" fmla="*/ 96485 w 96720"/>
                <a:gd name="connsiteY7" fmla="*/ 16034 h 167087"/>
                <a:gd name="connsiteX8" fmla="*/ 77855 w 96720"/>
                <a:gd name="connsiteY8" fmla="*/ 0 h 167087"/>
                <a:gd name="connsiteX9" fmla="*/ 18866 w 96720"/>
                <a:gd name="connsiteY9" fmla="*/ 0 h 167087"/>
                <a:gd name="connsiteX10" fmla="*/ 0 w 96720"/>
                <a:gd name="connsiteY10" fmla="*/ 18877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720" h="167087">
                  <a:moveTo>
                    <a:pt x="0" y="18877"/>
                  </a:moveTo>
                  <a:lnTo>
                    <a:pt x="0" y="148210"/>
                  </a:lnTo>
                  <a:cubicBezTo>
                    <a:pt x="0" y="158645"/>
                    <a:pt x="8433" y="167088"/>
                    <a:pt x="18866" y="167088"/>
                  </a:cubicBezTo>
                  <a:lnTo>
                    <a:pt x="77855" y="167088"/>
                  </a:lnTo>
                  <a:cubicBezTo>
                    <a:pt x="87307" y="167088"/>
                    <a:pt x="95151" y="160139"/>
                    <a:pt x="96485" y="151054"/>
                  </a:cubicBezTo>
                  <a:cubicBezTo>
                    <a:pt x="96661" y="150116"/>
                    <a:pt x="96721" y="149177"/>
                    <a:pt x="96721" y="148210"/>
                  </a:cubicBezTo>
                  <a:lnTo>
                    <a:pt x="96721" y="18877"/>
                  </a:lnTo>
                  <a:cubicBezTo>
                    <a:pt x="96721" y="17910"/>
                    <a:pt x="96661" y="16971"/>
                    <a:pt x="96485" y="16034"/>
                  </a:cubicBezTo>
                  <a:cubicBezTo>
                    <a:pt x="95151" y="6946"/>
                    <a:pt x="87307" y="0"/>
                    <a:pt x="77855" y="0"/>
                  </a:cubicBezTo>
                  <a:lnTo>
                    <a:pt x="18866" y="0"/>
                  </a:lnTo>
                  <a:cubicBezTo>
                    <a:pt x="8433" y="0"/>
                    <a:pt x="0" y="8442"/>
                    <a:pt x="0" y="1887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6C2E8E70-5593-C2FD-6222-82321E6113BA}"/>
                </a:ext>
              </a:extLst>
            </p:cNvPr>
            <p:cNvSpPr/>
            <p:nvPr/>
          </p:nvSpPr>
          <p:spPr>
            <a:xfrm>
              <a:off x="898410" y="4919678"/>
              <a:ext cx="49704" cy="65835"/>
            </a:xfrm>
            <a:custGeom>
              <a:avLst/>
              <a:gdLst>
                <a:gd name="connsiteX0" fmla="*/ 0 w 124018"/>
                <a:gd name="connsiteY0" fmla="*/ 117156 h 167087"/>
                <a:gd name="connsiteX1" fmla="*/ 49929 w 124018"/>
                <a:gd name="connsiteY1" fmla="*/ 167087 h 167087"/>
                <a:gd name="connsiteX2" fmla="*/ 99819 w 124018"/>
                <a:gd name="connsiteY2" fmla="*/ 167087 h 167087"/>
                <a:gd name="connsiteX3" fmla="*/ 124019 w 124018"/>
                <a:gd name="connsiteY3" fmla="*/ 148210 h 167087"/>
                <a:gd name="connsiteX4" fmla="*/ 124019 w 124018"/>
                <a:gd name="connsiteY4" fmla="*/ 18877 h 167087"/>
                <a:gd name="connsiteX5" fmla="*/ 99819 w 124018"/>
                <a:gd name="connsiteY5" fmla="*/ 0 h 167087"/>
                <a:gd name="connsiteX6" fmla="*/ 49596 w 124018"/>
                <a:gd name="connsiteY6" fmla="*/ 337 h 167087"/>
                <a:gd name="connsiteX7" fmla="*/ 0 w 124018"/>
                <a:gd name="connsiteY7" fmla="*/ 50266 h 167087"/>
                <a:gd name="connsiteX8" fmla="*/ 0 w 124018"/>
                <a:gd name="connsiteY8" fmla="*/ 117156 h 16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18" h="167087">
                  <a:moveTo>
                    <a:pt x="0" y="117156"/>
                  </a:moveTo>
                  <a:cubicBezTo>
                    <a:pt x="0" y="144733"/>
                    <a:pt x="22356" y="167087"/>
                    <a:pt x="49929" y="167087"/>
                  </a:cubicBezTo>
                  <a:lnTo>
                    <a:pt x="99819" y="167087"/>
                  </a:lnTo>
                  <a:cubicBezTo>
                    <a:pt x="113194" y="167087"/>
                    <a:pt x="124019" y="158645"/>
                    <a:pt x="124019" y="148210"/>
                  </a:cubicBezTo>
                  <a:lnTo>
                    <a:pt x="124019" y="18877"/>
                  </a:lnTo>
                  <a:cubicBezTo>
                    <a:pt x="124019" y="8442"/>
                    <a:pt x="113194" y="0"/>
                    <a:pt x="99819" y="0"/>
                  </a:cubicBezTo>
                  <a:lnTo>
                    <a:pt x="49596" y="337"/>
                  </a:lnTo>
                  <a:cubicBezTo>
                    <a:pt x="22160" y="522"/>
                    <a:pt x="0" y="22821"/>
                    <a:pt x="0" y="50266"/>
                  </a:cubicBezTo>
                  <a:lnTo>
                    <a:pt x="0" y="117156"/>
                  </a:ln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D86733CB-853E-C81D-9FE6-C299E6F96840}"/>
                </a:ext>
              </a:extLst>
            </p:cNvPr>
            <p:cNvSpPr/>
            <p:nvPr/>
          </p:nvSpPr>
          <p:spPr>
            <a:xfrm>
              <a:off x="976826" y="4891957"/>
              <a:ext cx="157429" cy="133980"/>
            </a:xfrm>
            <a:custGeom>
              <a:avLst/>
              <a:gdLst>
                <a:gd name="connsiteX0" fmla="*/ 392803 w 392803"/>
                <a:gd name="connsiteY0" fmla="*/ 170019 h 340038"/>
                <a:gd name="connsiteX1" fmla="*/ 196401 w 392803"/>
                <a:gd name="connsiteY1" fmla="*/ 340039 h 340038"/>
                <a:gd name="connsiteX2" fmla="*/ 0 w 392803"/>
                <a:gd name="connsiteY2" fmla="*/ 170019 h 340038"/>
                <a:gd name="connsiteX3" fmla="*/ 196401 w 392803"/>
                <a:gd name="connsiteY3" fmla="*/ 0 h 340038"/>
                <a:gd name="connsiteX4" fmla="*/ 392803 w 392803"/>
                <a:gd name="connsiteY4" fmla="*/ 170019 h 34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803" h="340038">
                  <a:moveTo>
                    <a:pt x="392803" y="170019"/>
                  </a:moveTo>
                  <a:cubicBezTo>
                    <a:pt x="392803" y="263918"/>
                    <a:pt x="304871" y="340039"/>
                    <a:pt x="196401" y="340039"/>
                  </a:cubicBezTo>
                  <a:cubicBezTo>
                    <a:pt x="87931" y="340039"/>
                    <a:pt x="0" y="263918"/>
                    <a:pt x="0" y="170019"/>
                  </a:cubicBezTo>
                  <a:cubicBezTo>
                    <a:pt x="0" y="76120"/>
                    <a:pt x="87932" y="0"/>
                    <a:pt x="196401" y="0"/>
                  </a:cubicBezTo>
                  <a:cubicBezTo>
                    <a:pt x="304871" y="0"/>
                    <a:pt x="392803" y="76120"/>
                    <a:pt x="392803" y="1700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7041A2BA-DD54-63FE-423A-952A7A0E981B}"/>
                </a:ext>
              </a:extLst>
            </p:cNvPr>
            <p:cNvSpPr/>
            <p:nvPr/>
          </p:nvSpPr>
          <p:spPr>
            <a:xfrm>
              <a:off x="986328" y="4900043"/>
              <a:ext cx="138417" cy="117809"/>
            </a:xfrm>
            <a:custGeom>
              <a:avLst/>
              <a:gdLst>
                <a:gd name="connsiteX0" fmla="*/ 0 w 345365"/>
                <a:gd name="connsiteY0" fmla="*/ 149499 h 298999"/>
                <a:gd name="connsiteX1" fmla="*/ 26181 w 345365"/>
                <a:gd name="connsiteY1" fmla="*/ 228646 h 298999"/>
                <a:gd name="connsiteX2" fmla="*/ 172692 w 345365"/>
                <a:gd name="connsiteY2" fmla="*/ 298999 h 298999"/>
                <a:gd name="connsiteX3" fmla="*/ 319185 w 345365"/>
                <a:gd name="connsiteY3" fmla="*/ 228646 h 298999"/>
                <a:gd name="connsiteX4" fmla="*/ 345366 w 345365"/>
                <a:gd name="connsiteY4" fmla="*/ 149499 h 298999"/>
                <a:gd name="connsiteX5" fmla="*/ 312340 w 345365"/>
                <a:gd name="connsiteY5" fmla="*/ 61558 h 298999"/>
                <a:gd name="connsiteX6" fmla="*/ 172692 w 345365"/>
                <a:gd name="connsiteY6" fmla="*/ 0 h 298999"/>
                <a:gd name="connsiteX7" fmla="*/ 33044 w 345365"/>
                <a:gd name="connsiteY7" fmla="*/ 61558 h 298999"/>
                <a:gd name="connsiteX8" fmla="*/ 0 w 345365"/>
                <a:gd name="connsiteY8" fmla="*/ 149499 h 29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5365" h="298999">
                  <a:moveTo>
                    <a:pt x="0" y="149499"/>
                  </a:moveTo>
                  <a:cubicBezTo>
                    <a:pt x="0" y="178548"/>
                    <a:pt x="9590" y="205693"/>
                    <a:pt x="26181" y="228646"/>
                  </a:cubicBezTo>
                  <a:cubicBezTo>
                    <a:pt x="56656" y="270887"/>
                    <a:pt x="110860" y="298999"/>
                    <a:pt x="172692" y="298999"/>
                  </a:cubicBezTo>
                  <a:cubicBezTo>
                    <a:pt x="234505" y="298999"/>
                    <a:pt x="288710" y="270887"/>
                    <a:pt x="319185" y="228646"/>
                  </a:cubicBezTo>
                  <a:cubicBezTo>
                    <a:pt x="335776" y="205693"/>
                    <a:pt x="345366" y="178548"/>
                    <a:pt x="345366" y="149499"/>
                  </a:cubicBezTo>
                  <a:cubicBezTo>
                    <a:pt x="345366" y="116637"/>
                    <a:pt x="333128" y="86211"/>
                    <a:pt x="312340" y="61558"/>
                  </a:cubicBezTo>
                  <a:cubicBezTo>
                    <a:pt x="280944" y="24241"/>
                    <a:pt x="230113" y="0"/>
                    <a:pt x="172692" y="0"/>
                  </a:cubicBezTo>
                  <a:cubicBezTo>
                    <a:pt x="115252" y="0"/>
                    <a:pt x="64421" y="24243"/>
                    <a:pt x="33044" y="61558"/>
                  </a:cubicBezTo>
                  <a:cubicBezTo>
                    <a:pt x="12257" y="86211"/>
                    <a:pt x="0" y="116639"/>
                    <a:pt x="0" y="149499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A2A528B1-D1D2-30E1-1073-3EEB0BB50B3A}"/>
                </a:ext>
              </a:extLst>
            </p:cNvPr>
            <p:cNvSpPr/>
            <p:nvPr/>
          </p:nvSpPr>
          <p:spPr>
            <a:xfrm>
              <a:off x="1092298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7 w 64491"/>
                <a:gd name="connsiteY1" fmla="*/ 89296 h 89295"/>
                <a:gd name="connsiteX2" fmla="*/ 1 w 64491"/>
                <a:gd name="connsiteY2" fmla="*/ 44648 h 89295"/>
                <a:gd name="connsiteX3" fmla="*/ 32247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7" y="89296"/>
                  </a:cubicBezTo>
                  <a:cubicBezTo>
                    <a:pt x="14438" y="89296"/>
                    <a:pt x="1" y="69306"/>
                    <a:pt x="1" y="44648"/>
                  </a:cubicBezTo>
                  <a:cubicBezTo>
                    <a:pt x="1" y="19990"/>
                    <a:pt x="14438" y="0"/>
                    <a:pt x="32247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713CBD88-ECA1-1B7B-5B7C-5FE3A1E018C2}"/>
                </a:ext>
              </a:extLst>
            </p:cNvPr>
            <p:cNvSpPr/>
            <p:nvPr/>
          </p:nvSpPr>
          <p:spPr>
            <a:xfrm>
              <a:off x="1005362" y="4950329"/>
              <a:ext cx="25847" cy="35184"/>
            </a:xfrm>
            <a:custGeom>
              <a:avLst/>
              <a:gdLst>
                <a:gd name="connsiteX0" fmla="*/ 64492 w 64491"/>
                <a:gd name="connsiteY0" fmla="*/ 44648 h 89295"/>
                <a:gd name="connsiteX1" fmla="*/ 32246 w 64491"/>
                <a:gd name="connsiteY1" fmla="*/ 89296 h 89295"/>
                <a:gd name="connsiteX2" fmla="*/ 0 w 64491"/>
                <a:gd name="connsiteY2" fmla="*/ 44648 h 89295"/>
                <a:gd name="connsiteX3" fmla="*/ 32246 w 64491"/>
                <a:gd name="connsiteY3" fmla="*/ 0 h 89295"/>
                <a:gd name="connsiteX4" fmla="*/ 64492 w 64491"/>
                <a:gd name="connsiteY4" fmla="*/ 44648 h 8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91" h="89295">
                  <a:moveTo>
                    <a:pt x="64492" y="44648"/>
                  </a:moveTo>
                  <a:cubicBezTo>
                    <a:pt x="64492" y="69306"/>
                    <a:pt x="50055" y="89296"/>
                    <a:pt x="32246" y="89296"/>
                  </a:cubicBezTo>
                  <a:cubicBezTo>
                    <a:pt x="14437" y="89296"/>
                    <a:pt x="0" y="69306"/>
                    <a:pt x="0" y="44648"/>
                  </a:cubicBezTo>
                  <a:cubicBezTo>
                    <a:pt x="0" y="19990"/>
                    <a:pt x="14437" y="0"/>
                    <a:pt x="32246" y="0"/>
                  </a:cubicBezTo>
                  <a:cubicBezTo>
                    <a:pt x="50055" y="0"/>
                    <a:pt x="64492" y="19989"/>
                    <a:pt x="64492" y="44648"/>
                  </a:cubicBezTo>
                  <a:close/>
                </a:path>
              </a:pathLst>
            </a:custGeom>
            <a:solidFill>
              <a:schemeClr val="accent6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B7985DE9-22B1-65A2-7406-211375565EA6}"/>
                </a:ext>
              </a:extLst>
            </p:cNvPr>
            <p:cNvSpPr/>
            <p:nvPr/>
          </p:nvSpPr>
          <p:spPr>
            <a:xfrm>
              <a:off x="999565" y="4900043"/>
              <a:ext cx="111945" cy="24255"/>
            </a:xfrm>
            <a:custGeom>
              <a:avLst/>
              <a:gdLst>
                <a:gd name="connsiteX0" fmla="*/ 0 w 279315"/>
                <a:gd name="connsiteY0" fmla="*/ 61558 h 61558"/>
                <a:gd name="connsiteX1" fmla="*/ 279315 w 279315"/>
                <a:gd name="connsiteY1" fmla="*/ 61558 h 61558"/>
                <a:gd name="connsiteX2" fmla="*/ 139667 w 279315"/>
                <a:gd name="connsiteY2" fmla="*/ 0 h 61558"/>
                <a:gd name="connsiteX3" fmla="*/ 0 w 279315"/>
                <a:gd name="connsiteY3" fmla="*/ 61558 h 61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15" h="61558">
                  <a:moveTo>
                    <a:pt x="0" y="61558"/>
                  </a:moveTo>
                  <a:lnTo>
                    <a:pt x="279315" y="61558"/>
                  </a:lnTo>
                  <a:cubicBezTo>
                    <a:pt x="247919" y="24241"/>
                    <a:pt x="197088" y="0"/>
                    <a:pt x="139667" y="0"/>
                  </a:cubicBezTo>
                  <a:cubicBezTo>
                    <a:pt x="82227" y="0"/>
                    <a:pt x="31396" y="24241"/>
                    <a:pt x="0" y="61558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0C756B73-4F92-9D95-7B1B-555EA0CC11DA}"/>
                </a:ext>
              </a:extLst>
            </p:cNvPr>
            <p:cNvSpPr/>
            <p:nvPr/>
          </p:nvSpPr>
          <p:spPr>
            <a:xfrm>
              <a:off x="996821" y="4990132"/>
              <a:ext cx="117432" cy="18480"/>
            </a:xfrm>
            <a:custGeom>
              <a:avLst/>
              <a:gdLst>
                <a:gd name="connsiteX0" fmla="*/ 0 w 293004"/>
                <a:gd name="connsiteY0" fmla="*/ 0 h 46901"/>
                <a:gd name="connsiteX1" fmla="*/ 146512 w 293004"/>
                <a:gd name="connsiteY1" fmla="*/ 46901 h 46901"/>
                <a:gd name="connsiteX2" fmla="*/ 293004 w 293004"/>
                <a:gd name="connsiteY2" fmla="*/ 0 h 46901"/>
                <a:gd name="connsiteX3" fmla="*/ 0 w 293004"/>
                <a:gd name="connsiteY3" fmla="*/ 0 h 4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004" h="46901">
                  <a:moveTo>
                    <a:pt x="0" y="0"/>
                  </a:moveTo>
                  <a:cubicBezTo>
                    <a:pt x="30475" y="28161"/>
                    <a:pt x="84680" y="46901"/>
                    <a:pt x="146512" y="46901"/>
                  </a:cubicBezTo>
                  <a:cubicBezTo>
                    <a:pt x="208325" y="46901"/>
                    <a:pt x="262529" y="28159"/>
                    <a:pt x="293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AF56BA96-27D8-6175-F4B0-6AC8899C0B6E}"/>
                </a:ext>
              </a:extLst>
            </p:cNvPr>
            <p:cNvSpPr/>
            <p:nvPr/>
          </p:nvSpPr>
          <p:spPr>
            <a:xfrm>
              <a:off x="844006" y="5040520"/>
              <a:ext cx="64904" cy="88277"/>
            </a:xfrm>
            <a:custGeom>
              <a:avLst/>
              <a:gdLst>
                <a:gd name="connsiteX0" fmla="*/ 153550 w 161942"/>
                <a:gd name="connsiteY0" fmla="*/ 224047 h 224046"/>
                <a:gd name="connsiteX1" fmla="*/ 665 w 161942"/>
                <a:gd name="connsiteY1" fmla="*/ 0 h 224046"/>
                <a:gd name="connsiteX2" fmla="*/ 29884 w 161942"/>
                <a:gd name="connsiteY2" fmla="*/ 2426 h 224046"/>
                <a:gd name="connsiteX3" fmla="*/ 161943 w 161942"/>
                <a:gd name="connsiteY3" fmla="*/ 195964 h 224046"/>
                <a:gd name="connsiteX4" fmla="*/ 153550 w 161942"/>
                <a:gd name="connsiteY4" fmla="*/ 224047 h 22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42" h="224046">
                  <a:moveTo>
                    <a:pt x="153550" y="224047"/>
                  </a:moveTo>
                  <a:cubicBezTo>
                    <a:pt x="59712" y="196023"/>
                    <a:pt x="-7455" y="97605"/>
                    <a:pt x="665" y="0"/>
                  </a:cubicBezTo>
                  <a:lnTo>
                    <a:pt x="29884" y="2426"/>
                  </a:lnTo>
                  <a:cubicBezTo>
                    <a:pt x="22864" y="86738"/>
                    <a:pt x="80872" y="171745"/>
                    <a:pt x="161943" y="195964"/>
                  </a:cubicBezTo>
                  <a:lnTo>
                    <a:pt x="153550" y="224047"/>
                  </a:ln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DF64180B-13C2-B2F8-FA5D-A85C356B77D3}"/>
                </a:ext>
              </a:extLst>
            </p:cNvPr>
            <p:cNvSpPr/>
            <p:nvPr/>
          </p:nvSpPr>
          <p:spPr>
            <a:xfrm>
              <a:off x="882820" y="5091775"/>
              <a:ext cx="65792" cy="72763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67F973B-3E85-2D7C-4741-F1994BC2CC83}"/>
                </a:ext>
              </a:extLst>
            </p:cNvPr>
            <p:cNvSpPr/>
            <p:nvPr/>
          </p:nvSpPr>
          <p:spPr>
            <a:xfrm>
              <a:off x="822900" y="4986667"/>
              <a:ext cx="52867" cy="75074"/>
            </a:xfrm>
            <a:custGeom>
              <a:avLst/>
              <a:gdLst>
                <a:gd name="connsiteX0" fmla="*/ 131910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10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10" y="95269"/>
                  </a:moveTo>
                  <a:cubicBezTo>
                    <a:pt x="131910" y="147885"/>
                    <a:pt x="102380" y="190538"/>
                    <a:pt x="65955" y="190538"/>
                  </a:cubicBezTo>
                  <a:cubicBezTo>
                    <a:pt x="29530" y="190538"/>
                    <a:pt x="0" y="147885"/>
                    <a:pt x="0" y="95269"/>
                  </a:cubicBezTo>
                  <a:cubicBezTo>
                    <a:pt x="0" y="42653"/>
                    <a:pt x="29530" y="0"/>
                    <a:pt x="65955" y="0"/>
                  </a:cubicBezTo>
                  <a:cubicBezTo>
                    <a:pt x="102380" y="0"/>
                    <a:pt x="131910" y="42653"/>
                    <a:pt x="131910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C0B9A078-AAA9-A8AE-5A4D-C22805C971AD}"/>
                </a:ext>
              </a:extLst>
            </p:cNvPr>
            <p:cNvSpPr/>
            <p:nvPr/>
          </p:nvSpPr>
          <p:spPr>
            <a:xfrm>
              <a:off x="1177908" y="5132430"/>
              <a:ext cx="43178" cy="94113"/>
            </a:xfrm>
            <a:custGeom>
              <a:avLst/>
              <a:gdLst>
                <a:gd name="connsiteX0" fmla="*/ 104545 w 107735"/>
                <a:gd name="connsiteY0" fmla="*/ 238859 h 238858"/>
                <a:gd name="connsiteX1" fmla="*/ 75600 w 107735"/>
                <a:gd name="connsiteY1" fmla="*/ 234152 h 238858"/>
                <a:gd name="connsiteX2" fmla="*/ 0 w 107735"/>
                <a:gd name="connsiteY2" fmla="*/ 21945 h 238858"/>
                <a:gd name="connsiteX3" fmla="*/ 19454 w 107735"/>
                <a:gd name="connsiteY3" fmla="*/ 0 h 238858"/>
                <a:gd name="connsiteX4" fmla="*/ 104545 w 107735"/>
                <a:gd name="connsiteY4" fmla="*/ 238859 h 23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35" h="238858">
                  <a:moveTo>
                    <a:pt x="104545" y="238859"/>
                  </a:moveTo>
                  <a:lnTo>
                    <a:pt x="75600" y="234152"/>
                  </a:lnTo>
                  <a:cubicBezTo>
                    <a:pt x="88151" y="157063"/>
                    <a:pt x="58460" y="73756"/>
                    <a:pt x="0" y="21945"/>
                  </a:cubicBezTo>
                  <a:lnTo>
                    <a:pt x="19454" y="0"/>
                  </a:lnTo>
                  <a:cubicBezTo>
                    <a:pt x="85248" y="58323"/>
                    <a:pt x="118645" y="152081"/>
                    <a:pt x="104545" y="23885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82CBFFFB-F557-201F-35B3-39787A9206D5}"/>
                </a:ext>
              </a:extLst>
            </p:cNvPr>
            <p:cNvSpPr/>
            <p:nvPr/>
          </p:nvSpPr>
          <p:spPr>
            <a:xfrm>
              <a:off x="1136586" y="5091775"/>
              <a:ext cx="65791" cy="72764"/>
            </a:xfrm>
            <a:custGeom>
              <a:avLst/>
              <a:gdLst>
                <a:gd name="connsiteX0" fmla="*/ 164158 w 164157"/>
                <a:gd name="connsiteY0" fmla="*/ 92337 h 184674"/>
                <a:gd name="connsiteX1" fmla="*/ 82079 w 164157"/>
                <a:gd name="connsiteY1" fmla="*/ 184674 h 184674"/>
                <a:gd name="connsiteX2" fmla="*/ 0 w 164157"/>
                <a:gd name="connsiteY2" fmla="*/ 92337 h 184674"/>
                <a:gd name="connsiteX3" fmla="*/ 82079 w 164157"/>
                <a:gd name="connsiteY3" fmla="*/ 0 h 184674"/>
                <a:gd name="connsiteX4" fmla="*/ 164158 w 164157"/>
                <a:gd name="connsiteY4" fmla="*/ 92337 h 18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57" h="184674">
                  <a:moveTo>
                    <a:pt x="164158" y="92337"/>
                  </a:moveTo>
                  <a:cubicBezTo>
                    <a:pt x="164158" y="143334"/>
                    <a:pt x="127410" y="184674"/>
                    <a:pt x="82079" y="184674"/>
                  </a:cubicBezTo>
                  <a:cubicBezTo>
                    <a:pt x="36748" y="184674"/>
                    <a:pt x="0" y="143334"/>
                    <a:pt x="0" y="92337"/>
                  </a:cubicBezTo>
                  <a:cubicBezTo>
                    <a:pt x="0" y="41341"/>
                    <a:pt x="36748" y="0"/>
                    <a:pt x="82079" y="0"/>
                  </a:cubicBezTo>
                  <a:cubicBezTo>
                    <a:pt x="127410" y="0"/>
                    <a:pt x="164158" y="41341"/>
                    <a:pt x="164158" y="92337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AB6DC6D6-FF02-F080-427B-F06589D3F742}"/>
                </a:ext>
              </a:extLst>
            </p:cNvPr>
            <p:cNvSpPr/>
            <p:nvPr/>
          </p:nvSpPr>
          <p:spPr>
            <a:xfrm>
              <a:off x="1188281" y="5194569"/>
              <a:ext cx="52867" cy="75074"/>
            </a:xfrm>
            <a:custGeom>
              <a:avLst/>
              <a:gdLst>
                <a:gd name="connsiteX0" fmla="*/ 131909 w 131909"/>
                <a:gd name="connsiteY0" fmla="*/ 95269 h 190537"/>
                <a:gd name="connsiteX1" fmla="*/ 65955 w 131909"/>
                <a:gd name="connsiteY1" fmla="*/ 190538 h 190537"/>
                <a:gd name="connsiteX2" fmla="*/ 0 w 131909"/>
                <a:gd name="connsiteY2" fmla="*/ 95269 h 190537"/>
                <a:gd name="connsiteX3" fmla="*/ 65955 w 131909"/>
                <a:gd name="connsiteY3" fmla="*/ 0 h 190537"/>
                <a:gd name="connsiteX4" fmla="*/ 131909 w 131909"/>
                <a:gd name="connsiteY4" fmla="*/ 95269 h 19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09" h="190537">
                  <a:moveTo>
                    <a:pt x="131909" y="95269"/>
                  </a:moveTo>
                  <a:cubicBezTo>
                    <a:pt x="131909" y="147884"/>
                    <a:pt x="102380" y="190538"/>
                    <a:pt x="65955" y="190538"/>
                  </a:cubicBezTo>
                  <a:cubicBezTo>
                    <a:pt x="29529" y="190538"/>
                    <a:pt x="0" y="147884"/>
                    <a:pt x="0" y="95269"/>
                  </a:cubicBezTo>
                  <a:cubicBezTo>
                    <a:pt x="0" y="42653"/>
                    <a:pt x="29529" y="0"/>
                    <a:pt x="65955" y="0"/>
                  </a:cubicBezTo>
                  <a:cubicBezTo>
                    <a:pt x="102380" y="0"/>
                    <a:pt x="131909" y="42653"/>
                    <a:pt x="131909" y="95269"/>
                  </a:cubicBezTo>
                  <a:close/>
                </a:path>
              </a:pathLst>
            </a:custGeom>
            <a:solidFill>
              <a:schemeClr val="tx2">
                <a:lumMod val="25000"/>
                <a:lumOff val="75000"/>
              </a:schemeClr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0E5D08FF-1585-9B88-A371-F438F1ADD7F3}"/>
                </a:ext>
              </a:extLst>
            </p:cNvPr>
            <p:cNvSpPr/>
            <p:nvPr/>
          </p:nvSpPr>
          <p:spPr>
            <a:xfrm>
              <a:off x="902440" y="4925888"/>
              <a:ext cx="17137" cy="54505"/>
            </a:xfrm>
            <a:custGeom>
              <a:avLst/>
              <a:gdLst>
                <a:gd name="connsiteX0" fmla="*/ 42760 w 42759"/>
                <a:gd name="connsiteY0" fmla="*/ 69167 h 138334"/>
                <a:gd name="connsiteX1" fmla="*/ 21380 w 42759"/>
                <a:gd name="connsiteY1" fmla="*/ 138334 h 138334"/>
                <a:gd name="connsiteX2" fmla="*/ 1 w 42759"/>
                <a:gd name="connsiteY2" fmla="*/ 69167 h 138334"/>
                <a:gd name="connsiteX3" fmla="*/ 21380 w 42759"/>
                <a:gd name="connsiteY3" fmla="*/ 0 h 138334"/>
                <a:gd name="connsiteX4" fmla="*/ 42760 w 42759"/>
                <a:gd name="connsiteY4" fmla="*/ 69167 h 13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759" h="138334">
                  <a:moveTo>
                    <a:pt x="42760" y="69167"/>
                  </a:moveTo>
                  <a:cubicBezTo>
                    <a:pt x="42760" y="107367"/>
                    <a:pt x="33188" y="138334"/>
                    <a:pt x="21380" y="138334"/>
                  </a:cubicBezTo>
                  <a:cubicBezTo>
                    <a:pt x="9573" y="138334"/>
                    <a:pt x="1" y="107367"/>
                    <a:pt x="1" y="69167"/>
                  </a:cubicBezTo>
                  <a:cubicBezTo>
                    <a:pt x="1" y="30967"/>
                    <a:pt x="9573" y="0"/>
                    <a:pt x="21380" y="0"/>
                  </a:cubicBezTo>
                  <a:cubicBezTo>
                    <a:pt x="33188" y="0"/>
                    <a:pt x="42760" y="30967"/>
                    <a:pt x="42760" y="69167"/>
                  </a:cubicBezTo>
                  <a:close/>
                </a:path>
              </a:pathLst>
            </a:custGeom>
            <a:solidFill>
              <a:schemeClr val="accent4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AABED38-1C30-E2C8-E9E8-F5CFC9FEF60F}"/>
                </a:ext>
              </a:extLst>
            </p:cNvPr>
            <p:cNvSpPr/>
            <p:nvPr/>
          </p:nvSpPr>
          <p:spPr>
            <a:xfrm>
              <a:off x="906472" y="4938711"/>
              <a:ext cx="9073" cy="28857"/>
            </a:xfrm>
            <a:custGeom>
              <a:avLst/>
              <a:gdLst>
                <a:gd name="connsiteX0" fmla="*/ 22638 w 22638"/>
                <a:gd name="connsiteY0" fmla="*/ 36619 h 73238"/>
                <a:gd name="connsiteX1" fmla="*/ 11319 w 22638"/>
                <a:gd name="connsiteY1" fmla="*/ 73238 h 73238"/>
                <a:gd name="connsiteX2" fmla="*/ 0 w 22638"/>
                <a:gd name="connsiteY2" fmla="*/ 36619 h 73238"/>
                <a:gd name="connsiteX3" fmla="*/ 11319 w 22638"/>
                <a:gd name="connsiteY3" fmla="*/ 0 h 73238"/>
                <a:gd name="connsiteX4" fmla="*/ 22638 w 22638"/>
                <a:gd name="connsiteY4" fmla="*/ 36619 h 7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38" h="73238">
                  <a:moveTo>
                    <a:pt x="22638" y="36619"/>
                  </a:moveTo>
                  <a:cubicBezTo>
                    <a:pt x="22638" y="56843"/>
                    <a:pt x="17571" y="73238"/>
                    <a:pt x="11319" y="73238"/>
                  </a:cubicBezTo>
                  <a:cubicBezTo>
                    <a:pt x="5067" y="73238"/>
                    <a:pt x="0" y="56843"/>
                    <a:pt x="0" y="36619"/>
                  </a:cubicBezTo>
                  <a:cubicBezTo>
                    <a:pt x="0" y="16395"/>
                    <a:pt x="5067" y="0"/>
                    <a:pt x="11319" y="0"/>
                  </a:cubicBezTo>
                  <a:cubicBezTo>
                    <a:pt x="17571" y="0"/>
                    <a:pt x="22638" y="16395"/>
                    <a:pt x="22638" y="36619"/>
                  </a:cubicBezTo>
                  <a:close/>
                </a:path>
              </a:pathLst>
            </a:custGeom>
            <a:solidFill>
              <a:schemeClr val="accent2"/>
            </a:solidFill>
            <a:ln w="196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247" name="Group 2246">
            <a:extLst>
              <a:ext uri="{FF2B5EF4-FFF2-40B4-BE49-F238E27FC236}">
                <a16:creationId xmlns:a16="http://schemas.microsoft.com/office/drawing/2014/main" id="{72CFF39A-965C-32C2-DA98-B436F6061265}"/>
              </a:ext>
            </a:extLst>
          </p:cNvPr>
          <p:cNvGrpSpPr/>
          <p:nvPr/>
        </p:nvGrpSpPr>
        <p:grpSpPr>
          <a:xfrm>
            <a:off x="6485625" y="4701534"/>
            <a:ext cx="683881" cy="481637"/>
            <a:chOff x="6485625" y="4641154"/>
            <a:chExt cx="683881" cy="481637"/>
          </a:xfrm>
        </p:grpSpPr>
        <p:pic>
          <p:nvPicPr>
            <p:cNvPr id="697" name="Checkmark 697">
              <a:extLst>
                <a:ext uri="{FF2B5EF4-FFF2-40B4-BE49-F238E27FC236}">
                  <a16:creationId xmlns:a16="http://schemas.microsoft.com/office/drawing/2014/main" id="{B9EAC967-8260-F066-33C4-56F3C2DC04FE}"/>
                </a:ext>
              </a:extLst>
            </p:cNvPr>
            <p:cNvPicPr>
              <a:picLocks noChangeAspect="1"/>
            </p:cNvPicPr>
            <p:nvPr>
              <p:custDataLst>
                <p:tags r:id="rId12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6799385" y="4641154"/>
              <a:ext cx="370121" cy="381000"/>
            </a:xfrm>
            <a:prstGeom prst="rect">
              <a:avLst/>
            </a:prstGeom>
          </p:spPr>
        </p:pic>
        <p:grpSp>
          <p:nvGrpSpPr>
            <p:cNvPr id="1780" name="Group 1779">
              <a:extLst>
                <a:ext uri="{FF2B5EF4-FFF2-40B4-BE49-F238E27FC236}">
                  <a16:creationId xmlns:a16="http://schemas.microsoft.com/office/drawing/2014/main" id="{DE904E44-74DC-6D34-832C-80BE9CD9D8D0}"/>
                </a:ext>
              </a:extLst>
            </p:cNvPr>
            <p:cNvGrpSpPr/>
            <p:nvPr/>
          </p:nvGrpSpPr>
          <p:grpSpPr>
            <a:xfrm>
              <a:off x="6485625" y="4641154"/>
              <a:ext cx="418248" cy="481637"/>
              <a:chOff x="822900" y="4823813"/>
              <a:chExt cx="418248" cy="481637"/>
            </a:xfrm>
          </p:grpSpPr>
          <p:sp>
            <p:nvSpPr>
              <p:cNvPr id="1781" name="Freeform: Shape 1780">
                <a:extLst>
                  <a:ext uri="{FF2B5EF4-FFF2-40B4-BE49-F238E27FC236}">
                    <a16:creationId xmlns:a16="http://schemas.microsoft.com/office/drawing/2014/main" id="{3D2DE679-A551-850C-0618-B56C3DAA859B}"/>
                  </a:ext>
                </a:extLst>
              </p:cNvPr>
              <p:cNvSpPr/>
              <p:nvPr/>
            </p:nvSpPr>
            <p:spPr>
              <a:xfrm>
                <a:off x="932558" y="5051347"/>
                <a:ext cx="222106" cy="254103"/>
              </a:xfrm>
              <a:custGeom>
                <a:avLst/>
                <a:gdLst>
                  <a:gd name="connsiteX0" fmla="*/ 4888 w 554178"/>
                  <a:gd name="connsiteY0" fmla="*/ 259342 h 644909"/>
                  <a:gd name="connsiteX1" fmla="*/ 271633 w 554178"/>
                  <a:gd name="connsiteY1" fmla="*/ 644909 h 644909"/>
                  <a:gd name="connsiteX2" fmla="*/ 550106 w 554178"/>
                  <a:gd name="connsiteY2" fmla="*/ 259342 h 644909"/>
                  <a:gd name="connsiteX3" fmla="*/ 434245 w 554178"/>
                  <a:gd name="connsiteY3" fmla="*/ 15977 h 644909"/>
                  <a:gd name="connsiteX4" fmla="*/ 277497 w 554178"/>
                  <a:gd name="connsiteY4" fmla="*/ 0 h 644909"/>
                  <a:gd name="connsiteX5" fmla="*/ 29656 w 554178"/>
                  <a:gd name="connsiteY5" fmla="*/ 59917 h 644909"/>
                  <a:gd name="connsiteX6" fmla="*/ 4888 w 554178"/>
                  <a:gd name="connsiteY6" fmla="*/ 259342 h 64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4178" h="644909">
                    <a:moveTo>
                      <a:pt x="4888" y="259342"/>
                    </a:moveTo>
                    <a:cubicBezTo>
                      <a:pt x="28323" y="469020"/>
                      <a:pt x="160245" y="644909"/>
                      <a:pt x="271633" y="644909"/>
                    </a:cubicBezTo>
                    <a:cubicBezTo>
                      <a:pt x="377159" y="644909"/>
                      <a:pt x="526651" y="466079"/>
                      <a:pt x="550106" y="259342"/>
                    </a:cubicBezTo>
                    <a:cubicBezTo>
                      <a:pt x="565873" y="120400"/>
                      <a:pt x="537634" y="45701"/>
                      <a:pt x="434245" y="15977"/>
                    </a:cubicBezTo>
                    <a:cubicBezTo>
                      <a:pt x="395867" y="4956"/>
                      <a:pt x="344938" y="0"/>
                      <a:pt x="277497" y="0"/>
                    </a:cubicBezTo>
                    <a:cubicBezTo>
                      <a:pt x="128377" y="0"/>
                      <a:pt x="60425" y="17501"/>
                      <a:pt x="29656" y="59917"/>
                    </a:cubicBezTo>
                    <a:cubicBezTo>
                      <a:pt x="-73" y="100907"/>
                      <a:pt x="-5584" y="165740"/>
                      <a:pt x="4888" y="259342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2" name="Freeform: Shape 1781">
                <a:extLst>
                  <a:ext uri="{FF2B5EF4-FFF2-40B4-BE49-F238E27FC236}">
                    <a16:creationId xmlns:a16="http://schemas.microsoft.com/office/drawing/2014/main" id="{D6B92567-96E4-45ED-75CD-6F94EA3BBF94}"/>
                  </a:ext>
                </a:extLst>
              </p:cNvPr>
              <p:cNvSpPr/>
              <p:nvPr/>
            </p:nvSpPr>
            <p:spPr>
              <a:xfrm rot="16979471">
                <a:off x="1078653" y="5164467"/>
                <a:ext cx="152458" cy="83414"/>
              </a:xfrm>
              <a:custGeom>
                <a:avLst/>
                <a:gdLst>
                  <a:gd name="connsiteX0" fmla="*/ 386938 w 386937"/>
                  <a:gd name="connsiteY0" fmla="*/ 104064 h 208127"/>
                  <a:gd name="connsiteX1" fmla="*/ 193470 w 386937"/>
                  <a:gd name="connsiteY1" fmla="*/ 208128 h 208127"/>
                  <a:gd name="connsiteX2" fmla="*/ 1 w 386937"/>
                  <a:gd name="connsiteY2" fmla="*/ 104064 h 208127"/>
                  <a:gd name="connsiteX3" fmla="*/ 193470 w 386937"/>
                  <a:gd name="connsiteY3" fmla="*/ 0 h 208127"/>
                  <a:gd name="connsiteX4" fmla="*/ 386938 w 386937"/>
                  <a:gd name="connsiteY4" fmla="*/ 104064 h 208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937" h="208127">
                    <a:moveTo>
                      <a:pt x="386938" y="104064"/>
                    </a:moveTo>
                    <a:cubicBezTo>
                      <a:pt x="386938" y="161537"/>
                      <a:pt x="300319" y="208128"/>
                      <a:pt x="193470" y="208128"/>
                    </a:cubicBezTo>
                    <a:cubicBezTo>
                      <a:pt x="86620" y="208128"/>
                      <a:pt x="1" y="161537"/>
                      <a:pt x="1" y="104064"/>
                    </a:cubicBezTo>
                    <a:cubicBezTo>
                      <a:pt x="1" y="46591"/>
                      <a:pt x="86621" y="0"/>
                      <a:pt x="193470" y="0"/>
                    </a:cubicBezTo>
                    <a:cubicBezTo>
                      <a:pt x="300320" y="0"/>
                      <a:pt x="386938" y="46591"/>
                      <a:pt x="386938" y="10406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3" name="Freeform: Shape 1782">
                <a:extLst>
                  <a:ext uri="{FF2B5EF4-FFF2-40B4-BE49-F238E27FC236}">
                    <a16:creationId xmlns:a16="http://schemas.microsoft.com/office/drawing/2014/main" id="{80B86E62-CAA5-AB05-4270-6AB3EC3202C4}"/>
                  </a:ext>
                </a:extLst>
              </p:cNvPr>
              <p:cNvSpPr/>
              <p:nvPr/>
            </p:nvSpPr>
            <p:spPr>
              <a:xfrm rot="20820529">
                <a:off x="891026" y="5129786"/>
                <a:ext cx="83414" cy="152458"/>
              </a:xfrm>
              <a:custGeom>
                <a:avLst/>
                <a:gdLst>
                  <a:gd name="connsiteX0" fmla="*/ 208128 w 208127"/>
                  <a:gd name="connsiteY0" fmla="*/ 193469 h 386937"/>
                  <a:gd name="connsiteX1" fmla="*/ 104064 w 208127"/>
                  <a:gd name="connsiteY1" fmla="*/ 386938 h 386937"/>
                  <a:gd name="connsiteX2" fmla="*/ 0 w 208127"/>
                  <a:gd name="connsiteY2" fmla="*/ 193469 h 386937"/>
                  <a:gd name="connsiteX3" fmla="*/ 104064 w 208127"/>
                  <a:gd name="connsiteY3" fmla="*/ 0 h 386937"/>
                  <a:gd name="connsiteX4" fmla="*/ 208128 w 208127"/>
                  <a:gd name="connsiteY4" fmla="*/ 193469 h 38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127" h="386937">
                    <a:moveTo>
                      <a:pt x="208128" y="193469"/>
                    </a:moveTo>
                    <a:cubicBezTo>
                      <a:pt x="208128" y="300319"/>
                      <a:pt x="161537" y="386938"/>
                      <a:pt x="104064" y="386938"/>
                    </a:cubicBezTo>
                    <a:cubicBezTo>
                      <a:pt x="46591" y="386938"/>
                      <a:pt x="0" y="300319"/>
                      <a:pt x="0" y="193469"/>
                    </a:cubicBezTo>
                    <a:cubicBezTo>
                      <a:pt x="0" y="86619"/>
                      <a:pt x="46591" y="0"/>
                      <a:pt x="104064" y="0"/>
                    </a:cubicBezTo>
                    <a:cubicBezTo>
                      <a:pt x="161537" y="0"/>
                      <a:pt x="208128" y="86619"/>
                      <a:pt x="208128" y="19346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4" name="Freeform: Shape 1783">
                <a:extLst>
                  <a:ext uri="{FF2B5EF4-FFF2-40B4-BE49-F238E27FC236}">
                    <a16:creationId xmlns:a16="http://schemas.microsoft.com/office/drawing/2014/main" id="{339CD01A-3089-34AE-4A89-1D613465EDA8}"/>
                  </a:ext>
                </a:extLst>
              </p:cNvPr>
              <p:cNvSpPr/>
              <p:nvPr/>
            </p:nvSpPr>
            <p:spPr>
              <a:xfrm>
                <a:off x="944444" y="5051346"/>
                <a:ext cx="162153" cy="44375"/>
              </a:xfrm>
              <a:custGeom>
                <a:avLst/>
                <a:gdLst>
                  <a:gd name="connsiteX0" fmla="*/ 0 w 404589"/>
                  <a:gd name="connsiteY0" fmla="*/ 59919 h 112622"/>
                  <a:gd name="connsiteX1" fmla="*/ 6727 w 404589"/>
                  <a:gd name="connsiteY1" fmla="*/ 64198 h 112622"/>
                  <a:gd name="connsiteX2" fmla="*/ 221131 w 404589"/>
                  <a:gd name="connsiteY2" fmla="*/ 110244 h 112622"/>
                  <a:gd name="connsiteX3" fmla="*/ 394823 w 404589"/>
                  <a:gd name="connsiteY3" fmla="*/ 35148 h 112622"/>
                  <a:gd name="connsiteX4" fmla="*/ 404589 w 404589"/>
                  <a:gd name="connsiteY4" fmla="*/ 15977 h 112622"/>
                  <a:gd name="connsiteX5" fmla="*/ 247841 w 404589"/>
                  <a:gd name="connsiteY5" fmla="*/ 0 h 112622"/>
                  <a:gd name="connsiteX6" fmla="*/ 0 w 404589"/>
                  <a:gd name="connsiteY6" fmla="*/ 59919 h 11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589" h="112622">
                    <a:moveTo>
                      <a:pt x="0" y="59919"/>
                    </a:moveTo>
                    <a:cubicBezTo>
                      <a:pt x="2217" y="61413"/>
                      <a:pt x="4472" y="62850"/>
                      <a:pt x="6727" y="64198"/>
                    </a:cubicBezTo>
                    <a:cubicBezTo>
                      <a:pt x="70462" y="102713"/>
                      <a:pt x="147238" y="119186"/>
                      <a:pt x="221131" y="110244"/>
                    </a:cubicBezTo>
                    <a:cubicBezTo>
                      <a:pt x="272550" y="104008"/>
                      <a:pt x="362956" y="80820"/>
                      <a:pt x="394823" y="35148"/>
                    </a:cubicBezTo>
                    <a:cubicBezTo>
                      <a:pt x="399530" y="28377"/>
                      <a:pt x="402727" y="21986"/>
                      <a:pt x="404589" y="15977"/>
                    </a:cubicBezTo>
                    <a:cubicBezTo>
                      <a:pt x="366212" y="4956"/>
                      <a:pt x="315282" y="0"/>
                      <a:pt x="247841" y="0"/>
                    </a:cubicBezTo>
                    <a:cubicBezTo>
                      <a:pt x="98721" y="2"/>
                      <a:pt x="30769" y="17501"/>
                      <a:pt x="0" y="5991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5" name="Freeform: Shape 1784">
                <a:extLst>
                  <a:ext uri="{FF2B5EF4-FFF2-40B4-BE49-F238E27FC236}">
                    <a16:creationId xmlns:a16="http://schemas.microsoft.com/office/drawing/2014/main" id="{12BFB404-6A8B-F5E3-252C-27F26CEE6E7A}"/>
                  </a:ext>
                </a:extLst>
              </p:cNvPr>
              <p:cNvSpPr/>
              <p:nvPr/>
            </p:nvSpPr>
            <p:spPr>
              <a:xfrm>
                <a:off x="1012050" y="5152988"/>
                <a:ext cx="61092" cy="117810"/>
              </a:xfrm>
              <a:custGeom>
                <a:avLst/>
                <a:gdLst>
                  <a:gd name="connsiteX0" fmla="*/ 152430 w 152430"/>
                  <a:gd name="connsiteY0" fmla="*/ 149501 h 299001"/>
                  <a:gd name="connsiteX1" fmla="*/ 76216 w 152430"/>
                  <a:gd name="connsiteY1" fmla="*/ 299001 h 299001"/>
                  <a:gd name="connsiteX2" fmla="*/ 1 w 152430"/>
                  <a:gd name="connsiteY2" fmla="*/ 149501 h 299001"/>
                  <a:gd name="connsiteX3" fmla="*/ 76216 w 152430"/>
                  <a:gd name="connsiteY3" fmla="*/ 0 h 299001"/>
                  <a:gd name="connsiteX4" fmla="*/ 152430 w 152430"/>
                  <a:gd name="connsiteY4" fmla="*/ 149501 h 29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30" h="299001">
                    <a:moveTo>
                      <a:pt x="152430" y="149501"/>
                    </a:moveTo>
                    <a:cubicBezTo>
                      <a:pt x="152430" y="232068"/>
                      <a:pt x="118308" y="299001"/>
                      <a:pt x="76216" y="299001"/>
                    </a:cubicBezTo>
                    <a:cubicBezTo>
                      <a:pt x="34123" y="299001"/>
                      <a:pt x="1" y="232068"/>
                      <a:pt x="1" y="149501"/>
                    </a:cubicBezTo>
                    <a:cubicBezTo>
                      <a:pt x="1" y="66934"/>
                      <a:pt x="34123" y="0"/>
                      <a:pt x="76216" y="0"/>
                    </a:cubicBezTo>
                    <a:cubicBezTo>
                      <a:pt x="118308" y="0"/>
                      <a:pt x="152430" y="66934"/>
                      <a:pt x="152430" y="14950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6" name="Freeform: Shape 1785">
                <a:extLst>
                  <a:ext uri="{FF2B5EF4-FFF2-40B4-BE49-F238E27FC236}">
                    <a16:creationId xmlns:a16="http://schemas.microsoft.com/office/drawing/2014/main" id="{11EFBE16-5788-183E-1888-9C2F132BF497}"/>
                  </a:ext>
                </a:extLst>
              </p:cNvPr>
              <p:cNvSpPr/>
              <p:nvPr/>
            </p:nvSpPr>
            <p:spPr>
              <a:xfrm>
                <a:off x="999084" y="5140813"/>
                <a:ext cx="87029" cy="142159"/>
              </a:xfrm>
              <a:custGeom>
                <a:avLst/>
                <a:gdLst>
                  <a:gd name="connsiteX0" fmla="*/ 0 w 217149"/>
                  <a:gd name="connsiteY0" fmla="*/ 180399 h 360798"/>
                  <a:gd name="connsiteX1" fmla="*/ 108566 w 217149"/>
                  <a:gd name="connsiteY1" fmla="*/ 0 h 360798"/>
                  <a:gd name="connsiteX2" fmla="*/ 217150 w 217149"/>
                  <a:gd name="connsiteY2" fmla="*/ 180399 h 360798"/>
                  <a:gd name="connsiteX3" fmla="*/ 108566 w 217149"/>
                  <a:gd name="connsiteY3" fmla="*/ 360798 h 360798"/>
                  <a:gd name="connsiteX4" fmla="*/ 0 w 217149"/>
                  <a:gd name="connsiteY4" fmla="*/ 180399 h 360798"/>
                  <a:gd name="connsiteX5" fmla="*/ 3177 w 217149"/>
                  <a:gd name="connsiteY5" fmla="*/ 180399 h 360798"/>
                  <a:gd name="connsiteX6" fmla="*/ 108585 w 217149"/>
                  <a:gd name="connsiteY6" fmla="*/ 357621 h 360798"/>
                  <a:gd name="connsiteX7" fmla="*/ 213993 w 217149"/>
                  <a:gd name="connsiteY7" fmla="*/ 180399 h 360798"/>
                  <a:gd name="connsiteX8" fmla="*/ 108585 w 217149"/>
                  <a:gd name="connsiteY8" fmla="*/ 3177 h 360798"/>
                  <a:gd name="connsiteX9" fmla="*/ 3177 w 217149"/>
                  <a:gd name="connsiteY9" fmla="*/ 180399 h 360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149" h="360798">
                    <a:moveTo>
                      <a:pt x="0" y="180399"/>
                    </a:moveTo>
                    <a:cubicBezTo>
                      <a:pt x="0" y="80933"/>
                      <a:pt x="48694" y="0"/>
                      <a:pt x="108566" y="0"/>
                    </a:cubicBezTo>
                    <a:cubicBezTo>
                      <a:pt x="168437" y="0"/>
                      <a:pt x="217150" y="80914"/>
                      <a:pt x="217150" y="180399"/>
                    </a:cubicBezTo>
                    <a:cubicBezTo>
                      <a:pt x="217150" y="279865"/>
                      <a:pt x="168437" y="360798"/>
                      <a:pt x="108566" y="360798"/>
                    </a:cubicBezTo>
                    <a:cubicBezTo>
                      <a:pt x="48694" y="360798"/>
                      <a:pt x="0" y="279865"/>
                      <a:pt x="0" y="180399"/>
                    </a:cubicBezTo>
                    <a:close/>
                    <a:moveTo>
                      <a:pt x="3177" y="180399"/>
                    </a:moveTo>
                    <a:cubicBezTo>
                      <a:pt x="3177" y="278119"/>
                      <a:pt x="50458" y="357621"/>
                      <a:pt x="108585" y="357621"/>
                    </a:cubicBezTo>
                    <a:cubicBezTo>
                      <a:pt x="166691" y="357621"/>
                      <a:pt x="213993" y="278119"/>
                      <a:pt x="213993" y="180399"/>
                    </a:cubicBezTo>
                    <a:cubicBezTo>
                      <a:pt x="213993" y="82679"/>
                      <a:pt x="166691" y="3177"/>
                      <a:pt x="108585" y="3177"/>
                    </a:cubicBezTo>
                    <a:cubicBezTo>
                      <a:pt x="50458" y="3177"/>
                      <a:pt x="3177" y="82679"/>
                      <a:pt x="3177" y="18039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7" name="Freeform: Shape 1786">
                <a:extLst>
                  <a:ext uri="{FF2B5EF4-FFF2-40B4-BE49-F238E27FC236}">
                    <a16:creationId xmlns:a16="http://schemas.microsoft.com/office/drawing/2014/main" id="{A602B76E-0A5A-EB60-8417-8EDD3BA771B7}"/>
                  </a:ext>
                </a:extLst>
              </p:cNvPr>
              <p:cNvSpPr/>
              <p:nvPr/>
            </p:nvSpPr>
            <p:spPr>
              <a:xfrm>
                <a:off x="926292" y="4823813"/>
                <a:ext cx="232198" cy="247169"/>
              </a:xfrm>
              <a:custGeom>
                <a:avLst/>
                <a:gdLst>
                  <a:gd name="connsiteX0" fmla="*/ 579360 w 579360"/>
                  <a:gd name="connsiteY0" fmla="*/ 313656 h 627312"/>
                  <a:gd name="connsiteX1" fmla="*/ 289680 w 579360"/>
                  <a:gd name="connsiteY1" fmla="*/ 627312 h 627312"/>
                  <a:gd name="connsiteX2" fmla="*/ 0 w 579360"/>
                  <a:gd name="connsiteY2" fmla="*/ 313656 h 627312"/>
                  <a:gd name="connsiteX3" fmla="*/ 289680 w 579360"/>
                  <a:gd name="connsiteY3" fmla="*/ 0 h 627312"/>
                  <a:gd name="connsiteX4" fmla="*/ 579360 w 579360"/>
                  <a:gd name="connsiteY4" fmla="*/ 313656 h 62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360" h="627312">
                    <a:moveTo>
                      <a:pt x="579360" y="313656"/>
                    </a:moveTo>
                    <a:cubicBezTo>
                      <a:pt x="579360" y="486884"/>
                      <a:pt x="449666" y="627312"/>
                      <a:pt x="289680" y="627312"/>
                    </a:cubicBezTo>
                    <a:cubicBezTo>
                      <a:pt x="129694" y="627312"/>
                      <a:pt x="0" y="486884"/>
                      <a:pt x="0" y="313656"/>
                    </a:cubicBezTo>
                    <a:cubicBezTo>
                      <a:pt x="0" y="140429"/>
                      <a:pt x="129694" y="0"/>
                      <a:pt x="289680" y="0"/>
                    </a:cubicBezTo>
                    <a:cubicBezTo>
                      <a:pt x="449666" y="0"/>
                      <a:pt x="579360" y="140429"/>
                      <a:pt x="579360" y="3136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8" name="Freeform: Shape 1787">
                <a:extLst>
                  <a:ext uri="{FF2B5EF4-FFF2-40B4-BE49-F238E27FC236}">
                    <a16:creationId xmlns:a16="http://schemas.microsoft.com/office/drawing/2014/main" id="{733E5FD7-EF02-1215-774B-F1ECF5D0C2E6}"/>
                  </a:ext>
                </a:extLst>
              </p:cNvPr>
              <p:cNvSpPr/>
              <p:nvPr/>
            </p:nvSpPr>
            <p:spPr>
              <a:xfrm>
                <a:off x="932684" y="4837672"/>
                <a:ext cx="230844" cy="233311"/>
              </a:xfrm>
              <a:custGeom>
                <a:avLst/>
                <a:gdLst>
                  <a:gd name="connsiteX0" fmla="*/ 575979 w 575979"/>
                  <a:gd name="connsiteY0" fmla="*/ 296069 h 592138"/>
                  <a:gd name="connsiteX1" fmla="*/ 287990 w 575979"/>
                  <a:gd name="connsiteY1" fmla="*/ 592139 h 592138"/>
                  <a:gd name="connsiteX2" fmla="*/ 0 w 575979"/>
                  <a:gd name="connsiteY2" fmla="*/ 296069 h 592138"/>
                  <a:gd name="connsiteX3" fmla="*/ 287990 w 575979"/>
                  <a:gd name="connsiteY3" fmla="*/ 0 h 592138"/>
                  <a:gd name="connsiteX4" fmla="*/ 575979 w 575979"/>
                  <a:gd name="connsiteY4" fmla="*/ 296069 h 592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979" h="592138">
                    <a:moveTo>
                      <a:pt x="575979" y="296069"/>
                    </a:moveTo>
                    <a:cubicBezTo>
                      <a:pt x="575979" y="459584"/>
                      <a:pt x="447042" y="592139"/>
                      <a:pt x="287990" y="592139"/>
                    </a:cubicBezTo>
                    <a:cubicBezTo>
                      <a:pt x="128938" y="592139"/>
                      <a:pt x="0" y="459584"/>
                      <a:pt x="0" y="296069"/>
                    </a:cubicBezTo>
                    <a:cubicBezTo>
                      <a:pt x="0" y="132555"/>
                      <a:pt x="128938" y="0"/>
                      <a:pt x="287990" y="0"/>
                    </a:cubicBezTo>
                    <a:cubicBezTo>
                      <a:pt x="447042" y="0"/>
                      <a:pt x="575979" y="132555"/>
                      <a:pt x="575979" y="2960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9" name="Freeform: Shape 1788">
                <a:extLst>
                  <a:ext uri="{FF2B5EF4-FFF2-40B4-BE49-F238E27FC236}">
                    <a16:creationId xmlns:a16="http://schemas.microsoft.com/office/drawing/2014/main" id="{F81DCFF6-332B-DCAA-8D51-1F41C621E3A0}"/>
                  </a:ext>
                </a:extLst>
              </p:cNvPr>
              <p:cNvSpPr/>
              <p:nvPr/>
            </p:nvSpPr>
            <p:spPr>
              <a:xfrm>
                <a:off x="1139608" y="4919677"/>
                <a:ext cx="38764" cy="65835"/>
              </a:xfrm>
              <a:custGeom>
                <a:avLst/>
                <a:gdLst>
                  <a:gd name="connsiteX0" fmla="*/ 0 w 96720"/>
                  <a:gd name="connsiteY0" fmla="*/ 18877 h 167087"/>
                  <a:gd name="connsiteX1" fmla="*/ 0 w 96720"/>
                  <a:gd name="connsiteY1" fmla="*/ 148210 h 167087"/>
                  <a:gd name="connsiteX2" fmla="*/ 18866 w 96720"/>
                  <a:gd name="connsiteY2" fmla="*/ 167088 h 167087"/>
                  <a:gd name="connsiteX3" fmla="*/ 77855 w 96720"/>
                  <a:gd name="connsiteY3" fmla="*/ 167088 h 167087"/>
                  <a:gd name="connsiteX4" fmla="*/ 96485 w 96720"/>
                  <a:gd name="connsiteY4" fmla="*/ 151054 h 167087"/>
                  <a:gd name="connsiteX5" fmla="*/ 96721 w 96720"/>
                  <a:gd name="connsiteY5" fmla="*/ 148210 h 167087"/>
                  <a:gd name="connsiteX6" fmla="*/ 96721 w 96720"/>
                  <a:gd name="connsiteY6" fmla="*/ 18877 h 167087"/>
                  <a:gd name="connsiteX7" fmla="*/ 96485 w 96720"/>
                  <a:gd name="connsiteY7" fmla="*/ 16034 h 167087"/>
                  <a:gd name="connsiteX8" fmla="*/ 77855 w 96720"/>
                  <a:gd name="connsiteY8" fmla="*/ 0 h 167087"/>
                  <a:gd name="connsiteX9" fmla="*/ 18866 w 96720"/>
                  <a:gd name="connsiteY9" fmla="*/ 0 h 167087"/>
                  <a:gd name="connsiteX10" fmla="*/ 0 w 96720"/>
                  <a:gd name="connsiteY10" fmla="*/ 18877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720" h="167087">
                    <a:moveTo>
                      <a:pt x="0" y="18877"/>
                    </a:moveTo>
                    <a:lnTo>
                      <a:pt x="0" y="148210"/>
                    </a:lnTo>
                    <a:cubicBezTo>
                      <a:pt x="0" y="158645"/>
                      <a:pt x="8433" y="167088"/>
                      <a:pt x="18866" y="167088"/>
                    </a:cubicBezTo>
                    <a:lnTo>
                      <a:pt x="77855" y="167088"/>
                    </a:lnTo>
                    <a:cubicBezTo>
                      <a:pt x="87307" y="167088"/>
                      <a:pt x="95151" y="160139"/>
                      <a:pt x="96485" y="151054"/>
                    </a:cubicBezTo>
                    <a:cubicBezTo>
                      <a:pt x="96661" y="150116"/>
                      <a:pt x="96721" y="149177"/>
                      <a:pt x="96721" y="148210"/>
                    </a:cubicBezTo>
                    <a:lnTo>
                      <a:pt x="96721" y="18877"/>
                    </a:lnTo>
                    <a:cubicBezTo>
                      <a:pt x="96721" y="17910"/>
                      <a:pt x="96661" y="16971"/>
                      <a:pt x="96485" y="16034"/>
                    </a:cubicBezTo>
                    <a:cubicBezTo>
                      <a:pt x="95151" y="6946"/>
                      <a:pt x="87307" y="0"/>
                      <a:pt x="77855" y="0"/>
                    </a:cubicBezTo>
                    <a:lnTo>
                      <a:pt x="18866" y="0"/>
                    </a:lnTo>
                    <a:cubicBezTo>
                      <a:pt x="8433" y="0"/>
                      <a:pt x="0" y="8442"/>
                      <a:pt x="0" y="1887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0" name="Freeform: Shape 1789">
                <a:extLst>
                  <a:ext uri="{FF2B5EF4-FFF2-40B4-BE49-F238E27FC236}">
                    <a16:creationId xmlns:a16="http://schemas.microsoft.com/office/drawing/2014/main" id="{40D1883F-0D1C-CD89-BA9B-A575013E8E2E}"/>
                  </a:ext>
                </a:extLst>
              </p:cNvPr>
              <p:cNvSpPr/>
              <p:nvPr/>
            </p:nvSpPr>
            <p:spPr>
              <a:xfrm>
                <a:off x="898410" y="4919678"/>
                <a:ext cx="49704" cy="65835"/>
              </a:xfrm>
              <a:custGeom>
                <a:avLst/>
                <a:gdLst>
                  <a:gd name="connsiteX0" fmla="*/ 0 w 124018"/>
                  <a:gd name="connsiteY0" fmla="*/ 117156 h 167087"/>
                  <a:gd name="connsiteX1" fmla="*/ 49929 w 124018"/>
                  <a:gd name="connsiteY1" fmla="*/ 167087 h 167087"/>
                  <a:gd name="connsiteX2" fmla="*/ 99819 w 124018"/>
                  <a:gd name="connsiteY2" fmla="*/ 167087 h 167087"/>
                  <a:gd name="connsiteX3" fmla="*/ 124019 w 124018"/>
                  <a:gd name="connsiteY3" fmla="*/ 148210 h 167087"/>
                  <a:gd name="connsiteX4" fmla="*/ 124019 w 124018"/>
                  <a:gd name="connsiteY4" fmla="*/ 18877 h 167087"/>
                  <a:gd name="connsiteX5" fmla="*/ 99819 w 124018"/>
                  <a:gd name="connsiteY5" fmla="*/ 0 h 167087"/>
                  <a:gd name="connsiteX6" fmla="*/ 49596 w 124018"/>
                  <a:gd name="connsiteY6" fmla="*/ 337 h 167087"/>
                  <a:gd name="connsiteX7" fmla="*/ 0 w 124018"/>
                  <a:gd name="connsiteY7" fmla="*/ 50266 h 167087"/>
                  <a:gd name="connsiteX8" fmla="*/ 0 w 124018"/>
                  <a:gd name="connsiteY8" fmla="*/ 117156 h 16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018" h="167087">
                    <a:moveTo>
                      <a:pt x="0" y="117156"/>
                    </a:moveTo>
                    <a:cubicBezTo>
                      <a:pt x="0" y="144733"/>
                      <a:pt x="22356" y="167087"/>
                      <a:pt x="49929" y="167087"/>
                    </a:cubicBezTo>
                    <a:lnTo>
                      <a:pt x="99819" y="167087"/>
                    </a:lnTo>
                    <a:cubicBezTo>
                      <a:pt x="113194" y="167087"/>
                      <a:pt x="124019" y="158645"/>
                      <a:pt x="124019" y="148210"/>
                    </a:cubicBezTo>
                    <a:lnTo>
                      <a:pt x="124019" y="18877"/>
                    </a:lnTo>
                    <a:cubicBezTo>
                      <a:pt x="124019" y="8442"/>
                      <a:pt x="113194" y="0"/>
                      <a:pt x="99819" y="0"/>
                    </a:cubicBezTo>
                    <a:lnTo>
                      <a:pt x="49596" y="337"/>
                    </a:lnTo>
                    <a:cubicBezTo>
                      <a:pt x="22160" y="522"/>
                      <a:pt x="0" y="22821"/>
                      <a:pt x="0" y="50266"/>
                    </a:cubicBezTo>
                    <a:lnTo>
                      <a:pt x="0" y="117156"/>
                    </a:ln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1" name="Freeform: Shape 1790">
                <a:extLst>
                  <a:ext uri="{FF2B5EF4-FFF2-40B4-BE49-F238E27FC236}">
                    <a16:creationId xmlns:a16="http://schemas.microsoft.com/office/drawing/2014/main" id="{D7696670-B887-F350-C1CE-A6371C500AB0}"/>
                  </a:ext>
                </a:extLst>
              </p:cNvPr>
              <p:cNvSpPr/>
              <p:nvPr/>
            </p:nvSpPr>
            <p:spPr>
              <a:xfrm>
                <a:off x="976826" y="4891957"/>
                <a:ext cx="157429" cy="133980"/>
              </a:xfrm>
              <a:custGeom>
                <a:avLst/>
                <a:gdLst>
                  <a:gd name="connsiteX0" fmla="*/ 392803 w 392803"/>
                  <a:gd name="connsiteY0" fmla="*/ 170019 h 340038"/>
                  <a:gd name="connsiteX1" fmla="*/ 196401 w 392803"/>
                  <a:gd name="connsiteY1" fmla="*/ 340039 h 340038"/>
                  <a:gd name="connsiteX2" fmla="*/ 0 w 392803"/>
                  <a:gd name="connsiteY2" fmla="*/ 170019 h 340038"/>
                  <a:gd name="connsiteX3" fmla="*/ 196401 w 392803"/>
                  <a:gd name="connsiteY3" fmla="*/ 0 h 340038"/>
                  <a:gd name="connsiteX4" fmla="*/ 392803 w 392803"/>
                  <a:gd name="connsiteY4" fmla="*/ 170019 h 340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803" h="340038">
                    <a:moveTo>
                      <a:pt x="392803" y="170019"/>
                    </a:moveTo>
                    <a:cubicBezTo>
                      <a:pt x="392803" y="263918"/>
                      <a:pt x="304871" y="340039"/>
                      <a:pt x="196401" y="340039"/>
                    </a:cubicBezTo>
                    <a:cubicBezTo>
                      <a:pt x="87931" y="340039"/>
                      <a:pt x="0" y="263918"/>
                      <a:pt x="0" y="170019"/>
                    </a:cubicBezTo>
                    <a:cubicBezTo>
                      <a:pt x="0" y="76120"/>
                      <a:pt x="87932" y="0"/>
                      <a:pt x="196401" y="0"/>
                    </a:cubicBezTo>
                    <a:cubicBezTo>
                      <a:pt x="304871" y="0"/>
                      <a:pt x="392803" y="76120"/>
                      <a:pt x="392803" y="1700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2" name="Freeform: Shape 1791">
                <a:extLst>
                  <a:ext uri="{FF2B5EF4-FFF2-40B4-BE49-F238E27FC236}">
                    <a16:creationId xmlns:a16="http://schemas.microsoft.com/office/drawing/2014/main" id="{9FAD5938-9D6F-5478-5360-033ADCC0D98E}"/>
                  </a:ext>
                </a:extLst>
              </p:cNvPr>
              <p:cNvSpPr/>
              <p:nvPr/>
            </p:nvSpPr>
            <p:spPr>
              <a:xfrm>
                <a:off x="986328" y="4900043"/>
                <a:ext cx="138417" cy="117809"/>
              </a:xfrm>
              <a:custGeom>
                <a:avLst/>
                <a:gdLst>
                  <a:gd name="connsiteX0" fmla="*/ 0 w 345365"/>
                  <a:gd name="connsiteY0" fmla="*/ 149499 h 298999"/>
                  <a:gd name="connsiteX1" fmla="*/ 26181 w 345365"/>
                  <a:gd name="connsiteY1" fmla="*/ 228646 h 298999"/>
                  <a:gd name="connsiteX2" fmla="*/ 172692 w 345365"/>
                  <a:gd name="connsiteY2" fmla="*/ 298999 h 298999"/>
                  <a:gd name="connsiteX3" fmla="*/ 319185 w 345365"/>
                  <a:gd name="connsiteY3" fmla="*/ 228646 h 298999"/>
                  <a:gd name="connsiteX4" fmla="*/ 345366 w 345365"/>
                  <a:gd name="connsiteY4" fmla="*/ 149499 h 298999"/>
                  <a:gd name="connsiteX5" fmla="*/ 312340 w 345365"/>
                  <a:gd name="connsiteY5" fmla="*/ 61558 h 298999"/>
                  <a:gd name="connsiteX6" fmla="*/ 172692 w 345365"/>
                  <a:gd name="connsiteY6" fmla="*/ 0 h 298999"/>
                  <a:gd name="connsiteX7" fmla="*/ 33044 w 345365"/>
                  <a:gd name="connsiteY7" fmla="*/ 61558 h 298999"/>
                  <a:gd name="connsiteX8" fmla="*/ 0 w 345365"/>
                  <a:gd name="connsiteY8" fmla="*/ 149499 h 298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5365" h="298999">
                    <a:moveTo>
                      <a:pt x="0" y="149499"/>
                    </a:moveTo>
                    <a:cubicBezTo>
                      <a:pt x="0" y="178548"/>
                      <a:pt x="9590" y="205693"/>
                      <a:pt x="26181" y="228646"/>
                    </a:cubicBezTo>
                    <a:cubicBezTo>
                      <a:pt x="56656" y="270887"/>
                      <a:pt x="110860" y="298999"/>
                      <a:pt x="172692" y="298999"/>
                    </a:cubicBezTo>
                    <a:cubicBezTo>
                      <a:pt x="234505" y="298999"/>
                      <a:pt x="288710" y="270887"/>
                      <a:pt x="319185" y="228646"/>
                    </a:cubicBezTo>
                    <a:cubicBezTo>
                      <a:pt x="335776" y="205693"/>
                      <a:pt x="345366" y="178548"/>
                      <a:pt x="345366" y="149499"/>
                    </a:cubicBezTo>
                    <a:cubicBezTo>
                      <a:pt x="345366" y="116637"/>
                      <a:pt x="333128" y="86211"/>
                      <a:pt x="312340" y="61558"/>
                    </a:cubicBezTo>
                    <a:cubicBezTo>
                      <a:pt x="280944" y="24241"/>
                      <a:pt x="230113" y="0"/>
                      <a:pt x="172692" y="0"/>
                    </a:cubicBezTo>
                    <a:cubicBezTo>
                      <a:pt x="115252" y="0"/>
                      <a:pt x="64421" y="24243"/>
                      <a:pt x="33044" y="61558"/>
                    </a:cubicBezTo>
                    <a:cubicBezTo>
                      <a:pt x="12257" y="86211"/>
                      <a:pt x="0" y="116639"/>
                      <a:pt x="0" y="14949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3" name="Freeform: Shape 1792">
                <a:extLst>
                  <a:ext uri="{FF2B5EF4-FFF2-40B4-BE49-F238E27FC236}">
                    <a16:creationId xmlns:a16="http://schemas.microsoft.com/office/drawing/2014/main" id="{8AD731C0-B2D7-8CE8-35B1-BAF7C90C42A9}"/>
                  </a:ext>
                </a:extLst>
              </p:cNvPr>
              <p:cNvSpPr/>
              <p:nvPr/>
            </p:nvSpPr>
            <p:spPr>
              <a:xfrm>
                <a:off x="1092298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7 w 64491"/>
                  <a:gd name="connsiteY1" fmla="*/ 89296 h 89295"/>
                  <a:gd name="connsiteX2" fmla="*/ 1 w 64491"/>
                  <a:gd name="connsiteY2" fmla="*/ 44648 h 89295"/>
                  <a:gd name="connsiteX3" fmla="*/ 32247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7" y="89296"/>
                    </a:cubicBezTo>
                    <a:cubicBezTo>
                      <a:pt x="14438" y="89296"/>
                      <a:pt x="1" y="69306"/>
                      <a:pt x="1" y="44648"/>
                    </a:cubicBezTo>
                    <a:cubicBezTo>
                      <a:pt x="1" y="19990"/>
                      <a:pt x="14438" y="0"/>
                      <a:pt x="32247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4" name="Freeform: Shape 1793">
                <a:extLst>
                  <a:ext uri="{FF2B5EF4-FFF2-40B4-BE49-F238E27FC236}">
                    <a16:creationId xmlns:a16="http://schemas.microsoft.com/office/drawing/2014/main" id="{E24FC431-2E3C-5294-DE6A-C4B538820B89}"/>
                  </a:ext>
                </a:extLst>
              </p:cNvPr>
              <p:cNvSpPr/>
              <p:nvPr/>
            </p:nvSpPr>
            <p:spPr>
              <a:xfrm>
                <a:off x="1005362" y="4950329"/>
                <a:ext cx="25847" cy="35184"/>
              </a:xfrm>
              <a:custGeom>
                <a:avLst/>
                <a:gdLst>
                  <a:gd name="connsiteX0" fmla="*/ 64492 w 64491"/>
                  <a:gd name="connsiteY0" fmla="*/ 44648 h 89295"/>
                  <a:gd name="connsiteX1" fmla="*/ 32246 w 64491"/>
                  <a:gd name="connsiteY1" fmla="*/ 89296 h 89295"/>
                  <a:gd name="connsiteX2" fmla="*/ 0 w 64491"/>
                  <a:gd name="connsiteY2" fmla="*/ 44648 h 89295"/>
                  <a:gd name="connsiteX3" fmla="*/ 32246 w 64491"/>
                  <a:gd name="connsiteY3" fmla="*/ 0 h 89295"/>
                  <a:gd name="connsiteX4" fmla="*/ 64492 w 64491"/>
                  <a:gd name="connsiteY4" fmla="*/ 44648 h 8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91" h="89295">
                    <a:moveTo>
                      <a:pt x="64492" y="44648"/>
                    </a:moveTo>
                    <a:cubicBezTo>
                      <a:pt x="64492" y="69306"/>
                      <a:pt x="50055" y="89296"/>
                      <a:pt x="32246" y="89296"/>
                    </a:cubicBezTo>
                    <a:cubicBezTo>
                      <a:pt x="14437" y="89296"/>
                      <a:pt x="0" y="69306"/>
                      <a:pt x="0" y="44648"/>
                    </a:cubicBezTo>
                    <a:cubicBezTo>
                      <a:pt x="0" y="19990"/>
                      <a:pt x="14437" y="0"/>
                      <a:pt x="32246" y="0"/>
                    </a:cubicBezTo>
                    <a:cubicBezTo>
                      <a:pt x="50055" y="0"/>
                      <a:pt x="64492" y="19989"/>
                      <a:pt x="64492" y="44648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5" name="Freeform: Shape 1794">
                <a:extLst>
                  <a:ext uri="{FF2B5EF4-FFF2-40B4-BE49-F238E27FC236}">
                    <a16:creationId xmlns:a16="http://schemas.microsoft.com/office/drawing/2014/main" id="{27284937-85E7-A13E-955A-8CE73620C2E7}"/>
                  </a:ext>
                </a:extLst>
              </p:cNvPr>
              <p:cNvSpPr/>
              <p:nvPr/>
            </p:nvSpPr>
            <p:spPr>
              <a:xfrm>
                <a:off x="999565" y="4900043"/>
                <a:ext cx="111945" cy="24255"/>
              </a:xfrm>
              <a:custGeom>
                <a:avLst/>
                <a:gdLst>
                  <a:gd name="connsiteX0" fmla="*/ 0 w 279315"/>
                  <a:gd name="connsiteY0" fmla="*/ 61558 h 61558"/>
                  <a:gd name="connsiteX1" fmla="*/ 279315 w 279315"/>
                  <a:gd name="connsiteY1" fmla="*/ 61558 h 61558"/>
                  <a:gd name="connsiteX2" fmla="*/ 139667 w 279315"/>
                  <a:gd name="connsiteY2" fmla="*/ 0 h 61558"/>
                  <a:gd name="connsiteX3" fmla="*/ 0 w 279315"/>
                  <a:gd name="connsiteY3" fmla="*/ 61558 h 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9315" h="61558">
                    <a:moveTo>
                      <a:pt x="0" y="61558"/>
                    </a:moveTo>
                    <a:lnTo>
                      <a:pt x="279315" y="61558"/>
                    </a:lnTo>
                    <a:cubicBezTo>
                      <a:pt x="247919" y="24241"/>
                      <a:pt x="197088" y="0"/>
                      <a:pt x="139667" y="0"/>
                    </a:cubicBezTo>
                    <a:cubicBezTo>
                      <a:pt x="82227" y="0"/>
                      <a:pt x="31396" y="24241"/>
                      <a:pt x="0" y="615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6" name="Freeform: Shape 1795">
                <a:extLst>
                  <a:ext uri="{FF2B5EF4-FFF2-40B4-BE49-F238E27FC236}">
                    <a16:creationId xmlns:a16="http://schemas.microsoft.com/office/drawing/2014/main" id="{844E6CDC-FABC-A068-A87D-3B3A6B8A429A}"/>
                  </a:ext>
                </a:extLst>
              </p:cNvPr>
              <p:cNvSpPr/>
              <p:nvPr/>
            </p:nvSpPr>
            <p:spPr>
              <a:xfrm>
                <a:off x="996821" y="4990132"/>
                <a:ext cx="117432" cy="18480"/>
              </a:xfrm>
              <a:custGeom>
                <a:avLst/>
                <a:gdLst>
                  <a:gd name="connsiteX0" fmla="*/ 0 w 293004"/>
                  <a:gd name="connsiteY0" fmla="*/ 0 h 46901"/>
                  <a:gd name="connsiteX1" fmla="*/ 146512 w 293004"/>
                  <a:gd name="connsiteY1" fmla="*/ 46901 h 46901"/>
                  <a:gd name="connsiteX2" fmla="*/ 293004 w 293004"/>
                  <a:gd name="connsiteY2" fmla="*/ 0 h 46901"/>
                  <a:gd name="connsiteX3" fmla="*/ 0 w 293004"/>
                  <a:gd name="connsiteY3" fmla="*/ 0 h 46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004" h="46901">
                    <a:moveTo>
                      <a:pt x="0" y="0"/>
                    </a:moveTo>
                    <a:cubicBezTo>
                      <a:pt x="30475" y="28161"/>
                      <a:pt x="84680" y="46901"/>
                      <a:pt x="146512" y="46901"/>
                    </a:cubicBezTo>
                    <a:cubicBezTo>
                      <a:pt x="208325" y="46901"/>
                      <a:pt x="262529" y="28159"/>
                      <a:pt x="29300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7" name="Freeform: Shape 1796">
                <a:extLst>
                  <a:ext uri="{FF2B5EF4-FFF2-40B4-BE49-F238E27FC236}">
                    <a16:creationId xmlns:a16="http://schemas.microsoft.com/office/drawing/2014/main" id="{A45BE079-0F2E-E327-8ABF-5F570226420F}"/>
                  </a:ext>
                </a:extLst>
              </p:cNvPr>
              <p:cNvSpPr/>
              <p:nvPr/>
            </p:nvSpPr>
            <p:spPr>
              <a:xfrm>
                <a:off x="844006" y="5040520"/>
                <a:ext cx="64904" cy="88277"/>
              </a:xfrm>
              <a:custGeom>
                <a:avLst/>
                <a:gdLst>
                  <a:gd name="connsiteX0" fmla="*/ 153550 w 161942"/>
                  <a:gd name="connsiteY0" fmla="*/ 224047 h 224046"/>
                  <a:gd name="connsiteX1" fmla="*/ 665 w 161942"/>
                  <a:gd name="connsiteY1" fmla="*/ 0 h 224046"/>
                  <a:gd name="connsiteX2" fmla="*/ 29884 w 161942"/>
                  <a:gd name="connsiteY2" fmla="*/ 2426 h 224046"/>
                  <a:gd name="connsiteX3" fmla="*/ 161943 w 161942"/>
                  <a:gd name="connsiteY3" fmla="*/ 195964 h 224046"/>
                  <a:gd name="connsiteX4" fmla="*/ 153550 w 161942"/>
                  <a:gd name="connsiteY4" fmla="*/ 224047 h 22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42" h="224046">
                    <a:moveTo>
                      <a:pt x="153550" y="224047"/>
                    </a:moveTo>
                    <a:cubicBezTo>
                      <a:pt x="59712" y="196023"/>
                      <a:pt x="-7455" y="97605"/>
                      <a:pt x="665" y="0"/>
                    </a:cubicBezTo>
                    <a:lnTo>
                      <a:pt x="29884" y="2426"/>
                    </a:lnTo>
                    <a:cubicBezTo>
                      <a:pt x="22864" y="86738"/>
                      <a:pt x="80872" y="171745"/>
                      <a:pt x="161943" y="195964"/>
                    </a:cubicBezTo>
                    <a:lnTo>
                      <a:pt x="153550" y="224047"/>
                    </a:ln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8" name="Freeform: Shape 1797">
                <a:extLst>
                  <a:ext uri="{FF2B5EF4-FFF2-40B4-BE49-F238E27FC236}">
                    <a16:creationId xmlns:a16="http://schemas.microsoft.com/office/drawing/2014/main" id="{05DCF2E7-B01A-E3A5-ED65-3C065F08A646}"/>
                  </a:ext>
                </a:extLst>
              </p:cNvPr>
              <p:cNvSpPr/>
              <p:nvPr/>
            </p:nvSpPr>
            <p:spPr>
              <a:xfrm>
                <a:off x="882820" y="5091775"/>
                <a:ext cx="65792" cy="72763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9" name="Freeform: Shape 1798">
                <a:extLst>
                  <a:ext uri="{FF2B5EF4-FFF2-40B4-BE49-F238E27FC236}">
                    <a16:creationId xmlns:a16="http://schemas.microsoft.com/office/drawing/2014/main" id="{822A385F-0339-C927-7BD3-3EB0586168CE}"/>
                  </a:ext>
                </a:extLst>
              </p:cNvPr>
              <p:cNvSpPr/>
              <p:nvPr/>
            </p:nvSpPr>
            <p:spPr>
              <a:xfrm>
                <a:off x="822900" y="4986667"/>
                <a:ext cx="52867" cy="75074"/>
              </a:xfrm>
              <a:custGeom>
                <a:avLst/>
                <a:gdLst>
                  <a:gd name="connsiteX0" fmla="*/ 131910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10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10" y="95269"/>
                    </a:moveTo>
                    <a:cubicBezTo>
                      <a:pt x="131910" y="147885"/>
                      <a:pt x="102380" y="190538"/>
                      <a:pt x="65955" y="190538"/>
                    </a:cubicBezTo>
                    <a:cubicBezTo>
                      <a:pt x="29530" y="190538"/>
                      <a:pt x="0" y="147885"/>
                      <a:pt x="0" y="95269"/>
                    </a:cubicBezTo>
                    <a:cubicBezTo>
                      <a:pt x="0" y="42653"/>
                      <a:pt x="29530" y="0"/>
                      <a:pt x="65955" y="0"/>
                    </a:cubicBezTo>
                    <a:cubicBezTo>
                      <a:pt x="102380" y="0"/>
                      <a:pt x="131910" y="42653"/>
                      <a:pt x="131910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0" name="Freeform: Shape 1799">
                <a:extLst>
                  <a:ext uri="{FF2B5EF4-FFF2-40B4-BE49-F238E27FC236}">
                    <a16:creationId xmlns:a16="http://schemas.microsoft.com/office/drawing/2014/main" id="{AA62E094-5CCB-31B6-F64D-D278CF29179D}"/>
                  </a:ext>
                </a:extLst>
              </p:cNvPr>
              <p:cNvSpPr/>
              <p:nvPr/>
            </p:nvSpPr>
            <p:spPr>
              <a:xfrm>
                <a:off x="1177908" y="5132430"/>
                <a:ext cx="43178" cy="94113"/>
              </a:xfrm>
              <a:custGeom>
                <a:avLst/>
                <a:gdLst>
                  <a:gd name="connsiteX0" fmla="*/ 104545 w 107735"/>
                  <a:gd name="connsiteY0" fmla="*/ 238859 h 238858"/>
                  <a:gd name="connsiteX1" fmla="*/ 75600 w 107735"/>
                  <a:gd name="connsiteY1" fmla="*/ 234152 h 238858"/>
                  <a:gd name="connsiteX2" fmla="*/ 0 w 107735"/>
                  <a:gd name="connsiteY2" fmla="*/ 21945 h 238858"/>
                  <a:gd name="connsiteX3" fmla="*/ 19454 w 107735"/>
                  <a:gd name="connsiteY3" fmla="*/ 0 h 238858"/>
                  <a:gd name="connsiteX4" fmla="*/ 104545 w 107735"/>
                  <a:gd name="connsiteY4" fmla="*/ 238859 h 2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735" h="238858">
                    <a:moveTo>
                      <a:pt x="104545" y="238859"/>
                    </a:moveTo>
                    <a:lnTo>
                      <a:pt x="75600" y="234152"/>
                    </a:lnTo>
                    <a:cubicBezTo>
                      <a:pt x="88151" y="157063"/>
                      <a:pt x="58460" y="73756"/>
                      <a:pt x="0" y="21945"/>
                    </a:cubicBezTo>
                    <a:lnTo>
                      <a:pt x="19454" y="0"/>
                    </a:lnTo>
                    <a:cubicBezTo>
                      <a:pt x="85248" y="58323"/>
                      <a:pt x="118645" y="152081"/>
                      <a:pt x="104545" y="23885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1" name="Freeform: Shape 1800">
                <a:extLst>
                  <a:ext uri="{FF2B5EF4-FFF2-40B4-BE49-F238E27FC236}">
                    <a16:creationId xmlns:a16="http://schemas.microsoft.com/office/drawing/2014/main" id="{580F1858-FE1A-7D69-280D-A6D3F37A9A60}"/>
                  </a:ext>
                </a:extLst>
              </p:cNvPr>
              <p:cNvSpPr/>
              <p:nvPr/>
            </p:nvSpPr>
            <p:spPr>
              <a:xfrm>
                <a:off x="1136586" y="5091775"/>
                <a:ext cx="65791" cy="72764"/>
              </a:xfrm>
              <a:custGeom>
                <a:avLst/>
                <a:gdLst>
                  <a:gd name="connsiteX0" fmla="*/ 164158 w 164157"/>
                  <a:gd name="connsiteY0" fmla="*/ 92337 h 184674"/>
                  <a:gd name="connsiteX1" fmla="*/ 82079 w 164157"/>
                  <a:gd name="connsiteY1" fmla="*/ 184674 h 184674"/>
                  <a:gd name="connsiteX2" fmla="*/ 0 w 164157"/>
                  <a:gd name="connsiteY2" fmla="*/ 92337 h 184674"/>
                  <a:gd name="connsiteX3" fmla="*/ 82079 w 164157"/>
                  <a:gd name="connsiteY3" fmla="*/ 0 h 184674"/>
                  <a:gd name="connsiteX4" fmla="*/ 164158 w 164157"/>
                  <a:gd name="connsiteY4" fmla="*/ 92337 h 18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7" h="184674">
                    <a:moveTo>
                      <a:pt x="164158" y="92337"/>
                    </a:moveTo>
                    <a:cubicBezTo>
                      <a:pt x="164158" y="143334"/>
                      <a:pt x="127410" y="184674"/>
                      <a:pt x="82079" y="184674"/>
                    </a:cubicBezTo>
                    <a:cubicBezTo>
                      <a:pt x="36748" y="184674"/>
                      <a:pt x="0" y="143334"/>
                      <a:pt x="0" y="92337"/>
                    </a:cubicBezTo>
                    <a:cubicBezTo>
                      <a:pt x="0" y="41341"/>
                      <a:pt x="36748" y="0"/>
                      <a:pt x="82079" y="0"/>
                    </a:cubicBezTo>
                    <a:cubicBezTo>
                      <a:pt x="127410" y="0"/>
                      <a:pt x="164158" y="41341"/>
                      <a:pt x="164158" y="92337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2" name="Freeform: Shape 1801">
                <a:extLst>
                  <a:ext uri="{FF2B5EF4-FFF2-40B4-BE49-F238E27FC236}">
                    <a16:creationId xmlns:a16="http://schemas.microsoft.com/office/drawing/2014/main" id="{18C559A6-BE2E-C3BC-A631-569726C36E50}"/>
                  </a:ext>
                </a:extLst>
              </p:cNvPr>
              <p:cNvSpPr/>
              <p:nvPr/>
            </p:nvSpPr>
            <p:spPr>
              <a:xfrm>
                <a:off x="1188281" y="5194569"/>
                <a:ext cx="52867" cy="75074"/>
              </a:xfrm>
              <a:custGeom>
                <a:avLst/>
                <a:gdLst>
                  <a:gd name="connsiteX0" fmla="*/ 131909 w 131909"/>
                  <a:gd name="connsiteY0" fmla="*/ 95269 h 190537"/>
                  <a:gd name="connsiteX1" fmla="*/ 65955 w 131909"/>
                  <a:gd name="connsiteY1" fmla="*/ 190538 h 190537"/>
                  <a:gd name="connsiteX2" fmla="*/ 0 w 131909"/>
                  <a:gd name="connsiteY2" fmla="*/ 95269 h 190537"/>
                  <a:gd name="connsiteX3" fmla="*/ 65955 w 131909"/>
                  <a:gd name="connsiteY3" fmla="*/ 0 h 190537"/>
                  <a:gd name="connsiteX4" fmla="*/ 131909 w 131909"/>
                  <a:gd name="connsiteY4" fmla="*/ 95269 h 1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909" h="190537">
                    <a:moveTo>
                      <a:pt x="131909" y="95269"/>
                    </a:moveTo>
                    <a:cubicBezTo>
                      <a:pt x="131909" y="147884"/>
                      <a:pt x="102380" y="190538"/>
                      <a:pt x="65955" y="190538"/>
                    </a:cubicBezTo>
                    <a:cubicBezTo>
                      <a:pt x="29529" y="190538"/>
                      <a:pt x="0" y="147884"/>
                      <a:pt x="0" y="95269"/>
                    </a:cubicBezTo>
                    <a:cubicBezTo>
                      <a:pt x="0" y="42653"/>
                      <a:pt x="29529" y="0"/>
                      <a:pt x="65955" y="0"/>
                    </a:cubicBezTo>
                    <a:cubicBezTo>
                      <a:pt x="102380" y="0"/>
                      <a:pt x="131909" y="42653"/>
                      <a:pt x="131909" y="95269"/>
                    </a:cubicBez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3" name="Freeform: Shape 1802">
                <a:extLst>
                  <a:ext uri="{FF2B5EF4-FFF2-40B4-BE49-F238E27FC236}">
                    <a16:creationId xmlns:a16="http://schemas.microsoft.com/office/drawing/2014/main" id="{1FC98B8B-F6BE-A124-1A53-C5F38D6AFBF3}"/>
                  </a:ext>
                </a:extLst>
              </p:cNvPr>
              <p:cNvSpPr/>
              <p:nvPr/>
            </p:nvSpPr>
            <p:spPr>
              <a:xfrm>
                <a:off x="902440" y="4925888"/>
                <a:ext cx="17137" cy="54505"/>
              </a:xfrm>
              <a:custGeom>
                <a:avLst/>
                <a:gdLst>
                  <a:gd name="connsiteX0" fmla="*/ 42760 w 42759"/>
                  <a:gd name="connsiteY0" fmla="*/ 69167 h 138334"/>
                  <a:gd name="connsiteX1" fmla="*/ 21380 w 42759"/>
                  <a:gd name="connsiteY1" fmla="*/ 138334 h 138334"/>
                  <a:gd name="connsiteX2" fmla="*/ 1 w 42759"/>
                  <a:gd name="connsiteY2" fmla="*/ 69167 h 138334"/>
                  <a:gd name="connsiteX3" fmla="*/ 21380 w 42759"/>
                  <a:gd name="connsiteY3" fmla="*/ 0 h 138334"/>
                  <a:gd name="connsiteX4" fmla="*/ 42760 w 42759"/>
                  <a:gd name="connsiteY4" fmla="*/ 69167 h 138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59" h="138334">
                    <a:moveTo>
                      <a:pt x="42760" y="69167"/>
                    </a:moveTo>
                    <a:cubicBezTo>
                      <a:pt x="42760" y="107367"/>
                      <a:pt x="33188" y="138334"/>
                      <a:pt x="21380" y="138334"/>
                    </a:cubicBezTo>
                    <a:cubicBezTo>
                      <a:pt x="9573" y="138334"/>
                      <a:pt x="1" y="107367"/>
                      <a:pt x="1" y="69167"/>
                    </a:cubicBezTo>
                    <a:cubicBezTo>
                      <a:pt x="1" y="30967"/>
                      <a:pt x="9573" y="0"/>
                      <a:pt x="21380" y="0"/>
                    </a:cubicBezTo>
                    <a:cubicBezTo>
                      <a:pt x="33188" y="0"/>
                      <a:pt x="42760" y="30967"/>
                      <a:pt x="42760" y="691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4" name="Freeform: Shape 1803">
                <a:extLst>
                  <a:ext uri="{FF2B5EF4-FFF2-40B4-BE49-F238E27FC236}">
                    <a16:creationId xmlns:a16="http://schemas.microsoft.com/office/drawing/2014/main" id="{04995E09-BBF2-5C06-0A8A-5B884E925F31}"/>
                  </a:ext>
                </a:extLst>
              </p:cNvPr>
              <p:cNvSpPr/>
              <p:nvPr/>
            </p:nvSpPr>
            <p:spPr>
              <a:xfrm>
                <a:off x="906472" y="4938711"/>
                <a:ext cx="9073" cy="28857"/>
              </a:xfrm>
              <a:custGeom>
                <a:avLst/>
                <a:gdLst>
                  <a:gd name="connsiteX0" fmla="*/ 22638 w 22638"/>
                  <a:gd name="connsiteY0" fmla="*/ 36619 h 73238"/>
                  <a:gd name="connsiteX1" fmla="*/ 11319 w 22638"/>
                  <a:gd name="connsiteY1" fmla="*/ 73238 h 73238"/>
                  <a:gd name="connsiteX2" fmla="*/ 0 w 22638"/>
                  <a:gd name="connsiteY2" fmla="*/ 36619 h 73238"/>
                  <a:gd name="connsiteX3" fmla="*/ 11319 w 22638"/>
                  <a:gd name="connsiteY3" fmla="*/ 0 h 73238"/>
                  <a:gd name="connsiteX4" fmla="*/ 22638 w 22638"/>
                  <a:gd name="connsiteY4" fmla="*/ 36619 h 7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38" h="73238">
                    <a:moveTo>
                      <a:pt x="22638" y="36619"/>
                    </a:moveTo>
                    <a:cubicBezTo>
                      <a:pt x="22638" y="56843"/>
                      <a:pt x="17571" y="73238"/>
                      <a:pt x="11319" y="73238"/>
                    </a:cubicBezTo>
                    <a:cubicBezTo>
                      <a:pt x="5067" y="73238"/>
                      <a:pt x="0" y="56843"/>
                      <a:pt x="0" y="36619"/>
                    </a:cubicBezTo>
                    <a:cubicBezTo>
                      <a:pt x="0" y="16395"/>
                      <a:pt x="5067" y="0"/>
                      <a:pt x="11319" y="0"/>
                    </a:cubicBezTo>
                    <a:cubicBezTo>
                      <a:pt x="17571" y="0"/>
                      <a:pt x="22638" y="16395"/>
                      <a:pt x="22638" y="3661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2239" name="Group 2238">
            <a:extLst>
              <a:ext uri="{FF2B5EF4-FFF2-40B4-BE49-F238E27FC236}">
                <a16:creationId xmlns:a16="http://schemas.microsoft.com/office/drawing/2014/main" id="{FE6EDEC7-AFC6-2DF7-E8AC-2F4898545CA3}"/>
              </a:ext>
            </a:extLst>
          </p:cNvPr>
          <p:cNvGrpSpPr/>
          <p:nvPr/>
        </p:nvGrpSpPr>
        <p:grpSpPr>
          <a:xfrm>
            <a:off x="2199620" y="2022677"/>
            <a:ext cx="453949" cy="359580"/>
            <a:chOff x="2350433" y="2066418"/>
            <a:chExt cx="453949" cy="359580"/>
          </a:xfrm>
        </p:grpSpPr>
        <p:cxnSp>
          <p:nvCxnSpPr>
            <p:cNvPr id="1459" name="Connector: Elbow 1458">
              <a:extLst>
                <a:ext uri="{FF2B5EF4-FFF2-40B4-BE49-F238E27FC236}">
                  <a16:creationId xmlns:a16="http://schemas.microsoft.com/office/drawing/2014/main" id="{6D88297A-E809-2513-43ED-E6D0C38E3B4D}"/>
                </a:ext>
              </a:extLst>
            </p:cNvPr>
            <p:cNvCxnSpPr>
              <a:cxnSpLocks/>
            </p:cNvCxnSpPr>
            <p:nvPr/>
          </p:nvCxnSpPr>
          <p:spPr>
            <a:xfrm rot="20339809">
              <a:off x="2512862" y="2066418"/>
              <a:ext cx="291520" cy="295030"/>
            </a:xfrm>
            <a:prstGeom prst="curvedConnector2">
              <a:avLst/>
            </a:prstGeom>
            <a:ln w="12700" cap="flat">
              <a:solidFill>
                <a:schemeClr val="accent2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Connector: Elbow 1469">
              <a:extLst>
                <a:ext uri="{FF2B5EF4-FFF2-40B4-BE49-F238E27FC236}">
                  <a16:creationId xmlns:a16="http://schemas.microsoft.com/office/drawing/2014/main" id="{752CE89D-BA59-28FA-A37F-E041DE2236BF}"/>
                </a:ext>
              </a:extLst>
            </p:cNvPr>
            <p:cNvCxnSpPr>
              <a:cxnSpLocks/>
            </p:cNvCxnSpPr>
            <p:nvPr/>
          </p:nvCxnSpPr>
          <p:spPr>
            <a:xfrm rot="14939809" flipV="1">
              <a:off x="2379443" y="2163488"/>
              <a:ext cx="233500" cy="291520"/>
            </a:xfrm>
            <a:prstGeom prst="curvedConnector2">
              <a:avLst/>
            </a:prstGeom>
            <a:ln w="12700" cap="flat">
              <a:solidFill>
                <a:schemeClr val="accent2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43DEAA51-2D92-73EE-56BF-224D9102089A}"/>
              </a:ext>
            </a:extLst>
          </p:cNvPr>
          <p:cNvSpPr/>
          <p:nvPr/>
        </p:nvSpPr>
        <p:spPr>
          <a:xfrm>
            <a:off x="2620448" y="2221000"/>
            <a:ext cx="170846" cy="64418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NZ" sz="800" b="0" i="0" u="none" strike="noStrike" kern="1200" cap="none" spc="0" normalizeH="0" baseline="0" noProof="0" err="1">
              <a:ln>
                <a:noFill/>
              </a:ln>
              <a:solidFill>
                <a:srgbClr val="051C2C"/>
              </a:solidFill>
              <a:effectLst/>
              <a:uLnTx/>
              <a:uFillTx/>
            </a:endParaRPr>
          </a:p>
        </p:txBody>
      </p:sp>
      <p:grpSp>
        <p:nvGrpSpPr>
          <p:cNvPr id="2013" name="Group 2012">
            <a:extLst>
              <a:ext uri="{FF2B5EF4-FFF2-40B4-BE49-F238E27FC236}">
                <a16:creationId xmlns:a16="http://schemas.microsoft.com/office/drawing/2014/main" id="{AE5980B4-B508-2144-F039-688DF44F04CD}"/>
              </a:ext>
            </a:extLst>
          </p:cNvPr>
          <p:cNvGrpSpPr/>
          <p:nvPr/>
        </p:nvGrpSpPr>
        <p:grpSpPr>
          <a:xfrm>
            <a:off x="6348127" y="1986777"/>
            <a:ext cx="1365182" cy="805068"/>
            <a:chOff x="6341020" y="2110023"/>
            <a:chExt cx="1365182" cy="805068"/>
          </a:xfrm>
        </p:grpSpPr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270E758-7ADC-04C7-D378-0F648B23D7F5}"/>
                </a:ext>
              </a:extLst>
            </p:cNvPr>
            <p:cNvSpPr/>
            <p:nvPr/>
          </p:nvSpPr>
          <p:spPr>
            <a:xfrm>
              <a:off x="6341020" y="2910204"/>
              <a:ext cx="1221441" cy="4887"/>
            </a:xfrm>
            <a:custGeom>
              <a:avLst/>
              <a:gdLst>
                <a:gd name="connsiteX0" fmla="*/ 6266783 w 6279356"/>
                <a:gd name="connsiteY0" fmla="*/ 25146 h 25146"/>
                <a:gd name="connsiteX1" fmla="*/ 12573 w 6279356"/>
                <a:gd name="connsiteY1" fmla="*/ 25146 h 25146"/>
                <a:gd name="connsiteX2" fmla="*/ 0 w 6279356"/>
                <a:gd name="connsiteY2" fmla="*/ 12573 h 25146"/>
                <a:gd name="connsiteX3" fmla="*/ 12573 w 6279356"/>
                <a:gd name="connsiteY3" fmla="*/ 0 h 25146"/>
                <a:gd name="connsiteX4" fmla="*/ 6266783 w 6279356"/>
                <a:gd name="connsiteY4" fmla="*/ 0 h 25146"/>
                <a:gd name="connsiteX5" fmla="*/ 6279356 w 6279356"/>
                <a:gd name="connsiteY5" fmla="*/ 12573 h 25146"/>
                <a:gd name="connsiteX6" fmla="*/ 6266783 w 6279356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79356" h="25146">
                  <a:moveTo>
                    <a:pt x="6266783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6266783" y="0"/>
                  </a:lnTo>
                  <a:cubicBezTo>
                    <a:pt x="6273736" y="0"/>
                    <a:pt x="6279356" y="5620"/>
                    <a:pt x="6279356" y="12573"/>
                  </a:cubicBezTo>
                  <a:cubicBezTo>
                    <a:pt x="6279356" y="19526"/>
                    <a:pt x="6273736" y="25146"/>
                    <a:pt x="6266783" y="25146"/>
                  </a:cubicBez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DA9815C-3E1F-E9B7-775B-B9BEF662F696}"/>
                </a:ext>
              </a:extLst>
            </p:cNvPr>
            <p:cNvSpPr/>
            <p:nvPr/>
          </p:nvSpPr>
          <p:spPr>
            <a:xfrm>
              <a:off x="6484761" y="2792337"/>
              <a:ext cx="1221441" cy="4887"/>
            </a:xfrm>
            <a:custGeom>
              <a:avLst/>
              <a:gdLst>
                <a:gd name="connsiteX0" fmla="*/ 6266783 w 6279356"/>
                <a:gd name="connsiteY0" fmla="*/ 25146 h 25146"/>
                <a:gd name="connsiteX1" fmla="*/ 12573 w 6279356"/>
                <a:gd name="connsiteY1" fmla="*/ 25146 h 25146"/>
                <a:gd name="connsiteX2" fmla="*/ 0 w 6279356"/>
                <a:gd name="connsiteY2" fmla="*/ 12573 h 25146"/>
                <a:gd name="connsiteX3" fmla="*/ 12573 w 6279356"/>
                <a:gd name="connsiteY3" fmla="*/ 0 h 25146"/>
                <a:gd name="connsiteX4" fmla="*/ 6266783 w 6279356"/>
                <a:gd name="connsiteY4" fmla="*/ 0 h 25146"/>
                <a:gd name="connsiteX5" fmla="*/ 6279356 w 6279356"/>
                <a:gd name="connsiteY5" fmla="*/ 12573 h 25146"/>
                <a:gd name="connsiteX6" fmla="*/ 6266783 w 6279356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79356" h="25146">
                  <a:moveTo>
                    <a:pt x="6266783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6266783" y="0"/>
                  </a:lnTo>
                  <a:cubicBezTo>
                    <a:pt x="6273736" y="0"/>
                    <a:pt x="6279356" y="5620"/>
                    <a:pt x="6279356" y="12573"/>
                  </a:cubicBezTo>
                  <a:cubicBezTo>
                    <a:pt x="6279356" y="19526"/>
                    <a:pt x="6273736" y="25146"/>
                    <a:pt x="6266783" y="25146"/>
                  </a:cubicBez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3B885A53-05B2-7E2C-13AC-9998844FC555}"/>
                </a:ext>
              </a:extLst>
            </p:cNvPr>
            <p:cNvSpPr/>
            <p:nvPr/>
          </p:nvSpPr>
          <p:spPr>
            <a:xfrm>
              <a:off x="6975421" y="2508637"/>
              <a:ext cx="178203" cy="141580"/>
            </a:xfrm>
            <a:custGeom>
              <a:avLst/>
              <a:gdLst>
                <a:gd name="connsiteX0" fmla="*/ 367284 w 1031222"/>
                <a:gd name="connsiteY0" fmla="*/ 820009 h 820008"/>
                <a:gd name="connsiteX1" fmla="*/ 478250 w 1031222"/>
                <a:gd name="connsiteY1" fmla="*/ 640653 h 820008"/>
                <a:gd name="connsiteX2" fmla="*/ 722852 w 1031222"/>
                <a:gd name="connsiteY2" fmla="*/ 495016 h 820008"/>
                <a:gd name="connsiteX3" fmla="*/ 903542 w 1031222"/>
                <a:gd name="connsiteY3" fmla="*/ 336520 h 820008"/>
                <a:gd name="connsiteX4" fmla="*/ 1027748 w 1031222"/>
                <a:gd name="connsiteY4" fmla="*/ 206027 h 820008"/>
                <a:gd name="connsiteX5" fmla="*/ 940499 w 1031222"/>
                <a:gd name="connsiteY5" fmla="*/ 135828 h 820008"/>
                <a:gd name="connsiteX6" fmla="*/ 989171 w 1031222"/>
                <a:gd name="connsiteY6" fmla="*/ 66391 h 820008"/>
                <a:gd name="connsiteX7" fmla="*/ 946404 w 1031222"/>
                <a:gd name="connsiteY7" fmla="*/ 382 h 820008"/>
                <a:gd name="connsiteX8" fmla="*/ 864680 w 1031222"/>
                <a:gd name="connsiteY8" fmla="*/ 45055 h 820008"/>
                <a:gd name="connsiteX9" fmla="*/ 724186 w 1031222"/>
                <a:gd name="connsiteY9" fmla="*/ 115920 h 820008"/>
                <a:gd name="connsiteX10" fmla="*/ 646271 w 1031222"/>
                <a:gd name="connsiteY10" fmla="*/ 128303 h 820008"/>
                <a:gd name="connsiteX11" fmla="*/ 584835 w 1031222"/>
                <a:gd name="connsiteY11" fmla="*/ 200122 h 820008"/>
                <a:gd name="connsiteX12" fmla="*/ 453295 w 1031222"/>
                <a:gd name="connsiteY12" fmla="*/ 223077 h 820008"/>
                <a:gd name="connsiteX13" fmla="*/ 300323 w 1031222"/>
                <a:gd name="connsiteY13" fmla="*/ 277750 h 820008"/>
                <a:gd name="connsiteX14" fmla="*/ 61151 w 1031222"/>
                <a:gd name="connsiteY14" fmla="*/ 414529 h 820008"/>
                <a:gd name="connsiteX15" fmla="*/ 0 w 1031222"/>
                <a:gd name="connsiteY15" fmla="*/ 659893 h 820008"/>
                <a:gd name="connsiteX16" fmla="*/ 367379 w 1031222"/>
                <a:gd name="connsiteY16" fmla="*/ 820009 h 820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1222" h="820008">
                  <a:moveTo>
                    <a:pt x="367284" y="820009"/>
                  </a:moveTo>
                  <a:cubicBezTo>
                    <a:pt x="384715" y="767335"/>
                    <a:pt x="390049" y="685801"/>
                    <a:pt x="478250" y="640653"/>
                  </a:cubicBezTo>
                  <a:cubicBezTo>
                    <a:pt x="566452" y="595409"/>
                    <a:pt x="667607" y="534830"/>
                    <a:pt x="722852" y="495016"/>
                  </a:cubicBezTo>
                  <a:cubicBezTo>
                    <a:pt x="792385" y="445009"/>
                    <a:pt x="840296" y="393003"/>
                    <a:pt x="903542" y="336520"/>
                  </a:cubicBezTo>
                  <a:cubicBezTo>
                    <a:pt x="966788" y="280036"/>
                    <a:pt x="1010031" y="230887"/>
                    <a:pt x="1027748" y="206027"/>
                  </a:cubicBezTo>
                  <a:cubicBezTo>
                    <a:pt x="1044417" y="182595"/>
                    <a:pt x="998792" y="125922"/>
                    <a:pt x="940499" y="135828"/>
                  </a:cubicBezTo>
                  <a:cubicBezTo>
                    <a:pt x="940499" y="135828"/>
                    <a:pt x="968217" y="103443"/>
                    <a:pt x="989171" y="66391"/>
                  </a:cubicBezTo>
                  <a:cubicBezTo>
                    <a:pt x="1009841" y="29815"/>
                    <a:pt x="996601" y="6002"/>
                    <a:pt x="946404" y="382"/>
                  </a:cubicBezTo>
                  <a:cubicBezTo>
                    <a:pt x="916496" y="-2951"/>
                    <a:pt x="890969" y="15813"/>
                    <a:pt x="864680" y="45055"/>
                  </a:cubicBezTo>
                  <a:cubicBezTo>
                    <a:pt x="812387" y="24195"/>
                    <a:pt x="759619" y="75439"/>
                    <a:pt x="724186" y="115920"/>
                  </a:cubicBezTo>
                  <a:cubicBezTo>
                    <a:pt x="707327" y="95823"/>
                    <a:pt x="688753" y="87250"/>
                    <a:pt x="646271" y="128303"/>
                  </a:cubicBezTo>
                  <a:cubicBezTo>
                    <a:pt x="620744" y="152973"/>
                    <a:pt x="623507" y="153163"/>
                    <a:pt x="584835" y="200122"/>
                  </a:cubicBezTo>
                  <a:cubicBezTo>
                    <a:pt x="555212" y="194407"/>
                    <a:pt x="517112" y="202789"/>
                    <a:pt x="453295" y="223077"/>
                  </a:cubicBezTo>
                  <a:cubicBezTo>
                    <a:pt x="348520" y="256510"/>
                    <a:pt x="380714" y="249270"/>
                    <a:pt x="300323" y="277750"/>
                  </a:cubicBezTo>
                  <a:cubicBezTo>
                    <a:pt x="196025" y="314707"/>
                    <a:pt x="97346" y="353855"/>
                    <a:pt x="61151" y="414529"/>
                  </a:cubicBezTo>
                  <a:cubicBezTo>
                    <a:pt x="24956" y="475204"/>
                    <a:pt x="0" y="659893"/>
                    <a:pt x="0" y="659893"/>
                  </a:cubicBezTo>
                  <a:lnTo>
                    <a:pt x="367379" y="820009"/>
                  </a:ln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7608141-1F4D-76F2-0637-701B3D617E0D}"/>
                </a:ext>
              </a:extLst>
            </p:cNvPr>
            <p:cNvSpPr/>
            <p:nvPr/>
          </p:nvSpPr>
          <p:spPr>
            <a:xfrm>
              <a:off x="6632648" y="2562398"/>
              <a:ext cx="415740" cy="349763"/>
            </a:xfrm>
            <a:custGeom>
              <a:avLst/>
              <a:gdLst>
                <a:gd name="connsiteX0" fmla="*/ 506318 w 2405793"/>
                <a:gd name="connsiteY0" fmla="*/ 2025777 h 2025776"/>
                <a:gd name="connsiteX1" fmla="*/ 1159638 w 2405793"/>
                <a:gd name="connsiteY1" fmla="*/ 2025777 h 2025776"/>
                <a:gd name="connsiteX2" fmla="*/ 1174402 w 2405793"/>
                <a:gd name="connsiteY2" fmla="*/ 1381697 h 2025776"/>
                <a:gd name="connsiteX3" fmla="*/ 1537399 w 2405793"/>
                <a:gd name="connsiteY3" fmla="*/ 1774698 h 2025776"/>
                <a:gd name="connsiteX4" fmla="*/ 2142618 w 2405793"/>
                <a:gd name="connsiteY4" fmla="*/ 1581817 h 2025776"/>
                <a:gd name="connsiteX5" fmla="*/ 2405794 w 2405793"/>
                <a:gd name="connsiteY5" fmla="*/ 430435 h 2025776"/>
                <a:gd name="connsiteX6" fmla="*/ 1942307 w 2405793"/>
                <a:gd name="connsiteY6" fmla="*/ 314706 h 2025776"/>
                <a:gd name="connsiteX7" fmla="*/ 1730947 w 2405793"/>
                <a:gd name="connsiteY7" fmla="*/ 1069277 h 2025776"/>
                <a:gd name="connsiteX8" fmla="*/ 1201929 w 2405793"/>
                <a:gd name="connsiteY8" fmla="*/ 223171 h 2025776"/>
                <a:gd name="connsiteX9" fmla="*/ 622142 w 2405793"/>
                <a:gd name="connsiteY9" fmla="*/ 8096 h 2025776"/>
                <a:gd name="connsiteX10" fmla="*/ 178658 w 2405793"/>
                <a:gd name="connsiteY10" fmla="*/ 0 h 2025776"/>
                <a:gd name="connsiteX11" fmla="*/ 27115 w 2405793"/>
                <a:gd name="connsiteY11" fmla="*/ 1413034 h 2025776"/>
                <a:gd name="connsiteX12" fmla="*/ 506223 w 2405793"/>
                <a:gd name="connsiteY12" fmla="*/ 2025682 h 202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05793" h="2025776">
                  <a:moveTo>
                    <a:pt x="506318" y="2025777"/>
                  </a:moveTo>
                  <a:lnTo>
                    <a:pt x="1159638" y="2025777"/>
                  </a:lnTo>
                  <a:cubicBezTo>
                    <a:pt x="1153447" y="1961674"/>
                    <a:pt x="1145922" y="1572006"/>
                    <a:pt x="1174402" y="1381697"/>
                  </a:cubicBezTo>
                  <a:cubicBezTo>
                    <a:pt x="1288130" y="1533620"/>
                    <a:pt x="1412527" y="1679257"/>
                    <a:pt x="1537399" y="1774698"/>
                  </a:cubicBezTo>
                  <a:cubicBezTo>
                    <a:pt x="1789240" y="1967294"/>
                    <a:pt x="2068037" y="1888522"/>
                    <a:pt x="2142618" y="1581817"/>
                  </a:cubicBezTo>
                  <a:cubicBezTo>
                    <a:pt x="2217199" y="1275398"/>
                    <a:pt x="2405794" y="430435"/>
                    <a:pt x="2405794" y="430435"/>
                  </a:cubicBezTo>
                  <a:lnTo>
                    <a:pt x="1942307" y="314706"/>
                  </a:lnTo>
                  <a:lnTo>
                    <a:pt x="1730947" y="1069277"/>
                  </a:lnTo>
                  <a:cubicBezTo>
                    <a:pt x="1608170" y="858964"/>
                    <a:pt x="1326230" y="382143"/>
                    <a:pt x="1201929" y="223171"/>
                  </a:cubicBezTo>
                  <a:cubicBezTo>
                    <a:pt x="1125824" y="125825"/>
                    <a:pt x="942849" y="18764"/>
                    <a:pt x="622142" y="8096"/>
                  </a:cubicBezTo>
                  <a:lnTo>
                    <a:pt x="178658" y="0"/>
                  </a:lnTo>
                  <a:cubicBezTo>
                    <a:pt x="178658" y="0"/>
                    <a:pt x="-83184" y="1214914"/>
                    <a:pt x="27115" y="1413034"/>
                  </a:cubicBezTo>
                  <a:cubicBezTo>
                    <a:pt x="137415" y="1611154"/>
                    <a:pt x="506223" y="2025682"/>
                    <a:pt x="506223" y="202568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4041954-EED5-5B29-AC19-9859E3701F43}"/>
                </a:ext>
              </a:extLst>
            </p:cNvPr>
            <p:cNvSpPr/>
            <p:nvPr/>
          </p:nvSpPr>
          <p:spPr>
            <a:xfrm>
              <a:off x="6930600" y="2746554"/>
              <a:ext cx="13523" cy="20179"/>
            </a:xfrm>
            <a:custGeom>
              <a:avLst/>
              <a:gdLst>
                <a:gd name="connsiteX0" fmla="*/ 65726 w 78256"/>
                <a:gd name="connsiteY0" fmla="*/ 116780 h 116875"/>
                <a:gd name="connsiteX1" fmla="*/ 54867 w 78256"/>
                <a:gd name="connsiteY1" fmla="*/ 110493 h 116875"/>
                <a:gd name="connsiteX2" fmla="*/ 1718 w 78256"/>
                <a:gd name="connsiteY2" fmla="*/ 18863 h 116875"/>
                <a:gd name="connsiteX3" fmla="*/ 6195 w 78256"/>
                <a:gd name="connsiteY3" fmla="*/ 1718 h 116875"/>
                <a:gd name="connsiteX4" fmla="*/ 23340 w 78256"/>
                <a:gd name="connsiteY4" fmla="*/ 6195 h 116875"/>
                <a:gd name="connsiteX5" fmla="*/ 76584 w 78256"/>
                <a:gd name="connsiteY5" fmla="*/ 98016 h 116875"/>
                <a:gd name="connsiteX6" fmla="*/ 72013 w 78256"/>
                <a:gd name="connsiteY6" fmla="*/ 115161 h 116875"/>
                <a:gd name="connsiteX7" fmla="*/ 65726 w 78256"/>
                <a:gd name="connsiteY7" fmla="*/ 116875 h 1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56" h="116875">
                  <a:moveTo>
                    <a:pt x="65726" y="116780"/>
                  </a:moveTo>
                  <a:cubicBezTo>
                    <a:pt x="61345" y="116780"/>
                    <a:pt x="57154" y="114494"/>
                    <a:pt x="54867" y="110493"/>
                  </a:cubicBezTo>
                  <a:cubicBezTo>
                    <a:pt x="54677" y="110113"/>
                    <a:pt x="34389" y="74965"/>
                    <a:pt x="1718" y="18863"/>
                  </a:cubicBezTo>
                  <a:cubicBezTo>
                    <a:pt x="-1806" y="12862"/>
                    <a:pt x="289" y="5147"/>
                    <a:pt x="6195" y="1718"/>
                  </a:cubicBezTo>
                  <a:cubicBezTo>
                    <a:pt x="12196" y="-1806"/>
                    <a:pt x="19911" y="289"/>
                    <a:pt x="23340" y="6195"/>
                  </a:cubicBezTo>
                  <a:cubicBezTo>
                    <a:pt x="56106" y="62392"/>
                    <a:pt x="76394" y="97635"/>
                    <a:pt x="76584" y="98016"/>
                  </a:cubicBezTo>
                  <a:cubicBezTo>
                    <a:pt x="80014" y="104016"/>
                    <a:pt x="78013" y="111732"/>
                    <a:pt x="72013" y="115161"/>
                  </a:cubicBezTo>
                  <a:cubicBezTo>
                    <a:pt x="70012" y="116304"/>
                    <a:pt x="67917" y="116875"/>
                    <a:pt x="65726" y="116875"/>
                  </a:cubicBezTo>
                  <a:close/>
                </a:path>
              </a:pathLst>
            </a:custGeom>
            <a:solidFill>
              <a:srgbClr val="0679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C4DDBE68-B788-0C84-02F4-F5C8DC1FE8B0}"/>
                </a:ext>
              </a:extLst>
            </p:cNvPr>
            <p:cNvSpPr/>
            <p:nvPr/>
          </p:nvSpPr>
          <p:spPr>
            <a:xfrm>
              <a:off x="6637350" y="2460323"/>
              <a:ext cx="103533" cy="105124"/>
            </a:xfrm>
            <a:custGeom>
              <a:avLst/>
              <a:gdLst>
                <a:gd name="connsiteX0" fmla="*/ 599125 w 599124"/>
                <a:gd name="connsiteY0" fmla="*/ 191914 h 608865"/>
                <a:gd name="connsiteX1" fmla="*/ 594934 w 599124"/>
                <a:gd name="connsiteY1" fmla="*/ 599299 h 608865"/>
                <a:gd name="connsiteX2" fmla="*/ 90966 w 599124"/>
                <a:gd name="connsiteY2" fmla="*/ 599299 h 608865"/>
                <a:gd name="connsiteX3" fmla="*/ 2 w 599124"/>
                <a:gd name="connsiteY3" fmla="*/ 38467 h 608865"/>
                <a:gd name="connsiteX4" fmla="*/ 599125 w 599124"/>
                <a:gd name="connsiteY4" fmla="*/ 191914 h 60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9124" h="608865">
                  <a:moveTo>
                    <a:pt x="599125" y="191914"/>
                  </a:moveTo>
                  <a:cubicBezTo>
                    <a:pt x="563882" y="282307"/>
                    <a:pt x="549595" y="479569"/>
                    <a:pt x="594934" y="599299"/>
                  </a:cubicBezTo>
                  <a:cubicBezTo>
                    <a:pt x="522734" y="620825"/>
                    <a:pt x="90966" y="599299"/>
                    <a:pt x="90966" y="599299"/>
                  </a:cubicBezTo>
                  <a:cubicBezTo>
                    <a:pt x="1050" y="100189"/>
                    <a:pt x="383" y="81805"/>
                    <a:pt x="2" y="38467"/>
                  </a:cubicBezTo>
                  <a:cubicBezTo>
                    <a:pt x="-1331" y="-103170"/>
                    <a:pt x="599125" y="191914"/>
                    <a:pt x="599125" y="191914"/>
                  </a:cubicBez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8BA273B4-D144-6ABB-E46B-5E61C8FC54F9}"/>
                </a:ext>
              </a:extLst>
            </p:cNvPr>
            <p:cNvSpPr/>
            <p:nvPr/>
          </p:nvSpPr>
          <p:spPr>
            <a:xfrm>
              <a:off x="6467039" y="2592576"/>
              <a:ext cx="99418" cy="321756"/>
            </a:xfrm>
            <a:custGeom>
              <a:avLst/>
              <a:gdLst>
                <a:gd name="connsiteX0" fmla="*/ 100396 w 575312"/>
                <a:gd name="connsiteY0" fmla="*/ 1863471 h 1863566"/>
                <a:gd name="connsiteX1" fmla="*/ 93157 w 575312"/>
                <a:gd name="connsiteY1" fmla="*/ 1861185 h 1863566"/>
                <a:gd name="connsiteX2" fmla="*/ 1622 w 575312"/>
                <a:gd name="connsiteY2" fmla="*/ 1597248 h 1863566"/>
                <a:gd name="connsiteX3" fmla="*/ 77441 w 575312"/>
                <a:gd name="connsiteY3" fmla="*/ 1113663 h 1863566"/>
                <a:gd name="connsiteX4" fmla="*/ 105635 w 575312"/>
                <a:gd name="connsiteY4" fmla="*/ 905161 h 1863566"/>
                <a:gd name="connsiteX5" fmla="*/ 215744 w 575312"/>
                <a:gd name="connsiteY5" fmla="*/ 440912 h 1863566"/>
                <a:gd name="connsiteX6" fmla="*/ 218125 w 575312"/>
                <a:gd name="connsiteY6" fmla="*/ 436817 h 1863566"/>
                <a:gd name="connsiteX7" fmla="*/ 556453 w 575312"/>
                <a:gd name="connsiteY7" fmla="*/ 1715 h 1863566"/>
                <a:gd name="connsiteX8" fmla="*/ 573598 w 575312"/>
                <a:gd name="connsiteY8" fmla="*/ 6287 h 1863566"/>
                <a:gd name="connsiteX9" fmla="*/ 569026 w 575312"/>
                <a:gd name="connsiteY9" fmla="*/ 23432 h 1863566"/>
                <a:gd name="connsiteX10" fmla="*/ 239747 w 575312"/>
                <a:gd name="connsiteY10" fmla="*/ 449580 h 1863566"/>
                <a:gd name="connsiteX11" fmla="*/ 237366 w 575312"/>
                <a:gd name="connsiteY11" fmla="*/ 453676 h 1863566"/>
                <a:gd name="connsiteX12" fmla="*/ 130686 w 575312"/>
                <a:gd name="connsiteY12" fmla="*/ 906590 h 1863566"/>
                <a:gd name="connsiteX13" fmla="*/ 101158 w 575312"/>
                <a:gd name="connsiteY13" fmla="*/ 1122045 h 1863566"/>
                <a:gd name="connsiteX14" fmla="*/ 26673 w 575312"/>
                <a:gd name="connsiteY14" fmla="*/ 1595819 h 1863566"/>
                <a:gd name="connsiteX15" fmla="*/ 107540 w 575312"/>
                <a:gd name="connsiteY15" fmla="*/ 1840706 h 1863566"/>
                <a:gd name="connsiteX16" fmla="*/ 110588 w 575312"/>
                <a:gd name="connsiteY16" fmla="*/ 1858232 h 1863566"/>
                <a:gd name="connsiteX17" fmla="*/ 100301 w 575312"/>
                <a:gd name="connsiteY17" fmla="*/ 1863566 h 1863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5312" h="1863566">
                  <a:moveTo>
                    <a:pt x="100396" y="1863471"/>
                  </a:moveTo>
                  <a:cubicBezTo>
                    <a:pt x="97920" y="1863471"/>
                    <a:pt x="95348" y="1862709"/>
                    <a:pt x="93157" y="1861185"/>
                  </a:cubicBezTo>
                  <a:cubicBezTo>
                    <a:pt x="43532" y="1826324"/>
                    <a:pt x="9337" y="1727740"/>
                    <a:pt x="1622" y="1597248"/>
                  </a:cubicBezTo>
                  <a:cubicBezTo>
                    <a:pt x="-7141" y="1448753"/>
                    <a:pt x="19815" y="1277017"/>
                    <a:pt x="77441" y="1113663"/>
                  </a:cubicBezTo>
                  <a:cubicBezTo>
                    <a:pt x="97062" y="1058132"/>
                    <a:pt x="101063" y="987266"/>
                    <a:pt x="105635" y="905161"/>
                  </a:cubicBezTo>
                  <a:cubicBezTo>
                    <a:pt x="113255" y="769049"/>
                    <a:pt x="122685" y="599694"/>
                    <a:pt x="215744" y="440912"/>
                  </a:cubicBezTo>
                  <a:lnTo>
                    <a:pt x="218125" y="436817"/>
                  </a:lnTo>
                  <a:cubicBezTo>
                    <a:pt x="292134" y="310515"/>
                    <a:pt x="429866" y="75343"/>
                    <a:pt x="556453" y="1715"/>
                  </a:cubicBezTo>
                  <a:cubicBezTo>
                    <a:pt x="562454" y="-1810"/>
                    <a:pt x="570169" y="286"/>
                    <a:pt x="573598" y="6287"/>
                  </a:cubicBezTo>
                  <a:cubicBezTo>
                    <a:pt x="577122" y="12287"/>
                    <a:pt x="575027" y="20002"/>
                    <a:pt x="569026" y="23432"/>
                  </a:cubicBezTo>
                  <a:cubicBezTo>
                    <a:pt x="448154" y="93821"/>
                    <a:pt x="307374" y="334042"/>
                    <a:pt x="239747" y="449580"/>
                  </a:cubicBezTo>
                  <a:lnTo>
                    <a:pt x="237366" y="453676"/>
                  </a:lnTo>
                  <a:cubicBezTo>
                    <a:pt x="147450" y="607124"/>
                    <a:pt x="138591" y="766286"/>
                    <a:pt x="130686" y="906590"/>
                  </a:cubicBezTo>
                  <a:cubicBezTo>
                    <a:pt x="126018" y="990600"/>
                    <a:pt x="121923" y="1063085"/>
                    <a:pt x="101158" y="1122045"/>
                  </a:cubicBezTo>
                  <a:cubicBezTo>
                    <a:pt x="44580" y="1282351"/>
                    <a:pt x="18100" y="1450658"/>
                    <a:pt x="26673" y="1595819"/>
                  </a:cubicBezTo>
                  <a:cubicBezTo>
                    <a:pt x="33816" y="1716881"/>
                    <a:pt x="64773" y="1810703"/>
                    <a:pt x="107540" y="1840706"/>
                  </a:cubicBezTo>
                  <a:cubicBezTo>
                    <a:pt x="113255" y="1844707"/>
                    <a:pt x="114588" y="1852517"/>
                    <a:pt x="110588" y="1858232"/>
                  </a:cubicBezTo>
                  <a:cubicBezTo>
                    <a:pt x="108111" y="1861757"/>
                    <a:pt x="104301" y="1863566"/>
                    <a:pt x="100301" y="1863566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A3985EC2-3B12-F0F4-F87B-A9BE939BE21A}"/>
                </a:ext>
              </a:extLst>
            </p:cNvPr>
            <p:cNvSpPr/>
            <p:nvPr/>
          </p:nvSpPr>
          <p:spPr>
            <a:xfrm>
              <a:off x="6545076" y="2798469"/>
              <a:ext cx="36050" cy="69503"/>
            </a:xfrm>
            <a:custGeom>
              <a:avLst/>
              <a:gdLst>
                <a:gd name="connsiteX0" fmla="*/ 196024 w 208615"/>
                <a:gd name="connsiteY0" fmla="*/ 402551 h 402551"/>
                <a:gd name="connsiteX1" fmla="*/ 188309 w 208615"/>
                <a:gd name="connsiteY1" fmla="*/ 399884 h 402551"/>
                <a:gd name="connsiteX2" fmla="*/ 6096 w 208615"/>
                <a:gd name="connsiteY2" fmla="*/ 245103 h 402551"/>
                <a:gd name="connsiteX3" fmla="*/ 0 w 208615"/>
                <a:gd name="connsiteY3" fmla="*/ 238435 h 402551"/>
                <a:gd name="connsiteX4" fmla="*/ 4477 w 208615"/>
                <a:gd name="connsiteY4" fmla="*/ 230530 h 402551"/>
                <a:gd name="connsiteX5" fmla="*/ 67532 w 208615"/>
                <a:gd name="connsiteY5" fmla="*/ 124898 h 402551"/>
                <a:gd name="connsiteX6" fmla="*/ 138970 w 208615"/>
                <a:gd name="connsiteY6" fmla="*/ 6216 h 402551"/>
                <a:gd name="connsiteX7" fmla="*/ 156115 w 208615"/>
                <a:gd name="connsiteY7" fmla="*/ 1739 h 402551"/>
                <a:gd name="connsiteX8" fmla="*/ 160591 w 208615"/>
                <a:gd name="connsiteY8" fmla="*/ 18884 h 402551"/>
                <a:gd name="connsiteX9" fmla="*/ 88964 w 208615"/>
                <a:gd name="connsiteY9" fmla="*/ 137947 h 402551"/>
                <a:gd name="connsiteX10" fmla="*/ 30861 w 208615"/>
                <a:gd name="connsiteY10" fmla="*/ 234721 h 402551"/>
                <a:gd name="connsiteX11" fmla="*/ 203835 w 208615"/>
                <a:gd name="connsiteY11" fmla="*/ 380072 h 402551"/>
                <a:gd name="connsiteX12" fmla="*/ 205931 w 208615"/>
                <a:gd name="connsiteY12" fmla="*/ 397693 h 402551"/>
                <a:gd name="connsiteX13" fmla="*/ 196024 w 208615"/>
                <a:gd name="connsiteY13" fmla="*/ 402551 h 40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615" h="402551">
                  <a:moveTo>
                    <a:pt x="196024" y="402551"/>
                  </a:moveTo>
                  <a:cubicBezTo>
                    <a:pt x="193357" y="402551"/>
                    <a:pt x="190595" y="401694"/>
                    <a:pt x="188309" y="399884"/>
                  </a:cubicBezTo>
                  <a:cubicBezTo>
                    <a:pt x="182404" y="395312"/>
                    <a:pt x="43815" y="286537"/>
                    <a:pt x="6096" y="245103"/>
                  </a:cubicBezTo>
                  <a:lnTo>
                    <a:pt x="0" y="238435"/>
                  </a:lnTo>
                  <a:lnTo>
                    <a:pt x="4477" y="230530"/>
                  </a:lnTo>
                  <a:cubicBezTo>
                    <a:pt x="19240" y="204145"/>
                    <a:pt x="41624" y="167379"/>
                    <a:pt x="67532" y="124898"/>
                  </a:cubicBezTo>
                  <a:cubicBezTo>
                    <a:pt x="89916" y="88131"/>
                    <a:pt x="115252" y="46507"/>
                    <a:pt x="138970" y="6216"/>
                  </a:cubicBezTo>
                  <a:cubicBezTo>
                    <a:pt x="142494" y="215"/>
                    <a:pt x="150209" y="-1785"/>
                    <a:pt x="156115" y="1739"/>
                  </a:cubicBezTo>
                  <a:cubicBezTo>
                    <a:pt x="162115" y="5264"/>
                    <a:pt x="164116" y="12979"/>
                    <a:pt x="160591" y="18884"/>
                  </a:cubicBezTo>
                  <a:cubicBezTo>
                    <a:pt x="136779" y="59366"/>
                    <a:pt x="111347" y="101085"/>
                    <a:pt x="88964" y="137947"/>
                  </a:cubicBezTo>
                  <a:cubicBezTo>
                    <a:pt x="65723" y="176047"/>
                    <a:pt x="45339" y="209480"/>
                    <a:pt x="30861" y="234721"/>
                  </a:cubicBezTo>
                  <a:cubicBezTo>
                    <a:pt x="74867" y="278917"/>
                    <a:pt x="202406" y="379025"/>
                    <a:pt x="203835" y="380072"/>
                  </a:cubicBezTo>
                  <a:cubicBezTo>
                    <a:pt x="209264" y="384359"/>
                    <a:pt x="210217" y="392264"/>
                    <a:pt x="205931" y="397693"/>
                  </a:cubicBezTo>
                  <a:cubicBezTo>
                    <a:pt x="203454" y="400837"/>
                    <a:pt x="199739" y="402551"/>
                    <a:pt x="196024" y="402551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88814AB7-CA11-68B6-0419-49AC17100F9A}"/>
                </a:ext>
              </a:extLst>
            </p:cNvPr>
            <p:cNvSpPr/>
            <p:nvPr/>
          </p:nvSpPr>
          <p:spPr>
            <a:xfrm>
              <a:off x="6566822" y="2773578"/>
              <a:ext cx="20556" cy="138583"/>
            </a:xfrm>
            <a:custGeom>
              <a:avLst/>
              <a:gdLst>
                <a:gd name="connsiteX0" fmla="*/ 106378 w 118953"/>
                <a:gd name="connsiteY0" fmla="*/ 802560 h 802655"/>
                <a:gd name="connsiteX1" fmla="*/ 93900 w 118953"/>
                <a:gd name="connsiteY1" fmla="*/ 791606 h 802655"/>
                <a:gd name="connsiteX2" fmla="*/ 79 w 118953"/>
                <a:gd name="connsiteY2" fmla="*/ 13985 h 802655"/>
                <a:gd name="connsiteX3" fmla="*/ 11128 w 118953"/>
                <a:gd name="connsiteY3" fmla="*/ 79 h 802655"/>
                <a:gd name="connsiteX4" fmla="*/ 25034 w 118953"/>
                <a:gd name="connsiteY4" fmla="*/ 11128 h 802655"/>
                <a:gd name="connsiteX5" fmla="*/ 118855 w 118953"/>
                <a:gd name="connsiteY5" fmla="*/ 788463 h 802655"/>
                <a:gd name="connsiteX6" fmla="*/ 107997 w 118953"/>
                <a:gd name="connsiteY6" fmla="*/ 802560 h 802655"/>
                <a:gd name="connsiteX7" fmla="*/ 106378 w 118953"/>
                <a:gd name="connsiteY7" fmla="*/ 802655 h 80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953" h="802655">
                  <a:moveTo>
                    <a:pt x="106378" y="802560"/>
                  </a:moveTo>
                  <a:cubicBezTo>
                    <a:pt x="100186" y="802560"/>
                    <a:pt x="94757" y="797988"/>
                    <a:pt x="93900" y="791606"/>
                  </a:cubicBezTo>
                  <a:cubicBezTo>
                    <a:pt x="88756" y="751792"/>
                    <a:pt x="4841" y="55038"/>
                    <a:pt x="79" y="13985"/>
                  </a:cubicBezTo>
                  <a:cubicBezTo>
                    <a:pt x="-683" y="7127"/>
                    <a:pt x="4174" y="841"/>
                    <a:pt x="11128" y="79"/>
                  </a:cubicBezTo>
                  <a:cubicBezTo>
                    <a:pt x="17986" y="-683"/>
                    <a:pt x="24272" y="4175"/>
                    <a:pt x="25034" y="11128"/>
                  </a:cubicBezTo>
                  <a:cubicBezTo>
                    <a:pt x="29797" y="52180"/>
                    <a:pt x="113712" y="748744"/>
                    <a:pt x="118855" y="788463"/>
                  </a:cubicBezTo>
                  <a:cubicBezTo>
                    <a:pt x="119713" y="795321"/>
                    <a:pt x="114855" y="801608"/>
                    <a:pt x="107997" y="802560"/>
                  </a:cubicBezTo>
                  <a:cubicBezTo>
                    <a:pt x="107425" y="802560"/>
                    <a:pt x="106949" y="802655"/>
                    <a:pt x="106378" y="802655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9F7720EC-DDF3-C6D5-5E7F-9096656C8734}"/>
                </a:ext>
              </a:extLst>
            </p:cNvPr>
            <p:cNvSpPr/>
            <p:nvPr/>
          </p:nvSpPr>
          <p:spPr>
            <a:xfrm>
              <a:off x="6772366" y="2356774"/>
              <a:ext cx="24463" cy="60015"/>
            </a:xfrm>
            <a:custGeom>
              <a:avLst/>
              <a:gdLst>
                <a:gd name="connsiteX0" fmla="*/ 50704 w 141560"/>
                <a:gd name="connsiteY0" fmla="*/ 347503 h 347597"/>
                <a:gd name="connsiteX1" fmla="*/ 38797 w 141560"/>
                <a:gd name="connsiteY1" fmla="*/ 339025 h 347597"/>
                <a:gd name="connsiteX2" fmla="*/ 46608 w 141560"/>
                <a:gd name="connsiteY2" fmla="*/ 323119 h 347597"/>
                <a:gd name="connsiteX3" fmla="*/ 115092 w 141560"/>
                <a:gd name="connsiteY3" fmla="*/ 166146 h 347597"/>
                <a:gd name="connsiteX4" fmla="*/ 11651 w 141560"/>
                <a:gd name="connsiteY4" fmla="*/ 25081 h 347597"/>
                <a:gd name="connsiteX5" fmla="*/ 31 w 141560"/>
                <a:gd name="connsiteY5" fmla="*/ 11651 h 347597"/>
                <a:gd name="connsiteX6" fmla="*/ 13461 w 141560"/>
                <a:gd name="connsiteY6" fmla="*/ 31 h 347597"/>
                <a:gd name="connsiteX7" fmla="*/ 95281 w 141560"/>
                <a:gd name="connsiteY7" fmla="*/ 50989 h 347597"/>
                <a:gd name="connsiteX8" fmla="*/ 140143 w 141560"/>
                <a:gd name="connsiteY8" fmla="*/ 163384 h 347597"/>
                <a:gd name="connsiteX9" fmla="*/ 121665 w 141560"/>
                <a:gd name="connsiteY9" fmla="*/ 280256 h 347597"/>
                <a:gd name="connsiteX10" fmla="*/ 54799 w 141560"/>
                <a:gd name="connsiteY10" fmla="*/ 346931 h 347597"/>
                <a:gd name="connsiteX11" fmla="*/ 50799 w 141560"/>
                <a:gd name="connsiteY11" fmla="*/ 347598 h 34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560" h="347597">
                  <a:moveTo>
                    <a:pt x="50704" y="347503"/>
                  </a:moveTo>
                  <a:cubicBezTo>
                    <a:pt x="45465" y="347503"/>
                    <a:pt x="40607" y="344169"/>
                    <a:pt x="38797" y="339025"/>
                  </a:cubicBezTo>
                  <a:cubicBezTo>
                    <a:pt x="36607" y="332453"/>
                    <a:pt x="40035" y="325309"/>
                    <a:pt x="46608" y="323119"/>
                  </a:cubicBezTo>
                  <a:cubicBezTo>
                    <a:pt x="86613" y="309498"/>
                    <a:pt x="123760" y="243108"/>
                    <a:pt x="115092" y="166146"/>
                  </a:cubicBezTo>
                  <a:cubicBezTo>
                    <a:pt x="106139" y="86803"/>
                    <a:pt x="53371" y="28129"/>
                    <a:pt x="11651" y="25081"/>
                  </a:cubicBezTo>
                  <a:cubicBezTo>
                    <a:pt x="4698" y="24605"/>
                    <a:pt x="-446" y="18604"/>
                    <a:pt x="31" y="11651"/>
                  </a:cubicBezTo>
                  <a:cubicBezTo>
                    <a:pt x="507" y="4698"/>
                    <a:pt x="6508" y="-446"/>
                    <a:pt x="13461" y="31"/>
                  </a:cubicBezTo>
                  <a:cubicBezTo>
                    <a:pt x="41655" y="2126"/>
                    <a:pt x="71468" y="20604"/>
                    <a:pt x="95281" y="50989"/>
                  </a:cubicBezTo>
                  <a:cubicBezTo>
                    <a:pt x="119474" y="81850"/>
                    <a:pt x="135476" y="121760"/>
                    <a:pt x="140143" y="163384"/>
                  </a:cubicBezTo>
                  <a:cubicBezTo>
                    <a:pt x="144715" y="204246"/>
                    <a:pt x="138143" y="245775"/>
                    <a:pt x="121665" y="280256"/>
                  </a:cubicBezTo>
                  <a:cubicBezTo>
                    <a:pt x="105663" y="313594"/>
                    <a:pt x="81279" y="337882"/>
                    <a:pt x="54799" y="346931"/>
                  </a:cubicBezTo>
                  <a:cubicBezTo>
                    <a:pt x="53466" y="347407"/>
                    <a:pt x="52132" y="347598"/>
                    <a:pt x="50799" y="347598"/>
                  </a:cubicBez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323E8623-C03B-045D-74CB-2DE45901ED51}"/>
                </a:ext>
              </a:extLst>
            </p:cNvPr>
            <p:cNvSpPr/>
            <p:nvPr/>
          </p:nvSpPr>
          <p:spPr>
            <a:xfrm>
              <a:off x="6680630" y="2334414"/>
              <a:ext cx="101042" cy="159679"/>
            </a:xfrm>
            <a:custGeom>
              <a:avLst/>
              <a:gdLst>
                <a:gd name="connsiteX0" fmla="*/ 460684 w 584707"/>
                <a:gd name="connsiteY0" fmla="*/ 899541 h 924835"/>
                <a:gd name="connsiteX1" fmla="*/ 543361 w 584707"/>
                <a:gd name="connsiteY1" fmla="*/ 826389 h 924835"/>
                <a:gd name="connsiteX2" fmla="*/ 570888 w 584707"/>
                <a:gd name="connsiteY2" fmla="*/ 383000 h 924835"/>
                <a:gd name="connsiteX3" fmla="*/ 518215 w 584707"/>
                <a:gd name="connsiteY3" fmla="*/ 0 h 924835"/>
                <a:gd name="connsiteX4" fmla="*/ 196841 w 584707"/>
                <a:gd name="connsiteY4" fmla="*/ 220409 h 924835"/>
                <a:gd name="connsiteX5" fmla="*/ 105116 w 584707"/>
                <a:gd name="connsiteY5" fmla="*/ 833247 h 924835"/>
                <a:gd name="connsiteX6" fmla="*/ 460779 w 584707"/>
                <a:gd name="connsiteY6" fmla="*/ 899541 h 9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707" h="924835">
                  <a:moveTo>
                    <a:pt x="460684" y="899541"/>
                  </a:moveTo>
                  <a:cubicBezTo>
                    <a:pt x="514024" y="874014"/>
                    <a:pt x="535265" y="842201"/>
                    <a:pt x="543361" y="826389"/>
                  </a:cubicBezTo>
                  <a:cubicBezTo>
                    <a:pt x="592986" y="729043"/>
                    <a:pt x="592224" y="563309"/>
                    <a:pt x="570888" y="383000"/>
                  </a:cubicBezTo>
                  <a:cubicBezTo>
                    <a:pt x="559172" y="284226"/>
                    <a:pt x="538408" y="112109"/>
                    <a:pt x="518215" y="0"/>
                  </a:cubicBezTo>
                  <a:cubicBezTo>
                    <a:pt x="480591" y="58674"/>
                    <a:pt x="325334" y="10954"/>
                    <a:pt x="196841" y="220409"/>
                  </a:cubicBezTo>
                  <a:cubicBezTo>
                    <a:pt x="68349" y="429863"/>
                    <a:pt x="-120627" y="678180"/>
                    <a:pt x="105116" y="833247"/>
                  </a:cubicBezTo>
                  <a:cubicBezTo>
                    <a:pt x="330858" y="988314"/>
                    <a:pt x="460779" y="899541"/>
                    <a:pt x="460779" y="899541"/>
                  </a:cubicBez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7DABD90A-3D72-E8EA-2B90-33AF80463631}"/>
                </a:ext>
              </a:extLst>
            </p:cNvPr>
            <p:cNvSpPr/>
            <p:nvPr/>
          </p:nvSpPr>
          <p:spPr>
            <a:xfrm>
              <a:off x="6722324" y="2402326"/>
              <a:ext cx="17711" cy="16026"/>
            </a:xfrm>
            <a:custGeom>
              <a:avLst/>
              <a:gdLst>
                <a:gd name="connsiteX0" fmla="*/ 12625 w 102489"/>
                <a:gd name="connsiteY0" fmla="*/ 92818 h 92818"/>
                <a:gd name="connsiteX1" fmla="*/ 52 w 102489"/>
                <a:gd name="connsiteY1" fmla="*/ 80626 h 92818"/>
                <a:gd name="connsiteX2" fmla="*/ 22055 w 102489"/>
                <a:gd name="connsiteY2" fmla="*/ 20428 h 92818"/>
                <a:gd name="connsiteX3" fmla="*/ 90921 w 102489"/>
                <a:gd name="connsiteY3" fmla="*/ 426 h 92818"/>
                <a:gd name="connsiteX4" fmla="*/ 102446 w 102489"/>
                <a:gd name="connsiteY4" fmla="*/ 13951 h 92818"/>
                <a:gd name="connsiteX5" fmla="*/ 88920 w 102489"/>
                <a:gd name="connsiteY5" fmla="*/ 25477 h 92818"/>
                <a:gd name="connsiteX6" fmla="*/ 39295 w 102489"/>
                <a:gd name="connsiteY6" fmla="*/ 38621 h 92818"/>
                <a:gd name="connsiteX7" fmla="*/ 25103 w 102489"/>
                <a:gd name="connsiteY7" fmla="*/ 79864 h 92818"/>
                <a:gd name="connsiteX8" fmla="*/ 12911 w 102489"/>
                <a:gd name="connsiteY8" fmla="*/ 92818 h 92818"/>
                <a:gd name="connsiteX9" fmla="*/ 12530 w 102489"/>
                <a:gd name="connsiteY9" fmla="*/ 92818 h 92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89" h="92818">
                  <a:moveTo>
                    <a:pt x="12625" y="92818"/>
                  </a:moveTo>
                  <a:cubicBezTo>
                    <a:pt x="5862" y="92818"/>
                    <a:pt x="243" y="87389"/>
                    <a:pt x="52" y="80626"/>
                  </a:cubicBezTo>
                  <a:cubicBezTo>
                    <a:pt x="-710" y="55576"/>
                    <a:pt x="6910" y="34811"/>
                    <a:pt x="22055" y="20428"/>
                  </a:cubicBezTo>
                  <a:cubicBezTo>
                    <a:pt x="38152" y="5093"/>
                    <a:pt x="61965" y="-1860"/>
                    <a:pt x="90921" y="426"/>
                  </a:cubicBezTo>
                  <a:cubicBezTo>
                    <a:pt x="97874" y="997"/>
                    <a:pt x="103017" y="6998"/>
                    <a:pt x="102446" y="13951"/>
                  </a:cubicBezTo>
                  <a:cubicBezTo>
                    <a:pt x="101874" y="20905"/>
                    <a:pt x="95874" y="26048"/>
                    <a:pt x="88920" y="25477"/>
                  </a:cubicBezTo>
                  <a:cubicBezTo>
                    <a:pt x="67299" y="23762"/>
                    <a:pt x="50154" y="28334"/>
                    <a:pt x="39295" y="38621"/>
                  </a:cubicBezTo>
                  <a:cubicBezTo>
                    <a:pt x="29484" y="47956"/>
                    <a:pt x="24627" y="62243"/>
                    <a:pt x="25103" y="79864"/>
                  </a:cubicBezTo>
                  <a:cubicBezTo>
                    <a:pt x="25293" y="86818"/>
                    <a:pt x="19864" y="92533"/>
                    <a:pt x="12911" y="92818"/>
                  </a:cubicBezTo>
                  <a:cubicBezTo>
                    <a:pt x="12816" y="92818"/>
                    <a:pt x="12625" y="92818"/>
                    <a:pt x="12530" y="92818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C5A02FC7-A016-BF05-F0F8-E7AF0B7473FC}"/>
                </a:ext>
              </a:extLst>
            </p:cNvPr>
            <p:cNvSpPr/>
            <p:nvPr/>
          </p:nvSpPr>
          <p:spPr>
            <a:xfrm>
              <a:off x="6735282" y="2434819"/>
              <a:ext cx="12740" cy="6622"/>
            </a:xfrm>
            <a:custGeom>
              <a:avLst/>
              <a:gdLst>
                <a:gd name="connsiteX0" fmla="*/ 12508 w 73722"/>
                <a:gd name="connsiteY0" fmla="*/ 38354 h 38354"/>
                <a:gd name="connsiteX1" fmla="*/ 31 w 73722"/>
                <a:gd name="connsiteY1" fmla="*/ 26734 h 38354"/>
                <a:gd name="connsiteX2" fmla="*/ 11651 w 73722"/>
                <a:gd name="connsiteY2" fmla="*/ 13304 h 38354"/>
                <a:gd name="connsiteX3" fmla="*/ 55561 w 73722"/>
                <a:gd name="connsiteY3" fmla="*/ 1302 h 38354"/>
                <a:gd name="connsiteX4" fmla="*/ 72420 w 73722"/>
                <a:gd name="connsiteY4" fmla="*/ 6922 h 38354"/>
                <a:gd name="connsiteX5" fmla="*/ 66801 w 73722"/>
                <a:gd name="connsiteY5" fmla="*/ 23781 h 38354"/>
                <a:gd name="connsiteX6" fmla="*/ 13556 w 73722"/>
                <a:gd name="connsiteY6" fmla="*/ 38354 h 38354"/>
                <a:gd name="connsiteX7" fmla="*/ 12603 w 73722"/>
                <a:gd name="connsiteY7" fmla="*/ 38354 h 3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22" h="38354">
                  <a:moveTo>
                    <a:pt x="12508" y="38354"/>
                  </a:moveTo>
                  <a:cubicBezTo>
                    <a:pt x="6031" y="38354"/>
                    <a:pt x="507" y="33306"/>
                    <a:pt x="31" y="26734"/>
                  </a:cubicBezTo>
                  <a:cubicBezTo>
                    <a:pt x="-446" y="19781"/>
                    <a:pt x="4698" y="13780"/>
                    <a:pt x="11651" y="13304"/>
                  </a:cubicBezTo>
                  <a:cubicBezTo>
                    <a:pt x="27082" y="12161"/>
                    <a:pt x="41845" y="8160"/>
                    <a:pt x="55561" y="1302"/>
                  </a:cubicBezTo>
                  <a:cubicBezTo>
                    <a:pt x="61753" y="-1746"/>
                    <a:pt x="69277" y="731"/>
                    <a:pt x="72420" y="6922"/>
                  </a:cubicBezTo>
                  <a:cubicBezTo>
                    <a:pt x="75469" y="13113"/>
                    <a:pt x="72992" y="20638"/>
                    <a:pt x="66801" y="23781"/>
                  </a:cubicBezTo>
                  <a:cubicBezTo>
                    <a:pt x="50132" y="32068"/>
                    <a:pt x="32130" y="37021"/>
                    <a:pt x="13556" y="38354"/>
                  </a:cubicBezTo>
                  <a:cubicBezTo>
                    <a:pt x="13270" y="38354"/>
                    <a:pt x="12889" y="38354"/>
                    <a:pt x="12603" y="38354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9465C6C-1E2F-5854-0DB5-DE7CB06D785A}"/>
                </a:ext>
              </a:extLst>
            </p:cNvPr>
            <p:cNvSpPr/>
            <p:nvPr/>
          </p:nvSpPr>
          <p:spPr>
            <a:xfrm>
              <a:off x="6509276" y="2253336"/>
              <a:ext cx="270659" cy="523274"/>
            </a:xfrm>
            <a:custGeom>
              <a:avLst/>
              <a:gdLst>
                <a:gd name="connsiteX0" fmla="*/ 1313018 w 1566242"/>
                <a:gd name="connsiteY0" fmla="*/ 1077190 h 3030726"/>
                <a:gd name="connsiteX1" fmla="*/ 884012 w 1566242"/>
                <a:gd name="connsiteY1" fmla="*/ 1474669 h 3030726"/>
                <a:gd name="connsiteX2" fmla="*/ 959831 w 1566242"/>
                <a:gd name="connsiteY2" fmla="*/ 2224858 h 3030726"/>
                <a:gd name="connsiteX3" fmla="*/ 512442 w 1566242"/>
                <a:gd name="connsiteY3" fmla="*/ 2933232 h 3030726"/>
                <a:gd name="connsiteX4" fmla="*/ 43336 w 1566242"/>
                <a:gd name="connsiteY4" fmla="*/ 2610430 h 3030726"/>
                <a:gd name="connsiteX5" fmla="*/ 637791 w 1566242"/>
                <a:gd name="connsiteY5" fmla="*/ 1466858 h 3030726"/>
                <a:gd name="connsiteX6" fmla="*/ 177257 w 1566242"/>
                <a:gd name="connsiteY6" fmla="*/ 935173 h 3030726"/>
                <a:gd name="connsiteX7" fmla="*/ 310036 w 1566242"/>
                <a:gd name="connsiteY7" fmla="*/ 261184 h 3030726"/>
                <a:gd name="connsiteX8" fmla="*/ 1117851 w 1566242"/>
                <a:gd name="connsiteY8" fmla="*/ 49538 h 3030726"/>
                <a:gd name="connsiteX9" fmla="*/ 1520187 w 1566242"/>
                <a:gd name="connsiteY9" fmla="*/ 212511 h 3030726"/>
                <a:gd name="connsiteX10" fmla="*/ 1561144 w 1566242"/>
                <a:gd name="connsiteY10" fmla="*/ 492260 h 3030726"/>
                <a:gd name="connsiteX11" fmla="*/ 1476848 w 1566242"/>
                <a:gd name="connsiteY11" fmla="*/ 523597 h 3030726"/>
                <a:gd name="connsiteX12" fmla="*/ 1399315 w 1566242"/>
                <a:gd name="connsiteY12" fmla="*/ 542838 h 3030726"/>
                <a:gd name="connsiteX13" fmla="*/ 1355119 w 1566242"/>
                <a:gd name="connsiteY13" fmla="*/ 566079 h 3030726"/>
                <a:gd name="connsiteX14" fmla="*/ 1344070 w 1566242"/>
                <a:gd name="connsiteY14" fmla="*/ 819634 h 3030726"/>
                <a:gd name="connsiteX15" fmla="*/ 1308541 w 1566242"/>
                <a:gd name="connsiteY15" fmla="*/ 815348 h 3030726"/>
                <a:gd name="connsiteX16" fmla="*/ 1179859 w 1566242"/>
                <a:gd name="connsiteY16" fmla="*/ 948508 h 3030726"/>
                <a:gd name="connsiteX17" fmla="*/ 1313018 w 1566242"/>
                <a:gd name="connsiteY17" fmla="*/ 1077190 h 30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6242" h="3030726">
                  <a:moveTo>
                    <a:pt x="1313018" y="1077190"/>
                  </a:moveTo>
                  <a:cubicBezTo>
                    <a:pt x="1287015" y="1218160"/>
                    <a:pt x="1001360" y="1349986"/>
                    <a:pt x="884012" y="1474669"/>
                  </a:cubicBezTo>
                  <a:cubicBezTo>
                    <a:pt x="946591" y="1587254"/>
                    <a:pt x="965641" y="2085697"/>
                    <a:pt x="959831" y="2224858"/>
                  </a:cubicBezTo>
                  <a:cubicBezTo>
                    <a:pt x="942781" y="2631956"/>
                    <a:pt x="778570" y="2763401"/>
                    <a:pt x="512442" y="2933232"/>
                  </a:cubicBezTo>
                  <a:cubicBezTo>
                    <a:pt x="197545" y="3134209"/>
                    <a:pt x="241932" y="3023434"/>
                    <a:pt x="43336" y="2610430"/>
                  </a:cubicBezTo>
                  <a:cubicBezTo>
                    <a:pt x="-182026" y="2141895"/>
                    <a:pt x="540160" y="1677646"/>
                    <a:pt x="637791" y="1466858"/>
                  </a:cubicBezTo>
                  <a:cubicBezTo>
                    <a:pt x="397094" y="1310267"/>
                    <a:pt x="226120" y="1171012"/>
                    <a:pt x="177257" y="935173"/>
                  </a:cubicBezTo>
                  <a:cubicBezTo>
                    <a:pt x="120298" y="659995"/>
                    <a:pt x="181829" y="437682"/>
                    <a:pt x="310036" y="261184"/>
                  </a:cubicBezTo>
                  <a:cubicBezTo>
                    <a:pt x="427193" y="99925"/>
                    <a:pt x="704371" y="-92480"/>
                    <a:pt x="1117851" y="49538"/>
                  </a:cubicBezTo>
                  <a:cubicBezTo>
                    <a:pt x="1302255" y="9819"/>
                    <a:pt x="1458751" y="67159"/>
                    <a:pt x="1520187" y="212511"/>
                  </a:cubicBezTo>
                  <a:cubicBezTo>
                    <a:pt x="1544476" y="269947"/>
                    <a:pt x="1579433" y="396153"/>
                    <a:pt x="1561144" y="492260"/>
                  </a:cubicBezTo>
                  <a:cubicBezTo>
                    <a:pt x="1541523" y="507405"/>
                    <a:pt x="1510567" y="515882"/>
                    <a:pt x="1476848" y="523597"/>
                  </a:cubicBezTo>
                  <a:cubicBezTo>
                    <a:pt x="1451321" y="529503"/>
                    <a:pt x="1424175" y="535027"/>
                    <a:pt x="1399315" y="542838"/>
                  </a:cubicBezTo>
                  <a:cubicBezTo>
                    <a:pt x="1378931" y="549220"/>
                    <a:pt x="1370454" y="555220"/>
                    <a:pt x="1355119" y="566079"/>
                  </a:cubicBezTo>
                  <a:cubicBezTo>
                    <a:pt x="1325686" y="625896"/>
                    <a:pt x="1358548" y="776486"/>
                    <a:pt x="1344070" y="819634"/>
                  </a:cubicBezTo>
                  <a:cubicBezTo>
                    <a:pt x="1332735" y="816682"/>
                    <a:pt x="1320829" y="815158"/>
                    <a:pt x="1308541" y="815348"/>
                  </a:cubicBezTo>
                  <a:cubicBezTo>
                    <a:pt x="1236247" y="816586"/>
                    <a:pt x="1178620" y="876213"/>
                    <a:pt x="1179859" y="948508"/>
                  </a:cubicBezTo>
                  <a:cubicBezTo>
                    <a:pt x="1181097" y="1020802"/>
                    <a:pt x="1240723" y="1078429"/>
                    <a:pt x="1313018" y="1077190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4657B95-9E83-AF6B-94AC-33670DF094D5}"/>
                </a:ext>
              </a:extLst>
            </p:cNvPr>
            <p:cNvSpPr/>
            <p:nvPr/>
          </p:nvSpPr>
          <p:spPr>
            <a:xfrm>
              <a:off x="6404429" y="2649362"/>
              <a:ext cx="395463" cy="262783"/>
            </a:xfrm>
            <a:custGeom>
              <a:avLst/>
              <a:gdLst>
                <a:gd name="connsiteX0" fmla="*/ 241438 w 2288455"/>
                <a:gd name="connsiteY0" fmla="*/ 1521333 h 1521999"/>
                <a:gd name="connsiteX1" fmla="*/ 1693 w 2288455"/>
                <a:gd name="connsiteY1" fmla="*/ 121920 h 1521999"/>
                <a:gd name="connsiteX2" fmla="*/ 103516 w 2288455"/>
                <a:gd name="connsiteY2" fmla="*/ 0 h 1521999"/>
                <a:gd name="connsiteX3" fmla="*/ 1877547 w 2288455"/>
                <a:gd name="connsiteY3" fmla="*/ 0 h 1521999"/>
                <a:gd name="connsiteX4" fmla="*/ 2033090 w 2288455"/>
                <a:gd name="connsiteY4" fmla="*/ 129826 h 1521999"/>
                <a:gd name="connsiteX5" fmla="*/ 2288456 w 2288455"/>
                <a:gd name="connsiteY5" fmla="*/ 1522000 h 1521999"/>
                <a:gd name="connsiteX6" fmla="*/ 241533 w 2288455"/>
                <a:gd name="connsiteY6" fmla="*/ 1521238 h 152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8455" h="1521999">
                  <a:moveTo>
                    <a:pt x="241438" y="1521333"/>
                  </a:moveTo>
                  <a:lnTo>
                    <a:pt x="1693" y="121920"/>
                  </a:lnTo>
                  <a:cubicBezTo>
                    <a:pt x="-9832" y="58388"/>
                    <a:pt x="38936" y="0"/>
                    <a:pt x="103516" y="0"/>
                  </a:cubicBezTo>
                  <a:lnTo>
                    <a:pt x="1877547" y="0"/>
                  </a:lnTo>
                  <a:cubicBezTo>
                    <a:pt x="1953937" y="0"/>
                    <a:pt x="2019374" y="54673"/>
                    <a:pt x="2033090" y="129826"/>
                  </a:cubicBezTo>
                  <a:lnTo>
                    <a:pt x="2288456" y="1522000"/>
                  </a:lnTo>
                  <a:lnTo>
                    <a:pt x="241533" y="1521238"/>
                  </a:lnTo>
                  <a:close/>
                </a:path>
              </a:pathLst>
            </a:custGeom>
            <a:solidFill>
              <a:schemeClr val="tx2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0CEF4EA5-7BA1-DB31-8DBC-C7C7F2C4980E}"/>
                </a:ext>
              </a:extLst>
            </p:cNvPr>
            <p:cNvSpPr/>
            <p:nvPr/>
          </p:nvSpPr>
          <p:spPr>
            <a:xfrm>
              <a:off x="6402263" y="2647191"/>
              <a:ext cx="112345" cy="267009"/>
            </a:xfrm>
            <a:custGeom>
              <a:avLst/>
              <a:gdLst>
                <a:gd name="connsiteX0" fmla="*/ 253974 w 650118"/>
                <a:gd name="connsiteY0" fmla="*/ 1546479 h 1546478"/>
                <a:gd name="connsiteX1" fmla="*/ 241592 w 650118"/>
                <a:gd name="connsiteY1" fmla="*/ 1536002 h 1546478"/>
                <a:gd name="connsiteX2" fmla="*/ 1848 w 650118"/>
                <a:gd name="connsiteY2" fmla="*/ 136588 h 1546478"/>
                <a:gd name="connsiteX3" fmla="*/ 26994 w 650118"/>
                <a:gd name="connsiteY3" fmla="*/ 41624 h 1546478"/>
                <a:gd name="connsiteX4" fmla="*/ 116052 w 650118"/>
                <a:gd name="connsiteY4" fmla="*/ 0 h 1546478"/>
                <a:gd name="connsiteX5" fmla="*/ 637546 w 650118"/>
                <a:gd name="connsiteY5" fmla="*/ 0 h 1546478"/>
                <a:gd name="connsiteX6" fmla="*/ 650119 w 650118"/>
                <a:gd name="connsiteY6" fmla="*/ 12573 h 1546478"/>
                <a:gd name="connsiteX7" fmla="*/ 637546 w 650118"/>
                <a:gd name="connsiteY7" fmla="*/ 25146 h 1546478"/>
                <a:gd name="connsiteX8" fmla="*/ 116052 w 650118"/>
                <a:gd name="connsiteY8" fmla="*/ 25146 h 1546478"/>
                <a:gd name="connsiteX9" fmla="*/ 46234 w 650118"/>
                <a:gd name="connsiteY9" fmla="*/ 57817 h 1546478"/>
                <a:gd name="connsiteX10" fmla="*/ 26517 w 650118"/>
                <a:gd name="connsiteY10" fmla="*/ 132302 h 1546478"/>
                <a:gd name="connsiteX11" fmla="*/ 266357 w 650118"/>
                <a:gd name="connsiteY11" fmla="*/ 1531811 h 1546478"/>
                <a:gd name="connsiteX12" fmla="*/ 256070 w 650118"/>
                <a:gd name="connsiteY12" fmla="*/ 1546289 h 1546478"/>
                <a:gd name="connsiteX13" fmla="*/ 253974 w 650118"/>
                <a:gd name="connsiteY13" fmla="*/ 1546479 h 154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0118" h="1546478">
                  <a:moveTo>
                    <a:pt x="253974" y="1546479"/>
                  </a:moveTo>
                  <a:cubicBezTo>
                    <a:pt x="247974" y="1546479"/>
                    <a:pt x="242640" y="1542193"/>
                    <a:pt x="241592" y="1536002"/>
                  </a:cubicBezTo>
                  <a:lnTo>
                    <a:pt x="1848" y="136588"/>
                  </a:lnTo>
                  <a:cubicBezTo>
                    <a:pt x="-4248" y="102775"/>
                    <a:pt x="4896" y="68104"/>
                    <a:pt x="26994" y="41624"/>
                  </a:cubicBezTo>
                  <a:cubicBezTo>
                    <a:pt x="49092" y="15145"/>
                    <a:pt x="81572" y="0"/>
                    <a:pt x="116052" y="0"/>
                  </a:cubicBezTo>
                  <a:lnTo>
                    <a:pt x="637546" y="0"/>
                  </a:lnTo>
                  <a:cubicBezTo>
                    <a:pt x="644499" y="0"/>
                    <a:pt x="650119" y="5620"/>
                    <a:pt x="650119" y="12573"/>
                  </a:cubicBezTo>
                  <a:cubicBezTo>
                    <a:pt x="650119" y="19526"/>
                    <a:pt x="644499" y="25146"/>
                    <a:pt x="637546" y="25146"/>
                  </a:cubicBezTo>
                  <a:lnTo>
                    <a:pt x="116052" y="25146"/>
                  </a:lnTo>
                  <a:cubicBezTo>
                    <a:pt x="89001" y="25146"/>
                    <a:pt x="63570" y="37052"/>
                    <a:pt x="46234" y="57817"/>
                  </a:cubicBezTo>
                  <a:cubicBezTo>
                    <a:pt x="28899" y="78581"/>
                    <a:pt x="21755" y="105728"/>
                    <a:pt x="26517" y="132302"/>
                  </a:cubicBezTo>
                  <a:lnTo>
                    <a:pt x="266357" y="1531811"/>
                  </a:lnTo>
                  <a:cubicBezTo>
                    <a:pt x="267500" y="1538669"/>
                    <a:pt x="262928" y="1545146"/>
                    <a:pt x="256070" y="1546289"/>
                  </a:cubicBezTo>
                  <a:cubicBezTo>
                    <a:pt x="255308" y="1546384"/>
                    <a:pt x="254641" y="1546479"/>
                    <a:pt x="253974" y="1546479"/>
                  </a:cubicBezTo>
                  <a:close/>
                </a:path>
              </a:pathLst>
            </a:custGeom>
            <a:solidFill>
              <a:schemeClr val="tx2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5D8B834C-CA66-65F4-FFA6-CF773CFC1B78}"/>
                </a:ext>
              </a:extLst>
            </p:cNvPr>
            <p:cNvSpPr/>
            <p:nvPr/>
          </p:nvSpPr>
          <p:spPr>
            <a:xfrm>
              <a:off x="6701379" y="2648967"/>
              <a:ext cx="74780" cy="265348"/>
            </a:xfrm>
            <a:custGeom>
              <a:avLst/>
              <a:gdLst>
                <a:gd name="connsiteX0" fmla="*/ 420148 w 432735"/>
                <a:gd name="connsiteY0" fmla="*/ 1536859 h 1536858"/>
                <a:gd name="connsiteX1" fmla="*/ 407861 w 432735"/>
                <a:gd name="connsiteY1" fmla="*/ 1526572 h 1536858"/>
                <a:gd name="connsiteX2" fmla="*/ 155734 w 432735"/>
                <a:gd name="connsiteY2" fmla="*/ 144685 h 1536858"/>
                <a:gd name="connsiteX3" fmla="*/ 12573 w 432735"/>
                <a:gd name="connsiteY3" fmla="*/ 25146 h 1536858"/>
                <a:gd name="connsiteX4" fmla="*/ 0 w 432735"/>
                <a:gd name="connsiteY4" fmla="*/ 12573 h 1536858"/>
                <a:gd name="connsiteX5" fmla="*/ 12573 w 432735"/>
                <a:gd name="connsiteY5" fmla="*/ 0 h 1536858"/>
                <a:gd name="connsiteX6" fmla="*/ 180404 w 432735"/>
                <a:gd name="connsiteY6" fmla="*/ 140113 h 1536858"/>
                <a:gd name="connsiteX7" fmla="*/ 432530 w 432735"/>
                <a:gd name="connsiteY7" fmla="*/ 1522000 h 1536858"/>
                <a:gd name="connsiteX8" fmla="*/ 422434 w 432735"/>
                <a:gd name="connsiteY8" fmla="*/ 1536573 h 1536858"/>
                <a:gd name="connsiteX9" fmla="*/ 420148 w 432735"/>
                <a:gd name="connsiteY9" fmla="*/ 1536764 h 1536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2735" h="1536858">
                  <a:moveTo>
                    <a:pt x="420148" y="1536859"/>
                  </a:moveTo>
                  <a:cubicBezTo>
                    <a:pt x="414242" y="1536859"/>
                    <a:pt x="408908" y="1532573"/>
                    <a:pt x="407861" y="1526572"/>
                  </a:cubicBezTo>
                  <a:lnTo>
                    <a:pt x="155734" y="144685"/>
                  </a:lnTo>
                  <a:cubicBezTo>
                    <a:pt x="143161" y="75438"/>
                    <a:pt x="82963" y="25146"/>
                    <a:pt x="12573" y="25146"/>
                  </a:cubicBez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cubicBezTo>
                    <a:pt x="95155" y="0"/>
                    <a:pt x="165735" y="58960"/>
                    <a:pt x="180404" y="140113"/>
                  </a:cubicBezTo>
                  <a:lnTo>
                    <a:pt x="432530" y="1522000"/>
                  </a:lnTo>
                  <a:cubicBezTo>
                    <a:pt x="433769" y="1528858"/>
                    <a:pt x="429292" y="1535335"/>
                    <a:pt x="422434" y="1536573"/>
                  </a:cubicBezTo>
                  <a:cubicBezTo>
                    <a:pt x="421672" y="1536668"/>
                    <a:pt x="420910" y="1536764"/>
                    <a:pt x="420148" y="1536764"/>
                  </a:cubicBezTo>
                  <a:close/>
                </a:path>
              </a:pathLst>
            </a:custGeom>
            <a:solidFill>
              <a:srgbClr val="051C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56119862-2807-E939-8A1C-A3DBB6D9BE08}"/>
                </a:ext>
              </a:extLst>
            </p:cNvPr>
            <p:cNvSpPr/>
            <p:nvPr/>
          </p:nvSpPr>
          <p:spPr>
            <a:xfrm>
              <a:off x="6799863" y="2751229"/>
              <a:ext cx="36599" cy="50171"/>
            </a:xfrm>
            <a:custGeom>
              <a:avLst/>
              <a:gdLst>
                <a:gd name="connsiteX0" fmla="*/ 199336 w 211792"/>
                <a:gd name="connsiteY0" fmla="*/ 290585 h 290585"/>
                <a:gd name="connsiteX1" fmla="*/ 189239 w 211792"/>
                <a:gd name="connsiteY1" fmla="*/ 285537 h 290585"/>
                <a:gd name="connsiteX2" fmla="*/ 2168 w 211792"/>
                <a:gd name="connsiteY2" fmla="*/ 19599 h 290585"/>
                <a:gd name="connsiteX3" fmla="*/ 5502 w 211792"/>
                <a:gd name="connsiteY3" fmla="*/ 2168 h 290585"/>
                <a:gd name="connsiteX4" fmla="*/ 22933 w 211792"/>
                <a:gd name="connsiteY4" fmla="*/ 5502 h 290585"/>
                <a:gd name="connsiteX5" fmla="*/ 209337 w 211792"/>
                <a:gd name="connsiteY5" fmla="*/ 270488 h 290585"/>
                <a:gd name="connsiteX6" fmla="*/ 206765 w 211792"/>
                <a:gd name="connsiteY6" fmla="*/ 288014 h 290585"/>
                <a:gd name="connsiteX7" fmla="*/ 199241 w 211792"/>
                <a:gd name="connsiteY7" fmla="*/ 290490 h 29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792" h="290585">
                  <a:moveTo>
                    <a:pt x="199336" y="290585"/>
                  </a:moveTo>
                  <a:cubicBezTo>
                    <a:pt x="195526" y="290585"/>
                    <a:pt x="191716" y="288871"/>
                    <a:pt x="189239" y="285537"/>
                  </a:cubicBezTo>
                  <a:cubicBezTo>
                    <a:pt x="120088" y="192668"/>
                    <a:pt x="55889" y="98942"/>
                    <a:pt x="2168" y="19599"/>
                  </a:cubicBezTo>
                  <a:cubicBezTo>
                    <a:pt x="-1737" y="13884"/>
                    <a:pt x="-213" y="6074"/>
                    <a:pt x="5502" y="2168"/>
                  </a:cubicBezTo>
                  <a:cubicBezTo>
                    <a:pt x="11217" y="-1737"/>
                    <a:pt x="19027" y="-213"/>
                    <a:pt x="22933" y="5502"/>
                  </a:cubicBezTo>
                  <a:cubicBezTo>
                    <a:pt x="76463" y="84655"/>
                    <a:pt x="140471" y="178095"/>
                    <a:pt x="209337" y="270488"/>
                  </a:cubicBezTo>
                  <a:cubicBezTo>
                    <a:pt x="213433" y="276012"/>
                    <a:pt x="212290" y="283918"/>
                    <a:pt x="206765" y="288014"/>
                  </a:cubicBezTo>
                  <a:cubicBezTo>
                    <a:pt x="204479" y="289728"/>
                    <a:pt x="201908" y="290490"/>
                    <a:pt x="199241" y="290490"/>
                  </a:cubicBezTo>
                  <a:close/>
                </a:path>
              </a:pathLst>
            </a:custGeom>
            <a:solidFill>
              <a:srgbClr val="0679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9D8A97F0-7C1E-C695-88CA-D6C803C85EB1}"/>
                </a:ext>
              </a:extLst>
            </p:cNvPr>
            <p:cNvSpPr/>
            <p:nvPr/>
          </p:nvSpPr>
          <p:spPr>
            <a:xfrm>
              <a:off x="6717772" y="2488868"/>
              <a:ext cx="22672" cy="9178"/>
            </a:xfrm>
            <a:custGeom>
              <a:avLst/>
              <a:gdLst>
                <a:gd name="connsiteX0" fmla="*/ 118501 w 131199"/>
                <a:gd name="connsiteY0" fmla="*/ 53160 h 53159"/>
                <a:gd name="connsiteX1" fmla="*/ 117644 w 131199"/>
                <a:gd name="connsiteY1" fmla="*/ 53160 h 53159"/>
                <a:gd name="connsiteX2" fmla="*/ 6582 w 131199"/>
                <a:gd name="connsiteY2" fmla="*/ 23632 h 53159"/>
                <a:gd name="connsiteX3" fmla="*/ 1534 w 131199"/>
                <a:gd name="connsiteY3" fmla="*/ 6582 h 53159"/>
                <a:gd name="connsiteX4" fmla="*/ 18584 w 131199"/>
                <a:gd name="connsiteY4" fmla="*/ 1534 h 53159"/>
                <a:gd name="connsiteX5" fmla="*/ 119549 w 131199"/>
                <a:gd name="connsiteY5" fmla="*/ 28109 h 53159"/>
                <a:gd name="connsiteX6" fmla="*/ 131169 w 131199"/>
                <a:gd name="connsiteY6" fmla="*/ 41539 h 53159"/>
                <a:gd name="connsiteX7" fmla="*/ 118692 w 131199"/>
                <a:gd name="connsiteY7" fmla="*/ 53160 h 5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99" h="53159">
                  <a:moveTo>
                    <a:pt x="118501" y="53160"/>
                  </a:moveTo>
                  <a:cubicBezTo>
                    <a:pt x="118501" y="53160"/>
                    <a:pt x="117930" y="53160"/>
                    <a:pt x="117644" y="53160"/>
                  </a:cubicBezTo>
                  <a:cubicBezTo>
                    <a:pt x="74591" y="50112"/>
                    <a:pt x="37158" y="40206"/>
                    <a:pt x="6582" y="23632"/>
                  </a:cubicBezTo>
                  <a:cubicBezTo>
                    <a:pt x="486" y="20298"/>
                    <a:pt x="-1799" y="12678"/>
                    <a:pt x="1534" y="6582"/>
                  </a:cubicBezTo>
                  <a:cubicBezTo>
                    <a:pt x="4868" y="486"/>
                    <a:pt x="12488" y="-1800"/>
                    <a:pt x="18584" y="1534"/>
                  </a:cubicBezTo>
                  <a:cubicBezTo>
                    <a:pt x="46111" y="16393"/>
                    <a:pt x="80020" y="25347"/>
                    <a:pt x="119549" y="28109"/>
                  </a:cubicBezTo>
                  <a:cubicBezTo>
                    <a:pt x="126502" y="28585"/>
                    <a:pt x="131646" y="34586"/>
                    <a:pt x="131169" y="41539"/>
                  </a:cubicBezTo>
                  <a:cubicBezTo>
                    <a:pt x="130693" y="48111"/>
                    <a:pt x="125169" y="53160"/>
                    <a:pt x="118692" y="53160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BD092E53-6533-4285-D2AE-DF73011B4534}"/>
                </a:ext>
              </a:extLst>
            </p:cNvPr>
            <p:cNvSpPr/>
            <p:nvPr/>
          </p:nvSpPr>
          <p:spPr>
            <a:xfrm>
              <a:off x="6614056" y="2501185"/>
              <a:ext cx="54900" cy="12238"/>
            </a:xfrm>
            <a:custGeom>
              <a:avLst/>
              <a:gdLst>
                <a:gd name="connsiteX0" fmla="*/ 286339 w 317693"/>
                <a:gd name="connsiteY0" fmla="*/ 70883 h 70883"/>
                <a:gd name="connsiteX1" fmla="*/ 285291 w 317693"/>
                <a:gd name="connsiteY1" fmla="*/ 70883 h 70883"/>
                <a:gd name="connsiteX2" fmla="*/ 30402 w 317693"/>
                <a:gd name="connsiteY2" fmla="*/ 62787 h 70883"/>
                <a:gd name="connsiteX3" fmla="*/ 17 w 317693"/>
                <a:gd name="connsiteY3" fmla="*/ 30402 h 70883"/>
                <a:gd name="connsiteX4" fmla="*/ 32402 w 317693"/>
                <a:gd name="connsiteY4" fmla="*/ 17 h 70883"/>
                <a:gd name="connsiteX5" fmla="*/ 287291 w 317693"/>
                <a:gd name="connsiteY5" fmla="*/ 8114 h 70883"/>
                <a:gd name="connsiteX6" fmla="*/ 317676 w 317693"/>
                <a:gd name="connsiteY6" fmla="*/ 40499 h 70883"/>
                <a:gd name="connsiteX7" fmla="*/ 286339 w 317693"/>
                <a:gd name="connsiteY7" fmla="*/ 70883 h 70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693" h="70883">
                  <a:moveTo>
                    <a:pt x="286339" y="70883"/>
                  </a:moveTo>
                  <a:cubicBezTo>
                    <a:pt x="286339" y="70883"/>
                    <a:pt x="285672" y="70883"/>
                    <a:pt x="285291" y="70883"/>
                  </a:cubicBezTo>
                  <a:lnTo>
                    <a:pt x="30402" y="62787"/>
                  </a:lnTo>
                  <a:cubicBezTo>
                    <a:pt x="13067" y="62216"/>
                    <a:pt x="-554" y="47738"/>
                    <a:pt x="17" y="30402"/>
                  </a:cubicBezTo>
                  <a:cubicBezTo>
                    <a:pt x="589" y="13067"/>
                    <a:pt x="15067" y="-554"/>
                    <a:pt x="32402" y="17"/>
                  </a:cubicBezTo>
                  <a:lnTo>
                    <a:pt x="287291" y="8114"/>
                  </a:lnTo>
                  <a:cubicBezTo>
                    <a:pt x="304627" y="8685"/>
                    <a:pt x="318248" y="23163"/>
                    <a:pt x="317676" y="40499"/>
                  </a:cubicBezTo>
                  <a:cubicBezTo>
                    <a:pt x="317105" y="57453"/>
                    <a:pt x="303198" y="70883"/>
                    <a:pt x="286339" y="7088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93F33C66-2E93-F568-8093-8C46B828AFE2}"/>
                </a:ext>
              </a:extLst>
            </p:cNvPr>
            <p:cNvSpPr/>
            <p:nvPr/>
          </p:nvSpPr>
          <p:spPr>
            <a:xfrm>
              <a:off x="7054288" y="2541164"/>
              <a:ext cx="33450" cy="37400"/>
            </a:xfrm>
            <a:custGeom>
              <a:avLst/>
              <a:gdLst>
                <a:gd name="connsiteX0" fmla="*/ 12528 w 193566"/>
                <a:gd name="connsiteY0" fmla="*/ 216614 h 216614"/>
                <a:gd name="connsiteX1" fmla="*/ 1384 w 193566"/>
                <a:gd name="connsiteY1" fmla="*/ 209851 h 216614"/>
                <a:gd name="connsiteX2" fmla="*/ 6813 w 193566"/>
                <a:gd name="connsiteY2" fmla="*/ 192897 h 216614"/>
                <a:gd name="connsiteX3" fmla="*/ 167119 w 193566"/>
                <a:gd name="connsiteY3" fmla="*/ 63833 h 216614"/>
                <a:gd name="connsiteX4" fmla="*/ 166357 w 193566"/>
                <a:gd name="connsiteY4" fmla="*/ 46974 h 216614"/>
                <a:gd name="connsiteX5" fmla="*/ 133114 w 193566"/>
                <a:gd name="connsiteY5" fmla="*/ 24685 h 216614"/>
                <a:gd name="connsiteX6" fmla="*/ 124161 w 193566"/>
                <a:gd name="connsiteY6" fmla="*/ 9350 h 216614"/>
                <a:gd name="connsiteX7" fmla="*/ 139496 w 193566"/>
                <a:gd name="connsiteY7" fmla="*/ 397 h 216614"/>
                <a:gd name="connsiteX8" fmla="*/ 188455 w 193566"/>
                <a:gd name="connsiteY8" fmla="*/ 35163 h 216614"/>
                <a:gd name="connsiteX9" fmla="*/ 191026 w 193566"/>
                <a:gd name="connsiteY9" fmla="*/ 71263 h 216614"/>
                <a:gd name="connsiteX10" fmla="*/ 18243 w 193566"/>
                <a:gd name="connsiteY10" fmla="*/ 215090 h 216614"/>
                <a:gd name="connsiteX11" fmla="*/ 12528 w 193566"/>
                <a:gd name="connsiteY11" fmla="*/ 216519 h 216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566" h="216614">
                  <a:moveTo>
                    <a:pt x="12528" y="216614"/>
                  </a:moveTo>
                  <a:cubicBezTo>
                    <a:pt x="7956" y="216614"/>
                    <a:pt x="3574" y="214138"/>
                    <a:pt x="1384" y="209851"/>
                  </a:cubicBezTo>
                  <a:cubicBezTo>
                    <a:pt x="-1760" y="203660"/>
                    <a:pt x="622" y="196135"/>
                    <a:pt x="6813" y="192897"/>
                  </a:cubicBezTo>
                  <a:cubicBezTo>
                    <a:pt x="46627" y="172323"/>
                    <a:pt x="153022" y="108982"/>
                    <a:pt x="167119" y="63833"/>
                  </a:cubicBezTo>
                  <a:cubicBezTo>
                    <a:pt x="169214" y="57166"/>
                    <a:pt x="168929" y="51832"/>
                    <a:pt x="166357" y="46974"/>
                  </a:cubicBezTo>
                  <a:cubicBezTo>
                    <a:pt x="160547" y="36116"/>
                    <a:pt x="150355" y="29258"/>
                    <a:pt x="133114" y="24685"/>
                  </a:cubicBezTo>
                  <a:cubicBezTo>
                    <a:pt x="126447" y="22876"/>
                    <a:pt x="122447" y="16018"/>
                    <a:pt x="124161" y="9350"/>
                  </a:cubicBezTo>
                  <a:cubicBezTo>
                    <a:pt x="125971" y="2683"/>
                    <a:pt x="132829" y="-1318"/>
                    <a:pt x="139496" y="397"/>
                  </a:cubicBezTo>
                  <a:cubicBezTo>
                    <a:pt x="154736" y="4397"/>
                    <a:pt x="176358" y="12398"/>
                    <a:pt x="188455" y="35163"/>
                  </a:cubicBezTo>
                  <a:cubicBezTo>
                    <a:pt x="194265" y="46021"/>
                    <a:pt x="195122" y="58118"/>
                    <a:pt x="191026" y="71263"/>
                  </a:cubicBezTo>
                  <a:cubicBezTo>
                    <a:pt x="171310" y="134509"/>
                    <a:pt x="33864" y="207089"/>
                    <a:pt x="18243" y="215090"/>
                  </a:cubicBezTo>
                  <a:cubicBezTo>
                    <a:pt x="16433" y="216043"/>
                    <a:pt x="14433" y="216519"/>
                    <a:pt x="12528" y="216519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08BF37E1-89FA-71CC-A6F0-B627ADD16BC5}"/>
                </a:ext>
              </a:extLst>
            </p:cNvPr>
            <p:cNvSpPr/>
            <p:nvPr/>
          </p:nvSpPr>
          <p:spPr>
            <a:xfrm>
              <a:off x="7065476" y="2530392"/>
              <a:ext cx="72686" cy="42251"/>
            </a:xfrm>
            <a:custGeom>
              <a:avLst/>
              <a:gdLst>
                <a:gd name="connsiteX0" fmla="*/ 12555 w 420620"/>
                <a:gd name="connsiteY0" fmla="*/ 244711 h 244710"/>
                <a:gd name="connsiteX1" fmla="*/ 77 w 420620"/>
                <a:gd name="connsiteY1" fmla="*/ 233567 h 244710"/>
                <a:gd name="connsiteX2" fmla="*/ 11126 w 420620"/>
                <a:gd name="connsiteY2" fmla="*/ 219660 h 244710"/>
                <a:gd name="connsiteX3" fmla="*/ 289923 w 420620"/>
                <a:gd name="connsiteY3" fmla="*/ 69832 h 244710"/>
                <a:gd name="connsiteX4" fmla="*/ 404318 w 420620"/>
                <a:gd name="connsiteY4" fmla="*/ 585 h 244710"/>
                <a:gd name="connsiteX5" fmla="*/ 420035 w 420620"/>
                <a:gd name="connsiteY5" fmla="*/ 8777 h 244710"/>
                <a:gd name="connsiteX6" fmla="*/ 411843 w 420620"/>
                <a:gd name="connsiteY6" fmla="*/ 24493 h 244710"/>
                <a:gd name="connsiteX7" fmla="*/ 303734 w 420620"/>
                <a:gd name="connsiteY7" fmla="*/ 90692 h 244710"/>
                <a:gd name="connsiteX8" fmla="*/ 13889 w 420620"/>
                <a:gd name="connsiteY8" fmla="*/ 244616 h 244710"/>
                <a:gd name="connsiteX9" fmla="*/ 12460 w 420620"/>
                <a:gd name="connsiteY9" fmla="*/ 244616 h 24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0620" h="244710">
                  <a:moveTo>
                    <a:pt x="12555" y="244711"/>
                  </a:moveTo>
                  <a:cubicBezTo>
                    <a:pt x="6269" y="244711"/>
                    <a:pt x="840" y="239948"/>
                    <a:pt x="77" y="233567"/>
                  </a:cubicBezTo>
                  <a:cubicBezTo>
                    <a:pt x="-685" y="226709"/>
                    <a:pt x="4268" y="220422"/>
                    <a:pt x="11126" y="219660"/>
                  </a:cubicBezTo>
                  <a:cubicBezTo>
                    <a:pt x="75611" y="212326"/>
                    <a:pt x="199436" y="129935"/>
                    <a:pt x="289923" y="69832"/>
                  </a:cubicBezTo>
                  <a:cubicBezTo>
                    <a:pt x="344978" y="33256"/>
                    <a:pt x="384792" y="6777"/>
                    <a:pt x="404318" y="585"/>
                  </a:cubicBezTo>
                  <a:cubicBezTo>
                    <a:pt x="410891" y="-1510"/>
                    <a:pt x="417939" y="2205"/>
                    <a:pt x="420035" y="8777"/>
                  </a:cubicBezTo>
                  <a:cubicBezTo>
                    <a:pt x="422130" y="15349"/>
                    <a:pt x="418415" y="22398"/>
                    <a:pt x="411843" y="24493"/>
                  </a:cubicBezTo>
                  <a:cubicBezTo>
                    <a:pt x="395651" y="29637"/>
                    <a:pt x="350978" y="59259"/>
                    <a:pt x="303734" y="90692"/>
                  </a:cubicBezTo>
                  <a:cubicBezTo>
                    <a:pt x="206008" y="155652"/>
                    <a:pt x="84374" y="236520"/>
                    <a:pt x="13889" y="244616"/>
                  </a:cubicBezTo>
                  <a:cubicBezTo>
                    <a:pt x="13413" y="244616"/>
                    <a:pt x="12936" y="244616"/>
                    <a:pt x="12460" y="244616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04C250A1-E609-8D0A-1A21-35F2F4465738}"/>
                </a:ext>
              </a:extLst>
            </p:cNvPr>
            <p:cNvSpPr/>
            <p:nvPr/>
          </p:nvSpPr>
          <p:spPr>
            <a:xfrm>
              <a:off x="7083368" y="2527763"/>
              <a:ext cx="18251" cy="21626"/>
            </a:xfrm>
            <a:custGeom>
              <a:avLst/>
              <a:gdLst>
                <a:gd name="connsiteX0" fmla="*/ 12555 w 105616"/>
                <a:gd name="connsiteY0" fmla="*/ 125256 h 125256"/>
                <a:gd name="connsiteX1" fmla="*/ 4839 w 105616"/>
                <a:gd name="connsiteY1" fmla="*/ 122589 h 125256"/>
                <a:gd name="connsiteX2" fmla="*/ 2649 w 105616"/>
                <a:gd name="connsiteY2" fmla="*/ 104968 h 125256"/>
                <a:gd name="connsiteX3" fmla="*/ 83516 w 105616"/>
                <a:gd name="connsiteY3" fmla="*/ 4384 h 125256"/>
                <a:gd name="connsiteX4" fmla="*/ 101232 w 105616"/>
                <a:gd name="connsiteY4" fmla="*/ 3050 h 125256"/>
                <a:gd name="connsiteX5" fmla="*/ 102566 w 105616"/>
                <a:gd name="connsiteY5" fmla="*/ 20767 h 125256"/>
                <a:gd name="connsiteX6" fmla="*/ 22461 w 105616"/>
                <a:gd name="connsiteY6" fmla="*/ 120398 h 125256"/>
                <a:gd name="connsiteX7" fmla="*/ 12555 w 105616"/>
                <a:gd name="connsiteY7" fmla="*/ 125256 h 12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616" h="125256">
                  <a:moveTo>
                    <a:pt x="12555" y="125256"/>
                  </a:moveTo>
                  <a:cubicBezTo>
                    <a:pt x="9888" y="125256"/>
                    <a:pt x="7125" y="124399"/>
                    <a:pt x="4839" y="122589"/>
                  </a:cubicBezTo>
                  <a:cubicBezTo>
                    <a:pt x="-590" y="118303"/>
                    <a:pt x="-1638" y="110492"/>
                    <a:pt x="2649" y="104968"/>
                  </a:cubicBezTo>
                  <a:cubicBezTo>
                    <a:pt x="28176" y="72107"/>
                    <a:pt x="64180" y="26958"/>
                    <a:pt x="83516" y="4384"/>
                  </a:cubicBezTo>
                  <a:cubicBezTo>
                    <a:pt x="87993" y="-855"/>
                    <a:pt x="95994" y="-1522"/>
                    <a:pt x="101232" y="3050"/>
                  </a:cubicBezTo>
                  <a:cubicBezTo>
                    <a:pt x="106471" y="7527"/>
                    <a:pt x="107138" y="15528"/>
                    <a:pt x="102566" y="20767"/>
                  </a:cubicBezTo>
                  <a:cubicBezTo>
                    <a:pt x="85992" y="40103"/>
                    <a:pt x="51512" y="82965"/>
                    <a:pt x="22461" y="120398"/>
                  </a:cubicBezTo>
                  <a:cubicBezTo>
                    <a:pt x="19984" y="123542"/>
                    <a:pt x="16269" y="125256"/>
                    <a:pt x="12555" y="125256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CD9CB7EC-E3AF-3E67-DFFC-116AED4EFF59}"/>
                </a:ext>
              </a:extLst>
            </p:cNvPr>
            <p:cNvSpPr/>
            <p:nvPr/>
          </p:nvSpPr>
          <p:spPr>
            <a:xfrm>
              <a:off x="7089679" y="2515267"/>
              <a:ext cx="36578" cy="46621"/>
            </a:xfrm>
            <a:custGeom>
              <a:avLst/>
              <a:gdLst>
                <a:gd name="connsiteX0" fmla="*/ 12514 w 211671"/>
                <a:gd name="connsiteY0" fmla="*/ 270023 h 270023"/>
                <a:gd name="connsiteX1" fmla="*/ 4799 w 211671"/>
                <a:gd name="connsiteY1" fmla="*/ 267356 h 270023"/>
                <a:gd name="connsiteX2" fmla="*/ 2608 w 211671"/>
                <a:gd name="connsiteY2" fmla="*/ 249735 h 270023"/>
                <a:gd name="connsiteX3" fmla="*/ 77284 w 211671"/>
                <a:gd name="connsiteY3" fmla="*/ 148103 h 270023"/>
                <a:gd name="connsiteX4" fmla="*/ 137863 w 211671"/>
                <a:gd name="connsiteY4" fmla="*/ 67045 h 270023"/>
                <a:gd name="connsiteX5" fmla="*/ 160247 w 211671"/>
                <a:gd name="connsiteY5" fmla="*/ 39709 h 270023"/>
                <a:gd name="connsiteX6" fmla="*/ 189679 w 211671"/>
                <a:gd name="connsiteY6" fmla="*/ 4276 h 270023"/>
                <a:gd name="connsiteX7" fmla="*/ 207396 w 211671"/>
                <a:gd name="connsiteY7" fmla="*/ 3132 h 270023"/>
                <a:gd name="connsiteX8" fmla="*/ 208539 w 211671"/>
                <a:gd name="connsiteY8" fmla="*/ 20849 h 270023"/>
                <a:gd name="connsiteX9" fmla="*/ 179773 w 211671"/>
                <a:gd name="connsiteY9" fmla="*/ 55425 h 270023"/>
                <a:gd name="connsiteX10" fmla="*/ 157104 w 211671"/>
                <a:gd name="connsiteY10" fmla="*/ 83143 h 270023"/>
                <a:gd name="connsiteX11" fmla="*/ 97858 w 211671"/>
                <a:gd name="connsiteY11" fmla="*/ 162486 h 270023"/>
                <a:gd name="connsiteX12" fmla="*/ 22420 w 211671"/>
                <a:gd name="connsiteY12" fmla="*/ 265070 h 270023"/>
                <a:gd name="connsiteX13" fmla="*/ 12514 w 211671"/>
                <a:gd name="connsiteY13" fmla="*/ 269928 h 27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1671" h="270023">
                  <a:moveTo>
                    <a:pt x="12514" y="270023"/>
                  </a:moveTo>
                  <a:cubicBezTo>
                    <a:pt x="9847" y="270023"/>
                    <a:pt x="7085" y="269166"/>
                    <a:pt x="4799" y="267356"/>
                  </a:cubicBezTo>
                  <a:cubicBezTo>
                    <a:pt x="-630" y="263070"/>
                    <a:pt x="-1583" y="255164"/>
                    <a:pt x="2608" y="249735"/>
                  </a:cubicBezTo>
                  <a:cubicBezTo>
                    <a:pt x="33564" y="210206"/>
                    <a:pt x="56805" y="177249"/>
                    <a:pt x="77284" y="148103"/>
                  </a:cubicBezTo>
                  <a:cubicBezTo>
                    <a:pt x="98525" y="117909"/>
                    <a:pt x="116908" y="91906"/>
                    <a:pt x="137863" y="67045"/>
                  </a:cubicBezTo>
                  <a:cubicBezTo>
                    <a:pt x="145483" y="57997"/>
                    <a:pt x="153008" y="48662"/>
                    <a:pt x="160247" y="39709"/>
                  </a:cubicBezTo>
                  <a:cubicBezTo>
                    <a:pt x="170344" y="27136"/>
                    <a:pt x="179964" y="15324"/>
                    <a:pt x="189679" y="4276"/>
                  </a:cubicBezTo>
                  <a:cubicBezTo>
                    <a:pt x="194251" y="-963"/>
                    <a:pt x="202157" y="-1439"/>
                    <a:pt x="207396" y="3132"/>
                  </a:cubicBezTo>
                  <a:cubicBezTo>
                    <a:pt x="212635" y="7705"/>
                    <a:pt x="213111" y="15610"/>
                    <a:pt x="208539" y="20849"/>
                  </a:cubicBezTo>
                  <a:cubicBezTo>
                    <a:pt x="199204" y="31517"/>
                    <a:pt x="189774" y="43138"/>
                    <a:pt x="179773" y="55425"/>
                  </a:cubicBezTo>
                  <a:cubicBezTo>
                    <a:pt x="172439" y="64473"/>
                    <a:pt x="164914" y="73903"/>
                    <a:pt x="157104" y="83143"/>
                  </a:cubicBezTo>
                  <a:cubicBezTo>
                    <a:pt x="136911" y="107146"/>
                    <a:pt x="118813" y="132768"/>
                    <a:pt x="97858" y="162486"/>
                  </a:cubicBezTo>
                  <a:cubicBezTo>
                    <a:pt x="77189" y="191823"/>
                    <a:pt x="53757" y="225065"/>
                    <a:pt x="22420" y="265070"/>
                  </a:cubicBezTo>
                  <a:cubicBezTo>
                    <a:pt x="19944" y="268213"/>
                    <a:pt x="16229" y="269928"/>
                    <a:pt x="12514" y="269928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3949FC90-7382-6102-C653-24EB350BAF21}"/>
                </a:ext>
              </a:extLst>
            </p:cNvPr>
            <p:cNvSpPr/>
            <p:nvPr/>
          </p:nvSpPr>
          <p:spPr>
            <a:xfrm flipH="1">
              <a:off x="7104573" y="2408150"/>
              <a:ext cx="560091" cy="386515"/>
            </a:xfrm>
            <a:custGeom>
              <a:avLst/>
              <a:gdLst>
                <a:gd name="connsiteX0" fmla="*/ 1559085 w 3113184"/>
                <a:gd name="connsiteY0" fmla="*/ 1790289 h 2150270"/>
                <a:gd name="connsiteX1" fmla="*/ 1581469 w 3113184"/>
                <a:gd name="connsiteY1" fmla="*/ 2145190 h 2150270"/>
                <a:gd name="connsiteX2" fmla="*/ 354458 w 3113184"/>
                <a:gd name="connsiteY2" fmla="*/ 2145190 h 2150270"/>
                <a:gd name="connsiteX3" fmla="*/ 4986 w 3113184"/>
                <a:gd name="connsiteY3" fmla="*/ 1859059 h 2150270"/>
                <a:gd name="connsiteX4" fmla="*/ 390558 w 3113184"/>
                <a:gd name="connsiteY4" fmla="*/ 428023 h 2150270"/>
                <a:gd name="connsiteX5" fmla="*/ 1034829 w 3113184"/>
                <a:gd name="connsiteY5" fmla="*/ 121794 h 2150270"/>
                <a:gd name="connsiteX6" fmla="*/ 1056165 w 3113184"/>
                <a:gd name="connsiteY6" fmla="*/ 116460 h 2150270"/>
                <a:gd name="connsiteX7" fmla="*/ 1231901 w 3113184"/>
                <a:gd name="connsiteY7" fmla="*/ 84552 h 2150270"/>
                <a:gd name="connsiteX8" fmla="*/ 1845502 w 3113184"/>
                <a:gd name="connsiteY8" fmla="*/ 3303 h 2150270"/>
                <a:gd name="connsiteX9" fmla="*/ 1890364 w 3113184"/>
                <a:gd name="connsiteY9" fmla="*/ 12162 h 2150270"/>
                <a:gd name="connsiteX10" fmla="*/ 1916177 w 3113184"/>
                <a:gd name="connsiteY10" fmla="*/ 17877 h 2150270"/>
                <a:gd name="connsiteX11" fmla="*/ 2669128 w 3113184"/>
                <a:gd name="connsiteY11" fmla="*/ 302103 h 2150270"/>
                <a:gd name="connsiteX12" fmla="*/ 3113184 w 3113184"/>
                <a:gd name="connsiteY12" fmla="*/ 1733139 h 2150270"/>
                <a:gd name="connsiteX13" fmla="*/ 1558989 w 3113184"/>
                <a:gd name="connsiteY13" fmla="*/ 1790384 h 215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13184" h="2150270">
                  <a:moveTo>
                    <a:pt x="1559085" y="1790289"/>
                  </a:moveTo>
                  <a:lnTo>
                    <a:pt x="1581469" y="2145190"/>
                  </a:lnTo>
                  <a:cubicBezTo>
                    <a:pt x="1581469" y="2145190"/>
                    <a:pt x="483046" y="2156620"/>
                    <a:pt x="354458" y="2145190"/>
                  </a:cubicBezTo>
                  <a:cubicBezTo>
                    <a:pt x="225966" y="2133760"/>
                    <a:pt x="-39591" y="2153001"/>
                    <a:pt x="4986" y="1859059"/>
                  </a:cubicBezTo>
                  <a:cubicBezTo>
                    <a:pt x="25560" y="1723137"/>
                    <a:pt x="273686" y="611094"/>
                    <a:pt x="390558" y="428023"/>
                  </a:cubicBezTo>
                  <a:cubicBezTo>
                    <a:pt x="473425" y="298102"/>
                    <a:pt x="809086" y="179707"/>
                    <a:pt x="1034829" y="121794"/>
                  </a:cubicBezTo>
                  <a:cubicBezTo>
                    <a:pt x="1042068" y="119985"/>
                    <a:pt x="1049212" y="118080"/>
                    <a:pt x="1056165" y="116460"/>
                  </a:cubicBezTo>
                  <a:cubicBezTo>
                    <a:pt x="1138651" y="96077"/>
                    <a:pt x="1203707" y="84552"/>
                    <a:pt x="1231901" y="84552"/>
                  </a:cubicBezTo>
                  <a:cubicBezTo>
                    <a:pt x="1337057" y="84552"/>
                    <a:pt x="1705294" y="-19652"/>
                    <a:pt x="1845502" y="3303"/>
                  </a:cubicBezTo>
                  <a:cubicBezTo>
                    <a:pt x="1857218" y="5208"/>
                    <a:pt x="1872457" y="8161"/>
                    <a:pt x="1890364" y="12162"/>
                  </a:cubicBezTo>
                  <a:cubicBezTo>
                    <a:pt x="1898461" y="13876"/>
                    <a:pt x="1907033" y="15876"/>
                    <a:pt x="1916177" y="17877"/>
                  </a:cubicBezTo>
                  <a:cubicBezTo>
                    <a:pt x="2129156" y="67121"/>
                    <a:pt x="2617789" y="211520"/>
                    <a:pt x="2669128" y="302103"/>
                  </a:cubicBezTo>
                  <a:cubicBezTo>
                    <a:pt x="2727517" y="405163"/>
                    <a:pt x="3113184" y="1733139"/>
                    <a:pt x="3113184" y="1733139"/>
                  </a:cubicBezTo>
                  <a:lnTo>
                    <a:pt x="1558989" y="1790384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A4AA4713-6112-2D1E-110C-A04F2A32A395}"/>
                </a:ext>
              </a:extLst>
            </p:cNvPr>
            <p:cNvSpPr/>
            <p:nvPr/>
          </p:nvSpPr>
          <p:spPr>
            <a:xfrm rot="4800" flipH="1">
              <a:off x="7271852" y="2601531"/>
              <a:ext cx="239360" cy="3562"/>
            </a:xfrm>
            <a:custGeom>
              <a:avLst/>
              <a:gdLst>
                <a:gd name="connsiteX0" fmla="*/ 0 w 1330451"/>
                <a:gd name="connsiteY0" fmla="*/ 0 h 19811"/>
                <a:gd name="connsiteX1" fmla="*/ 1330452 w 1330451"/>
                <a:gd name="connsiteY1" fmla="*/ 0 h 19811"/>
                <a:gd name="connsiteX2" fmla="*/ 1330452 w 1330451"/>
                <a:gd name="connsiteY2" fmla="*/ 19812 h 19811"/>
                <a:gd name="connsiteX3" fmla="*/ 0 w 1330451"/>
                <a:gd name="connsiteY3" fmla="*/ 19812 h 1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0451" h="19811">
                  <a:moveTo>
                    <a:pt x="0" y="0"/>
                  </a:moveTo>
                  <a:lnTo>
                    <a:pt x="1330452" y="0"/>
                  </a:lnTo>
                  <a:lnTo>
                    <a:pt x="1330452" y="19812"/>
                  </a:lnTo>
                  <a:lnTo>
                    <a:pt x="0" y="198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E6728010-53F7-1A07-D962-374C8B8BE444}"/>
                </a:ext>
              </a:extLst>
            </p:cNvPr>
            <p:cNvSpPr/>
            <p:nvPr/>
          </p:nvSpPr>
          <p:spPr>
            <a:xfrm flipH="1">
              <a:off x="7277205" y="2626236"/>
              <a:ext cx="241332" cy="3562"/>
            </a:xfrm>
            <a:custGeom>
              <a:avLst/>
              <a:gdLst>
                <a:gd name="connsiteX0" fmla="*/ 1341406 w 1341405"/>
                <a:gd name="connsiteY0" fmla="*/ 0 h 19812"/>
                <a:gd name="connsiteX1" fmla="*/ 1341406 w 1341405"/>
                <a:gd name="connsiteY1" fmla="*/ 19812 h 19812"/>
                <a:gd name="connsiteX2" fmla="*/ 0 w 1341405"/>
                <a:gd name="connsiteY2" fmla="*/ 19812 h 19812"/>
                <a:gd name="connsiteX3" fmla="*/ 3048 w 1341405"/>
                <a:gd name="connsiteY3" fmla="*/ 0 h 19812"/>
                <a:gd name="connsiteX4" fmla="*/ 1341406 w 1341405"/>
                <a:gd name="connsiteY4" fmla="*/ 0 h 19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1405" h="19812">
                  <a:moveTo>
                    <a:pt x="1341406" y="0"/>
                  </a:moveTo>
                  <a:lnTo>
                    <a:pt x="1341406" y="19812"/>
                  </a:lnTo>
                  <a:lnTo>
                    <a:pt x="0" y="19812"/>
                  </a:lnTo>
                  <a:lnTo>
                    <a:pt x="3048" y="0"/>
                  </a:lnTo>
                  <a:lnTo>
                    <a:pt x="1341406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274139E1-E73A-DAFC-664E-FEDEF1F33D93}"/>
                </a:ext>
              </a:extLst>
            </p:cNvPr>
            <p:cNvSpPr/>
            <p:nvPr/>
          </p:nvSpPr>
          <p:spPr>
            <a:xfrm flipH="1">
              <a:off x="7282534" y="2651130"/>
              <a:ext cx="239789" cy="3562"/>
            </a:xfrm>
            <a:custGeom>
              <a:avLst/>
              <a:gdLst>
                <a:gd name="connsiteX0" fmla="*/ 1332833 w 1332833"/>
                <a:gd name="connsiteY0" fmla="*/ 0 h 19811"/>
                <a:gd name="connsiteX1" fmla="*/ 1332833 w 1332833"/>
                <a:gd name="connsiteY1" fmla="*/ 19812 h 19811"/>
                <a:gd name="connsiteX2" fmla="*/ 0 w 1332833"/>
                <a:gd name="connsiteY2" fmla="*/ 19812 h 19811"/>
                <a:gd name="connsiteX3" fmla="*/ 3048 w 1332833"/>
                <a:gd name="connsiteY3" fmla="*/ 0 h 19811"/>
                <a:gd name="connsiteX4" fmla="*/ 1332833 w 1332833"/>
                <a:gd name="connsiteY4" fmla="*/ 0 h 1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833" h="19811">
                  <a:moveTo>
                    <a:pt x="1332833" y="0"/>
                  </a:moveTo>
                  <a:lnTo>
                    <a:pt x="1332833" y="19812"/>
                  </a:lnTo>
                  <a:lnTo>
                    <a:pt x="0" y="19812"/>
                  </a:lnTo>
                  <a:lnTo>
                    <a:pt x="3048" y="0"/>
                  </a:lnTo>
                  <a:lnTo>
                    <a:pt x="133283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86F9A506-60B5-F2F3-0A02-31F724FD41F4}"/>
                </a:ext>
              </a:extLst>
            </p:cNvPr>
            <p:cNvSpPr/>
            <p:nvPr/>
          </p:nvSpPr>
          <p:spPr>
            <a:xfrm flipH="1">
              <a:off x="7488821" y="2556793"/>
              <a:ext cx="38643" cy="131578"/>
            </a:xfrm>
            <a:custGeom>
              <a:avLst/>
              <a:gdLst>
                <a:gd name="connsiteX0" fmla="*/ 214789 w 214788"/>
                <a:gd name="connsiteY0" fmla="*/ 731996 h 731996"/>
                <a:gd name="connsiteX1" fmla="*/ 0 w 214788"/>
                <a:gd name="connsiteY1" fmla="*/ 731996 h 731996"/>
                <a:gd name="connsiteX2" fmla="*/ 28575 w 214788"/>
                <a:gd name="connsiteY2" fmla="*/ 544639 h 731996"/>
                <a:gd name="connsiteX3" fmla="*/ 31623 w 214788"/>
                <a:gd name="connsiteY3" fmla="*/ 524828 h 731996"/>
                <a:gd name="connsiteX4" fmla="*/ 49625 w 214788"/>
                <a:gd name="connsiteY4" fmla="*/ 406146 h 731996"/>
                <a:gd name="connsiteX5" fmla="*/ 52673 w 214788"/>
                <a:gd name="connsiteY5" fmla="*/ 386334 h 731996"/>
                <a:gd name="connsiteX6" fmla="*/ 111538 w 214788"/>
                <a:gd name="connsiteY6" fmla="*/ 0 h 731996"/>
                <a:gd name="connsiteX7" fmla="*/ 92773 w 214788"/>
                <a:gd name="connsiteY7" fmla="*/ 386334 h 731996"/>
                <a:gd name="connsiteX8" fmla="*/ 93440 w 214788"/>
                <a:gd name="connsiteY8" fmla="*/ 406146 h 731996"/>
                <a:gd name="connsiteX9" fmla="*/ 104013 w 214788"/>
                <a:gd name="connsiteY9" fmla="*/ 524828 h 731996"/>
                <a:gd name="connsiteX10" fmla="*/ 107156 w 214788"/>
                <a:gd name="connsiteY10" fmla="*/ 544639 h 731996"/>
                <a:gd name="connsiteX11" fmla="*/ 214694 w 214788"/>
                <a:gd name="connsiteY11" fmla="*/ 731996 h 73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788" h="731996">
                  <a:moveTo>
                    <a:pt x="214789" y="731996"/>
                  </a:moveTo>
                  <a:lnTo>
                    <a:pt x="0" y="731996"/>
                  </a:lnTo>
                  <a:lnTo>
                    <a:pt x="28575" y="544639"/>
                  </a:lnTo>
                  <a:lnTo>
                    <a:pt x="31623" y="524828"/>
                  </a:lnTo>
                  <a:lnTo>
                    <a:pt x="49625" y="406146"/>
                  </a:lnTo>
                  <a:lnTo>
                    <a:pt x="52673" y="386334"/>
                  </a:lnTo>
                  <a:lnTo>
                    <a:pt x="111538" y="0"/>
                  </a:lnTo>
                  <a:cubicBezTo>
                    <a:pt x="94488" y="161925"/>
                    <a:pt x="89726" y="288036"/>
                    <a:pt x="92773" y="386334"/>
                  </a:cubicBezTo>
                  <a:cubicBezTo>
                    <a:pt x="92964" y="393097"/>
                    <a:pt x="93154" y="399669"/>
                    <a:pt x="93440" y="406146"/>
                  </a:cubicBezTo>
                  <a:cubicBezTo>
                    <a:pt x="95440" y="451866"/>
                    <a:pt x="99060" y="491109"/>
                    <a:pt x="104013" y="524828"/>
                  </a:cubicBezTo>
                  <a:cubicBezTo>
                    <a:pt x="104965" y="531686"/>
                    <a:pt x="106013" y="538258"/>
                    <a:pt x="107156" y="544639"/>
                  </a:cubicBezTo>
                  <a:cubicBezTo>
                    <a:pt x="136779" y="717709"/>
                    <a:pt x="200501" y="731234"/>
                    <a:pt x="214694" y="731996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9D9929BB-531F-605E-438B-803601AFD9D1}"/>
                </a:ext>
              </a:extLst>
            </p:cNvPr>
            <p:cNvSpPr/>
            <p:nvPr/>
          </p:nvSpPr>
          <p:spPr>
            <a:xfrm flipH="1">
              <a:off x="7488309" y="2688369"/>
              <a:ext cx="514" cy="9"/>
            </a:xfrm>
            <a:custGeom>
              <a:avLst/>
              <a:gdLst>
                <a:gd name="connsiteX0" fmla="*/ 2858 w 2857"/>
                <a:gd name="connsiteY0" fmla="*/ 0 h 42"/>
                <a:gd name="connsiteX1" fmla="*/ 0 w 2857"/>
                <a:gd name="connsiteY1" fmla="*/ 0 h 42"/>
                <a:gd name="connsiteX2" fmla="*/ 2858 w 2857"/>
                <a:gd name="connsiteY2" fmla="*/ 0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" h="42">
                  <a:moveTo>
                    <a:pt x="2858" y="0"/>
                  </a:moveTo>
                  <a:cubicBezTo>
                    <a:pt x="2858" y="0"/>
                    <a:pt x="1905" y="95"/>
                    <a:pt x="0" y="0"/>
                  </a:cubicBezTo>
                  <a:lnTo>
                    <a:pt x="2858" y="0"/>
                  </a:lnTo>
                  <a:close/>
                </a:path>
              </a:pathLst>
            </a:custGeom>
            <a:solidFill>
              <a:srgbClr val="0C1A51">
                <a:alpha val="88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1C381AE-8B57-6A66-FD76-283A248DA74B}"/>
                </a:ext>
              </a:extLst>
            </p:cNvPr>
            <p:cNvSpPr/>
            <p:nvPr/>
          </p:nvSpPr>
          <p:spPr>
            <a:xfrm flipH="1">
              <a:off x="7315043" y="2410387"/>
              <a:ext cx="163620" cy="81755"/>
            </a:xfrm>
            <a:custGeom>
              <a:avLst/>
              <a:gdLst>
                <a:gd name="connsiteX0" fmla="*/ 873835 w 909453"/>
                <a:gd name="connsiteY0" fmla="*/ 268129 h 454818"/>
                <a:gd name="connsiteX1" fmla="*/ 565511 w 909453"/>
                <a:gd name="connsiteY1" fmla="*/ 452724 h 454818"/>
                <a:gd name="connsiteX2" fmla="*/ 520076 w 909453"/>
                <a:gd name="connsiteY2" fmla="*/ 454819 h 454818"/>
                <a:gd name="connsiteX3" fmla="*/ 208704 w 909453"/>
                <a:gd name="connsiteY3" fmla="*/ 375952 h 454818"/>
                <a:gd name="connsiteX4" fmla="*/ 43826 w 909453"/>
                <a:gd name="connsiteY4" fmla="*/ 254413 h 454818"/>
                <a:gd name="connsiteX5" fmla="*/ 964 w 909453"/>
                <a:gd name="connsiteY5" fmla="*/ 109538 h 454818"/>
                <a:gd name="connsiteX6" fmla="*/ 22300 w 909453"/>
                <a:gd name="connsiteY6" fmla="*/ 104204 h 454818"/>
                <a:gd name="connsiteX7" fmla="*/ 60209 w 909453"/>
                <a:gd name="connsiteY7" fmla="*/ 242316 h 454818"/>
                <a:gd name="connsiteX8" fmla="*/ 217467 w 909453"/>
                <a:gd name="connsiteY8" fmla="*/ 357664 h 454818"/>
                <a:gd name="connsiteX9" fmla="*/ 563701 w 909453"/>
                <a:gd name="connsiteY9" fmla="*/ 432626 h 454818"/>
                <a:gd name="connsiteX10" fmla="*/ 856118 w 909453"/>
                <a:gd name="connsiteY10" fmla="*/ 258413 h 454818"/>
                <a:gd name="connsiteX11" fmla="*/ 856499 w 909453"/>
                <a:gd name="connsiteY11" fmla="*/ 0 h 454818"/>
                <a:gd name="connsiteX12" fmla="*/ 882312 w 909453"/>
                <a:gd name="connsiteY12" fmla="*/ 5715 h 454818"/>
                <a:gd name="connsiteX13" fmla="*/ 873835 w 909453"/>
                <a:gd name="connsiteY13" fmla="*/ 268415 h 45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09453" h="454818">
                  <a:moveTo>
                    <a:pt x="873835" y="268129"/>
                  </a:moveTo>
                  <a:cubicBezTo>
                    <a:pt x="816875" y="369856"/>
                    <a:pt x="698765" y="440627"/>
                    <a:pt x="565511" y="452724"/>
                  </a:cubicBezTo>
                  <a:cubicBezTo>
                    <a:pt x="550556" y="454057"/>
                    <a:pt x="535412" y="454819"/>
                    <a:pt x="520076" y="454819"/>
                  </a:cubicBezTo>
                  <a:cubicBezTo>
                    <a:pt x="423874" y="454819"/>
                    <a:pt x="319385" y="428339"/>
                    <a:pt x="208704" y="375952"/>
                  </a:cubicBezTo>
                  <a:cubicBezTo>
                    <a:pt x="155173" y="350616"/>
                    <a:pt x="88022" y="313849"/>
                    <a:pt x="43826" y="254413"/>
                  </a:cubicBezTo>
                  <a:cubicBezTo>
                    <a:pt x="10774" y="209836"/>
                    <a:pt x="-4085" y="157353"/>
                    <a:pt x="964" y="109538"/>
                  </a:cubicBezTo>
                  <a:cubicBezTo>
                    <a:pt x="8203" y="107728"/>
                    <a:pt x="15346" y="105823"/>
                    <a:pt x="22300" y="104204"/>
                  </a:cubicBezTo>
                  <a:cubicBezTo>
                    <a:pt x="14680" y="153734"/>
                    <a:pt x="33349" y="206216"/>
                    <a:pt x="60209" y="242316"/>
                  </a:cubicBezTo>
                  <a:cubicBezTo>
                    <a:pt x="101738" y="298133"/>
                    <a:pt x="166032" y="333280"/>
                    <a:pt x="217467" y="357664"/>
                  </a:cubicBezTo>
                  <a:cubicBezTo>
                    <a:pt x="342530" y="416814"/>
                    <a:pt x="459021" y="442055"/>
                    <a:pt x="563701" y="432626"/>
                  </a:cubicBezTo>
                  <a:cubicBezTo>
                    <a:pt x="690383" y="421196"/>
                    <a:pt x="802397" y="354425"/>
                    <a:pt x="856118" y="258413"/>
                  </a:cubicBezTo>
                  <a:cubicBezTo>
                    <a:pt x="901553" y="177070"/>
                    <a:pt x="899076" y="74486"/>
                    <a:pt x="856499" y="0"/>
                  </a:cubicBezTo>
                  <a:cubicBezTo>
                    <a:pt x="864596" y="1715"/>
                    <a:pt x="873168" y="3715"/>
                    <a:pt x="882312" y="5715"/>
                  </a:cubicBezTo>
                  <a:cubicBezTo>
                    <a:pt x="920031" y="84582"/>
                    <a:pt x="919555" y="186595"/>
                    <a:pt x="873835" y="268415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1CB019F-D2B8-EA42-6CFE-6B382E15BE17}"/>
                </a:ext>
              </a:extLst>
            </p:cNvPr>
            <p:cNvSpPr/>
            <p:nvPr/>
          </p:nvSpPr>
          <p:spPr>
            <a:xfrm flipH="1">
              <a:off x="7526231" y="2686542"/>
              <a:ext cx="41504" cy="22015"/>
            </a:xfrm>
            <a:custGeom>
              <a:avLst/>
              <a:gdLst>
                <a:gd name="connsiteX0" fmla="*/ 8668 w 230695"/>
                <a:gd name="connsiteY0" fmla="*/ 122378 h 122472"/>
                <a:gd name="connsiteX1" fmla="*/ 0 w 230695"/>
                <a:gd name="connsiteY1" fmla="*/ 116948 h 122472"/>
                <a:gd name="connsiteX2" fmla="*/ 230696 w 230695"/>
                <a:gd name="connsiteY2" fmla="*/ 648 h 122472"/>
                <a:gd name="connsiteX3" fmla="*/ 229934 w 230695"/>
                <a:gd name="connsiteY3" fmla="*/ 10840 h 122472"/>
                <a:gd name="connsiteX4" fmla="*/ 8668 w 230695"/>
                <a:gd name="connsiteY4" fmla="*/ 122473 h 12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695" h="122472">
                  <a:moveTo>
                    <a:pt x="8668" y="122378"/>
                  </a:moveTo>
                  <a:lnTo>
                    <a:pt x="0" y="116948"/>
                  </a:lnTo>
                  <a:cubicBezTo>
                    <a:pt x="48006" y="40558"/>
                    <a:pt x="140684" y="-6115"/>
                    <a:pt x="230696" y="648"/>
                  </a:cubicBezTo>
                  <a:lnTo>
                    <a:pt x="229934" y="10840"/>
                  </a:lnTo>
                  <a:cubicBezTo>
                    <a:pt x="143732" y="4458"/>
                    <a:pt x="54769" y="49226"/>
                    <a:pt x="8668" y="122473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63C2A24-327C-4C43-8A7F-D2B7F9CFB0DC}"/>
                </a:ext>
              </a:extLst>
            </p:cNvPr>
            <p:cNvSpPr/>
            <p:nvPr/>
          </p:nvSpPr>
          <p:spPr>
            <a:xfrm rot="28200" flipH="1">
              <a:off x="7539199" y="2677654"/>
              <a:ext cx="37202" cy="1832"/>
            </a:xfrm>
            <a:custGeom>
              <a:avLst/>
              <a:gdLst>
                <a:gd name="connsiteX0" fmla="*/ 0 w 206787"/>
                <a:gd name="connsiteY0" fmla="*/ 0 h 10191"/>
                <a:gd name="connsiteX1" fmla="*/ 206788 w 206787"/>
                <a:gd name="connsiteY1" fmla="*/ 0 h 10191"/>
                <a:gd name="connsiteX2" fmla="*/ 206788 w 206787"/>
                <a:gd name="connsiteY2" fmla="*/ 10192 h 10191"/>
                <a:gd name="connsiteX3" fmla="*/ 0 w 206787"/>
                <a:gd name="connsiteY3" fmla="*/ 10192 h 10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787" h="10191">
                  <a:moveTo>
                    <a:pt x="0" y="0"/>
                  </a:moveTo>
                  <a:lnTo>
                    <a:pt x="206788" y="0"/>
                  </a:lnTo>
                  <a:lnTo>
                    <a:pt x="206788" y="10192"/>
                  </a:lnTo>
                  <a:lnTo>
                    <a:pt x="0" y="10192"/>
                  </a:ln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88591E3-233E-C77D-7C55-EB99E013A3D0}"/>
                </a:ext>
              </a:extLst>
            </p:cNvPr>
            <p:cNvSpPr/>
            <p:nvPr/>
          </p:nvSpPr>
          <p:spPr>
            <a:xfrm flipH="1">
              <a:off x="7505463" y="2488940"/>
              <a:ext cx="38367" cy="46673"/>
            </a:xfrm>
            <a:custGeom>
              <a:avLst/>
              <a:gdLst>
                <a:gd name="connsiteX0" fmla="*/ 203073 w 213264"/>
                <a:gd name="connsiteY0" fmla="*/ 259652 h 259651"/>
                <a:gd name="connsiteX1" fmla="*/ 0 w 213264"/>
                <a:gd name="connsiteY1" fmla="*/ 9716 h 259651"/>
                <a:gd name="connsiteX2" fmla="*/ 3143 w 213264"/>
                <a:gd name="connsiteY2" fmla="*/ 0 h 259651"/>
                <a:gd name="connsiteX3" fmla="*/ 213265 w 213264"/>
                <a:gd name="connsiteY3" fmla="*/ 258604 h 259651"/>
                <a:gd name="connsiteX4" fmla="*/ 203073 w 213264"/>
                <a:gd name="connsiteY4" fmla="*/ 259652 h 25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64" h="259651">
                  <a:moveTo>
                    <a:pt x="203073" y="259652"/>
                  </a:moveTo>
                  <a:cubicBezTo>
                    <a:pt x="191071" y="147257"/>
                    <a:pt x="107537" y="44482"/>
                    <a:pt x="0" y="9716"/>
                  </a:cubicBezTo>
                  <a:lnTo>
                    <a:pt x="3143" y="0"/>
                  </a:lnTo>
                  <a:cubicBezTo>
                    <a:pt x="114395" y="36004"/>
                    <a:pt x="200787" y="142304"/>
                    <a:pt x="213265" y="258604"/>
                  </a:cubicBezTo>
                  <a:lnTo>
                    <a:pt x="203073" y="259652"/>
                  </a:ln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5FFFF35-5004-76A3-85BB-9F2F16465A01}"/>
                </a:ext>
              </a:extLst>
            </p:cNvPr>
            <p:cNvSpPr/>
            <p:nvPr/>
          </p:nvSpPr>
          <p:spPr>
            <a:xfrm flipH="1">
              <a:off x="7201051" y="2471836"/>
              <a:ext cx="28533" cy="39431"/>
            </a:xfrm>
            <a:custGeom>
              <a:avLst/>
              <a:gdLst>
                <a:gd name="connsiteX0" fmla="*/ 10192 w 158591"/>
                <a:gd name="connsiteY0" fmla="*/ 219361 h 219360"/>
                <a:gd name="connsiteX1" fmla="*/ 0 w 158591"/>
                <a:gd name="connsiteY1" fmla="*/ 218504 h 219360"/>
                <a:gd name="connsiteX2" fmla="*/ 154400 w 158591"/>
                <a:gd name="connsiteY2" fmla="*/ 0 h 219360"/>
                <a:gd name="connsiteX3" fmla="*/ 158591 w 158591"/>
                <a:gd name="connsiteY3" fmla="*/ 9335 h 219360"/>
                <a:gd name="connsiteX4" fmla="*/ 10192 w 158591"/>
                <a:gd name="connsiteY4" fmla="*/ 219265 h 219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591" h="219360">
                  <a:moveTo>
                    <a:pt x="10192" y="219361"/>
                  </a:moveTo>
                  <a:lnTo>
                    <a:pt x="0" y="218504"/>
                  </a:lnTo>
                  <a:cubicBezTo>
                    <a:pt x="7429" y="125730"/>
                    <a:pt x="69533" y="38005"/>
                    <a:pt x="154400" y="0"/>
                  </a:cubicBezTo>
                  <a:lnTo>
                    <a:pt x="158591" y="9335"/>
                  </a:lnTo>
                  <a:cubicBezTo>
                    <a:pt x="76962" y="45815"/>
                    <a:pt x="17336" y="130207"/>
                    <a:pt x="10192" y="219265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0E66081-0A5A-2218-2B16-3952D60AD70E}"/>
                </a:ext>
              </a:extLst>
            </p:cNvPr>
            <p:cNvSpPr/>
            <p:nvPr/>
          </p:nvSpPr>
          <p:spPr>
            <a:xfrm flipH="1">
              <a:off x="7295414" y="2110023"/>
              <a:ext cx="195383" cy="148564"/>
            </a:xfrm>
            <a:custGeom>
              <a:avLst/>
              <a:gdLst>
                <a:gd name="connsiteX0" fmla="*/ 1085782 w 1086001"/>
                <a:gd name="connsiteY0" fmla="*/ 372447 h 826493"/>
                <a:gd name="connsiteX1" fmla="*/ 1001771 w 1086001"/>
                <a:gd name="connsiteY1" fmla="*/ 511797 h 826493"/>
                <a:gd name="connsiteX2" fmla="*/ 1033870 w 1086001"/>
                <a:gd name="connsiteY2" fmla="*/ 575234 h 826493"/>
                <a:gd name="connsiteX3" fmla="*/ 1033394 w 1086001"/>
                <a:gd name="connsiteY3" fmla="*/ 652672 h 826493"/>
                <a:gd name="connsiteX4" fmla="*/ 924428 w 1086001"/>
                <a:gd name="connsiteY4" fmla="*/ 754494 h 826493"/>
                <a:gd name="connsiteX5" fmla="*/ 789268 w 1086001"/>
                <a:gd name="connsiteY5" fmla="*/ 666769 h 826493"/>
                <a:gd name="connsiteX6" fmla="*/ 622486 w 1086001"/>
                <a:gd name="connsiteY6" fmla="*/ 601332 h 826493"/>
                <a:gd name="connsiteX7" fmla="*/ 373121 w 1086001"/>
                <a:gd name="connsiteY7" fmla="*/ 658292 h 826493"/>
                <a:gd name="connsiteX8" fmla="*/ 244534 w 1086001"/>
                <a:gd name="connsiteY8" fmla="*/ 762019 h 826493"/>
                <a:gd name="connsiteX9" fmla="*/ 87180 w 1086001"/>
                <a:gd name="connsiteY9" fmla="*/ 819836 h 826493"/>
                <a:gd name="connsiteX10" fmla="*/ 37746 w 1086001"/>
                <a:gd name="connsiteY10" fmla="*/ 741922 h 826493"/>
                <a:gd name="connsiteX11" fmla="*/ 17172 w 1086001"/>
                <a:gd name="connsiteY11" fmla="*/ 689153 h 826493"/>
                <a:gd name="connsiteX12" fmla="*/ 8504 w 1086001"/>
                <a:gd name="connsiteY12" fmla="*/ 656197 h 826493"/>
                <a:gd name="connsiteX13" fmla="*/ 694 w 1086001"/>
                <a:gd name="connsiteY13" fmla="*/ 553422 h 826493"/>
                <a:gd name="connsiteX14" fmla="*/ 20791 w 1086001"/>
                <a:gd name="connsiteY14" fmla="*/ 481984 h 826493"/>
                <a:gd name="connsiteX15" fmla="*/ 85085 w 1086001"/>
                <a:gd name="connsiteY15" fmla="*/ 452743 h 826493"/>
                <a:gd name="connsiteX16" fmla="*/ 209291 w 1086001"/>
                <a:gd name="connsiteY16" fmla="*/ 234620 h 826493"/>
                <a:gd name="connsiteX17" fmla="*/ 460275 w 1086001"/>
                <a:gd name="connsiteY17" fmla="*/ 237668 h 826493"/>
                <a:gd name="connsiteX18" fmla="*/ 556382 w 1086001"/>
                <a:gd name="connsiteY18" fmla="*/ 60027 h 826493"/>
                <a:gd name="connsiteX19" fmla="*/ 754788 w 1086001"/>
                <a:gd name="connsiteY19" fmla="*/ 210 h 826493"/>
                <a:gd name="connsiteX20" fmla="*/ 950146 w 1086001"/>
                <a:gd name="connsiteY20" fmla="*/ 56788 h 826493"/>
                <a:gd name="connsiteX21" fmla="*/ 1005010 w 1086001"/>
                <a:gd name="connsiteY21" fmla="*/ 162516 h 826493"/>
                <a:gd name="connsiteX22" fmla="*/ 985960 w 1086001"/>
                <a:gd name="connsiteY22" fmla="*/ 243573 h 826493"/>
                <a:gd name="connsiteX23" fmla="*/ 1085591 w 1086001"/>
                <a:gd name="connsiteY23" fmla="*/ 372351 h 82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86001" h="826493">
                  <a:moveTo>
                    <a:pt x="1085782" y="372447"/>
                  </a:moveTo>
                  <a:cubicBezTo>
                    <a:pt x="1089115" y="429978"/>
                    <a:pt x="1054254" y="487985"/>
                    <a:pt x="1001771" y="511797"/>
                  </a:cubicBezTo>
                  <a:cubicBezTo>
                    <a:pt x="1010534" y="507892"/>
                    <a:pt x="1032442" y="568852"/>
                    <a:pt x="1033870" y="575234"/>
                  </a:cubicBezTo>
                  <a:cubicBezTo>
                    <a:pt x="1039871" y="600570"/>
                    <a:pt x="1039680" y="627431"/>
                    <a:pt x="1033394" y="652672"/>
                  </a:cubicBezTo>
                  <a:cubicBezTo>
                    <a:pt x="1021012" y="702583"/>
                    <a:pt x="978339" y="750875"/>
                    <a:pt x="924428" y="754494"/>
                  </a:cubicBezTo>
                  <a:cubicBezTo>
                    <a:pt x="860134" y="758876"/>
                    <a:pt x="835369" y="699440"/>
                    <a:pt x="789268" y="666769"/>
                  </a:cubicBezTo>
                  <a:cubicBezTo>
                    <a:pt x="740024" y="631908"/>
                    <a:pt x="682303" y="609048"/>
                    <a:pt x="622486" y="601332"/>
                  </a:cubicBezTo>
                  <a:cubicBezTo>
                    <a:pt x="536189" y="590093"/>
                    <a:pt x="446083" y="610762"/>
                    <a:pt x="373121" y="658292"/>
                  </a:cubicBezTo>
                  <a:cubicBezTo>
                    <a:pt x="327020" y="688391"/>
                    <a:pt x="288158" y="728301"/>
                    <a:pt x="244534" y="762019"/>
                  </a:cubicBezTo>
                  <a:cubicBezTo>
                    <a:pt x="213387" y="786022"/>
                    <a:pt x="127471" y="846506"/>
                    <a:pt x="87180" y="819836"/>
                  </a:cubicBezTo>
                  <a:cubicBezTo>
                    <a:pt x="65654" y="805548"/>
                    <a:pt x="48509" y="764496"/>
                    <a:pt x="37746" y="741922"/>
                  </a:cubicBezTo>
                  <a:cubicBezTo>
                    <a:pt x="29554" y="724967"/>
                    <a:pt x="22696" y="707250"/>
                    <a:pt x="17172" y="689153"/>
                  </a:cubicBezTo>
                  <a:cubicBezTo>
                    <a:pt x="13743" y="678294"/>
                    <a:pt x="10885" y="667341"/>
                    <a:pt x="8504" y="656197"/>
                  </a:cubicBezTo>
                  <a:cubicBezTo>
                    <a:pt x="1265" y="622383"/>
                    <a:pt x="-1402" y="587807"/>
                    <a:pt x="694" y="553422"/>
                  </a:cubicBezTo>
                  <a:cubicBezTo>
                    <a:pt x="2313" y="528371"/>
                    <a:pt x="6694" y="502653"/>
                    <a:pt x="20791" y="481984"/>
                  </a:cubicBezTo>
                  <a:cubicBezTo>
                    <a:pt x="34793" y="461220"/>
                    <a:pt x="60796" y="446932"/>
                    <a:pt x="85085" y="452743"/>
                  </a:cubicBezTo>
                  <a:cubicBezTo>
                    <a:pt x="83752" y="364922"/>
                    <a:pt x="133186" y="278244"/>
                    <a:pt x="209291" y="234620"/>
                  </a:cubicBezTo>
                  <a:cubicBezTo>
                    <a:pt x="285396" y="190900"/>
                    <a:pt x="385218" y="192234"/>
                    <a:pt x="460275" y="237668"/>
                  </a:cubicBezTo>
                  <a:cubicBezTo>
                    <a:pt x="458465" y="167564"/>
                    <a:pt x="499327" y="100698"/>
                    <a:pt x="556382" y="60027"/>
                  </a:cubicBezTo>
                  <a:cubicBezTo>
                    <a:pt x="613532" y="19355"/>
                    <a:pt x="684779" y="2400"/>
                    <a:pt x="754788" y="210"/>
                  </a:cubicBezTo>
                  <a:cubicBezTo>
                    <a:pt x="824130" y="-1886"/>
                    <a:pt x="897663" y="11354"/>
                    <a:pt x="950146" y="56788"/>
                  </a:cubicBezTo>
                  <a:cubicBezTo>
                    <a:pt x="980721" y="83268"/>
                    <a:pt x="1001104" y="122796"/>
                    <a:pt x="1005010" y="162516"/>
                  </a:cubicBezTo>
                  <a:cubicBezTo>
                    <a:pt x="1007867" y="190995"/>
                    <a:pt x="1002343" y="219666"/>
                    <a:pt x="985960" y="243573"/>
                  </a:cubicBezTo>
                  <a:cubicBezTo>
                    <a:pt x="1040919" y="261385"/>
                    <a:pt x="1082162" y="314820"/>
                    <a:pt x="1085591" y="372351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B3F1A2B-6E3D-5448-D30F-0DD6C86A2C22}"/>
                </a:ext>
              </a:extLst>
            </p:cNvPr>
            <p:cNvSpPr/>
            <p:nvPr/>
          </p:nvSpPr>
          <p:spPr>
            <a:xfrm flipH="1">
              <a:off x="7408651" y="2179699"/>
              <a:ext cx="56173" cy="47049"/>
            </a:xfrm>
            <a:custGeom>
              <a:avLst/>
              <a:gdLst>
                <a:gd name="connsiteX0" fmla="*/ 2632 w 312228"/>
                <a:gd name="connsiteY0" fmla="*/ 261717 h 261746"/>
                <a:gd name="connsiteX1" fmla="*/ 60 w 312228"/>
                <a:gd name="connsiteY1" fmla="*/ 259908 h 261746"/>
                <a:gd name="connsiteX2" fmla="*/ 1774 w 312228"/>
                <a:gd name="connsiteY2" fmla="*/ 257145 h 261746"/>
                <a:gd name="connsiteX3" fmla="*/ 103787 w 312228"/>
                <a:gd name="connsiteY3" fmla="*/ 144465 h 261746"/>
                <a:gd name="connsiteX4" fmla="*/ 104168 w 312228"/>
                <a:gd name="connsiteY4" fmla="*/ 140464 h 261746"/>
                <a:gd name="connsiteX5" fmla="*/ 84356 w 312228"/>
                <a:gd name="connsiteY5" fmla="*/ 139131 h 261746"/>
                <a:gd name="connsiteX6" fmla="*/ 62830 w 312228"/>
                <a:gd name="connsiteY6" fmla="*/ 116175 h 261746"/>
                <a:gd name="connsiteX7" fmla="*/ 70640 w 312228"/>
                <a:gd name="connsiteY7" fmla="*/ 102745 h 261746"/>
                <a:gd name="connsiteX8" fmla="*/ 97882 w 312228"/>
                <a:gd name="connsiteY8" fmla="*/ 105317 h 261746"/>
                <a:gd name="connsiteX9" fmla="*/ 108931 w 312228"/>
                <a:gd name="connsiteY9" fmla="*/ 135702 h 261746"/>
                <a:gd name="connsiteX10" fmla="*/ 215706 w 312228"/>
                <a:gd name="connsiteY10" fmla="*/ 86267 h 261746"/>
                <a:gd name="connsiteX11" fmla="*/ 199228 w 312228"/>
                <a:gd name="connsiteY11" fmla="*/ 77599 h 261746"/>
                <a:gd name="connsiteX12" fmla="*/ 178178 w 312228"/>
                <a:gd name="connsiteY12" fmla="*/ 42738 h 261746"/>
                <a:gd name="connsiteX13" fmla="*/ 203323 w 312228"/>
                <a:gd name="connsiteY13" fmla="*/ 12543 h 261746"/>
                <a:gd name="connsiteX14" fmla="*/ 232184 w 312228"/>
                <a:gd name="connsiteY14" fmla="*/ 36261 h 261746"/>
                <a:gd name="connsiteX15" fmla="*/ 231803 w 312228"/>
                <a:gd name="connsiteY15" fmla="*/ 75123 h 261746"/>
                <a:gd name="connsiteX16" fmla="*/ 224279 w 312228"/>
                <a:gd name="connsiteY16" fmla="*/ 84076 h 261746"/>
                <a:gd name="connsiteX17" fmla="*/ 278762 w 312228"/>
                <a:gd name="connsiteY17" fmla="*/ 74837 h 261746"/>
                <a:gd name="connsiteX18" fmla="*/ 305717 w 312228"/>
                <a:gd name="connsiteY18" fmla="*/ 2828 h 261746"/>
                <a:gd name="connsiteX19" fmla="*/ 307337 w 312228"/>
                <a:gd name="connsiteY19" fmla="*/ 66 h 261746"/>
                <a:gd name="connsiteX20" fmla="*/ 310099 w 312228"/>
                <a:gd name="connsiteY20" fmla="*/ 1685 h 261746"/>
                <a:gd name="connsiteX21" fmla="*/ 281333 w 312228"/>
                <a:gd name="connsiteY21" fmla="*/ 78647 h 261746"/>
                <a:gd name="connsiteX22" fmla="*/ 220564 w 312228"/>
                <a:gd name="connsiteY22" fmla="*/ 87886 h 261746"/>
                <a:gd name="connsiteX23" fmla="*/ 108740 w 312228"/>
                <a:gd name="connsiteY23" fmla="*/ 140178 h 261746"/>
                <a:gd name="connsiteX24" fmla="*/ 108264 w 312228"/>
                <a:gd name="connsiteY24" fmla="*/ 145036 h 261746"/>
                <a:gd name="connsiteX25" fmla="*/ 2632 w 312228"/>
                <a:gd name="connsiteY25" fmla="*/ 261717 h 261746"/>
                <a:gd name="connsiteX26" fmla="*/ 2537 w 312228"/>
                <a:gd name="connsiteY26" fmla="*/ 261717 h 261746"/>
                <a:gd name="connsiteX27" fmla="*/ 78832 w 312228"/>
                <a:gd name="connsiteY27" fmla="*/ 104841 h 261746"/>
                <a:gd name="connsiteX28" fmla="*/ 72736 w 312228"/>
                <a:gd name="connsiteY28" fmla="*/ 106746 h 261746"/>
                <a:gd name="connsiteX29" fmla="*/ 67402 w 312228"/>
                <a:gd name="connsiteY29" fmla="*/ 115604 h 261746"/>
                <a:gd name="connsiteX30" fmla="*/ 85499 w 312228"/>
                <a:gd name="connsiteY30" fmla="*/ 134749 h 261746"/>
                <a:gd name="connsiteX31" fmla="*/ 104359 w 312228"/>
                <a:gd name="connsiteY31" fmla="*/ 136083 h 261746"/>
                <a:gd name="connsiteX32" fmla="*/ 94834 w 312228"/>
                <a:gd name="connsiteY32" fmla="*/ 108746 h 261746"/>
                <a:gd name="connsiteX33" fmla="*/ 78832 w 312228"/>
                <a:gd name="connsiteY33" fmla="*/ 104936 h 261746"/>
                <a:gd name="connsiteX34" fmla="*/ 201609 w 312228"/>
                <a:gd name="connsiteY34" fmla="*/ 17211 h 261746"/>
                <a:gd name="connsiteX35" fmla="*/ 182749 w 312228"/>
                <a:gd name="connsiteY35" fmla="*/ 42547 h 261746"/>
                <a:gd name="connsiteX36" fmla="*/ 201895 w 312228"/>
                <a:gd name="connsiteY36" fmla="*/ 73884 h 261746"/>
                <a:gd name="connsiteX37" fmla="*/ 219325 w 312228"/>
                <a:gd name="connsiteY37" fmla="*/ 82743 h 261746"/>
                <a:gd name="connsiteX38" fmla="*/ 228089 w 312228"/>
                <a:gd name="connsiteY38" fmla="*/ 72551 h 261746"/>
                <a:gd name="connsiteX39" fmla="*/ 227803 w 312228"/>
                <a:gd name="connsiteY39" fmla="*/ 37594 h 261746"/>
                <a:gd name="connsiteX40" fmla="*/ 203514 w 312228"/>
                <a:gd name="connsiteY40" fmla="*/ 17115 h 261746"/>
                <a:gd name="connsiteX41" fmla="*/ 201514 w 312228"/>
                <a:gd name="connsiteY41" fmla="*/ 17306 h 2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12228" h="261746">
                  <a:moveTo>
                    <a:pt x="2632" y="261717"/>
                  </a:moveTo>
                  <a:cubicBezTo>
                    <a:pt x="1489" y="261908"/>
                    <a:pt x="346" y="261146"/>
                    <a:pt x="60" y="259908"/>
                  </a:cubicBezTo>
                  <a:cubicBezTo>
                    <a:pt x="-226" y="258669"/>
                    <a:pt x="536" y="257431"/>
                    <a:pt x="1774" y="257145"/>
                  </a:cubicBezTo>
                  <a:cubicBezTo>
                    <a:pt x="54733" y="245620"/>
                    <a:pt x="97596" y="198186"/>
                    <a:pt x="103787" y="144465"/>
                  </a:cubicBezTo>
                  <a:cubicBezTo>
                    <a:pt x="103978" y="143226"/>
                    <a:pt x="104073" y="141893"/>
                    <a:pt x="104168" y="140464"/>
                  </a:cubicBezTo>
                  <a:cubicBezTo>
                    <a:pt x="96739" y="140940"/>
                    <a:pt x="90071" y="140464"/>
                    <a:pt x="84356" y="139131"/>
                  </a:cubicBezTo>
                  <a:cubicBezTo>
                    <a:pt x="71783" y="135892"/>
                    <a:pt x="64258" y="127986"/>
                    <a:pt x="62830" y="116175"/>
                  </a:cubicBezTo>
                  <a:cubicBezTo>
                    <a:pt x="62163" y="110556"/>
                    <a:pt x="64925" y="105698"/>
                    <a:pt x="70640" y="102745"/>
                  </a:cubicBezTo>
                  <a:cubicBezTo>
                    <a:pt x="78070" y="98840"/>
                    <a:pt x="90547" y="98745"/>
                    <a:pt x="97882" y="105317"/>
                  </a:cubicBezTo>
                  <a:cubicBezTo>
                    <a:pt x="105216" y="111889"/>
                    <a:pt x="108931" y="122271"/>
                    <a:pt x="108931" y="135702"/>
                  </a:cubicBezTo>
                  <a:cubicBezTo>
                    <a:pt x="142935" y="131987"/>
                    <a:pt x="189227" y="110841"/>
                    <a:pt x="215706" y="86267"/>
                  </a:cubicBezTo>
                  <a:cubicBezTo>
                    <a:pt x="209896" y="84171"/>
                    <a:pt x="204276" y="81219"/>
                    <a:pt x="199228" y="77599"/>
                  </a:cubicBezTo>
                  <a:cubicBezTo>
                    <a:pt x="186274" y="68265"/>
                    <a:pt x="178654" y="55596"/>
                    <a:pt x="178178" y="42738"/>
                  </a:cubicBezTo>
                  <a:cubicBezTo>
                    <a:pt x="177701" y="28926"/>
                    <a:pt x="187798" y="13115"/>
                    <a:pt x="203323" y="12543"/>
                  </a:cubicBezTo>
                  <a:cubicBezTo>
                    <a:pt x="217421" y="11972"/>
                    <a:pt x="228470" y="24069"/>
                    <a:pt x="232184" y="36261"/>
                  </a:cubicBezTo>
                  <a:cubicBezTo>
                    <a:pt x="236375" y="50262"/>
                    <a:pt x="239328" y="64740"/>
                    <a:pt x="231803" y="75123"/>
                  </a:cubicBezTo>
                  <a:cubicBezTo>
                    <a:pt x="229613" y="78171"/>
                    <a:pt x="227136" y="81123"/>
                    <a:pt x="224279" y="84076"/>
                  </a:cubicBezTo>
                  <a:cubicBezTo>
                    <a:pt x="242662" y="88553"/>
                    <a:pt x="263140" y="85505"/>
                    <a:pt x="278762" y="74837"/>
                  </a:cubicBezTo>
                  <a:cubicBezTo>
                    <a:pt x="301240" y="59502"/>
                    <a:pt x="312575" y="29117"/>
                    <a:pt x="305717" y="2828"/>
                  </a:cubicBezTo>
                  <a:cubicBezTo>
                    <a:pt x="305431" y="1590"/>
                    <a:pt x="306098" y="351"/>
                    <a:pt x="307337" y="66"/>
                  </a:cubicBezTo>
                  <a:cubicBezTo>
                    <a:pt x="308480" y="-220"/>
                    <a:pt x="309813" y="447"/>
                    <a:pt x="310099" y="1685"/>
                  </a:cubicBezTo>
                  <a:cubicBezTo>
                    <a:pt x="317433" y="29879"/>
                    <a:pt x="305336" y="62264"/>
                    <a:pt x="281333" y="78647"/>
                  </a:cubicBezTo>
                  <a:cubicBezTo>
                    <a:pt x="263903" y="90553"/>
                    <a:pt x="240852" y="93601"/>
                    <a:pt x="220564" y="87886"/>
                  </a:cubicBezTo>
                  <a:cubicBezTo>
                    <a:pt x="193513" y="113794"/>
                    <a:pt x="144554" y="136368"/>
                    <a:pt x="108740" y="140178"/>
                  </a:cubicBezTo>
                  <a:cubicBezTo>
                    <a:pt x="108740" y="141798"/>
                    <a:pt x="108550" y="143417"/>
                    <a:pt x="108264" y="145036"/>
                  </a:cubicBezTo>
                  <a:cubicBezTo>
                    <a:pt x="101882" y="200757"/>
                    <a:pt x="57400" y="249811"/>
                    <a:pt x="2632" y="261717"/>
                  </a:cubicBezTo>
                  <a:cubicBezTo>
                    <a:pt x="2632" y="261717"/>
                    <a:pt x="2537" y="261717"/>
                    <a:pt x="2537" y="261717"/>
                  </a:cubicBezTo>
                  <a:close/>
                  <a:moveTo>
                    <a:pt x="78832" y="104841"/>
                  </a:moveTo>
                  <a:cubicBezTo>
                    <a:pt x="76641" y="105222"/>
                    <a:pt x="74546" y="105793"/>
                    <a:pt x="72736" y="106746"/>
                  </a:cubicBezTo>
                  <a:cubicBezTo>
                    <a:pt x="69973" y="108174"/>
                    <a:pt x="66830" y="110937"/>
                    <a:pt x="67402" y="115604"/>
                  </a:cubicBezTo>
                  <a:cubicBezTo>
                    <a:pt x="68640" y="125605"/>
                    <a:pt x="74736" y="131987"/>
                    <a:pt x="85499" y="134749"/>
                  </a:cubicBezTo>
                  <a:cubicBezTo>
                    <a:pt x="90929" y="136083"/>
                    <a:pt x="97310" y="136559"/>
                    <a:pt x="104359" y="136083"/>
                  </a:cubicBezTo>
                  <a:cubicBezTo>
                    <a:pt x="104359" y="126272"/>
                    <a:pt x="102358" y="115509"/>
                    <a:pt x="94834" y="108746"/>
                  </a:cubicBezTo>
                  <a:cubicBezTo>
                    <a:pt x="90738" y="105126"/>
                    <a:pt x="84356" y="104079"/>
                    <a:pt x="78832" y="104936"/>
                  </a:cubicBezTo>
                  <a:close/>
                  <a:moveTo>
                    <a:pt x="201609" y="17211"/>
                  </a:moveTo>
                  <a:cubicBezTo>
                    <a:pt x="190274" y="18925"/>
                    <a:pt x="182369" y="31498"/>
                    <a:pt x="182749" y="42547"/>
                  </a:cubicBezTo>
                  <a:cubicBezTo>
                    <a:pt x="183131" y="53977"/>
                    <a:pt x="190179" y="65312"/>
                    <a:pt x="201895" y="73884"/>
                  </a:cubicBezTo>
                  <a:cubicBezTo>
                    <a:pt x="207229" y="77694"/>
                    <a:pt x="213134" y="80647"/>
                    <a:pt x="219325" y="82743"/>
                  </a:cubicBezTo>
                  <a:cubicBezTo>
                    <a:pt x="222659" y="79409"/>
                    <a:pt x="225612" y="75980"/>
                    <a:pt x="228089" y="72551"/>
                  </a:cubicBezTo>
                  <a:cubicBezTo>
                    <a:pt x="234375" y="63693"/>
                    <a:pt x="231708" y="50548"/>
                    <a:pt x="227803" y="37594"/>
                  </a:cubicBezTo>
                  <a:cubicBezTo>
                    <a:pt x="224660" y="27307"/>
                    <a:pt x="215135" y="16639"/>
                    <a:pt x="203514" y="17115"/>
                  </a:cubicBezTo>
                  <a:cubicBezTo>
                    <a:pt x="202847" y="17115"/>
                    <a:pt x="202181" y="17115"/>
                    <a:pt x="201514" y="17306"/>
                  </a:cubicBezTo>
                  <a:close/>
                </a:path>
              </a:pathLst>
            </a:custGeom>
            <a:solidFill>
              <a:srgbClr val="995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F5C37F4F-3989-FDE5-2BD4-C15A961ABAF4}"/>
                </a:ext>
              </a:extLst>
            </p:cNvPr>
            <p:cNvSpPr/>
            <p:nvPr/>
          </p:nvSpPr>
          <p:spPr>
            <a:xfrm flipH="1">
              <a:off x="7318533" y="2161305"/>
              <a:ext cx="66951" cy="31860"/>
            </a:xfrm>
            <a:custGeom>
              <a:avLst/>
              <a:gdLst>
                <a:gd name="connsiteX0" fmla="*/ 181999 w 372135"/>
                <a:gd name="connsiteY0" fmla="*/ 175927 h 177246"/>
                <a:gd name="connsiteX1" fmla="*/ 160759 w 372135"/>
                <a:gd name="connsiteY1" fmla="*/ 177165 h 177246"/>
                <a:gd name="connsiteX2" fmla="*/ 105133 w 372135"/>
                <a:gd name="connsiteY2" fmla="*/ 150876 h 177246"/>
                <a:gd name="connsiteX3" fmla="*/ 263 w 372135"/>
                <a:gd name="connsiteY3" fmla="*/ 85249 h 177246"/>
                <a:gd name="connsiteX4" fmla="*/ 1215 w 372135"/>
                <a:gd name="connsiteY4" fmla="*/ 82201 h 177246"/>
                <a:gd name="connsiteX5" fmla="*/ 4263 w 372135"/>
                <a:gd name="connsiteY5" fmla="*/ 83153 h 177246"/>
                <a:gd name="connsiteX6" fmla="*/ 101704 w 372135"/>
                <a:gd name="connsiteY6" fmla="*/ 146209 h 177246"/>
                <a:gd name="connsiteX7" fmla="*/ 110943 w 372135"/>
                <a:gd name="connsiteY7" fmla="*/ 83153 h 177246"/>
                <a:gd name="connsiteX8" fmla="*/ 147043 w 372135"/>
                <a:gd name="connsiteY8" fmla="*/ 79534 h 177246"/>
                <a:gd name="connsiteX9" fmla="*/ 167617 w 372135"/>
                <a:gd name="connsiteY9" fmla="*/ 102680 h 177246"/>
                <a:gd name="connsiteX10" fmla="*/ 149900 w 372135"/>
                <a:gd name="connsiteY10" fmla="*/ 140589 h 177246"/>
                <a:gd name="connsiteX11" fmla="*/ 111133 w 372135"/>
                <a:gd name="connsiteY11" fmla="*/ 151067 h 177246"/>
                <a:gd name="connsiteX12" fmla="*/ 160949 w 372135"/>
                <a:gd name="connsiteY12" fmla="*/ 172688 h 177246"/>
                <a:gd name="connsiteX13" fmla="*/ 224672 w 372135"/>
                <a:gd name="connsiteY13" fmla="*/ 158210 h 177246"/>
                <a:gd name="connsiteX14" fmla="*/ 255818 w 372135"/>
                <a:gd name="connsiteY14" fmla="*/ 140589 h 177246"/>
                <a:gd name="connsiteX15" fmla="*/ 241245 w 372135"/>
                <a:gd name="connsiteY15" fmla="*/ 131064 h 177246"/>
                <a:gd name="connsiteX16" fmla="*/ 224195 w 372135"/>
                <a:gd name="connsiteY16" fmla="*/ 99441 h 177246"/>
                <a:gd name="connsiteX17" fmla="*/ 230482 w 372135"/>
                <a:gd name="connsiteY17" fmla="*/ 80867 h 177246"/>
                <a:gd name="connsiteX18" fmla="*/ 251437 w 372135"/>
                <a:gd name="connsiteY18" fmla="*/ 74009 h 177246"/>
                <a:gd name="connsiteX19" fmla="*/ 274297 w 372135"/>
                <a:gd name="connsiteY19" fmla="*/ 89059 h 177246"/>
                <a:gd name="connsiteX20" fmla="*/ 266867 w 372135"/>
                <a:gd name="connsiteY20" fmla="*/ 136017 h 177246"/>
                <a:gd name="connsiteX21" fmla="*/ 264010 w 372135"/>
                <a:gd name="connsiteY21" fmla="*/ 139256 h 177246"/>
                <a:gd name="connsiteX22" fmla="*/ 302586 w 372135"/>
                <a:gd name="connsiteY22" fmla="*/ 143542 h 177246"/>
                <a:gd name="connsiteX23" fmla="*/ 355069 w 372135"/>
                <a:gd name="connsiteY23" fmla="*/ 113443 h 177246"/>
                <a:gd name="connsiteX24" fmla="*/ 365546 w 372135"/>
                <a:gd name="connsiteY24" fmla="*/ 53816 h 177246"/>
                <a:gd name="connsiteX25" fmla="*/ 330780 w 372135"/>
                <a:gd name="connsiteY25" fmla="*/ 4286 h 177246"/>
                <a:gd name="connsiteX26" fmla="*/ 329923 w 372135"/>
                <a:gd name="connsiteY26" fmla="*/ 1143 h 177246"/>
                <a:gd name="connsiteX27" fmla="*/ 333066 w 372135"/>
                <a:gd name="connsiteY27" fmla="*/ 286 h 177246"/>
                <a:gd name="connsiteX28" fmla="*/ 370023 w 372135"/>
                <a:gd name="connsiteY28" fmla="*/ 52768 h 177246"/>
                <a:gd name="connsiteX29" fmla="*/ 358783 w 372135"/>
                <a:gd name="connsiteY29" fmla="*/ 116014 h 177246"/>
                <a:gd name="connsiteX30" fmla="*/ 303157 w 372135"/>
                <a:gd name="connsiteY30" fmla="*/ 148114 h 177246"/>
                <a:gd name="connsiteX31" fmla="*/ 260390 w 372135"/>
                <a:gd name="connsiteY31" fmla="*/ 142780 h 177246"/>
                <a:gd name="connsiteX32" fmla="*/ 226386 w 372135"/>
                <a:gd name="connsiteY32" fmla="*/ 162497 h 177246"/>
                <a:gd name="connsiteX33" fmla="*/ 181904 w 372135"/>
                <a:gd name="connsiteY33" fmla="*/ 176022 h 177246"/>
                <a:gd name="connsiteX34" fmla="*/ 244388 w 372135"/>
                <a:gd name="connsiteY34" fmla="*/ 78581 h 177246"/>
                <a:gd name="connsiteX35" fmla="*/ 233815 w 372135"/>
                <a:gd name="connsiteY35" fmla="*/ 84010 h 177246"/>
                <a:gd name="connsiteX36" fmla="*/ 228767 w 372135"/>
                <a:gd name="connsiteY36" fmla="*/ 99251 h 177246"/>
                <a:gd name="connsiteX37" fmla="*/ 244198 w 372135"/>
                <a:gd name="connsiteY37" fmla="*/ 127635 h 177246"/>
                <a:gd name="connsiteX38" fmla="*/ 259533 w 372135"/>
                <a:gd name="connsiteY38" fmla="*/ 137351 h 177246"/>
                <a:gd name="connsiteX39" fmla="*/ 263438 w 372135"/>
                <a:gd name="connsiteY39" fmla="*/ 133064 h 177246"/>
                <a:gd name="connsiteX40" fmla="*/ 270296 w 372135"/>
                <a:gd name="connsiteY40" fmla="*/ 91249 h 177246"/>
                <a:gd name="connsiteX41" fmla="*/ 250865 w 372135"/>
                <a:gd name="connsiteY41" fmla="*/ 78581 h 177246"/>
                <a:gd name="connsiteX42" fmla="*/ 244388 w 372135"/>
                <a:gd name="connsiteY42" fmla="*/ 78581 h 177246"/>
                <a:gd name="connsiteX43" fmla="*/ 107419 w 372135"/>
                <a:gd name="connsiteY43" fmla="*/ 146399 h 177246"/>
                <a:gd name="connsiteX44" fmla="*/ 108848 w 372135"/>
                <a:gd name="connsiteY44" fmla="*/ 146399 h 177246"/>
                <a:gd name="connsiteX45" fmla="*/ 147329 w 372135"/>
                <a:gd name="connsiteY45" fmla="*/ 136684 h 177246"/>
                <a:gd name="connsiteX46" fmla="*/ 163140 w 372135"/>
                <a:gd name="connsiteY46" fmla="*/ 103346 h 177246"/>
                <a:gd name="connsiteX47" fmla="*/ 145424 w 372135"/>
                <a:gd name="connsiteY47" fmla="*/ 83630 h 177246"/>
                <a:gd name="connsiteX48" fmla="*/ 113705 w 372135"/>
                <a:gd name="connsiteY48" fmla="*/ 86678 h 177246"/>
                <a:gd name="connsiteX49" fmla="*/ 105704 w 372135"/>
                <a:gd name="connsiteY49" fmla="*/ 143827 h 177246"/>
                <a:gd name="connsiteX50" fmla="*/ 107419 w 372135"/>
                <a:gd name="connsiteY50" fmla="*/ 146304 h 17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72135" h="177246">
                  <a:moveTo>
                    <a:pt x="181999" y="175927"/>
                  </a:moveTo>
                  <a:cubicBezTo>
                    <a:pt x="175046" y="176975"/>
                    <a:pt x="167998" y="177451"/>
                    <a:pt x="160759" y="177165"/>
                  </a:cubicBezTo>
                  <a:cubicBezTo>
                    <a:pt x="137899" y="176213"/>
                    <a:pt x="117134" y="166306"/>
                    <a:pt x="105133" y="150876"/>
                  </a:cubicBezTo>
                  <a:cubicBezTo>
                    <a:pt x="62365" y="148971"/>
                    <a:pt x="20551" y="122968"/>
                    <a:pt x="263" y="85249"/>
                  </a:cubicBezTo>
                  <a:cubicBezTo>
                    <a:pt x="-309" y="84106"/>
                    <a:pt x="72" y="82772"/>
                    <a:pt x="1215" y="82201"/>
                  </a:cubicBezTo>
                  <a:cubicBezTo>
                    <a:pt x="2263" y="81629"/>
                    <a:pt x="3691" y="82010"/>
                    <a:pt x="4263" y="83153"/>
                  </a:cubicBezTo>
                  <a:cubicBezTo>
                    <a:pt x="23218" y="118396"/>
                    <a:pt x="61794" y="143065"/>
                    <a:pt x="101704" y="146209"/>
                  </a:cubicBezTo>
                  <a:cubicBezTo>
                    <a:pt x="88750" y="125254"/>
                    <a:pt x="92941" y="96488"/>
                    <a:pt x="110943" y="83153"/>
                  </a:cubicBezTo>
                  <a:cubicBezTo>
                    <a:pt x="120658" y="75914"/>
                    <a:pt x="134565" y="74581"/>
                    <a:pt x="147043" y="79534"/>
                  </a:cubicBezTo>
                  <a:cubicBezTo>
                    <a:pt x="158187" y="83915"/>
                    <a:pt x="165712" y="92393"/>
                    <a:pt x="167617" y="102680"/>
                  </a:cubicBezTo>
                  <a:cubicBezTo>
                    <a:pt x="170189" y="116396"/>
                    <a:pt x="163045" y="131635"/>
                    <a:pt x="149900" y="140589"/>
                  </a:cubicBezTo>
                  <a:cubicBezTo>
                    <a:pt x="139899" y="147447"/>
                    <a:pt x="126850" y="150971"/>
                    <a:pt x="111133" y="151067"/>
                  </a:cubicBezTo>
                  <a:cubicBezTo>
                    <a:pt x="122659" y="163735"/>
                    <a:pt x="140852" y="171831"/>
                    <a:pt x="160949" y="172688"/>
                  </a:cubicBezTo>
                  <a:cubicBezTo>
                    <a:pt x="184666" y="173641"/>
                    <a:pt x="207431" y="165544"/>
                    <a:pt x="224672" y="158210"/>
                  </a:cubicBezTo>
                  <a:cubicBezTo>
                    <a:pt x="235625" y="153638"/>
                    <a:pt x="246674" y="148304"/>
                    <a:pt x="255818" y="140589"/>
                  </a:cubicBezTo>
                  <a:cubicBezTo>
                    <a:pt x="250580" y="138017"/>
                    <a:pt x="245627" y="134779"/>
                    <a:pt x="241245" y="131064"/>
                  </a:cubicBezTo>
                  <a:cubicBezTo>
                    <a:pt x="231530" y="122872"/>
                    <a:pt x="224862" y="110490"/>
                    <a:pt x="224195" y="99441"/>
                  </a:cubicBezTo>
                  <a:cubicBezTo>
                    <a:pt x="223719" y="92202"/>
                    <a:pt x="225910" y="85725"/>
                    <a:pt x="230482" y="80867"/>
                  </a:cubicBezTo>
                  <a:cubicBezTo>
                    <a:pt x="235530" y="75438"/>
                    <a:pt x="243150" y="72962"/>
                    <a:pt x="251437" y="74009"/>
                  </a:cubicBezTo>
                  <a:cubicBezTo>
                    <a:pt x="261248" y="75247"/>
                    <a:pt x="270011" y="80962"/>
                    <a:pt x="274297" y="89059"/>
                  </a:cubicBezTo>
                  <a:cubicBezTo>
                    <a:pt x="282869" y="104965"/>
                    <a:pt x="276773" y="124111"/>
                    <a:pt x="266867" y="136017"/>
                  </a:cubicBezTo>
                  <a:cubicBezTo>
                    <a:pt x="265915" y="137160"/>
                    <a:pt x="264962" y="138208"/>
                    <a:pt x="264010" y="139256"/>
                  </a:cubicBezTo>
                  <a:cubicBezTo>
                    <a:pt x="275821" y="143732"/>
                    <a:pt x="289061" y="145256"/>
                    <a:pt x="302586" y="143542"/>
                  </a:cubicBezTo>
                  <a:cubicBezTo>
                    <a:pt x="324303" y="140684"/>
                    <a:pt x="343639" y="129731"/>
                    <a:pt x="355069" y="113443"/>
                  </a:cubicBezTo>
                  <a:cubicBezTo>
                    <a:pt x="366499" y="97060"/>
                    <a:pt x="370404" y="75343"/>
                    <a:pt x="365546" y="53816"/>
                  </a:cubicBezTo>
                  <a:cubicBezTo>
                    <a:pt x="360784" y="32290"/>
                    <a:pt x="348116" y="14192"/>
                    <a:pt x="330780" y="4286"/>
                  </a:cubicBezTo>
                  <a:cubicBezTo>
                    <a:pt x="329732" y="3620"/>
                    <a:pt x="329351" y="2286"/>
                    <a:pt x="329923" y="1143"/>
                  </a:cubicBezTo>
                  <a:cubicBezTo>
                    <a:pt x="330494" y="0"/>
                    <a:pt x="331923" y="-286"/>
                    <a:pt x="333066" y="286"/>
                  </a:cubicBezTo>
                  <a:cubicBezTo>
                    <a:pt x="351449" y="10858"/>
                    <a:pt x="364975" y="30004"/>
                    <a:pt x="370023" y="52768"/>
                  </a:cubicBezTo>
                  <a:cubicBezTo>
                    <a:pt x="375071" y="75629"/>
                    <a:pt x="370975" y="98679"/>
                    <a:pt x="358783" y="116014"/>
                  </a:cubicBezTo>
                  <a:cubicBezTo>
                    <a:pt x="346591" y="133445"/>
                    <a:pt x="326208" y="145066"/>
                    <a:pt x="303157" y="148114"/>
                  </a:cubicBezTo>
                  <a:cubicBezTo>
                    <a:pt x="288108" y="150019"/>
                    <a:pt x="273344" y="148114"/>
                    <a:pt x="260390" y="142780"/>
                  </a:cubicBezTo>
                  <a:cubicBezTo>
                    <a:pt x="250580" y="151638"/>
                    <a:pt x="238388" y="157543"/>
                    <a:pt x="226386" y="162497"/>
                  </a:cubicBezTo>
                  <a:cubicBezTo>
                    <a:pt x="213908" y="167735"/>
                    <a:pt x="198573" y="173450"/>
                    <a:pt x="181904" y="176022"/>
                  </a:cubicBezTo>
                  <a:close/>
                  <a:moveTo>
                    <a:pt x="244388" y="78581"/>
                  </a:moveTo>
                  <a:cubicBezTo>
                    <a:pt x="240197" y="79248"/>
                    <a:pt x="236482" y="81058"/>
                    <a:pt x="233815" y="84010"/>
                  </a:cubicBezTo>
                  <a:cubicBezTo>
                    <a:pt x="230101" y="88011"/>
                    <a:pt x="228386" y="93155"/>
                    <a:pt x="228767" y="99251"/>
                  </a:cubicBezTo>
                  <a:cubicBezTo>
                    <a:pt x="229339" y="109061"/>
                    <a:pt x="235435" y="120206"/>
                    <a:pt x="244198" y="127635"/>
                  </a:cubicBezTo>
                  <a:cubicBezTo>
                    <a:pt x="248770" y="131540"/>
                    <a:pt x="253913" y="134779"/>
                    <a:pt x="259533" y="137351"/>
                  </a:cubicBezTo>
                  <a:cubicBezTo>
                    <a:pt x="260866" y="136017"/>
                    <a:pt x="262200" y="134588"/>
                    <a:pt x="263438" y="133064"/>
                  </a:cubicBezTo>
                  <a:cubicBezTo>
                    <a:pt x="272011" y="122682"/>
                    <a:pt x="277916" y="105156"/>
                    <a:pt x="270296" y="91249"/>
                  </a:cubicBezTo>
                  <a:cubicBezTo>
                    <a:pt x="266677" y="84582"/>
                    <a:pt x="259057" y="79629"/>
                    <a:pt x="250865" y="78581"/>
                  </a:cubicBezTo>
                  <a:cubicBezTo>
                    <a:pt x="248579" y="78295"/>
                    <a:pt x="246484" y="78295"/>
                    <a:pt x="244388" y="78581"/>
                  </a:cubicBezTo>
                  <a:close/>
                  <a:moveTo>
                    <a:pt x="107419" y="146399"/>
                  </a:moveTo>
                  <a:cubicBezTo>
                    <a:pt x="107895" y="146399"/>
                    <a:pt x="108371" y="146399"/>
                    <a:pt x="108848" y="146399"/>
                  </a:cubicBezTo>
                  <a:cubicBezTo>
                    <a:pt x="124659" y="146590"/>
                    <a:pt x="137613" y="143351"/>
                    <a:pt x="147329" y="136684"/>
                  </a:cubicBezTo>
                  <a:cubicBezTo>
                    <a:pt x="159044" y="128683"/>
                    <a:pt x="165331" y="115252"/>
                    <a:pt x="163140" y="103346"/>
                  </a:cubicBezTo>
                  <a:cubicBezTo>
                    <a:pt x="161521" y="94583"/>
                    <a:pt x="155044" y="87439"/>
                    <a:pt x="145424" y="83630"/>
                  </a:cubicBezTo>
                  <a:cubicBezTo>
                    <a:pt x="134470" y="79343"/>
                    <a:pt x="122087" y="80486"/>
                    <a:pt x="113705" y="86678"/>
                  </a:cubicBezTo>
                  <a:cubicBezTo>
                    <a:pt x="97417" y="98679"/>
                    <a:pt x="93798" y="124873"/>
                    <a:pt x="105704" y="143827"/>
                  </a:cubicBezTo>
                  <a:cubicBezTo>
                    <a:pt x="106276" y="144685"/>
                    <a:pt x="106752" y="145542"/>
                    <a:pt x="107419" y="146304"/>
                  </a:cubicBezTo>
                  <a:close/>
                </a:path>
              </a:pathLst>
            </a:custGeom>
            <a:solidFill>
              <a:srgbClr val="995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4979C54-C5E6-27FD-DEDC-EF9E4D902807}"/>
                </a:ext>
              </a:extLst>
            </p:cNvPr>
            <p:cNvSpPr/>
            <p:nvPr/>
          </p:nvSpPr>
          <p:spPr>
            <a:xfrm flipH="1">
              <a:off x="7299374" y="2186114"/>
              <a:ext cx="193133" cy="286182"/>
            </a:xfrm>
            <a:custGeom>
              <a:avLst/>
              <a:gdLst>
                <a:gd name="connsiteX0" fmla="*/ 1062519 w 1073497"/>
                <a:gd name="connsiteY0" fmla="*/ 452342 h 1592087"/>
                <a:gd name="connsiteX1" fmla="*/ 998226 w 1073497"/>
                <a:gd name="connsiteY1" fmla="*/ 554927 h 1592087"/>
                <a:gd name="connsiteX2" fmla="*/ 997082 w 1073497"/>
                <a:gd name="connsiteY2" fmla="*/ 578453 h 1592087"/>
                <a:gd name="connsiteX3" fmla="*/ 866590 w 1073497"/>
                <a:gd name="connsiteY3" fmla="*/ 963835 h 1592087"/>
                <a:gd name="connsiteX4" fmla="*/ 875448 w 1073497"/>
                <a:gd name="connsiteY4" fmla="*/ 1323404 h 1592087"/>
                <a:gd name="connsiteX5" fmla="*/ 673613 w 1073497"/>
                <a:gd name="connsiteY5" fmla="*/ 1576483 h 1592087"/>
                <a:gd name="connsiteX6" fmla="*/ 185934 w 1073497"/>
                <a:gd name="connsiteY6" fmla="*/ 1399604 h 1592087"/>
                <a:gd name="connsiteX7" fmla="*/ 194887 w 1073497"/>
                <a:gd name="connsiteY7" fmla="*/ 687515 h 1592087"/>
                <a:gd name="connsiteX8" fmla="*/ 23151 w 1073497"/>
                <a:gd name="connsiteY8" fmla="*/ 593598 h 1592087"/>
                <a:gd name="connsiteX9" fmla="*/ 103923 w 1073497"/>
                <a:gd name="connsiteY9" fmla="*/ 396145 h 1592087"/>
                <a:gd name="connsiteX10" fmla="*/ 100780 w 1073497"/>
                <a:gd name="connsiteY10" fmla="*/ 375380 h 1592087"/>
                <a:gd name="connsiteX11" fmla="*/ 91445 w 1073497"/>
                <a:gd name="connsiteY11" fmla="*/ 314801 h 1592087"/>
                <a:gd name="connsiteX12" fmla="*/ 259752 w 1073497"/>
                <a:gd name="connsiteY12" fmla="*/ 248126 h 1592087"/>
                <a:gd name="connsiteX13" fmla="*/ 308520 w 1073497"/>
                <a:gd name="connsiteY13" fmla="*/ 161258 h 1592087"/>
                <a:gd name="connsiteX14" fmla="*/ 515118 w 1073497"/>
                <a:gd name="connsiteY14" fmla="*/ 0 h 1592087"/>
                <a:gd name="connsiteX15" fmla="*/ 952505 w 1073497"/>
                <a:gd name="connsiteY15" fmla="*/ 16193 h 1592087"/>
                <a:gd name="connsiteX16" fmla="*/ 983747 w 1073497"/>
                <a:gd name="connsiteY16" fmla="*/ 159449 h 1592087"/>
                <a:gd name="connsiteX17" fmla="*/ 989272 w 1073497"/>
                <a:gd name="connsiteY17" fmla="*/ 315944 h 1592087"/>
                <a:gd name="connsiteX18" fmla="*/ 1065758 w 1073497"/>
                <a:gd name="connsiteY18" fmla="*/ 331946 h 1592087"/>
                <a:gd name="connsiteX19" fmla="*/ 1062519 w 1073497"/>
                <a:gd name="connsiteY19" fmla="*/ 452533 h 159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3497" h="1592087">
                  <a:moveTo>
                    <a:pt x="1062519" y="452342"/>
                  </a:moveTo>
                  <a:cubicBezTo>
                    <a:pt x="1051661" y="486823"/>
                    <a:pt x="1031563" y="523113"/>
                    <a:pt x="998226" y="554927"/>
                  </a:cubicBezTo>
                  <a:cubicBezTo>
                    <a:pt x="998226" y="554927"/>
                    <a:pt x="998035" y="563594"/>
                    <a:pt x="997082" y="578453"/>
                  </a:cubicBezTo>
                  <a:cubicBezTo>
                    <a:pt x="992606" y="653225"/>
                    <a:pt x="970508" y="886016"/>
                    <a:pt x="866590" y="963835"/>
                  </a:cubicBezTo>
                  <a:lnTo>
                    <a:pt x="875448" y="1323404"/>
                  </a:lnTo>
                  <a:cubicBezTo>
                    <a:pt x="875448" y="1323404"/>
                    <a:pt x="905928" y="1522286"/>
                    <a:pt x="673613" y="1576483"/>
                  </a:cubicBezTo>
                  <a:cubicBezTo>
                    <a:pt x="441299" y="1630585"/>
                    <a:pt x="301662" y="1537335"/>
                    <a:pt x="185934" y="1399604"/>
                  </a:cubicBezTo>
                  <a:lnTo>
                    <a:pt x="194887" y="687515"/>
                  </a:lnTo>
                  <a:cubicBezTo>
                    <a:pt x="194887" y="687515"/>
                    <a:pt x="77348" y="705517"/>
                    <a:pt x="23151" y="593598"/>
                  </a:cubicBezTo>
                  <a:cubicBezTo>
                    <a:pt x="-31046" y="481584"/>
                    <a:pt x="15627" y="363379"/>
                    <a:pt x="103923" y="396145"/>
                  </a:cubicBezTo>
                  <a:lnTo>
                    <a:pt x="100780" y="375380"/>
                  </a:lnTo>
                  <a:cubicBezTo>
                    <a:pt x="96113" y="344710"/>
                    <a:pt x="91445" y="314801"/>
                    <a:pt x="91445" y="314801"/>
                  </a:cubicBezTo>
                  <a:cubicBezTo>
                    <a:pt x="91445" y="314801"/>
                    <a:pt x="195363" y="303657"/>
                    <a:pt x="259752" y="248126"/>
                  </a:cubicBezTo>
                  <a:cubicBezTo>
                    <a:pt x="284803" y="226504"/>
                    <a:pt x="303853" y="198215"/>
                    <a:pt x="308520" y="161258"/>
                  </a:cubicBezTo>
                  <a:cubicBezTo>
                    <a:pt x="308520" y="161258"/>
                    <a:pt x="499782" y="141161"/>
                    <a:pt x="515118" y="0"/>
                  </a:cubicBezTo>
                  <a:cubicBezTo>
                    <a:pt x="515118" y="0"/>
                    <a:pt x="775817" y="191357"/>
                    <a:pt x="952505" y="16193"/>
                  </a:cubicBezTo>
                  <a:cubicBezTo>
                    <a:pt x="952505" y="16193"/>
                    <a:pt x="980319" y="76676"/>
                    <a:pt x="983747" y="159449"/>
                  </a:cubicBezTo>
                  <a:cubicBezTo>
                    <a:pt x="986414" y="224123"/>
                    <a:pt x="989272" y="315944"/>
                    <a:pt x="989272" y="315944"/>
                  </a:cubicBezTo>
                  <a:cubicBezTo>
                    <a:pt x="989272" y="315944"/>
                    <a:pt x="1049756" y="288131"/>
                    <a:pt x="1065758" y="331946"/>
                  </a:cubicBezTo>
                  <a:cubicBezTo>
                    <a:pt x="1075187" y="357664"/>
                    <a:pt x="1078045" y="403479"/>
                    <a:pt x="1062519" y="452533"/>
                  </a:cubicBezTo>
                  <a:close/>
                </a:path>
              </a:pathLst>
            </a:custGeom>
            <a:solidFill>
              <a:srgbClr val="DAA87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5778394-2D3E-5948-56B2-13D713F54DBF}"/>
                </a:ext>
              </a:extLst>
            </p:cNvPr>
            <p:cNvSpPr/>
            <p:nvPr/>
          </p:nvSpPr>
          <p:spPr>
            <a:xfrm flipH="1">
              <a:off x="7336067" y="2350446"/>
              <a:ext cx="83506" cy="35853"/>
            </a:xfrm>
            <a:custGeom>
              <a:avLst/>
              <a:gdLst>
                <a:gd name="connsiteX0" fmla="*/ 95 w 464153"/>
                <a:gd name="connsiteY0" fmla="*/ 0 h 199456"/>
                <a:gd name="connsiteX1" fmla="*/ 461105 w 464153"/>
                <a:gd name="connsiteY1" fmla="*/ 49625 h 199456"/>
                <a:gd name="connsiteX2" fmla="*/ 464153 w 464153"/>
                <a:gd name="connsiteY2" fmla="*/ 173926 h 199456"/>
                <a:gd name="connsiteX3" fmla="*/ 0 w 464153"/>
                <a:gd name="connsiteY3" fmla="*/ 0 h 199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153" h="199456">
                  <a:moveTo>
                    <a:pt x="95" y="0"/>
                  </a:moveTo>
                  <a:cubicBezTo>
                    <a:pt x="95" y="0"/>
                    <a:pt x="257270" y="228886"/>
                    <a:pt x="461105" y="49625"/>
                  </a:cubicBezTo>
                  <a:lnTo>
                    <a:pt x="464153" y="173926"/>
                  </a:lnTo>
                  <a:cubicBezTo>
                    <a:pt x="464153" y="173926"/>
                    <a:pt x="230791" y="297751"/>
                    <a:pt x="0" y="0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491000D-C8FF-FF61-E344-4747A0CE8848}"/>
                </a:ext>
              </a:extLst>
            </p:cNvPr>
            <p:cNvSpPr/>
            <p:nvPr/>
          </p:nvSpPr>
          <p:spPr>
            <a:xfrm flipH="1">
              <a:off x="7445775" y="2230665"/>
              <a:ext cx="30520" cy="41998"/>
            </a:xfrm>
            <a:custGeom>
              <a:avLst/>
              <a:gdLst>
                <a:gd name="connsiteX0" fmla="*/ 166402 w 169640"/>
                <a:gd name="connsiteY0" fmla="*/ 218504 h 233648"/>
                <a:gd name="connsiteX1" fmla="*/ 119539 w 169640"/>
                <a:gd name="connsiteY1" fmla="*/ 233648 h 233648"/>
                <a:gd name="connsiteX2" fmla="*/ 13907 w 169640"/>
                <a:gd name="connsiteY2" fmla="*/ 148018 h 233648"/>
                <a:gd name="connsiteX3" fmla="*/ 0 w 169640"/>
                <a:gd name="connsiteY3" fmla="*/ 57626 h 233648"/>
                <a:gd name="connsiteX4" fmla="*/ 169641 w 169640"/>
                <a:gd name="connsiteY4" fmla="*/ 0 h 233648"/>
                <a:gd name="connsiteX5" fmla="*/ 166402 w 169640"/>
                <a:gd name="connsiteY5" fmla="*/ 218504 h 23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640" h="233648">
                  <a:moveTo>
                    <a:pt x="166402" y="218504"/>
                  </a:moveTo>
                  <a:cubicBezTo>
                    <a:pt x="153543" y="223552"/>
                    <a:pt x="132302" y="228695"/>
                    <a:pt x="119539" y="233648"/>
                  </a:cubicBezTo>
                  <a:cubicBezTo>
                    <a:pt x="76486" y="194024"/>
                    <a:pt x="45149" y="171069"/>
                    <a:pt x="13907" y="148018"/>
                  </a:cubicBezTo>
                  <a:cubicBezTo>
                    <a:pt x="9239" y="117348"/>
                    <a:pt x="0" y="57626"/>
                    <a:pt x="0" y="57626"/>
                  </a:cubicBezTo>
                  <a:cubicBezTo>
                    <a:pt x="0" y="57626"/>
                    <a:pt x="105251" y="55531"/>
                    <a:pt x="169641" y="0"/>
                  </a:cubicBezTo>
                  <a:cubicBezTo>
                    <a:pt x="144399" y="71533"/>
                    <a:pt x="136970" y="144494"/>
                    <a:pt x="166402" y="218504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E5E1009-C9A8-28AB-EC15-841A328037AB}"/>
                </a:ext>
              </a:extLst>
            </p:cNvPr>
            <p:cNvSpPr/>
            <p:nvPr/>
          </p:nvSpPr>
          <p:spPr>
            <a:xfrm flipH="1">
              <a:off x="7377715" y="2229171"/>
              <a:ext cx="48458" cy="17881"/>
            </a:xfrm>
            <a:custGeom>
              <a:avLst/>
              <a:gdLst>
                <a:gd name="connsiteX0" fmla="*/ 5919 w 269347"/>
                <a:gd name="connsiteY0" fmla="*/ 67553 h 99474"/>
                <a:gd name="connsiteX1" fmla="*/ 244902 w 269347"/>
                <a:gd name="connsiteY1" fmla="*/ 8117 h 99474"/>
                <a:gd name="connsiteX2" fmla="*/ 245949 w 269347"/>
                <a:gd name="connsiteY2" fmla="*/ 65934 h 99474"/>
                <a:gd name="connsiteX3" fmla="*/ 127554 w 269347"/>
                <a:gd name="connsiteY3" fmla="*/ 76792 h 99474"/>
                <a:gd name="connsiteX4" fmla="*/ 15159 w 269347"/>
                <a:gd name="connsiteY4" fmla="*/ 99176 h 99474"/>
                <a:gd name="connsiteX5" fmla="*/ 5919 w 269347"/>
                <a:gd name="connsiteY5" fmla="*/ 67553 h 9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47" h="99474">
                  <a:moveTo>
                    <a:pt x="5919" y="67553"/>
                  </a:moveTo>
                  <a:cubicBezTo>
                    <a:pt x="5919" y="67553"/>
                    <a:pt x="160320" y="-27887"/>
                    <a:pt x="244902" y="8117"/>
                  </a:cubicBezTo>
                  <a:cubicBezTo>
                    <a:pt x="287002" y="26024"/>
                    <a:pt x="266142" y="62695"/>
                    <a:pt x="245949" y="65934"/>
                  </a:cubicBezTo>
                  <a:cubicBezTo>
                    <a:pt x="225756" y="69172"/>
                    <a:pt x="159177" y="67553"/>
                    <a:pt x="127554" y="76792"/>
                  </a:cubicBezTo>
                  <a:cubicBezTo>
                    <a:pt x="95931" y="86032"/>
                    <a:pt x="23826" y="101843"/>
                    <a:pt x="15159" y="99176"/>
                  </a:cubicBezTo>
                  <a:cubicBezTo>
                    <a:pt x="6396" y="96414"/>
                    <a:pt x="-8273" y="82221"/>
                    <a:pt x="5919" y="67553"/>
                  </a:cubicBezTo>
                  <a:close/>
                </a:path>
              </a:pathLst>
            </a:custGeom>
            <a:solidFill>
              <a:srgbClr val="A37E5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E3E70179-9B55-B4C1-6467-699E1E1972D0}"/>
                </a:ext>
              </a:extLst>
            </p:cNvPr>
            <p:cNvSpPr/>
            <p:nvPr/>
          </p:nvSpPr>
          <p:spPr>
            <a:xfrm flipH="1">
              <a:off x="7325172" y="2225646"/>
              <a:ext cx="35857" cy="10937"/>
            </a:xfrm>
            <a:custGeom>
              <a:avLst/>
              <a:gdLst>
                <a:gd name="connsiteX0" fmla="*/ 29965 w 199304"/>
                <a:gd name="connsiteY0" fmla="*/ 60685 h 60840"/>
                <a:gd name="connsiteX1" fmla="*/ 1867 w 199304"/>
                <a:gd name="connsiteY1" fmla="*/ 51541 h 60840"/>
                <a:gd name="connsiteX2" fmla="*/ 14820 w 199304"/>
                <a:gd name="connsiteY2" fmla="*/ 21442 h 60840"/>
                <a:gd name="connsiteX3" fmla="*/ 95688 w 199304"/>
                <a:gd name="connsiteY3" fmla="*/ 201 h 60840"/>
                <a:gd name="connsiteX4" fmla="*/ 177984 w 199304"/>
                <a:gd name="connsiteY4" fmla="*/ 20775 h 60840"/>
                <a:gd name="connsiteX5" fmla="*/ 199034 w 199304"/>
                <a:gd name="connsiteY5" fmla="*/ 44492 h 60840"/>
                <a:gd name="connsiteX6" fmla="*/ 170459 w 199304"/>
                <a:gd name="connsiteY6" fmla="*/ 58684 h 60840"/>
                <a:gd name="connsiteX7" fmla="*/ 29965 w 199304"/>
                <a:gd name="connsiteY7" fmla="*/ 60685 h 60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9304" h="60840">
                  <a:moveTo>
                    <a:pt x="29965" y="60685"/>
                  </a:moveTo>
                  <a:cubicBezTo>
                    <a:pt x="19583" y="61256"/>
                    <a:pt x="7010" y="60685"/>
                    <a:pt x="1867" y="51541"/>
                  </a:cubicBezTo>
                  <a:cubicBezTo>
                    <a:pt x="-4039" y="41063"/>
                    <a:pt x="5105" y="28490"/>
                    <a:pt x="14820" y="21442"/>
                  </a:cubicBezTo>
                  <a:cubicBezTo>
                    <a:pt x="37871" y="4868"/>
                    <a:pt x="67303" y="-1228"/>
                    <a:pt x="95688" y="201"/>
                  </a:cubicBezTo>
                  <a:cubicBezTo>
                    <a:pt x="124072" y="1725"/>
                    <a:pt x="151600" y="10297"/>
                    <a:pt x="177984" y="20775"/>
                  </a:cubicBezTo>
                  <a:cubicBezTo>
                    <a:pt x="188652" y="25061"/>
                    <a:pt x="201320" y="33158"/>
                    <a:pt x="199034" y="44492"/>
                  </a:cubicBezTo>
                  <a:cubicBezTo>
                    <a:pt x="196843" y="55827"/>
                    <a:pt x="181984" y="58494"/>
                    <a:pt x="170459" y="58684"/>
                  </a:cubicBezTo>
                  <a:cubicBezTo>
                    <a:pt x="123310" y="59351"/>
                    <a:pt x="77114" y="57922"/>
                    <a:pt x="29965" y="60685"/>
                  </a:cubicBezTo>
                  <a:close/>
                </a:path>
              </a:pathLst>
            </a:custGeom>
            <a:solidFill>
              <a:srgbClr val="A37E5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B87DDA9-771C-E360-F453-295C35FFCD1D}"/>
                </a:ext>
              </a:extLst>
            </p:cNvPr>
            <p:cNvSpPr/>
            <p:nvPr/>
          </p:nvSpPr>
          <p:spPr>
            <a:xfrm flipH="1">
              <a:off x="7353102" y="2246923"/>
              <a:ext cx="16034" cy="42399"/>
            </a:xfrm>
            <a:custGeom>
              <a:avLst/>
              <a:gdLst>
                <a:gd name="connsiteX0" fmla="*/ 5307 w 89120"/>
                <a:gd name="connsiteY0" fmla="*/ 235778 h 235873"/>
                <a:gd name="connsiteX1" fmla="*/ 164 w 89120"/>
                <a:gd name="connsiteY1" fmla="*/ 232444 h 235873"/>
                <a:gd name="connsiteX2" fmla="*/ 3402 w 89120"/>
                <a:gd name="connsiteY2" fmla="*/ 226825 h 235873"/>
                <a:gd name="connsiteX3" fmla="*/ 78935 w 89120"/>
                <a:gd name="connsiteY3" fmla="*/ 182438 h 235873"/>
                <a:gd name="connsiteX4" fmla="*/ 79602 w 89120"/>
                <a:gd name="connsiteY4" fmla="*/ 177961 h 235873"/>
                <a:gd name="connsiteX5" fmla="*/ 26929 w 89120"/>
                <a:gd name="connsiteY5" fmla="*/ 5273 h 235873"/>
                <a:gd name="connsiteX6" fmla="*/ 30643 w 89120"/>
                <a:gd name="connsiteY6" fmla="*/ 34 h 235873"/>
                <a:gd name="connsiteX7" fmla="*/ 35882 w 89120"/>
                <a:gd name="connsiteY7" fmla="*/ 3749 h 235873"/>
                <a:gd name="connsiteX8" fmla="*/ 87889 w 89120"/>
                <a:gd name="connsiteY8" fmla="*/ 174246 h 235873"/>
                <a:gd name="connsiteX9" fmla="*/ 85508 w 89120"/>
                <a:gd name="connsiteY9" fmla="*/ 188915 h 235873"/>
                <a:gd name="connsiteX10" fmla="*/ 5783 w 89120"/>
                <a:gd name="connsiteY10" fmla="*/ 235778 h 235873"/>
                <a:gd name="connsiteX11" fmla="*/ 5307 w 89120"/>
                <a:gd name="connsiteY11" fmla="*/ 235873 h 23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20" h="235873">
                  <a:moveTo>
                    <a:pt x="5307" y="235778"/>
                  </a:moveTo>
                  <a:cubicBezTo>
                    <a:pt x="3021" y="236159"/>
                    <a:pt x="830" y="234730"/>
                    <a:pt x="164" y="232444"/>
                  </a:cubicBezTo>
                  <a:cubicBezTo>
                    <a:pt x="-503" y="229968"/>
                    <a:pt x="926" y="227491"/>
                    <a:pt x="3402" y="226825"/>
                  </a:cubicBezTo>
                  <a:cubicBezTo>
                    <a:pt x="32072" y="219204"/>
                    <a:pt x="58266" y="203869"/>
                    <a:pt x="78935" y="182438"/>
                  </a:cubicBezTo>
                  <a:cubicBezTo>
                    <a:pt x="80078" y="181295"/>
                    <a:pt x="80269" y="179485"/>
                    <a:pt x="79602" y="177961"/>
                  </a:cubicBezTo>
                  <a:cubicBezTo>
                    <a:pt x="54742" y="122907"/>
                    <a:pt x="36930" y="64804"/>
                    <a:pt x="26929" y="5273"/>
                  </a:cubicBezTo>
                  <a:cubicBezTo>
                    <a:pt x="26548" y="2796"/>
                    <a:pt x="28167" y="415"/>
                    <a:pt x="30643" y="34"/>
                  </a:cubicBezTo>
                  <a:cubicBezTo>
                    <a:pt x="33501" y="-251"/>
                    <a:pt x="35501" y="1273"/>
                    <a:pt x="35882" y="3749"/>
                  </a:cubicBezTo>
                  <a:cubicBezTo>
                    <a:pt x="45788" y="62518"/>
                    <a:pt x="63314" y="119859"/>
                    <a:pt x="87889" y="174246"/>
                  </a:cubicBezTo>
                  <a:cubicBezTo>
                    <a:pt x="90175" y="179295"/>
                    <a:pt x="89222" y="185010"/>
                    <a:pt x="85508" y="188915"/>
                  </a:cubicBezTo>
                  <a:cubicBezTo>
                    <a:pt x="63600" y="211585"/>
                    <a:pt x="36073" y="227777"/>
                    <a:pt x="5783" y="235778"/>
                  </a:cubicBezTo>
                  <a:cubicBezTo>
                    <a:pt x="5593" y="235778"/>
                    <a:pt x="5498" y="235778"/>
                    <a:pt x="5307" y="235873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8C0BAB5-7818-66C6-E420-895C8AE1625F}"/>
                </a:ext>
              </a:extLst>
            </p:cNvPr>
            <p:cNvSpPr/>
            <p:nvPr/>
          </p:nvSpPr>
          <p:spPr>
            <a:xfrm flipH="1">
              <a:off x="7466266" y="2266091"/>
              <a:ext cx="22569" cy="16733"/>
            </a:xfrm>
            <a:custGeom>
              <a:avLst/>
              <a:gdLst>
                <a:gd name="connsiteX0" fmla="*/ 121512 w 125442"/>
                <a:gd name="connsiteY0" fmla="*/ 93044 h 93090"/>
                <a:gd name="connsiteX1" fmla="*/ 116654 w 125442"/>
                <a:gd name="connsiteY1" fmla="*/ 90377 h 93090"/>
                <a:gd name="connsiteX2" fmla="*/ 66362 w 125442"/>
                <a:gd name="connsiteY2" fmla="*/ 22082 h 93090"/>
                <a:gd name="connsiteX3" fmla="*/ 37216 w 125442"/>
                <a:gd name="connsiteY3" fmla="*/ 9319 h 93090"/>
                <a:gd name="connsiteX4" fmla="*/ 36835 w 125442"/>
                <a:gd name="connsiteY4" fmla="*/ 9319 h 93090"/>
                <a:gd name="connsiteX5" fmla="*/ 18452 w 125442"/>
                <a:gd name="connsiteY5" fmla="*/ 22654 h 93090"/>
                <a:gd name="connsiteX6" fmla="*/ 9022 w 125442"/>
                <a:gd name="connsiteY6" fmla="*/ 47038 h 93090"/>
                <a:gd name="connsiteX7" fmla="*/ 3402 w 125442"/>
                <a:gd name="connsiteY7" fmla="*/ 50276 h 93090"/>
                <a:gd name="connsiteX8" fmla="*/ 164 w 125442"/>
                <a:gd name="connsiteY8" fmla="*/ 44657 h 93090"/>
                <a:gd name="connsiteX9" fmla="*/ 10832 w 125442"/>
                <a:gd name="connsiteY9" fmla="*/ 17701 h 93090"/>
                <a:gd name="connsiteX10" fmla="*/ 36073 w 125442"/>
                <a:gd name="connsiteY10" fmla="*/ 270 h 93090"/>
                <a:gd name="connsiteX11" fmla="*/ 72363 w 125442"/>
                <a:gd name="connsiteY11" fmla="*/ 15129 h 93090"/>
                <a:gd name="connsiteX12" fmla="*/ 125037 w 125442"/>
                <a:gd name="connsiteY12" fmla="*/ 86757 h 93090"/>
                <a:gd name="connsiteX13" fmla="*/ 122655 w 125442"/>
                <a:gd name="connsiteY13" fmla="*/ 92758 h 93090"/>
                <a:gd name="connsiteX14" fmla="*/ 121512 w 125442"/>
                <a:gd name="connsiteY14" fmla="*/ 93044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442" h="93090">
                  <a:moveTo>
                    <a:pt x="121512" y="93044"/>
                  </a:moveTo>
                  <a:cubicBezTo>
                    <a:pt x="119512" y="93329"/>
                    <a:pt x="117512" y="92282"/>
                    <a:pt x="116654" y="90377"/>
                  </a:cubicBezTo>
                  <a:cubicBezTo>
                    <a:pt x="105320" y="64278"/>
                    <a:pt x="87889" y="40656"/>
                    <a:pt x="66362" y="22082"/>
                  </a:cubicBezTo>
                  <a:cubicBezTo>
                    <a:pt x="54932" y="12272"/>
                    <a:pt x="45693" y="8176"/>
                    <a:pt x="37216" y="9319"/>
                  </a:cubicBezTo>
                  <a:cubicBezTo>
                    <a:pt x="37121" y="9319"/>
                    <a:pt x="36930" y="9319"/>
                    <a:pt x="36835" y="9319"/>
                  </a:cubicBezTo>
                  <a:cubicBezTo>
                    <a:pt x="29977" y="10367"/>
                    <a:pt x="23214" y="15224"/>
                    <a:pt x="18452" y="22654"/>
                  </a:cubicBezTo>
                  <a:cubicBezTo>
                    <a:pt x="13880" y="29702"/>
                    <a:pt x="11308" y="38275"/>
                    <a:pt x="9022" y="47038"/>
                  </a:cubicBezTo>
                  <a:cubicBezTo>
                    <a:pt x="8355" y="49514"/>
                    <a:pt x="5879" y="50943"/>
                    <a:pt x="3402" y="50276"/>
                  </a:cubicBezTo>
                  <a:cubicBezTo>
                    <a:pt x="926" y="49610"/>
                    <a:pt x="-503" y="47133"/>
                    <a:pt x="164" y="44657"/>
                  </a:cubicBezTo>
                  <a:cubicBezTo>
                    <a:pt x="2735" y="35132"/>
                    <a:pt x="5498" y="25892"/>
                    <a:pt x="10832" y="17701"/>
                  </a:cubicBezTo>
                  <a:cubicBezTo>
                    <a:pt x="17213" y="7890"/>
                    <a:pt x="26262" y="1413"/>
                    <a:pt x="36073" y="270"/>
                  </a:cubicBezTo>
                  <a:cubicBezTo>
                    <a:pt x="50837" y="-1730"/>
                    <a:pt x="63886" y="7795"/>
                    <a:pt x="72363" y="15129"/>
                  </a:cubicBezTo>
                  <a:cubicBezTo>
                    <a:pt x="94937" y="34655"/>
                    <a:pt x="113130" y="59420"/>
                    <a:pt x="125037" y="86757"/>
                  </a:cubicBezTo>
                  <a:cubicBezTo>
                    <a:pt x="126084" y="89043"/>
                    <a:pt x="125037" y="91805"/>
                    <a:pt x="122655" y="92758"/>
                  </a:cubicBezTo>
                  <a:cubicBezTo>
                    <a:pt x="122274" y="92948"/>
                    <a:pt x="121893" y="93044"/>
                    <a:pt x="121512" y="93044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0E8F781-6914-420C-6AFC-AF7740FC6C7D}"/>
                </a:ext>
              </a:extLst>
            </p:cNvPr>
            <p:cNvSpPr/>
            <p:nvPr/>
          </p:nvSpPr>
          <p:spPr>
            <a:xfrm flipH="1">
              <a:off x="7478609" y="2268212"/>
              <a:ext cx="4487" cy="21532"/>
            </a:xfrm>
            <a:custGeom>
              <a:avLst/>
              <a:gdLst>
                <a:gd name="connsiteX0" fmla="*/ 20943 w 24941"/>
                <a:gd name="connsiteY0" fmla="*/ 119727 h 119785"/>
                <a:gd name="connsiteX1" fmla="*/ 16371 w 24941"/>
                <a:gd name="connsiteY1" fmla="*/ 117631 h 119785"/>
                <a:gd name="connsiteX2" fmla="*/ 16562 w 24941"/>
                <a:gd name="connsiteY2" fmla="*/ 2093 h 119785"/>
                <a:gd name="connsiteX3" fmla="*/ 22848 w 24941"/>
                <a:gd name="connsiteY3" fmla="*/ 759 h 119785"/>
                <a:gd name="connsiteX4" fmla="*/ 24182 w 24941"/>
                <a:gd name="connsiteY4" fmla="*/ 7046 h 119785"/>
                <a:gd name="connsiteX5" fmla="*/ 23991 w 24941"/>
                <a:gd name="connsiteY5" fmla="*/ 112678 h 119785"/>
                <a:gd name="connsiteX6" fmla="*/ 22658 w 24941"/>
                <a:gd name="connsiteY6" fmla="*/ 118965 h 119785"/>
                <a:gd name="connsiteX7" fmla="*/ 20848 w 24941"/>
                <a:gd name="connsiteY7" fmla="*/ 119631 h 119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41" h="119785">
                  <a:moveTo>
                    <a:pt x="20943" y="119727"/>
                  </a:moveTo>
                  <a:cubicBezTo>
                    <a:pt x="19229" y="120012"/>
                    <a:pt x="17419" y="119250"/>
                    <a:pt x="16371" y="117631"/>
                  </a:cubicBezTo>
                  <a:cubicBezTo>
                    <a:pt x="-5536" y="83627"/>
                    <a:pt x="-5441" y="36097"/>
                    <a:pt x="16562" y="2093"/>
                  </a:cubicBezTo>
                  <a:cubicBezTo>
                    <a:pt x="17895" y="-2"/>
                    <a:pt x="20753" y="-669"/>
                    <a:pt x="22848" y="759"/>
                  </a:cubicBezTo>
                  <a:cubicBezTo>
                    <a:pt x="24944" y="2093"/>
                    <a:pt x="25610" y="4950"/>
                    <a:pt x="24182" y="7046"/>
                  </a:cubicBezTo>
                  <a:cubicBezTo>
                    <a:pt x="4084" y="38098"/>
                    <a:pt x="3989" y="81531"/>
                    <a:pt x="23991" y="112678"/>
                  </a:cubicBezTo>
                  <a:cubicBezTo>
                    <a:pt x="25325" y="114774"/>
                    <a:pt x="24753" y="117631"/>
                    <a:pt x="22658" y="118965"/>
                  </a:cubicBezTo>
                  <a:cubicBezTo>
                    <a:pt x="22086" y="119346"/>
                    <a:pt x="21515" y="119536"/>
                    <a:pt x="20848" y="119631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AB67C72-942F-AC8D-D9B4-3061A45E48E9}"/>
                </a:ext>
              </a:extLst>
            </p:cNvPr>
            <p:cNvSpPr/>
            <p:nvPr/>
          </p:nvSpPr>
          <p:spPr>
            <a:xfrm rot="252000" flipH="1">
              <a:off x="7389547" y="2253684"/>
              <a:ext cx="11515" cy="21368"/>
            </a:xfrm>
            <a:custGeom>
              <a:avLst/>
              <a:gdLst>
                <a:gd name="connsiteX0" fmla="*/ 64008 w 64007"/>
                <a:gd name="connsiteY0" fmla="*/ 59436 h 118871"/>
                <a:gd name="connsiteX1" fmla="*/ 32004 w 64007"/>
                <a:gd name="connsiteY1" fmla="*/ 118872 h 118871"/>
                <a:gd name="connsiteX2" fmla="*/ 0 w 64007"/>
                <a:gd name="connsiteY2" fmla="*/ 59436 h 118871"/>
                <a:gd name="connsiteX3" fmla="*/ 32004 w 64007"/>
                <a:gd name="connsiteY3" fmla="*/ 0 h 118871"/>
                <a:gd name="connsiteX4" fmla="*/ 64008 w 64007"/>
                <a:gd name="connsiteY4" fmla="*/ 59436 h 11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118871">
                  <a:moveTo>
                    <a:pt x="64008" y="59436"/>
                  </a:moveTo>
                  <a:cubicBezTo>
                    <a:pt x="64008" y="92262"/>
                    <a:pt x="49679" y="118872"/>
                    <a:pt x="32004" y="118872"/>
                  </a:cubicBezTo>
                  <a:cubicBezTo>
                    <a:pt x="14329" y="118872"/>
                    <a:pt x="0" y="92262"/>
                    <a:pt x="0" y="59436"/>
                  </a:cubicBezTo>
                  <a:cubicBezTo>
                    <a:pt x="0" y="26610"/>
                    <a:pt x="14329" y="0"/>
                    <a:pt x="32004" y="0"/>
                  </a:cubicBezTo>
                  <a:cubicBezTo>
                    <a:pt x="49680" y="0"/>
                    <a:pt x="64008" y="26610"/>
                    <a:pt x="64008" y="594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C700D4C-0AAD-0FE2-F71E-9257B44C66B2}"/>
                </a:ext>
              </a:extLst>
            </p:cNvPr>
            <p:cNvSpPr/>
            <p:nvPr/>
          </p:nvSpPr>
          <p:spPr>
            <a:xfrm flipH="1">
              <a:off x="7391570" y="2259818"/>
              <a:ext cx="1702" cy="3263"/>
            </a:xfrm>
            <a:custGeom>
              <a:avLst/>
              <a:gdLst>
                <a:gd name="connsiteX0" fmla="*/ 9254 w 9459"/>
                <a:gd name="connsiteY0" fmla="*/ 8409 h 18151"/>
                <a:gd name="connsiteX1" fmla="*/ 6111 w 9459"/>
                <a:gd name="connsiteY1" fmla="*/ 18124 h 18151"/>
                <a:gd name="connsiteX2" fmla="*/ 205 w 9459"/>
                <a:gd name="connsiteY2" fmla="*/ 9742 h 18151"/>
                <a:gd name="connsiteX3" fmla="*/ 3349 w 9459"/>
                <a:gd name="connsiteY3" fmla="*/ 27 h 18151"/>
                <a:gd name="connsiteX4" fmla="*/ 9254 w 9459"/>
                <a:gd name="connsiteY4" fmla="*/ 8409 h 1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9" h="18151">
                  <a:moveTo>
                    <a:pt x="9254" y="8409"/>
                  </a:moveTo>
                  <a:cubicBezTo>
                    <a:pt x="10016" y="13362"/>
                    <a:pt x="8587" y="17743"/>
                    <a:pt x="6111" y="18124"/>
                  </a:cubicBezTo>
                  <a:cubicBezTo>
                    <a:pt x="3634" y="18505"/>
                    <a:pt x="967" y="14791"/>
                    <a:pt x="205" y="9742"/>
                  </a:cubicBezTo>
                  <a:cubicBezTo>
                    <a:pt x="-557" y="4789"/>
                    <a:pt x="872" y="408"/>
                    <a:pt x="3349" y="27"/>
                  </a:cubicBezTo>
                  <a:cubicBezTo>
                    <a:pt x="5825" y="-354"/>
                    <a:pt x="8492" y="3361"/>
                    <a:pt x="9254" y="840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A6EEB28-EC52-3DFE-9474-19631A8D4C24}"/>
                </a:ext>
              </a:extLst>
            </p:cNvPr>
            <p:cNvSpPr/>
            <p:nvPr/>
          </p:nvSpPr>
          <p:spPr>
            <a:xfrm rot="252000" flipH="1">
              <a:off x="7337473" y="2245701"/>
              <a:ext cx="11515" cy="21368"/>
            </a:xfrm>
            <a:custGeom>
              <a:avLst/>
              <a:gdLst>
                <a:gd name="connsiteX0" fmla="*/ 64008 w 64007"/>
                <a:gd name="connsiteY0" fmla="*/ 59436 h 118871"/>
                <a:gd name="connsiteX1" fmla="*/ 32004 w 64007"/>
                <a:gd name="connsiteY1" fmla="*/ 118872 h 118871"/>
                <a:gd name="connsiteX2" fmla="*/ 0 w 64007"/>
                <a:gd name="connsiteY2" fmla="*/ 59436 h 118871"/>
                <a:gd name="connsiteX3" fmla="*/ 32004 w 64007"/>
                <a:gd name="connsiteY3" fmla="*/ 0 h 118871"/>
                <a:gd name="connsiteX4" fmla="*/ 64008 w 64007"/>
                <a:gd name="connsiteY4" fmla="*/ 59436 h 11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118871">
                  <a:moveTo>
                    <a:pt x="64008" y="59436"/>
                  </a:moveTo>
                  <a:cubicBezTo>
                    <a:pt x="64008" y="92261"/>
                    <a:pt x="49679" y="118872"/>
                    <a:pt x="32004" y="118872"/>
                  </a:cubicBezTo>
                  <a:cubicBezTo>
                    <a:pt x="14329" y="118872"/>
                    <a:pt x="0" y="92261"/>
                    <a:pt x="0" y="59436"/>
                  </a:cubicBezTo>
                  <a:cubicBezTo>
                    <a:pt x="0" y="26610"/>
                    <a:pt x="14329" y="0"/>
                    <a:pt x="32004" y="0"/>
                  </a:cubicBezTo>
                  <a:cubicBezTo>
                    <a:pt x="49679" y="0"/>
                    <a:pt x="64008" y="26610"/>
                    <a:pt x="64008" y="594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28BAE83-F7FF-1B6D-9704-049CF4C481C4}"/>
                </a:ext>
              </a:extLst>
            </p:cNvPr>
            <p:cNvSpPr/>
            <p:nvPr/>
          </p:nvSpPr>
          <p:spPr>
            <a:xfrm flipH="1">
              <a:off x="7339269" y="2253465"/>
              <a:ext cx="1702" cy="3263"/>
            </a:xfrm>
            <a:custGeom>
              <a:avLst/>
              <a:gdLst>
                <a:gd name="connsiteX0" fmla="*/ 9254 w 9459"/>
                <a:gd name="connsiteY0" fmla="*/ 8409 h 18151"/>
                <a:gd name="connsiteX1" fmla="*/ 6111 w 9459"/>
                <a:gd name="connsiteY1" fmla="*/ 18124 h 18151"/>
                <a:gd name="connsiteX2" fmla="*/ 205 w 9459"/>
                <a:gd name="connsiteY2" fmla="*/ 9742 h 18151"/>
                <a:gd name="connsiteX3" fmla="*/ 3348 w 9459"/>
                <a:gd name="connsiteY3" fmla="*/ 27 h 18151"/>
                <a:gd name="connsiteX4" fmla="*/ 9254 w 9459"/>
                <a:gd name="connsiteY4" fmla="*/ 8409 h 1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9" h="18151">
                  <a:moveTo>
                    <a:pt x="9254" y="8409"/>
                  </a:moveTo>
                  <a:cubicBezTo>
                    <a:pt x="10016" y="13362"/>
                    <a:pt x="8587" y="17743"/>
                    <a:pt x="6111" y="18124"/>
                  </a:cubicBezTo>
                  <a:cubicBezTo>
                    <a:pt x="3634" y="18505"/>
                    <a:pt x="967" y="14791"/>
                    <a:pt x="205" y="9742"/>
                  </a:cubicBezTo>
                  <a:cubicBezTo>
                    <a:pt x="-557" y="4789"/>
                    <a:pt x="872" y="408"/>
                    <a:pt x="3348" y="27"/>
                  </a:cubicBezTo>
                  <a:cubicBezTo>
                    <a:pt x="5825" y="-354"/>
                    <a:pt x="8492" y="3361"/>
                    <a:pt x="9254" y="840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7A7A8FA-C7C6-CD9B-B31E-DDF17CC2DABF}"/>
                </a:ext>
              </a:extLst>
            </p:cNvPr>
            <p:cNvSpPr/>
            <p:nvPr/>
          </p:nvSpPr>
          <p:spPr>
            <a:xfrm flipH="1">
              <a:off x="7303114" y="2248282"/>
              <a:ext cx="9117" cy="19853"/>
            </a:xfrm>
            <a:custGeom>
              <a:avLst/>
              <a:gdLst>
                <a:gd name="connsiteX0" fmla="*/ 45911 w 50673"/>
                <a:gd name="connsiteY0" fmla="*/ 0 h 110447"/>
                <a:gd name="connsiteX1" fmla="*/ 0 w 50673"/>
                <a:gd name="connsiteY1" fmla="*/ 45815 h 110447"/>
                <a:gd name="connsiteX2" fmla="*/ 4572 w 50673"/>
                <a:gd name="connsiteY2" fmla="*/ 50387 h 110447"/>
                <a:gd name="connsiteX3" fmla="*/ 5334 w 50673"/>
                <a:gd name="connsiteY3" fmla="*/ 50387 h 110447"/>
                <a:gd name="connsiteX4" fmla="*/ 9239 w 50673"/>
                <a:gd name="connsiteY4" fmla="*/ 45911 h 110447"/>
                <a:gd name="connsiteX5" fmla="*/ 22765 w 50673"/>
                <a:gd name="connsiteY5" fmla="*/ 18574 h 110447"/>
                <a:gd name="connsiteX6" fmla="*/ 31813 w 50673"/>
                <a:gd name="connsiteY6" fmla="*/ 104108 h 110447"/>
                <a:gd name="connsiteX7" fmla="*/ 34290 w 50673"/>
                <a:gd name="connsiteY7" fmla="*/ 110109 h 110447"/>
                <a:gd name="connsiteX8" fmla="*/ 36766 w 50673"/>
                <a:gd name="connsiteY8" fmla="*/ 110395 h 110447"/>
                <a:gd name="connsiteX9" fmla="*/ 40291 w 50673"/>
                <a:gd name="connsiteY9" fmla="*/ 107633 h 110447"/>
                <a:gd name="connsiteX10" fmla="*/ 30385 w 50673"/>
                <a:gd name="connsiteY10" fmla="*/ 13430 h 110447"/>
                <a:gd name="connsiteX11" fmla="*/ 46101 w 50673"/>
                <a:gd name="connsiteY11" fmla="*/ 9239 h 110447"/>
                <a:gd name="connsiteX12" fmla="*/ 50673 w 50673"/>
                <a:gd name="connsiteY12" fmla="*/ 4667 h 110447"/>
                <a:gd name="connsiteX13" fmla="*/ 46101 w 50673"/>
                <a:gd name="connsiteY13" fmla="*/ 95 h 110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673" h="110447">
                  <a:moveTo>
                    <a:pt x="45911" y="0"/>
                  </a:moveTo>
                  <a:cubicBezTo>
                    <a:pt x="21622" y="0"/>
                    <a:pt x="190" y="21527"/>
                    <a:pt x="0" y="45815"/>
                  </a:cubicBezTo>
                  <a:cubicBezTo>
                    <a:pt x="0" y="48292"/>
                    <a:pt x="2000" y="50387"/>
                    <a:pt x="4572" y="50387"/>
                  </a:cubicBezTo>
                  <a:cubicBezTo>
                    <a:pt x="4858" y="50387"/>
                    <a:pt x="5048" y="50387"/>
                    <a:pt x="5334" y="50387"/>
                  </a:cubicBezTo>
                  <a:cubicBezTo>
                    <a:pt x="7525" y="50006"/>
                    <a:pt x="9239" y="48197"/>
                    <a:pt x="9239" y="45911"/>
                  </a:cubicBezTo>
                  <a:cubicBezTo>
                    <a:pt x="9239" y="35338"/>
                    <a:pt x="14764" y="25432"/>
                    <a:pt x="22765" y="18574"/>
                  </a:cubicBezTo>
                  <a:cubicBezTo>
                    <a:pt x="39719" y="43148"/>
                    <a:pt x="43339" y="76581"/>
                    <a:pt x="31813" y="104108"/>
                  </a:cubicBezTo>
                  <a:cubicBezTo>
                    <a:pt x="30861" y="106394"/>
                    <a:pt x="31909" y="109157"/>
                    <a:pt x="34290" y="110109"/>
                  </a:cubicBezTo>
                  <a:cubicBezTo>
                    <a:pt x="35052" y="110490"/>
                    <a:pt x="35909" y="110490"/>
                    <a:pt x="36766" y="110395"/>
                  </a:cubicBezTo>
                  <a:cubicBezTo>
                    <a:pt x="38290" y="110204"/>
                    <a:pt x="39624" y="109157"/>
                    <a:pt x="40291" y="107633"/>
                  </a:cubicBezTo>
                  <a:cubicBezTo>
                    <a:pt x="53054" y="77343"/>
                    <a:pt x="49054" y="40481"/>
                    <a:pt x="30385" y="13430"/>
                  </a:cubicBezTo>
                  <a:cubicBezTo>
                    <a:pt x="35242" y="10859"/>
                    <a:pt x="40576" y="9239"/>
                    <a:pt x="46101" y="9239"/>
                  </a:cubicBezTo>
                  <a:cubicBezTo>
                    <a:pt x="48673" y="9239"/>
                    <a:pt x="50673" y="7144"/>
                    <a:pt x="50673" y="4667"/>
                  </a:cubicBezTo>
                  <a:cubicBezTo>
                    <a:pt x="50673" y="2191"/>
                    <a:pt x="48578" y="95"/>
                    <a:pt x="46101" y="95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ED17A0-472D-9C63-0682-B3134BC1886F}"/>
                </a:ext>
              </a:extLst>
            </p:cNvPr>
            <p:cNvSpPr/>
            <p:nvPr/>
          </p:nvSpPr>
          <p:spPr>
            <a:xfrm flipH="1">
              <a:off x="7305868" y="2245293"/>
              <a:ext cx="167411" cy="39127"/>
            </a:xfrm>
            <a:custGeom>
              <a:avLst/>
              <a:gdLst>
                <a:gd name="connsiteX0" fmla="*/ 773906 w 930526"/>
                <a:gd name="connsiteY0" fmla="*/ 3294 h 217676"/>
                <a:gd name="connsiteX1" fmla="*/ 641604 w 930526"/>
                <a:gd name="connsiteY1" fmla="*/ 86924 h 217676"/>
                <a:gd name="connsiteX2" fmla="*/ 596360 w 930526"/>
                <a:gd name="connsiteY2" fmla="*/ 80828 h 217676"/>
                <a:gd name="connsiteX3" fmla="*/ 556451 w 930526"/>
                <a:gd name="connsiteY3" fmla="*/ 104450 h 217676"/>
                <a:gd name="connsiteX4" fmla="*/ 398717 w 930526"/>
                <a:gd name="connsiteY4" fmla="*/ 60730 h 217676"/>
                <a:gd name="connsiteX5" fmla="*/ 277559 w 930526"/>
                <a:gd name="connsiteY5" fmla="*/ 115975 h 217676"/>
                <a:gd name="connsiteX6" fmla="*/ 1810 w 930526"/>
                <a:gd name="connsiteY6" fmla="*/ 57111 h 217676"/>
                <a:gd name="connsiteX7" fmla="*/ 0 w 930526"/>
                <a:gd name="connsiteY7" fmla="*/ 65778 h 217676"/>
                <a:gd name="connsiteX8" fmla="*/ 271463 w 930526"/>
                <a:gd name="connsiteY8" fmla="*/ 123786 h 217676"/>
                <a:gd name="connsiteX9" fmla="*/ 261461 w 930526"/>
                <a:gd name="connsiteY9" fmla="*/ 160362 h 217676"/>
                <a:gd name="connsiteX10" fmla="*/ 422243 w 930526"/>
                <a:gd name="connsiteY10" fmla="*/ 214178 h 217676"/>
                <a:gd name="connsiteX11" fmla="*/ 559498 w 930526"/>
                <a:gd name="connsiteY11" fmla="*/ 114927 h 217676"/>
                <a:gd name="connsiteX12" fmla="*/ 598075 w 930526"/>
                <a:gd name="connsiteY12" fmla="*/ 89496 h 217676"/>
                <a:gd name="connsiteX13" fmla="*/ 640842 w 930526"/>
                <a:gd name="connsiteY13" fmla="*/ 96544 h 217676"/>
                <a:gd name="connsiteX14" fmla="*/ 641128 w 930526"/>
                <a:gd name="connsiteY14" fmla="*/ 102069 h 217676"/>
                <a:gd name="connsiteX15" fmla="*/ 797338 w 930526"/>
                <a:gd name="connsiteY15" fmla="*/ 156552 h 217676"/>
                <a:gd name="connsiteX16" fmla="*/ 930021 w 930526"/>
                <a:gd name="connsiteY16" fmla="*/ 57777 h 217676"/>
                <a:gd name="connsiteX17" fmla="*/ 773811 w 930526"/>
                <a:gd name="connsiteY17" fmla="*/ 3294 h 217676"/>
                <a:gd name="connsiteX18" fmla="*/ 420910 w 930526"/>
                <a:gd name="connsiteY18" fmla="*/ 205415 h 217676"/>
                <a:gd name="connsiteX19" fmla="*/ 270224 w 930526"/>
                <a:gd name="connsiteY19" fmla="*/ 159028 h 217676"/>
                <a:gd name="connsiteX20" fmla="*/ 400050 w 930526"/>
                <a:gd name="connsiteY20" fmla="*/ 69588 h 217676"/>
                <a:gd name="connsiteX21" fmla="*/ 550736 w 930526"/>
                <a:gd name="connsiteY21" fmla="*/ 115975 h 217676"/>
                <a:gd name="connsiteX22" fmla="*/ 420910 w 930526"/>
                <a:gd name="connsiteY22" fmla="*/ 205415 h 217676"/>
                <a:gd name="connsiteX23" fmla="*/ 796100 w 930526"/>
                <a:gd name="connsiteY23" fmla="*/ 147979 h 217676"/>
                <a:gd name="connsiteX24" fmla="*/ 649891 w 930526"/>
                <a:gd name="connsiteY24" fmla="*/ 100830 h 217676"/>
                <a:gd name="connsiteX25" fmla="*/ 649891 w 930526"/>
                <a:gd name="connsiteY25" fmla="*/ 91686 h 217676"/>
                <a:gd name="connsiteX26" fmla="*/ 649891 w 930526"/>
                <a:gd name="connsiteY26" fmla="*/ 91686 h 217676"/>
                <a:gd name="connsiteX27" fmla="*/ 649891 w 930526"/>
                <a:gd name="connsiteY27" fmla="*/ 91686 h 217676"/>
                <a:gd name="connsiteX28" fmla="*/ 775335 w 930526"/>
                <a:gd name="connsiteY28" fmla="*/ 11962 h 217676"/>
                <a:gd name="connsiteX29" fmla="*/ 921544 w 930526"/>
                <a:gd name="connsiteY29" fmla="*/ 59111 h 217676"/>
                <a:gd name="connsiteX30" fmla="*/ 796195 w 930526"/>
                <a:gd name="connsiteY30" fmla="*/ 147979 h 21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30526" h="217676">
                  <a:moveTo>
                    <a:pt x="773906" y="3294"/>
                  </a:moveTo>
                  <a:cubicBezTo>
                    <a:pt x="702469" y="14248"/>
                    <a:pt x="648748" y="49300"/>
                    <a:pt x="641604" y="86924"/>
                  </a:cubicBezTo>
                  <a:cubicBezTo>
                    <a:pt x="627697" y="80066"/>
                    <a:pt x="611696" y="77780"/>
                    <a:pt x="596360" y="80828"/>
                  </a:cubicBezTo>
                  <a:cubicBezTo>
                    <a:pt x="580835" y="83971"/>
                    <a:pt x="566642" y="92448"/>
                    <a:pt x="556451" y="104450"/>
                  </a:cubicBezTo>
                  <a:cubicBezTo>
                    <a:pt x="541020" y="67969"/>
                    <a:pt x="475393" y="49014"/>
                    <a:pt x="398717" y="60730"/>
                  </a:cubicBezTo>
                  <a:cubicBezTo>
                    <a:pt x="344614" y="69017"/>
                    <a:pt x="300323" y="90353"/>
                    <a:pt x="277559" y="115975"/>
                  </a:cubicBezTo>
                  <a:lnTo>
                    <a:pt x="1810" y="57111"/>
                  </a:lnTo>
                  <a:lnTo>
                    <a:pt x="0" y="65778"/>
                  </a:lnTo>
                  <a:lnTo>
                    <a:pt x="271463" y="123786"/>
                  </a:lnTo>
                  <a:cubicBezTo>
                    <a:pt x="263271" y="135501"/>
                    <a:pt x="259556" y="147979"/>
                    <a:pt x="261461" y="160362"/>
                  </a:cubicBezTo>
                  <a:cubicBezTo>
                    <a:pt x="268034" y="203415"/>
                    <a:pt x="338709" y="227037"/>
                    <a:pt x="422243" y="214178"/>
                  </a:cubicBezTo>
                  <a:cubicBezTo>
                    <a:pt x="505587" y="201414"/>
                    <a:pt x="565785" y="157885"/>
                    <a:pt x="559498" y="114927"/>
                  </a:cubicBezTo>
                  <a:cubicBezTo>
                    <a:pt x="568452" y="102069"/>
                    <a:pt x="582739" y="92544"/>
                    <a:pt x="598075" y="89496"/>
                  </a:cubicBezTo>
                  <a:cubicBezTo>
                    <a:pt x="612458" y="86733"/>
                    <a:pt x="628079" y="89305"/>
                    <a:pt x="640842" y="96544"/>
                  </a:cubicBezTo>
                  <a:cubicBezTo>
                    <a:pt x="640842" y="98354"/>
                    <a:pt x="640842" y="100259"/>
                    <a:pt x="641128" y="102069"/>
                  </a:cubicBezTo>
                  <a:cubicBezTo>
                    <a:pt x="647700" y="145026"/>
                    <a:pt x="716375" y="169029"/>
                    <a:pt x="797338" y="156552"/>
                  </a:cubicBezTo>
                  <a:cubicBezTo>
                    <a:pt x="878300" y="144169"/>
                    <a:pt x="936593" y="100735"/>
                    <a:pt x="930021" y="57777"/>
                  </a:cubicBezTo>
                  <a:cubicBezTo>
                    <a:pt x="923449" y="14820"/>
                    <a:pt x="854773" y="-9183"/>
                    <a:pt x="773811" y="3294"/>
                  </a:cubicBezTo>
                  <a:close/>
                  <a:moveTo>
                    <a:pt x="420910" y="205415"/>
                  </a:moveTo>
                  <a:cubicBezTo>
                    <a:pt x="343567" y="217321"/>
                    <a:pt x="275939" y="196461"/>
                    <a:pt x="270224" y="159028"/>
                  </a:cubicBezTo>
                  <a:cubicBezTo>
                    <a:pt x="264509" y="121595"/>
                    <a:pt x="322707" y="81399"/>
                    <a:pt x="400050" y="69588"/>
                  </a:cubicBezTo>
                  <a:cubicBezTo>
                    <a:pt x="477393" y="57682"/>
                    <a:pt x="545021" y="78542"/>
                    <a:pt x="550736" y="115975"/>
                  </a:cubicBezTo>
                  <a:cubicBezTo>
                    <a:pt x="556451" y="153408"/>
                    <a:pt x="498253" y="193604"/>
                    <a:pt x="420910" y="205415"/>
                  </a:cubicBezTo>
                  <a:close/>
                  <a:moveTo>
                    <a:pt x="796100" y="147979"/>
                  </a:moveTo>
                  <a:cubicBezTo>
                    <a:pt x="721233" y="159504"/>
                    <a:pt x="655606" y="138264"/>
                    <a:pt x="649891" y="100830"/>
                  </a:cubicBezTo>
                  <a:cubicBezTo>
                    <a:pt x="649414" y="97782"/>
                    <a:pt x="649510" y="94734"/>
                    <a:pt x="649891" y="91686"/>
                  </a:cubicBezTo>
                  <a:lnTo>
                    <a:pt x="649891" y="91686"/>
                  </a:lnTo>
                  <a:cubicBezTo>
                    <a:pt x="649891" y="91686"/>
                    <a:pt x="649891" y="91686"/>
                    <a:pt x="649891" y="91686"/>
                  </a:cubicBezTo>
                  <a:cubicBezTo>
                    <a:pt x="653605" y="57015"/>
                    <a:pt x="706564" y="22535"/>
                    <a:pt x="775335" y="11962"/>
                  </a:cubicBezTo>
                  <a:cubicBezTo>
                    <a:pt x="850202" y="437"/>
                    <a:pt x="915829" y="21678"/>
                    <a:pt x="921544" y="59111"/>
                  </a:cubicBezTo>
                  <a:cubicBezTo>
                    <a:pt x="927259" y="96639"/>
                    <a:pt x="871061" y="136454"/>
                    <a:pt x="796195" y="14797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DA2714FA-E5B0-4E1B-C2D3-7A557EF1A459}"/>
                </a:ext>
              </a:extLst>
            </p:cNvPr>
            <p:cNvSpPr/>
            <p:nvPr/>
          </p:nvSpPr>
          <p:spPr>
            <a:xfrm flipH="1">
              <a:off x="7343296" y="2302890"/>
              <a:ext cx="39458" cy="19603"/>
            </a:xfrm>
            <a:custGeom>
              <a:avLst/>
              <a:gdLst>
                <a:gd name="connsiteX0" fmla="*/ 98432 w 219320"/>
                <a:gd name="connsiteY0" fmla="*/ 54881 h 54880"/>
                <a:gd name="connsiteX1" fmla="*/ 2515 w 219320"/>
                <a:gd name="connsiteY1" fmla="*/ 26496 h 54880"/>
                <a:gd name="connsiteX2" fmla="*/ 991 w 219320"/>
                <a:gd name="connsiteY2" fmla="*/ 18495 h 54880"/>
                <a:gd name="connsiteX3" fmla="*/ 8897 w 219320"/>
                <a:gd name="connsiteY3" fmla="*/ 16971 h 54880"/>
                <a:gd name="connsiteX4" fmla="*/ 209684 w 219320"/>
                <a:gd name="connsiteY4" fmla="*/ 1541 h 54880"/>
                <a:gd name="connsiteX5" fmla="*/ 217780 w 219320"/>
                <a:gd name="connsiteY5" fmla="*/ 1826 h 54880"/>
                <a:gd name="connsiteX6" fmla="*/ 217495 w 219320"/>
                <a:gd name="connsiteY6" fmla="*/ 9923 h 54880"/>
                <a:gd name="connsiteX7" fmla="*/ 98432 w 219320"/>
                <a:gd name="connsiteY7" fmla="*/ 54881 h 5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320" h="54880">
                  <a:moveTo>
                    <a:pt x="98432" y="54881"/>
                  </a:moveTo>
                  <a:cubicBezTo>
                    <a:pt x="64428" y="54881"/>
                    <a:pt x="30519" y="45546"/>
                    <a:pt x="2515" y="26496"/>
                  </a:cubicBezTo>
                  <a:cubicBezTo>
                    <a:pt x="-56" y="24686"/>
                    <a:pt x="-819" y="21162"/>
                    <a:pt x="991" y="18495"/>
                  </a:cubicBezTo>
                  <a:cubicBezTo>
                    <a:pt x="2801" y="15923"/>
                    <a:pt x="6325" y="15257"/>
                    <a:pt x="8897" y="16971"/>
                  </a:cubicBezTo>
                  <a:cubicBezTo>
                    <a:pt x="68619" y="57548"/>
                    <a:pt x="156820" y="50785"/>
                    <a:pt x="209684" y="1541"/>
                  </a:cubicBezTo>
                  <a:cubicBezTo>
                    <a:pt x="211970" y="-650"/>
                    <a:pt x="215589" y="-460"/>
                    <a:pt x="217780" y="1826"/>
                  </a:cubicBezTo>
                  <a:cubicBezTo>
                    <a:pt x="219971" y="4112"/>
                    <a:pt x="219780" y="7732"/>
                    <a:pt x="217495" y="9923"/>
                  </a:cubicBezTo>
                  <a:cubicBezTo>
                    <a:pt x="185681" y="39545"/>
                    <a:pt x="141961" y="54881"/>
                    <a:pt x="98432" y="54881"/>
                  </a:cubicBezTo>
                  <a:close/>
                </a:path>
              </a:pathLst>
            </a:custGeom>
            <a:solidFill>
              <a:schemeClr val="tx1">
                <a:alpha val="6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CE41C0B-2E45-202B-F667-D2E3A6D932CA}"/>
                </a:ext>
              </a:extLst>
            </p:cNvPr>
            <p:cNvSpPr/>
            <p:nvPr/>
          </p:nvSpPr>
          <p:spPr>
            <a:xfrm flipH="1">
              <a:off x="7350562" y="2317752"/>
              <a:ext cx="17479" cy="6258"/>
            </a:xfrm>
            <a:custGeom>
              <a:avLst/>
              <a:gdLst>
                <a:gd name="connsiteX0" fmla="*/ 37035 w 97154"/>
                <a:gd name="connsiteY0" fmla="*/ 34722 h 34816"/>
                <a:gd name="connsiteX1" fmla="*/ 3221 w 97154"/>
                <a:gd name="connsiteY1" fmla="*/ 27102 h 34816"/>
                <a:gd name="connsiteX2" fmla="*/ 554 w 97154"/>
                <a:gd name="connsiteY2" fmla="*/ 19482 h 34816"/>
                <a:gd name="connsiteX3" fmla="*/ 8174 w 97154"/>
                <a:gd name="connsiteY3" fmla="*/ 16815 h 34816"/>
                <a:gd name="connsiteX4" fmla="*/ 87232 w 97154"/>
                <a:gd name="connsiteY4" fmla="*/ 1860 h 34816"/>
                <a:gd name="connsiteX5" fmla="*/ 95328 w 97154"/>
                <a:gd name="connsiteY5" fmla="*/ 1575 h 34816"/>
                <a:gd name="connsiteX6" fmla="*/ 95614 w 97154"/>
                <a:gd name="connsiteY6" fmla="*/ 9671 h 34816"/>
                <a:gd name="connsiteX7" fmla="*/ 36940 w 97154"/>
                <a:gd name="connsiteY7" fmla="*/ 34817 h 3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154" h="34816">
                  <a:moveTo>
                    <a:pt x="37035" y="34722"/>
                  </a:moveTo>
                  <a:cubicBezTo>
                    <a:pt x="25415" y="34722"/>
                    <a:pt x="13889" y="32245"/>
                    <a:pt x="3221" y="27102"/>
                  </a:cubicBezTo>
                  <a:cubicBezTo>
                    <a:pt x="364" y="25673"/>
                    <a:pt x="-779" y="22339"/>
                    <a:pt x="554" y="19482"/>
                  </a:cubicBezTo>
                  <a:cubicBezTo>
                    <a:pt x="1888" y="16624"/>
                    <a:pt x="5317" y="15481"/>
                    <a:pt x="8174" y="16815"/>
                  </a:cubicBezTo>
                  <a:cubicBezTo>
                    <a:pt x="33892" y="29292"/>
                    <a:pt x="67896" y="22911"/>
                    <a:pt x="87232" y="1860"/>
                  </a:cubicBezTo>
                  <a:cubicBezTo>
                    <a:pt x="89423" y="-521"/>
                    <a:pt x="93042" y="-616"/>
                    <a:pt x="95328" y="1575"/>
                  </a:cubicBezTo>
                  <a:cubicBezTo>
                    <a:pt x="97614" y="3670"/>
                    <a:pt x="97804" y="7290"/>
                    <a:pt x="95614" y="9671"/>
                  </a:cubicBezTo>
                  <a:cubicBezTo>
                    <a:pt x="80564" y="25959"/>
                    <a:pt x="58752" y="34817"/>
                    <a:pt x="36940" y="34817"/>
                  </a:cubicBezTo>
                  <a:close/>
                </a:path>
              </a:pathLst>
            </a:custGeom>
            <a:solidFill>
              <a:schemeClr val="tx1">
                <a:alpha val="6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C254A13-FCF3-0FDD-66C3-9A0EE527C21B}"/>
                </a:ext>
              </a:extLst>
            </p:cNvPr>
            <p:cNvSpPr/>
            <p:nvPr/>
          </p:nvSpPr>
          <p:spPr>
            <a:xfrm>
              <a:off x="7084872" y="2711439"/>
              <a:ext cx="307661" cy="83204"/>
            </a:xfrm>
            <a:custGeom>
              <a:avLst/>
              <a:gdLst>
                <a:gd name="connsiteX0" fmla="*/ 19050 w 316706"/>
                <a:gd name="connsiteY0" fmla="*/ 0 h 78581"/>
                <a:gd name="connsiteX1" fmla="*/ 0 w 316706"/>
                <a:gd name="connsiteY1" fmla="*/ 69056 h 78581"/>
                <a:gd name="connsiteX2" fmla="*/ 314325 w 316706"/>
                <a:gd name="connsiteY2" fmla="*/ 78581 h 78581"/>
                <a:gd name="connsiteX3" fmla="*/ 316706 w 316706"/>
                <a:gd name="connsiteY3" fmla="*/ 7143 h 78581"/>
                <a:gd name="connsiteX4" fmla="*/ 19050 w 316706"/>
                <a:gd name="connsiteY4" fmla="*/ 0 h 78581"/>
                <a:gd name="connsiteX0" fmla="*/ 21431 w 316706"/>
                <a:gd name="connsiteY0" fmla="*/ 0 h 85725"/>
                <a:gd name="connsiteX1" fmla="*/ 0 w 316706"/>
                <a:gd name="connsiteY1" fmla="*/ 76200 h 85725"/>
                <a:gd name="connsiteX2" fmla="*/ 314325 w 316706"/>
                <a:gd name="connsiteY2" fmla="*/ 85725 h 85725"/>
                <a:gd name="connsiteX3" fmla="*/ 316706 w 316706"/>
                <a:gd name="connsiteY3" fmla="*/ 14287 h 85725"/>
                <a:gd name="connsiteX4" fmla="*/ 21431 w 316706"/>
                <a:gd name="connsiteY4" fmla="*/ 0 h 85725"/>
                <a:gd name="connsiteX0" fmla="*/ 21431 w 316706"/>
                <a:gd name="connsiteY0" fmla="*/ 0 h 85725"/>
                <a:gd name="connsiteX1" fmla="*/ 0 w 316706"/>
                <a:gd name="connsiteY1" fmla="*/ 83344 h 85725"/>
                <a:gd name="connsiteX2" fmla="*/ 314325 w 316706"/>
                <a:gd name="connsiteY2" fmla="*/ 85725 h 85725"/>
                <a:gd name="connsiteX3" fmla="*/ 316706 w 316706"/>
                <a:gd name="connsiteY3" fmla="*/ 14287 h 85725"/>
                <a:gd name="connsiteX4" fmla="*/ 21431 w 316706"/>
                <a:gd name="connsiteY4" fmla="*/ 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6706" h="85725">
                  <a:moveTo>
                    <a:pt x="21431" y="0"/>
                  </a:moveTo>
                  <a:lnTo>
                    <a:pt x="0" y="83344"/>
                  </a:lnTo>
                  <a:lnTo>
                    <a:pt x="314325" y="85725"/>
                  </a:lnTo>
                  <a:cubicBezTo>
                    <a:pt x="315119" y="61912"/>
                    <a:pt x="315912" y="38100"/>
                    <a:pt x="316706" y="14287"/>
                  </a:cubicBezTo>
                  <a:lnTo>
                    <a:pt x="2143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D847A9B-34D0-78FB-E31C-2C45689F225B}"/>
                </a:ext>
              </a:extLst>
            </p:cNvPr>
            <p:cNvSpPr/>
            <p:nvPr/>
          </p:nvSpPr>
          <p:spPr>
            <a:xfrm rot="13515696">
              <a:off x="7272005" y="2672551"/>
              <a:ext cx="178047" cy="141703"/>
            </a:xfrm>
            <a:custGeom>
              <a:avLst/>
              <a:gdLst>
                <a:gd name="connsiteX0" fmla="*/ 367284 w 1031222"/>
                <a:gd name="connsiteY0" fmla="*/ 820009 h 820008"/>
                <a:gd name="connsiteX1" fmla="*/ 478250 w 1031222"/>
                <a:gd name="connsiteY1" fmla="*/ 640653 h 820008"/>
                <a:gd name="connsiteX2" fmla="*/ 722852 w 1031222"/>
                <a:gd name="connsiteY2" fmla="*/ 495016 h 820008"/>
                <a:gd name="connsiteX3" fmla="*/ 903542 w 1031222"/>
                <a:gd name="connsiteY3" fmla="*/ 336520 h 820008"/>
                <a:gd name="connsiteX4" fmla="*/ 1027748 w 1031222"/>
                <a:gd name="connsiteY4" fmla="*/ 206027 h 820008"/>
                <a:gd name="connsiteX5" fmla="*/ 940499 w 1031222"/>
                <a:gd name="connsiteY5" fmla="*/ 135828 h 820008"/>
                <a:gd name="connsiteX6" fmla="*/ 989171 w 1031222"/>
                <a:gd name="connsiteY6" fmla="*/ 66391 h 820008"/>
                <a:gd name="connsiteX7" fmla="*/ 946404 w 1031222"/>
                <a:gd name="connsiteY7" fmla="*/ 382 h 820008"/>
                <a:gd name="connsiteX8" fmla="*/ 864680 w 1031222"/>
                <a:gd name="connsiteY8" fmla="*/ 45055 h 820008"/>
                <a:gd name="connsiteX9" fmla="*/ 724186 w 1031222"/>
                <a:gd name="connsiteY9" fmla="*/ 115920 h 820008"/>
                <a:gd name="connsiteX10" fmla="*/ 646271 w 1031222"/>
                <a:gd name="connsiteY10" fmla="*/ 128303 h 820008"/>
                <a:gd name="connsiteX11" fmla="*/ 584835 w 1031222"/>
                <a:gd name="connsiteY11" fmla="*/ 200122 h 820008"/>
                <a:gd name="connsiteX12" fmla="*/ 453295 w 1031222"/>
                <a:gd name="connsiteY12" fmla="*/ 223077 h 820008"/>
                <a:gd name="connsiteX13" fmla="*/ 300323 w 1031222"/>
                <a:gd name="connsiteY13" fmla="*/ 277750 h 820008"/>
                <a:gd name="connsiteX14" fmla="*/ 61151 w 1031222"/>
                <a:gd name="connsiteY14" fmla="*/ 414529 h 820008"/>
                <a:gd name="connsiteX15" fmla="*/ 0 w 1031222"/>
                <a:gd name="connsiteY15" fmla="*/ 659893 h 820008"/>
                <a:gd name="connsiteX16" fmla="*/ 367379 w 1031222"/>
                <a:gd name="connsiteY16" fmla="*/ 820009 h 820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1222" h="820008">
                  <a:moveTo>
                    <a:pt x="367284" y="820009"/>
                  </a:moveTo>
                  <a:cubicBezTo>
                    <a:pt x="384715" y="767335"/>
                    <a:pt x="390049" y="685801"/>
                    <a:pt x="478250" y="640653"/>
                  </a:cubicBezTo>
                  <a:cubicBezTo>
                    <a:pt x="566452" y="595409"/>
                    <a:pt x="667607" y="534830"/>
                    <a:pt x="722852" y="495016"/>
                  </a:cubicBezTo>
                  <a:cubicBezTo>
                    <a:pt x="792385" y="445009"/>
                    <a:pt x="840296" y="393003"/>
                    <a:pt x="903542" y="336520"/>
                  </a:cubicBezTo>
                  <a:cubicBezTo>
                    <a:pt x="966788" y="280036"/>
                    <a:pt x="1010031" y="230887"/>
                    <a:pt x="1027748" y="206027"/>
                  </a:cubicBezTo>
                  <a:cubicBezTo>
                    <a:pt x="1044417" y="182595"/>
                    <a:pt x="998792" y="125922"/>
                    <a:pt x="940499" y="135828"/>
                  </a:cubicBezTo>
                  <a:cubicBezTo>
                    <a:pt x="940499" y="135828"/>
                    <a:pt x="968217" y="103443"/>
                    <a:pt x="989171" y="66391"/>
                  </a:cubicBezTo>
                  <a:cubicBezTo>
                    <a:pt x="1009841" y="29815"/>
                    <a:pt x="996601" y="6002"/>
                    <a:pt x="946404" y="382"/>
                  </a:cubicBezTo>
                  <a:cubicBezTo>
                    <a:pt x="916496" y="-2951"/>
                    <a:pt x="890969" y="15813"/>
                    <a:pt x="864680" y="45055"/>
                  </a:cubicBezTo>
                  <a:cubicBezTo>
                    <a:pt x="812387" y="24195"/>
                    <a:pt x="759619" y="75439"/>
                    <a:pt x="724186" y="115920"/>
                  </a:cubicBezTo>
                  <a:cubicBezTo>
                    <a:pt x="707327" y="95823"/>
                    <a:pt x="688753" y="87250"/>
                    <a:pt x="646271" y="128303"/>
                  </a:cubicBezTo>
                  <a:cubicBezTo>
                    <a:pt x="620744" y="152973"/>
                    <a:pt x="623507" y="153163"/>
                    <a:pt x="584835" y="200122"/>
                  </a:cubicBezTo>
                  <a:cubicBezTo>
                    <a:pt x="555212" y="194407"/>
                    <a:pt x="517112" y="202789"/>
                    <a:pt x="453295" y="223077"/>
                  </a:cubicBezTo>
                  <a:cubicBezTo>
                    <a:pt x="348520" y="256510"/>
                    <a:pt x="380714" y="249270"/>
                    <a:pt x="300323" y="277750"/>
                  </a:cubicBezTo>
                  <a:cubicBezTo>
                    <a:pt x="196025" y="314707"/>
                    <a:pt x="97346" y="353855"/>
                    <a:pt x="61151" y="414529"/>
                  </a:cubicBezTo>
                  <a:cubicBezTo>
                    <a:pt x="24956" y="475204"/>
                    <a:pt x="0" y="659893"/>
                    <a:pt x="0" y="659893"/>
                  </a:cubicBezTo>
                  <a:lnTo>
                    <a:pt x="367379" y="820009"/>
                  </a:lnTo>
                  <a:close/>
                </a:path>
              </a:pathLst>
            </a:custGeom>
            <a:solidFill>
              <a:srgbClr val="DAA87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3" name="Rectangle: Rounded Corners 12">
              <a:extLst>
                <a:ext uri="{FF2B5EF4-FFF2-40B4-BE49-F238E27FC236}">
                  <a16:creationId xmlns:a16="http://schemas.microsoft.com/office/drawing/2014/main" id="{4A2733E0-84E0-396D-2226-AF5CC00E5E2F}"/>
                </a:ext>
              </a:extLst>
            </p:cNvPr>
            <p:cNvSpPr/>
            <p:nvPr/>
          </p:nvSpPr>
          <p:spPr>
            <a:xfrm>
              <a:off x="6915263" y="2154210"/>
              <a:ext cx="166171" cy="323878"/>
            </a:xfrm>
            <a:prstGeom prst="roundRect">
              <a:avLst/>
            </a:prstGeom>
            <a:solidFill>
              <a:schemeClr val="tx1"/>
            </a:solidFill>
            <a:ln w="6350" cap="sq">
              <a:solidFill>
                <a:srgbClr val="B3B3B3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 err="1">
                <a:ln>
                  <a:noFill/>
                </a:ln>
                <a:solidFill>
                  <a:srgbClr val="051C2C"/>
                </a:solidFill>
                <a:effectLst/>
                <a:uLnTx/>
                <a:uFillTx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0B32D2BA-BF79-A9CE-6B1C-0D7FDB1365DE}"/>
                </a:ext>
              </a:extLst>
            </p:cNvPr>
            <p:cNvSpPr/>
            <p:nvPr/>
          </p:nvSpPr>
          <p:spPr>
            <a:xfrm>
              <a:off x="6957138" y="2180090"/>
              <a:ext cx="82395" cy="81637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 err="1">
                <a:ln>
                  <a:noFill/>
                </a:ln>
                <a:solidFill>
                  <a:srgbClr val="051C2C"/>
                </a:solidFill>
                <a:effectLst/>
                <a:uLnTx/>
                <a:uFillTx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ADCE7972-501E-E6EC-D9E6-53BE546CD18B}"/>
                </a:ext>
              </a:extLst>
            </p:cNvPr>
            <p:cNvSpPr/>
            <p:nvPr/>
          </p:nvSpPr>
          <p:spPr>
            <a:xfrm>
              <a:off x="6957128" y="2275325"/>
              <a:ext cx="82395" cy="81637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 err="1">
                <a:ln>
                  <a:noFill/>
                </a:ln>
                <a:solidFill>
                  <a:srgbClr val="051C2C"/>
                </a:solidFill>
                <a:effectLst/>
                <a:uLnTx/>
                <a:uFillTx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F094179E-4953-67DB-7FDA-FA2673D32E93}"/>
                </a:ext>
              </a:extLst>
            </p:cNvPr>
            <p:cNvSpPr/>
            <p:nvPr/>
          </p:nvSpPr>
          <p:spPr>
            <a:xfrm>
              <a:off x="6957117" y="2370560"/>
              <a:ext cx="82395" cy="81637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 err="1">
                <a:ln>
                  <a:noFill/>
                </a:ln>
                <a:solidFill>
                  <a:srgbClr val="051C2C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10" name="Group 2009">
            <a:extLst>
              <a:ext uri="{FF2B5EF4-FFF2-40B4-BE49-F238E27FC236}">
                <a16:creationId xmlns:a16="http://schemas.microsoft.com/office/drawing/2014/main" id="{F8F0CA1B-3F68-1673-283E-D48BCEB28013}"/>
              </a:ext>
            </a:extLst>
          </p:cNvPr>
          <p:cNvGrpSpPr/>
          <p:nvPr/>
        </p:nvGrpSpPr>
        <p:grpSpPr>
          <a:xfrm>
            <a:off x="841125" y="2022677"/>
            <a:ext cx="1190755" cy="769168"/>
            <a:chOff x="1042558" y="2145923"/>
            <a:chExt cx="1190755" cy="769168"/>
          </a:xfrm>
        </p:grpSpPr>
        <p:grpSp>
          <p:nvGrpSpPr>
            <p:cNvPr id="1807" name="Group 1806">
              <a:extLst>
                <a:ext uri="{FF2B5EF4-FFF2-40B4-BE49-F238E27FC236}">
                  <a16:creationId xmlns:a16="http://schemas.microsoft.com/office/drawing/2014/main" id="{167F1245-869D-F7E4-E606-E12FEA6187E0}"/>
                </a:ext>
              </a:extLst>
            </p:cNvPr>
            <p:cNvGrpSpPr/>
            <p:nvPr/>
          </p:nvGrpSpPr>
          <p:grpSpPr>
            <a:xfrm>
              <a:off x="1042558" y="2292389"/>
              <a:ext cx="435981" cy="355789"/>
              <a:chOff x="1042558" y="2292389"/>
              <a:chExt cx="435981" cy="355789"/>
            </a:xfrm>
          </p:grpSpPr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C72466D5-E8EE-4C44-7134-0BD768A5462F}"/>
                  </a:ext>
                </a:extLst>
              </p:cNvPr>
              <p:cNvSpPr/>
              <p:nvPr/>
            </p:nvSpPr>
            <p:spPr>
              <a:xfrm>
                <a:off x="1042558" y="2292389"/>
                <a:ext cx="410845" cy="45776"/>
              </a:xfrm>
              <a:custGeom>
                <a:avLst/>
                <a:gdLst>
                  <a:gd name="connsiteX0" fmla="*/ 2283619 w 2283618"/>
                  <a:gd name="connsiteY0" fmla="*/ 94774 h 247173"/>
                  <a:gd name="connsiteX1" fmla="*/ 2194274 w 2283618"/>
                  <a:gd name="connsiteY1" fmla="*/ 0 h 247173"/>
                  <a:gd name="connsiteX2" fmla="*/ 89345 w 2283618"/>
                  <a:gd name="connsiteY2" fmla="*/ 0 h 247173"/>
                  <a:gd name="connsiteX3" fmla="*/ 0 w 2283618"/>
                  <a:gd name="connsiteY3" fmla="*/ 94774 h 247173"/>
                  <a:gd name="connsiteX4" fmla="*/ 0 w 2283618"/>
                  <a:gd name="connsiteY4" fmla="*/ 247174 h 247173"/>
                  <a:gd name="connsiteX5" fmla="*/ 2283619 w 2283618"/>
                  <a:gd name="connsiteY5" fmla="*/ 247174 h 247173"/>
                  <a:gd name="connsiteX6" fmla="*/ 2283619 w 2283618"/>
                  <a:gd name="connsiteY6" fmla="*/ 94774 h 247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3618" h="247173">
                    <a:moveTo>
                      <a:pt x="2283619" y="94774"/>
                    </a:moveTo>
                    <a:cubicBezTo>
                      <a:pt x="2283619" y="42482"/>
                      <a:pt x="2243614" y="0"/>
                      <a:pt x="2194274" y="0"/>
                    </a:cubicBezTo>
                    <a:lnTo>
                      <a:pt x="89345" y="0"/>
                    </a:lnTo>
                    <a:cubicBezTo>
                      <a:pt x="40005" y="0"/>
                      <a:pt x="0" y="42386"/>
                      <a:pt x="0" y="94774"/>
                    </a:cubicBezTo>
                    <a:lnTo>
                      <a:pt x="0" y="247174"/>
                    </a:lnTo>
                    <a:lnTo>
                      <a:pt x="2283619" y="247174"/>
                    </a:lnTo>
                    <a:lnTo>
                      <a:pt x="2283619" y="94774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354C3AC1-2D54-105D-DD91-68C022797B82}"/>
                  </a:ext>
                </a:extLst>
              </p:cNvPr>
              <p:cNvSpPr/>
              <p:nvPr/>
            </p:nvSpPr>
            <p:spPr>
              <a:xfrm>
                <a:off x="1042558" y="2338183"/>
                <a:ext cx="410827" cy="297095"/>
              </a:xfrm>
              <a:custGeom>
                <a:avLst/>
                <a:gdLst>
                  <a:gd name="connsiteX0" fmla="*/ 677323 w 2283523"/>
                  <a:gd name="connsiteY0" fmla="*/ 0 h 1604200"/>
                  <a:gd name="connsiteX1" fmla="*/ 0 w 2283523"/>
                  <a:gd name="connsiteY1" fmla="*/ 0 h 1604200"/>
                  <a:gd name="connsiteX2" fmla="*/ 0 w 2283523"/>
                  <a:gd name="connsiteY2" fmla="*/ 1444943 h 1604200"/>
                  <a:gd name="connsiteX3" fmla="*/ 159258 w 2283523"/>
                  <a:gd name="connsiteY3" fmla="*/ 1604201 h 1604200"/>
                  <a:gd name="connsiteX4" fmla="*/ 2124266 w 2283523"/>
                  <a:gd name="connsiteY4" fmla="*/ 1604201 h 1604200"/>
                  <a:gd name="connsiteX5" fmla="*/ 2283524 w 2283523"/>
                  <a:gd name="connsiteY5" fmla="*/ 1444943 h 1604200"/>
                  <a:gd name="connsiteX6" fmla="*/ 2283524 w 2283523"/>
                  <a:gd name="connsiteY6" fmla="*/ 0 h 1604200"/>
                  <a:gd name="connsiteX7" fmla="*/ 677323 w 2283523"/>
                  <a:gd name="connsiteY7" fmla="*/ 0 h 1604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3523" h="1604200">
                    <a:moveTo>
                      <a:pt x="677323" y="0"/>
                    </a:moveTo>
                    <a:lnTo>
                      <a:pt x="0" y="0"/>
                    </a:lnTo>
                    <a:lnTo>
                      <a:pt x="0" y="1444943"/>
                    </a:lnTo>
                    <a:cubicBezTo>
                      <a:pt x="0" y="1532858"/>
                      <a:pt x="71342" y="1604201"/>
                      <a:pt x="159258" y="1604201"/>
                    </a:cubicBezTo>
                    <a:lnTo>
                      <a:pt x="2124266" y="1604201"/>
                    </a:lnTo>
                    <a:cubicBezTo>
                      <a:pt x="2212182" y="1604201"/>
                      <a:pt x="2283524" y="1532858"/>
                      <a:pt x="2283524" y="1444943"/>
                    </a:cubicBezTo>
                    <a:lnTo>
                      <a:pt x="2283524" y="0"/>
                    </a:lnTo>
                    <a:lnTo>
                      <a:pt x="677323" y="0"/>
                    </a:ln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C36D1C77-548F-3C67-1966-00379B216065}"/>
                  </a:ext>
                </a:extLst>
              </p:cNvPr>
              <p:cNvSpPr/>
              <p:nvPr/>
            </p:nvSpPr>
            <p:spPr>
              <a:xfrm>
                <a:off x="1217949" y="2373869"/>
                <a:ext cx="200855" cy="205031"/>
              </a:xfrm>
              <a:custGeom>
                <a:avLst/>
                <a:gdLst>
                  <a:gd name="connsiteX0" fmla="*/ 445008 w 1116425"/>
                  <a:gd name="connsiteY0" fmla="*/ 95 h 1107090"/>
                  <a:gd name="connsiteX1" fmla="*/ 1108901 w 1116425"/>
                  <a:gd name="connsiteY1" fmla="*/ 95 h 1107090"/>
                  <a:gd name="connsiteX2" fmla="*/ 1116425 w 1116425"/>
                  <a:gd name="connsiteY2" fmla="*/ 7525 h 1107090"/>
                  <a:gd name="connsiteX3" fmla="*/ 1116425 w 1116425"/>
                  <a:gd name="connsiteY3" fmla="*/ 404908 h 1107090"/>
                  <a:gd name="connsiteX4" fmla="*/ 1108901 w 1116425"/>
                  <a:gd name="connsiteY4" fmla="*/ 412337 h 1107090"/>
                  <a:gd name="connsiteX5" fmla="*/ 445008 w 1116425"/>
                  <a:gd name="connsiteY5" fmla="*/ 412337 h 1107090"/>
                  <a:gd name="connsiteX6" fmla="*/ 437579 w 1116425"/>
                  <a:gd name="connsiteY6" fmla="*/ 404908 h 1107090"/>
                  <a:gd name="connsiteX7" fmla="*/ 437579 w 1116425"/>
                  <a:gd name="connsiteY7" fmla="*/ 7525 h 1107090"/>
                  <a:gd name="connsiteX8" fmla="*/ 445103 w 1116425"/>
                  <a:gd name="connsiteY8" fmla="*/ 0 h 1107090"/>
                  <a:gd name="connsiteX9" fmla="*/ 7525 w 1116425"/>
                  <a:gd name="connsiteY9" fmla="*/ 1107091 h 1107090"/>
                  <a:gd name="connsiteX10" fmla="*/ 331946 w 1116425"/>
                  <a:gd name="connsiteY10" fmla="*/ 1107091 h 1107090"/>
                  <a:gd name="connsiteX11" fmla="*/ 339471 w 1116425"/>
                  <a:gd name="connsiteY11" fmla="*/ 1099566 h 1107090"/>
                  <a:gd name="connsiteX12" fmla="*/ 339471 w 1116425"/>
                  <a:gd name="connsiteY12" fmla="*/ 7525 h 1107090"/>
                  <a:gd name="connsiteX13" fmla="*/ 331946 w 1116425"/>
                  <a:gd name="connsiteY13" fmla="*/ 0 h 1107090"/>
                  <a:gd name="connsiteX14" fmla="*/ 7525 w 1116425"/>
                  <a:gd name="connsiteY14" fmla="*/ 0 h 1107090"/>
                  <a:gd name="connsiteX15" fmla="*/ 0 w 1116425"/>
                  <a:gd name="connsiteY15" fmla="*/ 7525 h 1107090"/>
                  <a:gd name="connsiteX16" fmla="*/ 0 w 1116425"/>
                  <a:gd name="connsiteY16" fmla="*/ 1099566 h 1107090"/>
                  <a:gd name="connsiteX17" fmla="*/ 7429 w 1116425"/>
                  <a:gd name="connsiteY17" fmla="*/ 1106996 h 1107090"/>
                  <a:gd name="connsiteX18" fmla="*/ 445008 w 1116425"/>
                  <a:gd name="connsiteY18" fmla="*/ 1107091 h 1107090"/>
                  <a:gd name="connsiteX19" fmla="*/ 1108901 w 1116425"/>
                  <a:gd name="connsiteY19" fmla="*/ 1107091 h 1107090"/>
                  <a:gd name="connsiteX20" fmla="*/ 1116425 w 1116425"/>
                  <a:gd name="connsiteY20" fmla="*/ 1099661 h 1107090"/>
                  <a:gd name="connsiteX21" fmla="*/ 1116425 w 1116425"/>
                  <a:gd name="connsiteY21" fmla="*/ 512921 h 1107090"/>
                  <a:gd name="connsiteX22" fmla="*/ 1108901 w 1116425"/>
                  <a:gd name="connsiteY22" fmla="*/ 505492 h 1107090"/>
                  <a:gd name="connsiteX23" fmla="*/ 445008 w 1116425"/>
                  <a:gd name="connsiteY23" fmla="*/ 505492 h 1107090"/>
                  <a:gd name="connsiteX24" fmla="*/ 437579 w 1116425"/>
                  <a:gd name="connsiteY24" fmla="*/ 512921 h 1107090"/>
                  <a:gd name="connsiteX25" fmla="*/ 437579 w 1116425"/>
                  <a:gd name="connsiteY25" fmla="*/ 1099661 h 1107090"/>
                  <a:gd name="connsiteX26" fmla="*/ 445008 w 1116425"/>
                  <a:gd name="connsiteY26" fmla="*/ 1107091 h 1107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16425" h="1107090">
                    <a:moveTo>
                      <a:pt x="445008" y="95"/>
                    </a:moveTo>
                    <a:lnTo>
                      <a:pt x="1108901" y="95"/>
                    </a:lnTo>
                    <a:cubicBezTo>
                      <a:pt x="1112996" y="95"/>
                      <a:pt x="1116425" y="3429"/>
                      <a:pt x="1116425" y="7525"/>
                    </a:cubicBezTo>
                    <a:lnTo>
                      <a:pt x="1116425" y="404908"/>
                    </a:lnTo>
                    <a:cubicBezTo>
                      <a:pt x="1116425" y="409004"/>
                      <a:pt x="1113092" y="412337"/>
                      <a:pt x="1108901" y="412337"/>
                    </a:cubicBezTo>
                    <a:lnTo>
                      <a:pt x="445008" y="412337"/>
                    </a:lnTo>
                    <a:cubicBezTo>
                      <a:pt x="440912" y="412337"/>
                      <a:pt x="437579" y="409004"/>
                      <a:pt x="437579" y="404908"/>
                    </a:cubicBezTo>
                    <a:lnTo>
                      <a:pt x="437579" y="7525"/>
                    </a:lnTo>
                    <a:cubicBezTo>
                      <a:pt x="437579" y="3429"/>
                      <a:pt x="440912" y="0"/>
                      <a:pt x="445103" y="0"/>
                    </a:cubicBezTo>
                    <a:close/>
                    <a:moveTo>
                      <a:pt x="7525" y="1107091"/>
                    </a:moveTo>
                    <a:lnTo>
                      <a:pt x="331946" y="1107091"/>
                    </a:lnTo>
                    <a:cubicBezTo>
                      <a:pt x="336042" y="1107091"/>
                      <a:pt x="339471" y="1103757"/>
                      <a:pt x="339471" y="1099566"/>
                    </a:cubicBezTo>
                    <a:lnTo>
                      <a:pt x="339471" y="7525"/>
                    </a:lnTo>
                    <a:cubicBezTo>
                      <a:pt x="339471" y="3429"/>
                      <a:pt x="336137" y="0"/>
                      <a:pt x="331946" y="0"/>
                    </a:cubicBezTo>
                    <a:lnTo>
                      <a:pt x="7525" y="0"/>
                    </a:lnTo>
                    <a:cubicBezTo>
                      <a:pt x="3429" y="0"/>
                      <a:pt x="0" y="3334"/>
                      <a:pt x="0" y="7525"/>
                    </a:cubicBezTo>
                    <a:lnTo>
                      <a:pt x="0" y="1099566"/>
                    </a:lnTo>
                    <a:cubicBezTo>
                      <a:pt x="0" y="1103662"/>
                      <a:pt x="3334" y="1106996"/>
                      <a:pt x="7429" y="1106996"/>
                    </a:cubicBezTo>
                    <a:close/>
                    <a:moveTo>
                      <a:pt x="445008" y="1107091"/>
                    </a:moveTo>
                    <a:lnTo>
                      <a:pt x="1108901" y="1107091"/>
                    </a:lnTo>
                    <a:cubicBezTo>
                      <a:pt x="1112996" y="1107091"/>
                      <a:pt x="1116425" y="1103757"/>
                      <a:pt x="1116425" y="1099661"/>
                    </a:cubicBezTo>
                    <a:lnTo>
                      <a:pt x="1116425" y="512921"/>
                    </a:lnTo>
                    <a:cubicBezTo>
                      <a:pt x="1116425" y="508825"/>
                      <a:pt x="1113092" y="505492"/>
                      <a:pt x="1108901" y="505492"/>
                    </a:cubicBezTo>
                    <a:lnTo>
                      <a:pt x="445008" y="505492"/>
                    </a:lnTo>
                    <a:cubicBezTo>
                      <a:pt x="440912" y="505492"/>
                      <a:pt x="437579" y="508825"/>
                      <a:pt x="437579" y="512921"/>
                    </a:cubicBezTo>
                    <a:lnTo>
                      <a:pt x="437579" y="1099661"/>
                    </a:lnTo>
                    <a:cubicBezTo>
                      <a:pt x="437579" y="1103757"/>
                      <a:pt x="440912" y="1107091"/>
                      <a:pt x="445008" y="11070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2FAEA970-4EC1-C9F1-6D51-A8D4E43BF21B}"/>
                  </a:ext>
                </a:extLst>
              </p:cNvPr>
              <p:cNvSpPr/>
              <p:nvPr/>
            </p:nvSpPr>
            <p:spPr>
              <a:xfrm rot="10800000">
                <a:off x="1072649" y="2373269"/>
                <a:ext cx="126329" cy="205631"/>
              </a:xfrm>
              <a:custGeom>
                <a:avLst/>
                <a:gdLst>
                  <a:gd name="connsiteX0" fmla="*/ 684467 w 702183"/>
                  <a:gd name="connsiteY0" fmla="*/ 0 h 1110329"/>
                  <a:gd name="connsiteX1" fmla="*/ 702183 w 702183"/>
                  <a:gd name="connsiteY1" fmla="*/ 17717 h 1110329"/>
                  <a:gd name="connsiteX2" fmla="*/ 702183 w 702183"/>
                  <a:gd name="connsiteY2" fmla="*/ 1092613 h 1110329"/>
                  <a:gd name="connsiteX3" fmla="*/ 684467 w 702183"/>
                  <a:gd name="connsiteY3" fmla="*/ 1110329 h 1110329"/>
                  <a:gd name="connsiteX4" fmla="*/ 17716 w 702183"/>
                  <a:gd name="connsiteY4" fmla="*/ 1110329 h 1110329"/>
                  <a:gd name="connsiteX5" fmla="*/ 0 w 702183"/>
                  <a:gd name="connsiteY5" fmla="*/ 1092613 h 1110329"/>
                  <a:gd name="connsiteX6" fmla="*/ 0 w 702183"/>
                  <a:gd name="connsiteY6" fmla="*/ 17716 h 1110329"/>
                  <a:gd name="connsiteX7" fmla="*/ 17716 w 702183"/>
                  <a:gd name="connsiteY7" fmla="*/ 0 h 1110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2183" h="1110329">
                    <a:moveTo>
                      <a:pt x="684467" y="0"/>
                    </a:moveTo>
                    <a:cubicBezTo>
                      <a:pt x="694251" y="0"/>
                      <a:pt x="702183" y="7932"/>
                      <a:pt x="702183" y="17717"/>
                    </a:cubicBezTo>
                    <a:lnTo>
                      <a:pt x="702183" y="1092613"/>
                    </a:lnTo>
                    <a:cubicBezTo>
                      <a:pt x="702183" y="1102397"/>
                      <a:pt x="694251" y="1110329"/>
                      <a:pt x="684467" y="1110329"/>
                    </a:cubicBezTo>
                    <a:lnTo>
                      <a:pt x="17716" y="1110329"/>
                    </a:lnTo>
                    <a:cubicBezTo>
                      <a:pt x="7932" y="1110329"/>
                      <a:pt x="0" y="1102397"/>
                      <a:pt x="0" y="1092613"/>
                    </a:cubicBezTo>
                    <a:lnTo>
                      <a:pt x="0" y="17716"/>
                    </a:lnTo>
                    <a:cubicBezTo>
                      <a:pt x="0" y="7932"/>
                      <a:pt x="7932" y="0"/>
                      <a:pt x="17716" y="0"/>
                    </a:cubicBezTo>
                    <a:close/>
                  </a:path>
                </a:pathLst>
              </a:custGeom>
              <a:solidFill>
                <a:srgbClr val="E6E6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6D36F9B9-ADED-1C85-DEB9-087684CD984C}"/>
                  </a:ext>
                </a:extLst>
              </p:cNvPr>
              <p:cNvSpPr/>
              <p:nvPr/>
            </p:nvSpPr>
            <p:spPr>
              <a:xfrm>
                <a:off x="1089220" y="2391703"/>
                <a:ext cx="4490" cy="167740"/>
              </a:xfrm>
              <a:custGeom>
                <a:avLst/>
                <a:gdLst>
                  <a:gd name="connsiteX0" fmla="*/ 24955 w 24955"/>
                  <a:gd name="connsiteY0" fmla="*/ 70199 h 905732"/>
                  <a:gd name="connsiteX1" fmla="*/ 0 w 24955"/>
                  <a:gd name="connsiteY1" fmla="*/ 70199 h 905732"/>
                  <a:gd name="connsiteX2" fmla="*/ 0 w 24955"/>
                  <a:gd name="connsiteY2" fmla="*/ 0 h 905732"/>
                  <a:gd name="connsiteX3" fmla="*/ 24955 w 24955"/>
                  <a:gd name="connsiteY3" fmla="*/ 0 h 905732"/>
                  <a:gd name="connsiteX4" fmla="*/ 24955 w 24955"/>
                  <a:gd name="connsiteY4" fmla="*/ 70199 h 905732"/>
                  <a:gd name="connsiteX5" fmla="*/ 24955 w 24955"/>
                  <a:gd name="connsiteY5" fmla="*/ 139255 h 905732"/>
                  <a:gd name="connsiteX6" fmla="*/ 0 w 24955"/>
                  <a:gd name="connsiteY6" fmla="*/ 139255 h 905732"/>
                  <a:gd name="connsiteX7" fmla="*/ 0 w 24955"/>
                  <a:gd name="connsiteY7" fmla="*/ 209455 h 905732"/>
                  <a:gd name="connsiteX8" fmla="*/ 24955 w 24955"/>
                  <a:gd name="connsiteY8" fmla="*/ 209455 h 905732"/>
                  <a:gd name="connsiteX9" fmla="*/ 24955 w 24955"/>
                  <a:gd name="connsiteY9" fmla="*/ 139255 h 905732"/>
                  <a:gd name="connsiteX10" fmla="*/ 24955 w 24955"/>
                  <a:gd name="connsiteY10" fmla="*/ 278511 h 905732"/>
                  <a:gd name="connsiteX11" fmla="*/ 0 w 24955"/>
                  <a:gd name="connsiteY11" fmla="*/ 278511 h 905732"/>
                  <a:gd name="connsiteX12" fmla="*/ 0 w 24955"/>
                  <a:gd name="connsiteY12" fmla="*/ 348710 h 905732"/>
                  <a:gd name="connsiteX13" fmla="*/ 24955 w 24955"/>
                  <a:gd name="connsiteY13" fmla="*/ 348710 h 905732"/>
                  <a:gd name="connsiteX14" fmla="*/ 24955 w 24955"/>
                  <a:gd name="connsiteY14" fmla="*/ 278511 h 905732"/>
                  <a:gd name="connsiteX15" fmla="*/ 24955 w 24955"/>
                  <a:gd name="connsiteY15" fmla="*/ 417767 h 905732"/>
                  <a:gd name="connsiteX16" fmla="*/ 0 w 24955"/>
                  <a:gd name="connsiteY16" fmla="*/ 417767 h 905732"/>
                  <a:gd name="connsiteX17" fmla="*/ 0 w 24955"/>
                  <a:gd name="connsiteY17" fmla="*/ 487966 h 905732"/>
                  <a:gd name="connsiteX18" fmla="*/ 24955 w 24955"/>
                  <a:gd name="connsiteY18" fmla="*/ 487966 h 905732"/>
                  <a:gd name="connsiteX19" fmla="*/ 24955 w 24955"/>
                  <a:gd name="connsiteY19" fmla="*/ 417767 h 905732"/>
                  <a:gd name="connsiteX20" fmla="*/ 24955 w 24955"/>
                  <a:gd name="connsiteY20" fmla="*/ 557022 h 905732"/>
                  <a:gd name="connsiteX21" fmla="*/ 0 w 24955"/>
                  <a:gd name="connsiteY21" fmla="*/ 557022 h 905732"/>
                  <a:gd name="connsiteX22" fmla="*/ 0 w 24955"/>
                  <a:gd name="connsiteY22" fmla="*/ 627221 h 905732"/>
                  <a:gd name="connsiteX23" fmla="*/ 24955 w 24955"/>
                  <a:gd name="connsiteY23" fmla="*/ 627221 h 905732"/>
                  <a:gd name="connsiteX24" fmla="*/ 24955 w 24955"/>
                  <a:gd name="connsiteY24" fmla="*/ 557022 h 905732"/>
                  <a:gd name="connsiteX25" fmla="*/ 24955 w 24955"/>
                  <a:gd name="connsiteY25" fmla="*/ 696277 h 905732"/>
                  <a:gd name="connsiteX26" fmla="*/ 0 w 24955"/>
                  <a:gd name="connsiteY26" fmla="*/ 696277 h 905732"/>
                  <a:gd name="connsiteX27" fmla="*/ 0 w 24955"/>
                  <a:gd name="connsiteY27" fmla="*/ 766477 h 905732"/>
                  <a:gd name="connsiteX28" fmla="*/ 24955 w 24955"/>
                  <a:gd name="connsiteY28" fmla="*/ 766477 h 905732"/>
                  <a:gd name="connsiteX29" fmla="*/ 24955 w 24955"/>
                  <a:gd name="connsiteY29" fmla="*/ 696277 h 905732"/>
                  <a:gd name="connsiteX30" fmla="*/ 24955 w 24955"/>
                  <a:gd name="connsiteY30" fmla="*/ 835533 h 905732"/>
                  <a:gd name="connsiteX31" fmla="*/ 0 w 24955"/>
                  <a:gd name="connsiteY31" fmla="*/ 835533 h 905732"/>
                  <a:gd name="connsiteX32" fmla="*/ 0 w 24955"/>
                  <a:gd name="connsiteY32" fmla="*/ 905732 h 905732"/>
                  <a:gd name="connsiteX33" fmla="*/ 24955 w 24955"/>
                  <a:gd name="connsiteY33" fmla="*/ 905732 h 905732"/>
                  <a:gd name="connsiteX34" fmla="*/ 24955 w 24955"/>
                  <a:gd name="connsiteY34" fmla="*/ 835533 h 90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4955" h="905732">
                    <a:moveTo>
                      <a:pt x="24955" y="70199"/>
                    </a:moveTo>
                    <a:lnTo>
                      <a:pt x="0" y="70199"/>
                    </a:lnTo>
                    <a:lnTo>
                      <a:pt x="0" y="0"/>
                    </a:lnTo>
                    <a:lnTo>
                      <a:pt x="24955" y="0"/>
                    </a:lnTo>
                    <a:lnTo>
                      <a:pt x="24955" y="70199"/>
                    </a:lnTo>
                    <a:close/>
                    <a:moveTo>
                      <a:pt x="24955" y="139255"/>
                    </a:moveTo>
                    <a:lnTo>
                      <a:pt x="0" y="139255"/>
                    </a:lnTo>
                    <a:lnTo>
                      <a:pt x="0" y="209455"/>
                    </a:lnTo>
                    <a:lnTo>
                      <a:pt x="24955" y="209455"/>
                    </a:lnTo>
                    <a:lnTo>
                      <a:pt x="24955" y="139255"/>
                    </a:lnTo>
                    <a:close/>
                    <a:moveTo>
                      <a:pt x="24955" y="278511"/>
                    </a:moveTo>
                    <a:lnTo>
                      <a:pt x="0" y="278511"/>
                    </a:lnTo>
                    <a:lnTo>
                      <a:pt x="0" y="348710"/>
                    </a:lnTo>
                    <a:lnTo>
                      <a:pt x="24955" y="348710"/>
                    </a:lnTo>
                    <a:lnTo>
                      <a:pt x="24955" y="278511"/>
                    </a:lnTo>
                    <a:close/>
                    <a:moveTo>
                      <a:pt x="24955" y="417767"/>
                    </a:moveTo>
                    <a:lnTo>
                      <a:pt x="0" y="417767"/>
                    </a:lnTo>
                    <a:lnTo>
                      <a:pt x="0" y="487966"/>
                    </a:lnTo>
                    <a:lnTo>
                      <a:pt x="24955" y="487966"/>
                    </a:lnTo>
                    <a:lnTo>
                      <a:pt x="24955" y="417767"/>
                    </a:lnTo>
                    <a:close/>
                    <a:moveTo>
                      <a:pt x="24955" y="557022"/>
                    </a:moveTo>
                    <a:lnTo>
                      <a:pt x="0" y="557022"/>
                    </a:lnTo>
                    <a:lnTo>
                      <a:pt x="0" y="627221"/>
                    </a:lnTo>
                    <a:lnTo>
                      <a:pt x="24955" y="627221"/>
                    </a:lnTo>
                    <a:lnTo>
                      <a:pt x="24955" y="557022"/>
                    </a:lnTo>
                    <a:close/>
                    <a:moveTo>
                      <a:pt x="24955" y="696277"/>
                    </a:moveTo>
                    <a:lnTo>
                      <a:pt x="0" y="696277"/>
                    </a:lnTo>
                    <a:lnTo>
                      <a:pt x="0" y="766477"/>
                    </a:lnTo>
                    <a:lnTo>
                      <a:pt x="24955" y="766477"/>
                    </a:lnTo>
                    <a:lnTo>
                      <a:pt x="24955" y="696277"/>
                    </a:lnTo>
                    <a:close/>
                    <a:moveTo>
                      <a:pt x="24955" y="835533"/>
                    </a:moveTo>
                    <a:lnTo>
                      <a:pt x="0" y="835533"/>
                    </a:lnTo>
                    <a:lnTo>
                      <a:pt x="0" y="905732"/>
                    </a:lnTo>
                    <a:lnTo>
                      <a:pt x="24955" y="905732"/>
                    </a:lnTo>
                    <a:lnTo>
                      <a:pt x="24955" y="83553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83F06CCD-B8E3-778D-94E5-6BE658F0D80E}"/>
                  </a:ext>
                </a:extLst>
              </p:cNvPr>
              <p:cNvSpPr/>
              <p:nvPr/>
            </p:nvSpPr>
            <p:spPr>
              <a:xfrm>
                <a:off x="1103821" y="2391703"/>
                <a:ext cx="82975" cy="167740"/>
              </a:xfrm>
              <a:custGeom>
                <a:avLst/>
                <a:gdLst>
                  <a:gd name="connsiteX0" fmla="*/ 177832 w 461200"/>
                  <a:gd name="connsiteY0" fmla="*/ 70199 h 905732"/>
                  <a:gd name="connsiteX1" fmla="*/ 191 w 461200"/>
                  <a:gd name="connsiteY1" fmla="*/ 70199 h 905732"/>
                  <a:gd name="connsiteX2" fmla="*/ 191 w 461200"/>
                  <a:gd name="connsiteY2" fmla="*/ 0 h 905732"/>
                  <a:gd name="connsiteX3" fmla="*/ 177832 w 461200"/>
                  <a:gd name="connsiteY3" fmla="*/ 0 h 905732"/>
                  <a:gd name="connsiteX4" fmla="*/ 177832 w 461200"/>
                  <a:gd name="connsiteY4" fmla="*/ 70199 h 905732"/>
                  <a:gd name="connsiteX5" fmla="*/ 291370 w 461200"/>
                  <a:gd name="connsiteY5" fmla="*/ 70199 h 905732"/>
                  <a:gd name="connsiteX6" fmla="*/ 221171 w 461200"/>
                  <a:gd name="connsiteY6" fmla="*/ 70199 h 905732"/>
                  <a:gd name="connsiteX7" fmla="*/ 221171 w 461200"/>
                  <a:gd name="connsiteY7" fmla="*/ 0 h 905732"/>
                  <a:gd name="connsiteX8" fmla="*/ 291370 w 461200"/>
                  <a:gd name="connsiteY8" fmla="*/ 0 h 905732"/>
                  <a:gd name="connsiteX9" fmla="*/ 291370 w 461200"/>
                  <a:gd name="connsiteY9" fmla="*/ 70199 h 905732"/>
                  <a:gd name="connsiteX10" fmla="*/ 461200 w 461200"/>
                  <a:gd name="connsiteY10" fmla="*/ 70199 h 905732"/>
                  <a:gd name="connsiteX11" fmla="*/ 324612 w 461200"/>
                  <a:gd name="connsiteY11" fmla="*/ 70199 h 905732"/>
                  <a:gd name="connsiteX12" fmla="*/ 324612 w 461200"/>
                  <a:gd name="connsiteY12" fmla="*/ 0 h 905732"/>
                  <a:gd name="connsiteX13" fmla="*/ 461200 w 461200"/>
                  <a:gd name="connsiteY13" fmla="*/ 0 h 905732"/>
                  <a:gd name="connsiteX14" fmla="*/ 461200 w 461200"/>
                  <a:gd name="connsiteY14" fmla="*/ 70199 h 905732"/>
                  <a:gd name="connsiteX15" fmla="*/ 250698 w 461200"/>
                  <a:gd name="connsiteY15" fmla="*/ 139255 h 905732"/>
                  <a:gd name="connsiteX16" fmla="*/ 83629 w 461200"/>
                  <a:gd name="connsiteY16" fmla="*/ 139255 h 905732"/>
                  <a:gd name="connsiteX17" fmla="*/ 83629 w 461200"/>
                  <a:gd name="connsiteY17" fmla="*/ 209455 h 905732"/>
                  <a:gd name="connsiteX18" fmla="*/ 250698 w 461200"/>
                  <a:gd name="connsiteY18" fmla="*/ 209455 h 905732"/>
                  <a:gd name="connsiteX19" fmla="*/ 250698 w 461200"/>
                  <a:gd name="connsiteY19" fmla="*/ 139255 h 905732"/>
                  <a:gd name="connsiteX20" fmla="*/ 221171 w 461200"/>
                  <a:gd name="connsiteY20" fmla="*/ 278511 h 905732"/>
                  <a:gd name="connsiteX21" fmla="*/ 157544 w 461200"/>
                  <a:gd name="connsiteY21" fmla="*/ 278511 h 905732"/>
                  <a:gd name="connsiteX22" fmla="*/ 157544 w 461200"/>
                  <a:gd name="connsiteY22" fmla="*/ 348710 h 905732"/>
                  <a:gd name="connsiteX23" fmla="*/ 221171 w 461200"/>
                  <a:gd name="connsiteY23" fmla="*/ 348710 h 905732"/>
                  <a:gd name="connsiteX24" fmla="*/ 221171 w 461200"/>
                  <a:gd name="connsiteY24" fmla="*/ 278511 h 905732"/>
                  <a:gd name="connsiteX25" fmla="*/ 167164 w 461200"/>
                  <a:gd name="connsiteY25" fmla="*/ 417767 h 905732"/>
                  <a:gd name="connsiteX26" fmla="*/ 95 w 461200"/>
                  <a:gd name="connsiteY26" fmla="*/ 417767 h 905732"/>
                  <a:gd name="connsiteX27" fmla="*/ 95 w 461200"/>
                  <a:gd name="connsiteY27" fmla="*/ 487966 h 905732"/>
                  <a:gd name="connsiteX28" fmla="*/ 167164 w 461200"/>
                  <a:gd name="connsiteY28" fmla="*/ 487966 h 905732"/>
                  <a:gd name="connsiteX29" fmla="*/ 167164 w 461200"/>
                  <a:gd name="connsiteY29" fmla="*/ 417767 h 905732"/>
                  <a:gd name="connsiteX30" fmla="*/ 333851 w 461200"/>
                  <a:gd name="connsiteY30" fmla="*/ 557022 h 905732"/>
                  <a:gd name="connsiteX31" fmla="*/ 71914 w 461200"/>
                  <a:gd name="connsiteY31" fmla="*/ 557022 h 905732"/>
                  <a:gd name="connsiteX32" fmla="*/ 71914 w 461200"/>
                  <a:gd name="connsiteY32" fmla="*/ 627221 h 905732"/>
                  <a:gd name="connsiteX33" fmla="*/ 333851 w 461200"/>
                  <a:gd name="connsiteY33" fmla="*/ 627221 h 905732"/>
                  <a:gd name="connsiteX34" fmla="*/ 333851 w 461200"/>
                  <a:gd name="connsiteY34" fmla="*/ 557022 h 905732"/>
                  <a:gd name="connsiteX35" fmla="*/ 318897 w 461200"/>
                  <a:gd name="connsiteY35" fmla="*/ 417767 h 905732"/>
                  <a:gd name="connsiteX36" fmla="*/ 202883 w 461200"/>
                  <a:gd name="connsiteY36" fmla="*/ 417767 h 905732"/>
                  <a:gd name="connsiteX37" fmla="*/ 202883 w 461200"/>
                  <a:gd name="connsiteY37" fmla="*/ 487966 h 905732"/>
                  <a:gd name="connsiteX38" fmla="*/ 318897 w 461200"/>
                  <a:gd name="connsiteY38" fmla="*/ 487966 h 905732"/>
                  <a:gd name="connsiteX39" fmla="*/ 318897 w 461200"/>
                  <a:gd name="connsiteY39" fmla="*/ 417767 h 905732"/>
                  <a:gd name="connsiteX40" fmla="*/ 392811 w 461200"/>
                  <a:gd name="connsiteY40" fmla="*/ 417767 h 905732"/>
                  <a:gd name="connsiteX41" fmla="*/ 361664 w 461200"/>
                  <a:gd name="connsiteY41" fmla="*/ 417767 h 905732"/>
                  <a:gd name="connsiteX42" fmla="*/ 361664 w 461200"/>
                  <a:gd name="connsiteY42" fmla="*/ 487966 h 905732"/>
                  <a:gd name="connsiteX43" fmla="*/ 392811 w 461200"/>
                  <a:gd name="connsiteY43" fmla="*/ 487966 h 905732"/>
                  <a:gd name="connsiteX44" fmla="*/ 392811 w 461200"/>
                  <a:gd name="connsiteY44" fmla="*/ 417767 h 905732"/>
                  <a:gd name="connsiteX45" fmla="*/ 461105 w 461200"/>
                  <a:gd name="connsiteY45" fmla="*/ 417767 h 905732"/>
                  <a:gd name="connsiteX46" fmla="*/ 429959 w 461200"/>
                  <a:gd name="connsiteY46" fmla="*/ 417767 h 905732"/>
                  <a:gd name="connsiteX47" fmla="*/ 429959 w 461200"/>
                  <a:gd name="connsiteY47" fmla="*/ 487966 h 905732"/>
                  <a:gd name="connsiteX48" fmla="*/ 461105 w 461200"/>
                  <a:gd name="connsiteY48" fmla="*/ 487966 h 905732"/>
                  <a:gd name="connsiteX49" fmla="*/ 461105 w 461200"/>
                  <a:gd name="connsiteY49" fmla="*/ 417767 h 905732"/>
                  <a:gd name="connsiteX50" fmla="*/ 167069 w 461200"/>
                  <a:gd name="connsiteY50" fmla="*/ 696277 h 905732"/>
                  <a:gd name="connsiteX51" fmla="*/ 0 w 461200"/>
                  <a:gd name="connsiteY51" fmla="*/ 696277 h 905732"/>
                  <a:gd name="connsiteX52" fmla="*/ 0 w 461200"/>
                  <a:gd name="connsiteY52" fmla="*/ 766477 h 905732"/>
                  <a:gd name="connsiteX53" fmla="*/ 167069 w 461200"/>
                  <a:gd name="connsiteY53" fmla="*/ 766477 h 905732"/>
                  <a:gd name="connsiteX54" fmla="*/ 167069 w 461200"/>
                  <a:gd name="connsiteY54" fmla="*/ 696277 h 905732"/>
                  <a:gd name="connsiteX55" fmla="*/ 167069 w 461200"/>
                  <a:gd name="connsiteY55" fmla="*/ 835533 h 905732"/>
                  <a:gd name="connsiteX56" fmla="*/ 0 w 461200"/>
                  <a:gd name="connsiteY56" fmla="*/ 835533 h 905732"/>
                  <a:gd name="connsiteX57" fmla="*/ 0 w 461200"/>
                  <a:gd name="connsiteY57" fmla="*/ 905732 h 905732"/>
                  <a:gd name="connsiteX58" fmla="*/ 167069 w 461200"/>
                  <a:gd name="connsiteY58" fmla="*/ 905732 h 905732"/>
                  <a:gd name="connsiteX59" fmla="*/ 167069 w 461200"/>
                  <a:gd name="connsiteY59" fmla="*/ 835533 h 90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61200" h="905732">
                    <a:moveTo>
                      <a:pt x="177832" y="70199"/>
                    </a:moveTo>
                    <a:lnTo>
                      <a:pt x="191" y="70199"/>
                    </a:lnTo>
                    <a:lnTo>
                      <a:pt x="191" y="0"/>
                    </a:lnTo>
                    <a:lnTo>
                      <a:pt x="177832" y="0"/>
                    </a:lnTo>
                    <a:lnTo>
                      <a:pt x="177832" y="70199"/>
                    </a:lnTo>
                    <a:close/>
                    <a:moveTo>
                      <a:pt x="291370" y="70199"/>
                    </a:moveTo>
                    <a:lnTo>
                      <a:pt x="221171" y="70199"/>
                    </a:lnTo>
                    <a:lnTo>
                      <a:pt x="221171" y="0"/>
                    </a:lnTo>
                    <a:lnTo>
                      <a:pt x="291370" y="0"/>
                    </a:lnTo>
                    <a:lnTo>
                      <a:pt x="291370" y="70199"/>
                    </a:lnTo>
                    <a:close/>
                    <a:moveTo>
                      <a:pt x="461200" y="70199"/>
                    </a:moveTo>
                    <a:lnTo>
                      <a:pt x="324612" y="70199"/>
                    </a:lnTo>
                    <a:lnTo>
                      <a:pt x="324612" y="0"/>
                    </a:lnTo>
                    <a:lnTo>
                      <a:pt x="461200" y="0"/>
                    </a:lnTo>
                    <a:lnTo>
                      <a:pt x="461200" y="70199"/>
                    </a:lnTo>
                    <a:close/>
                    <a:moveTo>
                      <a:pt x="250698" y="139255"/>
                    </a:moveTo>
                    <a:lnTo>
                      <a:pt x="83629" y="139255"/>
                    </a:lnTo>
                    <a:lnTo>
                      <a:pt x="83629" y="209455"/>
                    </a:lnTo>
                    <a:lnTo>
                      <a:pt x="250698" y="209455"/>
                    </a:lnTo>
                    <a:lnTo>
                      <a:pt x="250698" y="139255"/>
                    </a:lnTo>
                    <a:close/>
                    <a:moveTo>
                      <a:pt x="221171" y="278511"/>
                    </a:moveTo>
                    <a:lnTo>
                      <a:pt x="157544" y="278511"/>
                    </a:lnTo>
                    <a:lnTo>
                      <a:pt x="157544" y="348710"/>
                    </a:lnTo>
                    <a:lnTo>
                      <a:pt x="221171" y="348710"/>
                    </a:lnTo>
                    <a:lnTo>
                      <a:pt x="221171" y="278511"/>
                    </a:lnTo>
                    <a:close/>
                    <a:moveTo>
                      <a:pt x="167164" y="417767"/>
                    </a:moveTo>
                    <a:lnTo>
                      <a:pt x="95" y="417767"/>
                    </a:lnTo>
                    <a:lnTo>
                      <a:pt x="95" y="487966"/>
                    </a:lnTo>
                    <a:lnTo>
                      <a:pt x="167164" y="487966"/>
                    </a:lnTo>
                    <a:lnTo>
                      <a:pt x="167164" y="417767"/>
                    </a:lnTo>
                    <a:close/>
                    <a:moveTo>
                      <a:pt x="333851" y="557022"/>
                    </a:moveTo>
                    <a:lnTo>
                      <a:pt x="71914" y="557022"/>
                    </a:lnTo>
                    <a:lnTo>
                      <a:pt x="71914" y="627221"/>
                    </a:lnTo>
                    <a:lnTo>
                      <a:pt x="333851" y="627221"/>
                    </a:lnTo>
                    <a:lnTo>
                      <a:pt x="333851" y="557022"/>
                    </a:lnTo>
                    <a:close/>
                    <a:moveTo>
                      <a:pt x="318897" y="417767"/>
                    </a:moveTo>
                    <a:lnTo>
                      <a:pt x="202883" y="417767"/>
                    </a:lnTo>
                    <a:lnTo>
                      <a:pt x="202883" y="487966"/>
                    </a:lnTo>
                    <a:lnTo>
                      <a:pt x="318897" y="487966"/>
                    </a:lnTo>
                    <a:lnTo>
                      <a:pt x="318897" y="417767"/>
                    </a:lnTo>
                    <a:close/>
                    <a:moveTo>
                      <a:pt x="392811" y="417767"/>
                    </a:moveTo>
                    <a:lnTo>
                      <a:pt x="361664" y="417767"/>
                    </a:lnTo>
                    <a:lnTo>
                      <a:pt x="361664" y="487966"/>
                    </a:lnTo>
                    <a:lnTo>
                      <a:pt x="392811" y="487966"/>
                    </a:lnTo>
                    <a:lnTo>
                      <a:pt x="392811" y="417767"/>
                    </a:lnTo>
                    <a:close/>
                    <a:moveTo>
                      <a:pt x="461105" y="417767"/>
                    </a:moveTo>
                    <a:lnTo>
                      <a:pt x="429959" y="417767"/>
                    </a:lnTo>
                    <a:lnTo>
                      <a:pt x="429959" y="487966"/>
                    </a:lnTo>
                    <a:lnTo>
                      <a:pt x="461105" y="487966"/>
                    </a:lnTo>
                    <a:lnTo>
                      <a:pt x="461105" y="417767"/>
                    </a:lnTo>
                    <a:close/>
                    <a:moveTo>
                      <a:pt x="167069" y="696277"/>
                    </a:moveTo>
                    <a:lnTo>
                      <a:pt x="0" y="696277"/>
                    </a:lnTo>
                    <a:lnTo>
                      <a:pt x="0" y="766477"/>
                    </a:lnTo>
                    <a:lnTo>
                      <a:pt x="167069" y="766477"/>
                    </a:lnTo>
                    <a:lnTo>
                      <a:pt x="167069" y="696277"/>
                    </a:lnTo>
                    <a:close/>
                    <a:moveTo>
                      <a:pt x="167069" y="835533"/>
                    </a:moveTo>
                    <a:lnTo>
                      <a:pt x="0" y="835533"/>
                    </a:lnTo>
                    <a:lnTo>
                      <a:pt x="0" y="905732"/>
                    </a:lnTo>
                    <a:lnTo>
                      <a:pt x="167069" y="905732"/>
                    </a:lnTo>
                    <a:lnTo>
                      <a:pt x="167069" y="835533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A354CB06-BC5B-8761-291B-1D84DA17C404}"/>
                  </a:ext>
                </a:extLst>
              </p:cNvPr>
              <p:cNvSpPr/>
              <p:nvPr/>
            </p:nvSpPr>
            <p:spPr>
              <a:xfrm>
                <a:off x="1440172" y="2600091"/>
                <a:ext cx="38367" cy="48087"/>
              </a:xfrm>
              <a:custGeom>
                <a:avLst/>
                <a:gdLst>
                  <a:gd name="connsiteX0" fmla="*/ 203073 w 213264"/>
                  <a:gd name="connsiteY0" fmla="*/ 259652 h 259651"/>
                  <a:gd name="connsiteX1" fmla="*/ 0 w 213264"/>
                  <a:gd name="connsiteY1" fmla="*/ 9716 h 259651"/>
                  <a:gd name="connsiteX2" fmla="*/ 3143 w 213264"/>
                  <a:gd name="connsiteY2" fmla="*/ 0 h 259651"/>
                  <a:gd name="connsiteX3" fmla="*/ 213265 w 213264"/>
                  <a:gd name="connsiteY3" fmla="*/ 258604 h 259651"/>
                  <a:gd name="connsiteX4" fmla="*/ 203073 w 213264"/>
                  <a:gd name="connsiteY4" fmla="*/ 259652 h 259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264" h="259651">
                    <a:moveTo>
                      <a:pt x="203073" y="259652"/>
                    </a:moveTo>
                    <a:cubicBezTo>
                      <a:pt x="191071" y="147257"/>
                      <a:pt x="107537" y="44482"/>
                      <a:pt x="0" y="9716"/>
                    </a:cubicBezTo>
                    <a:lnTo>
                      <a:pt x="3143" y="0"/>
                    </a:lnTo>
                    <a:cubicBezTo>
                      <a:pt x="114395" y="36004"/>
                      <a:pt x="200787" y="142304"/>
                      <a:pt x="213265" y="258604"/>
                    </a:cubicBezTo>
                    <a:lnTo>
                      <a:pt x="203073" y="259652"/>
                    </a:lnTo>
                    <a:close/>
                  </a:path>
                </a:pathLst>
              </a:custGeom>
              <a:solidFill>
                <a:srgbClr val="DAA6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692D8354-C83D-5F23-55FB-0FE23F4DED59}"/>
                </a:ext>
              </a:extLst>
            </p:cNvPr>
            <p:cNvSpPr/>
            <p:nvPr/>
          </p:nvSpPr>
          <p:spPr>
            <a:xfrm>
              <a:off x="2014533" y="2680578"/>
              <a:ext cx="71082" cy="90180"/>
            </a:xfrm>
            <a:custGeom>
              <a:avLst/>
              <a:gdLst>
                <a:gd name="connsiteX0" fmla="*/ 395097 w 395096"/>
                <a:gd name="connsiteY0" fmla="*/ 337280 h 486934"/>
                <a:gd name="connsiteX1" fmla="*/ 197548 w 395096"/>
                <a:gd name="connsiteY1" fmla="*/ 486918 h 486934"/>
                <a:gd name="connsiteX2" fmla="*/ 0 w 395096"/>
                <a:gd name="connsiteY2" fmla="*/ 337280 h 486934"/>
                <a:gd name="connsiteX3" fmla="*/ 197548 w 395096"/>
                <a:gd name="connsiteY3" fmla="*/ 0 h 486934"/>
                <a:gd name="connsiteX4" fmla="*/ 395097 w 395096"/>
                <a:gd name="connsiteY4" fmla="*/ 337280 h 486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96" h="486934">
                  <a:moveTo>
                    <a:pt x="395097" y="337280"/>
                  </a:moveTo>
                  <a:cubicBezTo>
                    <a:pt x="395097" y="491776"/>
                    <a:pt x="284321" y="486918"/>
                    <a:pt x="197548" y="486918"/>
                  </a:cubicBezTo>
                  <a:cubicBezTo>
                    <a:pt x="79153" y="486918"/>
                    <a:pt x="0" y="461105"/>
                    <a:pt x="0" y="337280"/>
                  </a:cubicBezTo>
                  <a:cubicBezTo>
                    <a:pt x="0" y="151067"/>
                    <a:pt x="63437" y="0"/>
                    <a:pt x="197548" y="0"/>
                  </a:cubicBezTo>
                  <a:cubicBezTo>
                    <a:pt x="306610" y="0"/>
                    <a:pt x="395097" y="150971"/>
                    <a:pt x="395097" y="337280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ECE92DFF-8624-CBD1-FDDC-B057E014400C}"/>
                </a:ext>
              </a:extLst>
            </p:cNvPr>
            <p:cNvSpPr/>
            <p:nvPr/>
          </p:nvSpPr>
          <p:spPr>
            <a:xfrm rot="18895201">
              <a:off x="2031745" y="2701266"/>
              <a:ext cx="2223" cy="9391"/>
            </a:xfrm>
            <a:custGeom>
              <a:avLst/>
              <a:gdLst>
                <a:gd name="connsiteX0" fmla="*/ 0 w 12001"/>
                <a:gd name="connsiteY0" fmla="*/ 0 h 52196"/>
                <a:gd name="connsiteX1" fmla="*/ 12002 w 12001"/>
                <a:gd name="connsiteY1" fmla="*/ 0 h 52196"/>
                <a:gd name="connsiteX2" fmla="*/ 12002 w 12001"/>
                <a:gd name="connsiteY2" fmla="*/ 52197 h 52196"/>
                <a:gd name="connsiteX3" fmla="*/ 0 w 12001"/>
                <a:gd name="connsiteY3" fmla="*/ 52197 h 5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" h="52196">
                  <a:moveTo>
                    <a:pt x="0" y="0"/>
                  </a:moveTo>
                  <a:lnTo>
                    <a:pt x="12002" y="0"/>
                  </a:lnTo>
                  <a:lnTo>
                    <a:pt x="12002" y="52197"/>
                  </a:lnTo>
                  <a:lnTo>
                    <a:pt x="0" y="52197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6D3B35CE-7E97-6EC2-EBEA-89716493BC5B}"/>
                </a:ext>
              </a:extLst>
            </p:cNvPr>
            <p:cNvSpPr/>
            <p:nvPr/>
          </p:nvSpPr>
          <p:spPr>
            <a:xfrm rot="20877001">
              <a:off x="2071317" y="2719801"/>
              <a:ext cx="8448" cy="2223"/>
            </a:xfrm>
            <a:custGeom>
              <a:avLst/>
              <a:gdLst>
                <a:gd name="connsiteX0" fmla="*/ 0 w 46958"/>
                <a:gd name="connsiteY0" fmla="*/ 0 h 12001"/>
                <a:gd name="connsiteX1" fmla="*/ 46958 w 46958"/>
                <a:gd name="connsiteY1" fmla="*/ 0 h 12001"/>
                <a:gd name="connsiteX2" fmla="*/ 46958 w 46958"/>
                <a:gd name="connsiteY2" fmla="*/ 12002 h 12001"/>
                <a:gd name="connsiteX3" fmla="*/ 0 w 46958"/>
                <a:gd name="connsiteY3" fmla="*/ 12002 h 1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958" h="12001">
                  <a:moveTo>
                    <a:pt x="0" y="0"/>
                  </a:moveTo>
                  <a:lnTo>
                    <a:pt x="46958" y="0"/>
                  </a:lnTo>
                  <a:lnTo>
                    <a:pt x="46958" y="12002"/>
                  </a:lnTo>
                  <a:lnTo>
                    <a:pt x="0" y="12002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C129EC7-6EA1-4AB9-A925-72EF25A12318}"/>
                </a:ext>
              </a:extLst>
            </p:cNvPr>
            <p:cNvSpPr/>
            <p:nvPr/>
          </p:nvSpPr>
          <p:spPr>
            <a:xfrm rot="21218999">
              <a:off x="2053284" y="2742430"/>
              <a:ext cx="2159" cy="7532"/>
            </a:xfrm>
            <a:custGeom>
              <a:avLst/>
              <a:gdLst>
                <a:gd name="connsiteX0" fmla="*/ 0 w 12001"/>
                <a:gd name="connsiteY0" fmla="*/ 0 h 40671"/>
                <a:gd name="connsiteX1" fmla="*/ 12001 w 12001"/>
                <a:gd name="connsiteY1" fmla="*/ 0 h 40671"/>
                <a:gd name="connsiteX2" fmla="*/ 12001 w 12001"/>
                <a:gd name="connsiteY2" fmla="*/ 40672 h 40671"/>
                <a:gd name="connsiteX3" fmla="*/ 0 w 12001"/>
                <a:gd name="connsiteY3" fmla="*/ 40672 h 40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" h="40671">
                  <a:moveTo>
                    <a:pt x="0" y="0"/>
                  </a:moveTo>
                  <a:lnTo>
                    <a:pt x="12001" y="0"/>
                  </a:lnTo>
                  <a:lnTo>
                    <a:pt x="12001" y="40672"/>
                  </a:lnTo>
                  <a:lnTo>
                    <a:pt x="0" y="40672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96139411-9C61-31E6-F20B-77EFAB463CCF}"/>
                </a:ext>
              </a:extLst>
            </p:cNvPr>
            <p:cNvSpPr/>
            <p:nvPr/>
          </p:nvSpPr>
          <p:spPr>
            <a:xfrm rot="18636000">
              <a:off x="2024814" y="2730355"/>
              <a:ext cx="2223" cy="7437"/>
            </a:xfrm>
            <a:custGeom>
              <a:avLst/>
              <a:gdLst>
                <a:gd name="connsiteX0" fmla="*/ 0 w 12001"/>
                <a:gd name="connsiteY0" fmla="*/ 0 h 41338"/>
                <a:gd name="connsiteX1" fmla="*/ 12001 w 12001"/>
                <a:gd name="connsiteY1" fmla="*/ 0 h 41338"/>
                <a:gd name="connsiteX2" fmla="*/ 12001 w 12001"/>
                <a:gd name="connsiteY2" fmla="*/ 41338 h 41338"/>
                <a:gd name="connsiteX3" fmla="*/ 0 w 12001"/>
                <a:gd name="connsiteY3" fmla="*/ 41338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" h="41338">
                  <a:moveTo>
                    <a:pt x="0" y="0"/>
                  </a:moveTo>
                  <a:lnTo>
                    <a:pt x="12001" y="0"/>
                  </a:lnTo>
                  <a:lnTo>
                    <a:pt x="12001" y="41338"/>
                  </a:lnTo>
                  <a:lnTo>
                    <a:pt x="0" y="41338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223B3AA5-E083-A49D-6EA6-A16359DC7D3D}"/>
                </a:ext>
              </a:extLst>
            </p:cNvPr>
            <p:cNvSpPr/>
            <p:nvPr/>
          </p:nvSpPr>
          <p:spPr>
            <a:xfrm rot="17155801">
              <a:off x="2053184" y="2686096"/>
              <a:ext cx="6050" cy="2159"/>
            </a:xfrm>
            <a:custGeom>
              <a:avLst/>
              <a:gdLst>
                <a:gd name="connsiteX0" fmla="*/ 0 w 32670"/>
                <a:gd name="connsiteY0" fmla="*/ 0 h 12001"/>
                <a:gd name="connsiteX1" fmla="*/ 32671 w 32670"/>
                <a:gd name="connsiteY1" fmla="*/ 0 h 12001"/>
                <a:gd name="connsiteX2" fmla="*/ 32671 w 32670"/>
                <a:gd name="connsiteY2" fmla="*/ 12002 h 12001"/>
                <a:gd name="connsiteX3" fmla="*/ 0 w 32670"/>
                <a:gd name="connsiteY3" fmla="*/ 12002 h 1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670" h="12001">
                  <a:moveTo>
                    <a:pt x="0" y="0"/>
                  </a:moveTo>
                  <a:lnTo>
                    <a:pt x="32671" y="0"/>
                  </a:lnTo>
                  <a:lnTo>
                    <a:pt x="32671" y="12002"/>
                  </a:lnTo>
                  <a:lnTo>
                    <a:pt x="0" y="12002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55361AEE-D624-10D2-7997-5CC164BBD47C}"/>
                </a:ext>
              </a:extLst>
            </p:cNvPr>
            <p:cNvSpPr/>
            <p:nvPr/>
          </p:nvSpPr>
          <p:spPr>
            <a:xfrm>
              <a:off x="2035937" y="2678708"/>
              <a:ext cx="5038" cy="6227"/>
            </a:xfrm>
            <a:custGeom>
              <a:avLst/>
              <a:gdLst>
                <a:gd name="connsiteX0" fmla="*/ 18002 w 28003"/>
                <a:gd name="connsiteY0" fmla="*/ 33623 h 33623"/>
                <a:gd name="connsiteX1" fmla="*/ 0 w 28003"/>
                <a:gd name="connsiteY1" fmla="*/ 6668 h 33623"/>
                <a:gd name="connsiteX2" fmla="*/ 10001 w 28003"/>
                <a:gd name="connsiteY2" fmla="*/ 0 h 33623"/>
                <a:gd name="connsiteX3" fmla="*/ 28004 w 28003"/>
                <a:gd name="connsiteY3" fmla="*/ 26956 h 33623"/>
                <a:gd name="connsiteX4" fmla="*/ 18002 w 28003"/>
                <a:gd name="connsiteY4" fmla="*/ 33623 h 3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03" h="33623">
                  <a:moveTo>
                    <a:pt x="18002" y="33623"/>
                  </a:moveTo>
                  <a:lnTo>
                    <a:pt x="0" y="6668"/>
                  </a:lnTo>
                  <a:lnTo>
                    <a:pt x="10001" y="0"/>
                  </a:lnTo>
                  <a:lnTo>
                    <a:pt x="28004" y="26956"/>
                  </a:lnTo>
                  <a:lnTo>
                    <a:pt x="18002" y="33623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D655327-29CE-A7E6-2A6F-11D2624FC87E}"/>
                </a:ext>
              </a:extLst>
            </p:cNvPr>
            <p:cNvSpPr/>
            <p:nvPr/>
          </p:nvSpPr>
          <p:spPr>
            <a:xfrm rot="20495399">
              <a:off x="2083469" y="2738262"/>
              <a:ext cx="6889" cy="2223"/>
            </a:xfrm>
            <a:custGeom>
              <a:avLst/>
              <a:gdLst>
                <a:gd name="connsiteX0" fmla="*/ 0 w 38290"/>
                <a:gd name="connsiteY0" fmla="*/ 0 h 12001"/>
                <a:gd name="connsiteX1" fmla="*/ 38291 w 38290"/>
                <a:gd name="connsiteY1" fmla="*/ 0 h 12001"/>
                <a:gd name="connsiteX2" fmla="*/ 38291 w 38290"/>
                <a:gd name="connsiteY2" fmla="*/ 12002 h 12001"/>
                <a:gd name="connsiteX3" fmla="*/ 0 w 38290"/>
                <a:gd name="connsiteY3" fmla="*/ 12002 h 1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290" h="12001">
                  <a:moveTo>
                    <a:pt x="0" y="0"/>
                  </a:moveTo>
                  <a:lnTo>
                    <a:pt x="38291" y="0"/>
                  </a:lnTo>
                  <a:lnTo>
                    <a:pt x="38291" y="12002"/>
                  </a:lnTo>
                  <a:lnTo>
                    <a:pt x="0" y="12002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46A0A75A-5129-3F2B-CEFD-C843A1534FEF}"/>
                </a:ext>
              </a:extLst>
            </p:cNvPr>
            <p:cNvSpPr/>
            <p:nvPr/>
          </p:nvSpPr>
          <p:spPr>
            <a:xfrm rot="18411000">
              <a:off x="2072721" y="2697357"/>
              <a:ext cx="6139" cy="2159"/>
            </a:xfrm>
            <a:custGeom>
              <a:avLst/>
              <a:gdLst>
                <a:gd name="connsiteX0" fmla="*/ 0 w 33146"/>
                <a:gd name="connsiteY0" fmla="*/ 0 h 12001"/>
                <a:gd name="connsiteX1" fmla="*/ 33147 w 33146"/>
                <a:gd name="connsiteY1" fmla="*/ 0 h 12001"/>
                <a:gd name="connsiteX2" fmla="*/ 33147 w 33146"/>
                <a:gd name="connsiteY2" fmla="*/ 12002 h 12001"/>
                <a:gd name="connsiteX3" fmla="*/ 0 w 33146"/>
                <a:gd name="connsiteY3" fmla="*/ 12002 h 1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46" h="12001">
                  <a:moveTo>
                    <a:pt x="0" y="0"/>
                  </a:moveTo>
                  <a:lnTo>
                    <a:pt x="33147" y="0"/>
                  </a:lnTo>
                  <a:lnTo>
                    <a:pt x="33147" y="12002"/>
                  </a:lnTo>
                  <a:lnTo>
                    <a:pt x="0" y="12002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0C4602F-5F8A-B000-433D-128F90AE4B3F}"/>
                </a:ext>
              </a:extLst>
            </p:cNvPr>
            <p:cNvSpPr/>
            <p:nvPr/>
          </p:nvSpPr>
          <p:spPr>
            <a:xfrm rot="18370201">
              <a:off x="2015450" y="2707941"/>
              <a:ext cx="2223" cy="8071"/>
            </a:xfrm>
            <a:custGeom>
              <a:avLst/>
              <a:gdLst>
                <a:gd name="connsiteX0" fmla="*/ 0 w 12001"/>
                <a:gd name="connsiteY0" fmla="*/ 0 h 44862"/>
                <a:gd name="connsiteX1" fmla="*/ 12001 w 12001"/>
                <a:gd name="connsiteY1" fmla="*/ 0 h 44862"/>
                <a:gd name="connsiteX2" fmla="*/ 12001 w 12001"/>
                <a:gd name="connsiteY2" fmla="*/ 44863 h 44862"/>
                <a:gd name="connsiteX3" fmla="*/ 0 w 12001"/>
                <a:gd name="connsiteY3" fmla="*/ 44863 h 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" h="44862">
                  <a:moveTo>
                    <a:pt x="0" y="0"/>
                  </a:moveTo>
                  <a:lnTo>
                    <a:pt x="12001" y="0"/>
                  </a:lnTo>
                  <a:lnTo>
                    <a:pt x="12001" y="44863"/>
                  </a:lnTo>
                  <a:lnTo>
                    <a:pt x="0" y="44863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5B5FD7A6-2DBD-BD9D-F41E-D3C0A53E0A97}"/>
                </a:ext>
              </a:extLst>
            </p:cNvPr>
            <p:cNvSpPr/>
            <p:nvPr/>
          </p:nvSpPr>
          <p:spPr>
            <a:xfrm rot="17159401">
              <a:off x="2033163" y="2758834"/>
              <a:ext cx="2223" cy="7129"/>
            </a:xfrm>
            <a:custGeom>
              <a:avLst/>
              <a:gdLst>
                <a:gd name="connsiteX0" fmla="*/ 0 w 12001"/>
                <a:gd name="connsiteY0" fmla="*/ 0 h 39624"/>
                <a:gd name="connsiteX1" fmla="*/ 12001 w 12001"/>
                <a:gd name="connsiteY1" fmla="*/ 0 h 39624"/>
                <a:gd name="connsiteX2" fmla="*/ 12001 w 12001"/>
                <a:gd name="connsiteY2" fmla="*/ 39624 h 39624"/>
                <a:gd name="connsiteX3" fmla="*/ 0 w 12001"/>
                <a:gd name="connsiteY3" fmla="*/ 39624 h 3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" h="39624">
                  <a:moveTo>
                    <a:pt x="0" y="0"/>
                  </a:moveTo>
                  <a:lnTo>
                    <a:pt x="12001" y="0"/>
                  </a:lnTo>
                  <a:lnTo>
                    <a:pt x="12001" y="39624"/>
                  </a:lnTo>
                  <a:lnTo>
                    <a:pt x="0" y="39624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60171B5F-6855-7C03-925D-25B335DDFCD2}"/>
                </a:ext>
              </a:extLst>
            </p:cNvPr>
            <p:cNvSpPr/>
            <p:nvPr/>
          </p:nvSpPr>
          <p:spPr>
            <a:xfrm rot="17044799">
              <a:off x="2049494" y="2719879"/>
              <a:ext cx="4904" cy="2159"/>
            </a:xfrm>
            <a:custGeom>
              <a:avLst/>
              <a:gdLst>
                <a:gd name="connsiteX0" fmla="*/ 0 w 26479"/>
                <a:gd name="connsiteY0" fmla="*/ 0 h 12001"/>
                <a:gd name="connsiteX1" fmla="*/ 26480 w 26479"/>
                <a:gd name="connsiteY1" fmla="*/ 0 h 12001"/>
                <a:gd name="connsiteX2" fmla="*/ 26480 w 26479"/>
                <a:gd name="connsiteY2" fmla="*/ 12002 h 12001"/>
                <a:gd name="connsiteX3" fmla="*/ 0 w 26479"/>
                <a:gd name="connsiteY3" fmla="*/ 12002 h 1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79" h="12001">
                  <a:moveTo>
                    <a:pt x="0" y="0"/>
                  </a:moveTo>
                  <a:lnTo>
                    <a:pt x="26480" y="0"/>
                  </a:lnTo>
                  <a:lnTo>
                    <a:pt x="26480" y="12002"/>
                  </a:lnTo>
                  <a:lnTo>
                    <a:pt x="0" y="12002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D6E69620-2F5E-D757-5A85-0C47F350C1B1}"/>
                </a:ext>
              </a:extLst>
            </p:cNvPr>
            <p:cNvSpPr/>
            <p:nvPr/>
          </p:nvSpPr>
          <p:spPr>
            <a:xfrm rot="19580401">
              <a:off x="2071166" y="2760290"/>
              <a:ext cx="4849" cy="2223"/>
            </a:xfrm>
            <a:custGeom>
              <a:avLst/>
              <a:gdLst>
                <a:gd name="connsiteX0" fmla="*/ 0 w 26955"/>
                <a:gd name="connsiteY0" fmla="*/ 0 h 12001"/>
                <a:gd name="connsiteX1" fmla="*/ 26956 w 26955"/>
                <a:gd name="connsiteY1" fmla="*/ 0 h 12001"/>
                <a:gd name="connsiteX2" fmla="*/ 26956 w 26955"/>
                <a:gd name="connsiteY2" fmla="*/ 12002 h 12001"/>
                <a:gd name="connsiteX3" fmla="*/ 0 w 26955"/>
                <a:gd name="connsiteY3" fmla="*/ 12002 h 1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55" h="12001">
                  <a:moveTo>
                    <a:pt x="0" y="0"/>
                  </a:moveTo>
                  <a:lnTo>
                    <a:pt x="26956" y="0"/>
                  </a:lnTo>
                  <a:lnTo>
                    <a:pt x="26956" y="12002"/>
                  </a:lnTo>
                  <a:lnTo>
                    <a:pt x="0" y="12002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077CCDEE-E3E5-D75A-8CFB-339217EB6E3E}"/>
                </a:ext>
              </a:extLst>
            </p:cNvPr>
            <p:cNvSpPr/>
            <p:nvPr/>
          </p:nvSpPr>
          <p:spPr>
            <a:xfrm>
              <a:off x="1999556" y="2659657"/>
              <a:ext cx="33313" cy="38808"/>
            </a:xfrm>
            <a:custGeom>
              <a:avLst/>
              <a:gdLst>
                <a:gd name="connsiteX0" fmla="*/ 185166 w 185166"/>
                <a:gd name="connsiteY0" fmla="*/ 118586 h 209550"/>
                <a:gd name="connsiteX1" fmla="*/ 85249 w 185166"/>
                <a:gd name="connsiteY1" fmla="*/ 209550 h 209550"/>
                <a:gd name="connsiteX2" fmla="*/ 0 w 185166"/>
                <a:gd name="connsiteY2" fmla="*/ 112966 h 209550"/>
                <a:gd name="connsiteX3" fmla="*/ 83344 w 185166"/>
                <a:gd name="connsiteY3" fmla="*/ 0 h 209550"/>
                <a:gd name="connsiteX4" fmla="*/ 185166 w 185166"/>
                <a:gd name="connsiteY4" fmla="*/ 118586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166" h="209550">
                  <a:moveTo>
                    <a:pt x="185166" y="118586"/>
                  </a:moveTo>
                  <a:cubicBezTo>
                    <a:pt x="185166" y="168783"/>
                    <a:pt x="140398" y="209550"/>
                    <a:pt x="85249" y="209550"/>
                  </a:cubicBezTo>
                  <a:cubicBezTo>
                    <a:pt x="30099" y="209550"/>
                    <a:pt x="0" y="163163"/>
                    <a:pt x="0" y="112966"/>
                  </a:cubicBezTo>
                  <a:cubicBezTo>
                    <a:pt x="0" y="62770"/>
                    <a:pt x="28099" y="0"/>
                    <a:pt x="83344" y="0"/>
                  </a:cubicBezTo>
                  <a:cubicBezTo>
                    <a:pt x="138589" y="0"/>
                    <a:pt x="185166" y="68294"/>
                    <a:pt x="185166" y="118586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C92D8874-21B2-0074-A619-F9B202E0FA93}"/>
                </a:ext>
              </a:extLst>
            </p:cNvPr>
            <p:cNvSpPr/>
            <p:nvPr/>
          </p:nvSpPr>
          <p:spPr>
            <a:xfrm rot="18588600">
              <a:off x="2000887" y="2669491"/>
              <a:ext cx="2223" cy="4164"/>
            </a:xfrm>
            <a:custGeom>
              <a:avLst/>
              <a:gdLst>
                <a:gd name="connsiteX0" fmla="*/ 0 w 12001"/>
                <a:gd name="connsiteY0" fmla="*/ 0 h 23145"/>
                <a:gd name="connsiteX1" fmla="*/ 12001 w 12001"/>
                <a:gd name="connsiteY1" fmla="*/ 0 h 23145"/>
                <a:gd name="connsiteX2" fmla="*/ 12001 w 12001"/>
                <a:gd name="connsiteY2" fmla="*/ 23146 h 23145"/>
                <a:gd name="connsiteX3" fmla="*/ 0 w 12001"/>
                <a:gd name="connsiteY3" fmla="*/ 23146 h 2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" h="23145">
                  <a:moveTo>
                    <a:pt x="0" y="0"/>
                  </a:moveTo>
                  <a:lnTo>
                    <a:pt x="12001" y="0"/>
                  </a:lnTo>
                  <a:lnTo>
                    <a:pt x="12001" y="23146"/>
                  </a:lnTo>
                  <a:lnTo>
                    <a:pt x="0" y="23146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7091C612-2EF3-7F49-5293-A1F645A3713C}"/>
                </a:ext>
              </a:extLst>
            </p:cNvPr>
            <p:cNvSpPr/>
            <p:nvPr/>
          </p:nvSpPr>
          <p:spPr>
            <a:xfrm>
              <a:off x="2013008" y="2658775"/>
              <a:ext cx="2159" cy="4163"/>
            </a:xfrm>
            <a:custGeom>
              <a:avLst/>
              <a:gdLst>
                <a:gd name="connsiteX0" fmla="*/ 0 w 12001"/>
                <a:gd name="connsiteY0" fmla="*/ 0 h 22479"/>
                <a:gd name="connsiteX1" fmla="*/ 12001 w 12001"/>
                <a:gd name="connsiteY1" fmla="*/ 0 h 22479"/>
                <a:gd name="connsiteX2" fmla="*/ 12001 w 12001"/>
                <a:gd name="connsiteY2" fmla="*/ 22479 h 22479"/>
                <a:gd name="connsiteX3" fmla="*/ 0 w 12001"/>
                <a:gd name="connsiteY3" fmla="*/ 22479 h 2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" h="22479">
                  <a:moveTo>
                    <a:pt x="0" y="0"/>
                  </a:moveTo>
                  <a:lnTo>
                    <a:pt x="12001" y="0"/>
                  </a:lnTo>
                  <a:lnTo>
                    <a:pt x="12001" y="22479"/>
                  </a:lnTo>
                  <a:lnTo>
                    <a:pt x="0" y="22479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70CCEB4D-28AD-2410-2DBE-A794FE63CA0E}"/>
                </a:ext>
              </a:extLst>
            </p:cNvPr>
            <p:cNvSpPr/>
            <p:nvPr/>
          </p:nvSpPr>
          <p:spPr>
            <a:xfrm rot="19677000">
              <a:off x="2025859" y="2670433"/>
              <a:ext cx="4610" cy="2223"/>
            </a:xfrm>
            <a:custGeom>
              <a:avLst/>
              <a:gdLst>
                <a:gd name="connsiteX0" fmla="*/ 0 w 25622"/>
                <a:gd name="connsiteY0" fmla="*/ 0 h 12001"/>
                <a:gd name="connsiteX1" fmla="*/ 25622 w 25622"/>
                <a:gd name="connsiteY1" fmla="*/ 0 h 12001"/>
                <a:gd name="connsiteX2" fmla="*/ 25622 w 25622"/>
                <a:gd name="connsiteY2" fmla="*/ 12001 h 12001"/>
                <a:gd name="connsiteX3" fmla="*/ 0 w 25622"/>
                <a:gd name="connsiteY3" fmla="*/ 12001 h 1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22" h="12001">
                  <a:moveTo>
                    <a:pt x="0" y="0"/>
                  </a:moveTo>
                  <a:lnTo>
                    <a:pt x="25622" y="0"/>
                  </a:lnTo>
                  <a:lnTo>
                    <a:pt x="25622" y="12001"/>
                  </a:lnTo>
                  <a:lnTo>
                    <a:pt x="0" y="12001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67ED0EA6-F5BD-0C66-1F79-3E1A4945C32C}"/>
                </a:ext>
              </a:extLst>
            </p:cNvPr>
            <p:cNvSpPr/>
            <p:nvPr/>
          </p:nvSpPr>
          <p:spPr>
            <a:xfrm rot="21046799">
              <a:off x="2015886" y="2679779"/>
              <a:ext cx="2159" cy="3951"/>
            </a:xfrm>
            <a:custGeom>
              <a:avLst/>
              <a:gdLst>
                <a:gd name="connsiteX0" fmla="*/ 0 w 12001"/>
                <a:gd name="connsiteY0" fmla="*/ 0 h 21335"/>
                <a:gd name="connsiteX1" fmla="*/ 12002 w 12001"/>
                <a:gd name="connsiteY1" fmla="*/ 0 h 21335"/>
                <a:gd name="connsiteX2" fmla="*/ 12002 w 12001"/>
                <a:gd name="connsiteY2" fmla="*/ 21336 h 21335"/>
                <a:gd name="connsiteX3" fmla="*/ 0 w 12001"/>
                <a:gd name="connsiteY3" fmla="*/ 21336 h 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" h="21335">
                  <a:moveTo>
                    <a:pt x="0" y="0"/>
                  </a:moveTo>
                  <a:lnTo>
                    <a:pt x="12002" y="0"/>
                  </a:lnTo>
                  <a:lnTo>
                    <a:pt x="12002" y="21336"/>
                  </a:lnTo>
                  <a:lnTo>
                    <a:pt x="0" y="21336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71A13BE5-2D13-6703-9D4D-DFB8ED3B46FA}"/>
                </a:ext>
              </a:extLst>
            </p:cNvPr>
            <p:cNvSpPr/>
            <p:nvPr/>
          </p:nvSpPr>
          <p:spPr>
            <a:xfrm rot="17317200">
              <a:off x="2005553" y="2689982"/>
              <a:ext cx="2223" cy="4404"/>
            </a:xfrm>
            <a:custGeom>
              <a:avLst/>
              <a:gdLst>
                <a:gd name="connsiteX0" fmla="*/ 0 w 12001"/>
                <a:gd name="connsiteY0" fmla="*/ 0 h 24479"/>
                <a:gd name="connsiteX1" fmla="*/ 12001 w 12001"/>
                <a:gd name="connsiteY1" fmla="*/ 0 h 24479"/>
                <a:gd name="connsiteX2" fmla="*/ 12001 w 12001"/>
                <a:gd name="connsiteY2" fmla="*/ 24479 h 24479"/>
                <a:gd name="connsiteX3" fmla="*/ 0 w 12001"/>
                <a:gd name="connsiteY3" fmla="*/ 24479 h 24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" h="24479">
                  <a:moveTo>
                    <a:pt x="0" y="0"/>
                  </a:moveTo>
                  <a:lnTo>
                    <a:pt x="12001" y="0"/>
                  </a:lnTo>
                  <a:lnTo>
                    <a:pt x="12001" y="24479"/>
                  </a:lnTo>
                  <a:lnTo>
                    <a:pt x="0" y="24479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F41DCD-3505-12C5-FECD-216C219BAD15}"/>
                </a:ext>
              </a:extLst>
            </p:cNvPr>
            <p:cNvSpPr/>
            <p:nvPr/>
          </p:nvSpPr>
          <p:spPr>
            <a:xfrm>
              <a:off x="1989634" y="2769749"/>
              <a:ext cx="124170" cy="122634"/>
            </a:xfrm>
            <a:custGeom>
              <a:avLst/>
              <a:gdLst>
                <a:gd name="connsiteX0" fmla="*/ 690181 w 690181"/>
                <a:gd name="connsiteY0" fmla="*/ 0 h 662177"/>
                <a:gd name="connsiteX1" fmla="*/ 690181 w 690181"/>
                <a:gd name="connsiteY1" fmla="*/ 462724 h 662177"/>
                <a:gd name="connsiteX2" fmla="*/ 490728 w 690181"/>
                <a:gd name="connsiteY2" fmla="*/ 662178 h 662177"/>
                <a:gd name="connsiteX3" fmla="*/ 199454 w 690181"/>
                <a:gd name="connsiteY3" fmla="*/ 662178 h 662177"/>
                <a:gd name="connsiteX4" fmla="*/ 139350 w 690181"/>
                <a:gd name="connsiteY4" fmla="*/ 653034 h 662177"/>
                <a:gd name="connsiteX5" fmla="*/ 0 w 690181"/>
                <a:gd name="connsiteY5" fmla="*/ 462724 h 662177"/>
                <a:gd name="connsiteX6" fmla="*/ 0 w 690181"/>
                <a:gd name="connsiteY6" fmla="*/ 0 h 662177"/>
                <a:gd name="connsiteX7" fmla="*/ 690086 w 690181"/>
                <a:gd name="connsiteY7" fmla="*/ 0 h 66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0181" h="662177">
                  <a:moveTo>
                    <a:pt x="690181" y="0"/>
                  </a:moveTo>
                  <a:lnTo>
                    <a:pt x="690181" y="462724"/>
                  </a:lnTo>
                  <a:cubicBezTo>
                    <a:pt x="690181" y="572929"/>
                    <a:pt x="600837" y="662178"/>
                    <a:pt x="490728" y="662178"/>
                  </a:cubicBezTo>
                  <a:lnTo>
                    <a:pt x="199454" y="662178"/>
                  </a:lnTo>
                  <a:cubicBezTo>
                    <a:pt x="178594" y="662178"/>
                    <a:pt x="158305" y="658939"/>
                    <a:pt x="139350" y="653034"/>
                  </a:cubicBezTo>
                  <a:cubicBezTo>
                    <a:pt x="58578" y="627412"/>
                    <a:pt x="0" y="551974"/>
                    <a:pt x="0" y="462724"/>
                  </a:cubicBezTo>
                  <a:lnTo>
                    <a:pt x="0" y="0"/>
                  </a:lnTo>
                  <a:lnTo>
                    <a:pt x="690086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60B563C4-10A5-8C4F-E2C9-5CBD3B6BEDA1}"/>
                </a:ext>
              </a:extLst>
            </p:cNvPr>
            <p:cNvSpPr/>
            <p:nvPr/>
          </p:nvSpPr>
          <p:spPr>
            <a:xfrm>
              <a:off x="1989634" y="2797956"/>
              <a:ext cx="124153" cy="6580"/>
            </a:xfrm>
            <a:custGeom>
              <a:avLst/>
              <a:gdLst>
                <a:gd name="connsiteX0" fmla="*/ 0 w 690086"/>
                <a:gd name="connsiteY0" fmla="*/ 0 h 35528"/>
                <a:gd name="connsiteX1" fmla="*/ 690087 w 690086"/>
                <a:gd name="connsiteY1" fmla="*/ 0 h 35528"/>
                <a:gd name="connsiteX2" fmla="*/ 690087 w 690086"/>
                <a:gd name="connsiteY2" fmla="*/ 35528 h 35528"/>
                <a:gd name="connsiteX3" fmla="*/ 0 w 690086"/>
                <a:gd name="connsiteY3" fmla="*/ 35528 h 35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0086" h="35528">
                  <a:moveTo>
                    <a:pt x="0" y="0"/>
                  </a:moveTo>
                  <a:lnTo>
                    <a:pt x="690087" y="0"/>
                  </a:lnTo>
                  <a:lnTo>
                    <a:pt x="690087" y="35528"/>
                  </a:lnTo>
                  <a:lnTo>
                    <a:pt x="0" y="3552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8FA51705-467E-B1AC-8039-4CABEFE75067}"/>
                </a:ext>
              </a:extLst>
            </p:cNvPr>
            <p:cNvSpPr/>
            <p:nvPr/>
          </p:nvSpPr>
          <p:spPr>
            <a:xfrm>
              <a:off x="1162017" y="2759447"/>
              <a:ext cx="108900" cy="134630"/>
            </a:xfrm>
            <a:custGeom>
              <a:avLst/>
              <a:gdLst>
                <a:gd name="connsiteX0" fmla="*/ 605304 w 605303"/>
                <a:gd name="connsiteY0" fmla="*/ 12097 h 726948"/>
                <a:gd name="connsiteX1" fmla="*/ 540439 w 605303"/>
                <a:gd name="connsiteY1" fmla="*/ 716852 h 726948"/>
                <a:gd name="connsiteX2" fmla="*/ 528247 w 605303"/>
                <a:gd name="connsiteY2" fmla="*/ 726948 h 726948"/>
                <a:gd name="connsiteX3" fmla="*/ 81810 w 605303"/>
                <a:gd name="connsiteY3" fmla="*/ 726948 h 726948"/>
                <a:gd name="connsiteX4" fmla="*/ 69618 w 605303"/>
                <a:gd name="connsiteY4" fmla="*/ 717042 h 726948"/>
                <a:gd name="connsiteX5" fmla="*/ 60760 w 605303"/>
                <a:gd name="connsiteY5" fmla="*/ 627602 h 726948"/>
                <a:gd name="connsiteX6" fmla="*/ 85 w 605303"/>
                <a:gd name="connsiteY6" fmla="*/ 16383 h 726948"/>
                <a:gd name="connsiteX7" fmla="*/ 12087 w 605303"/>
                <a:gd name="connsiteY7" fmla="*/ 4382 h 726948"/>
                <a:gd name="connsiteX8" fmla="*/ 480526 w 605303"/>
                <a:gd name="connsiteY8" fmla="*/ 858 h 726948"/>
                <a:gd name="connsiteX9" fmla="*/ 592826 w 605303"/>
                <a:gd name="connsiteY9" fmla="*/ 0 h 726948"/>
                <a:gd name="connsiteX10" fmla="*/ 605209 w 605303"/>
                <a:gd name="connsiteY10" fmla="*/ 12002 h 72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5303" h="726948">
                  <a:moveTo>
                    <a:pt x="605304" y="12097"/>
                  </a:moveTo>
                  <a:lnTo>
                    <a:pt x="540439" y="716852"/>
                  </a:lnTo>
                  <a:cubicBezTo>
                    <a:pt x="540058" y="722757"/>
                    <a:pt x="534533" y="726948"/>
                    <a:pt x="528247" y="726948"/>
                  </a:cubicBezTo>
                  <a:lnTo>
                    <a:pt x="81810" y="726948"/>
                  </a:lnTo>
                  <a:cubicBezTo>
                    <a:pt x="75523" y="726948"/>
                    <a:pt x="70285" y="722757"/>
                    <a:pt x="69618" y="717042"/>
                  </a:cubicBezTo>
                  <a:lnTo>
                    <a:pt x="60760" y="627602"/>
                  </a:lnTo>
                  <a:lnTo>
                    <a:pt x="85" y="16383"/>
                  </a:lnTo>
                  <a:cubicBezTo>
                    <a:pt x="-772" y="10096"/>
                    <a:pt x="4943" y="4667"/>
                    <a:pt x="12087" y="4382"/>
                  </a:cubicBezTo>
                  <a:lnTo>
                    <a:pt x="480526" y="858"/>
                  </a:lnTo>
                  <a:lnTo>
                    <a:pt x="592826" y="0"/>
                  </a:lnTo>
                  <a:cubicBezTo>
                    <a:pt x="600160" y="0"/>
                    <a:pt x="605875" y="5429"/>
                    <a:pt x="605209" y="1200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9CFE8CC-E9A6-C4F3-1C38-5AC3520B6A97}"/>
                </a:ext>
              </a:extLst>
            </p:cNvPr>
            <p:cNvSpPr/>
            <p:nvPr/>
          </p:nvSpPr>
          <p:spPr>
            <a:xfrm>
              <a:off x="1247050" y="2783647"/>
              <a:ext cx="35807" cy="81095"/>
            </a:xfrm>
            <a:custGeom>
              <a:avLst/>
              <a:gdLst>
                <a:gd name="connsiteX0" fmla="*/ 22268 w 199027"/>
                <a:gd name="connsiteY0" fmla="*/ 437878 h 437878"/>
                <a:gd name="connsiteX1" fmla="*/ 741 w 199027"/>
                <a:gd name="connsiteY1" fmla="*/ 421209 h 437878"/>
                <a:gd name="connsiteX2" fmla="*/ 16648 w 199027"/>
                <a:gd name="connsiteY2" fmla="*/ 393968 h 437878"/>
                <a:gd name="connsiteX3" fmla="*/ 154189 w 199027"/>
                <a:gd name="connsiteY3" fmla="*/ 225852 h 437878"/>
                <a:gd name="connsiteX4" fmla="*/ 36841 w 199027"/>
                <a:gd name="connsiteY4" fmla="*/ 43067 h 437878"/>
                <a:gd name="connsiteX5" fmla="*/ 24173 w 199027"/>
                <a:gd name="connsiteY5" fmla="*/ 14206 h 437878"/>
                <a:gd name="connsiteX6" fmla="*/ 53034 w 199027"/>
                <a:gd name="connsiteY6" fmla="*/ 1538 h 437878"/>
                <a:gd name="connsiteX7" fmla="*/ 198671 w 199027"/>
                <a:gd name="connsiteY7" fmla="*/ 228423 h 437878"/>
                <a:gd name="connsiteX8" fmla="*/ 27888 w 199027"/>
                <a:gd name="connsiteY8" fmla="*/ 437116 h 437878"/>
                <a:gd name="connsiteX9" fmla="*/ 22268 w 199027"/>
                <a:gd name="connsiteY9" fmla="*/ 437878 h 437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027" h="437878">
                  <a:moveTo>
                    <a:pt x="22268" y="437878"/>
                  </a:moveTo>
                  <a:cubicBezTo>
                    <a:pt x="12362" y="437878"/>
                    <a:pt x="3313" y="431211"/>
                    <a:pt x="741" y="421209"/>
                  </a:cubicBezTo>
                  <a:cubicBezTo>
                    <a:pt x="-2402" y="409303"/>
                    <a:pt x="4742" y="397111"/>
                    <a:pt x="16648" y="393968"/>
                  </a:cubicBezTo>
                  <a:cubicBezTo>
                    <a:pt x="90657" y="374537"/>
                    <a:pt x="149808" y="302338"/>
                    <a:pt x="154189" y="225852"/>
                  </a:cubicBezTo>
                  <a:cubicBezTo>
                    <a:pt x="158571" y="149461"/>
                    <a:pt x="108183" y="70880"/>
                    <a:pt x="36841" y="43067"/>
                  </a:cubicBezTo>
                  <a:cubicBezTo>
                    <a:pt x="25316" y="38590"/>
                    <a:pt x="19696" y="25636"/>
                    <a:pt x="24173" y="14206"/>
                  </a:cubicBezTo>
                  <a:cubicBezTo>
                    <a:pt x="28650" y="2681"/>
                    <a:pt x="41604" y="-2939"/>
                    <a:pt x="53034" y="1538"/>
                  </a:cubicBezTo>
                  <a:cubicBezTo>
                    <a:pt x="142950" y="36590"/>
                    <a:pt x="204291" y="132031"/>
                    <a:pt x="198671" y="228423"/>
                  </a:cubicBezTo>
                  <a:cubicBezTo>
                    <a:pt x="193146" y="324816"/>
                    <a:pt x="121233" y="412637"/>
                    <a:pt x="27888" y="437116"/>
                  </a:cubicBezTo>
                  <a:cubicBezTo>
                    <a:pt x="25983" y="437592"/>
                    <a:pt x="24078" y="437878"/>
                    <a:pt x="22268" y="43787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78B9F65-05A9-FC7B-EE52-D0C86E3D409D}"/>
                </a:ext>
              </a:extLst>
            </p:cNvPr>
            <p:cNvSpPr/>
            <p:nvPr/>
          </p:nvSpPr>
          <p:spPr>
            <a:xfrm>
              <a:off x="1319338" y="2516853"/>
              <a:ext cx="560092" cy="398227"/>
            </a:xfrm>
            <a:custGeom>
              <a:avLst/>
              <a:gdLst>
                <a:gd name="connsiteX0" fmla="*/ 1559085 w 3113184"/>
                <a:gd name="connsiteY0" fmla="*/ 1790289 h 2150270"/>
                <a:gd name="connsiteX1" fmla="*/ 1581469 w 3113184"/>
                <a:gd name="connsiteY1" fmla="*/ 2145190 h 2150270"/>
                <a:gd name="connsiteX2" fmla="*/ 354458 w 3113184"/>
                <a:gd name="connsiteY2" fmla="*/ 2145190 h 2150270"/>
                <a:gd name="connsiteX3" fmla="*/ 4986 w 3113184"/>
                <a:gd name="connsiteY3" fmla="*/ 1859059 h 2150270"/>
                <a:gd name="connsiteX4" fmla="*/ 390558 w 3113184"/>
                <a:gd name="connsiteY4" fmla="*/ 428023 h 2150270"/>
                <a:gd name="connsiteX5" fmla="*/ 1034829 w 3113184"/>
                <a:gd name="connsiteY5" fmla="*/ 121794 h 2150270"/>
                <a:gd name="connsiteX6" fmla="*/ 1056165 w 3113184"/>
                <a:gd name="connsiteY6" fmla="*/ 116460 h 2150270"/>
                <a:gd name="connsiteX7" fmla="*/ 1231901 w 3113184"/>
                <a:gd name="connsiteY7" fmla="*/ 84552 h 2150270"/>
                <a:gd name="connsiteX8" fmla="*/ 1845502 w 3113184"/>
                <a:gd name="connsiteY8" fmla="*/ 3303 h 2150270"/>
                <a:gd name="connsiteX9" fmla="*/ 1890364 w 3113184"/>
                <a:gd name="connsiteY9" fmla="*/ 12162 h 2150270"/>
                <a:gd name="connsiteX10" fmla="*/ 1916177 w 3113184"/>
                <a:gd name="connsiteY10" fmla="*/ 17877 h 2150270"/>
                <a:gd name="connsiteX11" fmla="*/ 2669128 w 3113184"/>
                <a:gd name="connsiteY11" fmla="*/ 302103 h 2150270"/>
                <a:gd name="connsiteX12" fmla="*/ 3113184 w 3113184"/>
                <a:gd name="connsiteY12" fmla="*/ 1733139 h 2150270"/>
                <a:gd name="connsiteX13" fmla="*/ 1558989 w 3113184"/>
                <a:gd name="connsiteY13" fmla="*/ 1790384 h 215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13184" h="2150270">
                  <a:moveTo>
                    <a:pt x="1559085" y="1790289"/>
                  </a:moveTo>
                  <a:lnTo>
                    <a:pt x="1581469" y="2145190"/>
                  </a:lnTo>
                  <a:cubicBezTo>
                    <a:pt x="1581469" y="2145190"/>
                    <a:pt x="483046" y="2156620"/>
                    <a:pt x="354458" y="2145190"/>
                  </a:cubicBezTo>
                  <a:cubicBezTo>
                    <a:pt x="225966" y="2133760"/>
                    <a:pt x="-39591" y="2153001"/>
                    <a:pt x="4986" y="1859059"/>
                  </a:cubicBezTo>
                  <a:cubicBezTo>
                    <a:pt x="25560" y="1723137"/>
                    <a:pt x="273686" y="611094"/>
                    <a:pt x="390558" y="428023"/>
                  </a:cubicBezTo>
                  <a:cubicBezTo>
                    <a:pt x="473425" y="298102"/>
                    <a:pt x="809086" y="179707"/>
                    <a:pt x="1034829" y="121794"/>
                  </a:cubicBezTo>
                  <a:cubicBezTo>
                    <a:pt x="1042068" y="119985"/>
                    <a:pt x="1049212" y="118080"/>
                    <a:pt x="1056165" y="116460"/>
                  </a:cubicBezTo>
                  <a:cubicBezTo>
                    <a:pt x="1138651" y="96077"/>
                    <a:pt x="1203707" y="84552"/>
                    <a:pt x="1231901" y="84552"/>
                  </a:cubicBezTo>
                  <a:cubicBezTo>
                    <a:pt x="1337057" y="84552"/>
                    <a:pt x="1705294" y="-19652"/>
                    <a:pt x="1845502" y="3303"/>
                  </a:cubicBezTo>
                  <a:cubicBezTo>
                    <a:pt x="1857218" y="5208"/>
                    <a:pt x="1872457" y="8161"/>
                    <a:pt x="1890364" y="12162"/>
                  </a:cubicBezTo>
                  <a:cubicBezTo>
                    <a:pt x="1898461" y="13876"/>
                    <a:pt x="1907033" y="15876"/>
                    <a:pt x="1916177" y="17877"/>
                  </a:cubicBezTo>
                  <a:cubicBezTo>
                    <a:pt x="2129156" y="67121"/>
                    <a:pt x="2617789" y="211520"/>
                    <a:pt x="2669128" y="302103"/>
                  </a:cubicBezTo>
                  <a:cubicBezTo>
                    <a:pt x="2727517" y="405163"/>
                    <a:pt x="3113184" y="1733139"/>
                    <a:pt x="3113184" y="1733139"/>
                  </a:cubicBezTo>
                  <a:lnTo>
                    <a:pt x="1558989" y="1790384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DC1FE910-750C-5141-C52A-3B3145C7640C}"/>
                </a:ext>
              </a:extLst>
            </p:cNvPr>
            <p:cNvSpPr/>
            <p:nvPr/>
          </p:nvSpPr>
          <p:spPr>
            <a:xfrm rot="21595200">
              <a:off x="1472790" y="2716094"/>
              <a:ext cx="239361" cy="3670"/>
            </a:xfrm>
            <a:custGeom>
              <a:avLst/>
              <a:gdLst>
                <a:gd name="connsiteX0" fmla="*/ 0 w 1330451"/>
                <a:gd name="connsiteY0" fmla="*/ 0 h 19811"/>
                <a:gd name="connsiteX1" fmla="*/ 1330452 w 1330451"/>
                <a:gd name="connsiteY1" fmla="*/ 0 h 19811"/>
                <a:gd name="connsiteX2" fmla="*/ 1330452 w 1330451"/>
                <a:gd name="connsiteY2" fmla="*/ 19812 h 19811"/>
                <a:gd name="connsiteX3" fmla="*/ 0 w 1330451"/>
                <a:gd name="connsiteY3" fmla="*/ 19812 h 1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0451" h="19811">
                  <a:moveTo>
                    <a:pt x="0" y="0"/>
                  </a:moveTo>
                  <a:lnTo>
                    <a:pt x="1330452" y="0"/>
                  </a:lnTo>
                  <a:lnTo>
                    <a:pt x="1330452" y="19812"/>
                  </a:lnTo>
                  <a:lnTo>
                    <a:pt x="0" y="198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D47F7E84-3FB8-0319-ECE4-1371B71E1229}"/>
                </a:ext>
              </a:extLst>
            </p:cNvPr>
            <p:cNvSpPr/>
            <p:nvPr/>
          </p:nvSpPr>
          <p:spPr>
            <a:xfrm>
              <a:off x="1465465" y="2741547"/>
              <a:ext cx="241333" cy="3670"/>
            </a:xfrm>
            <a:custGeom>
              <a:avLst/>
              <a:gdLst>
                <a:gd name="connsiteX0" fmla="*/ 1341406 w 1341405"/>
                <a:gd name="connsiteY0" fmla="*/ 0 h 19812"/>
                <a:gd name="connsiteX1" fmla="*/ 1341406 w 1341405"/>
                <a:gd name="connsiteY1" fmla="*/ 19812 h 19812"/>
                <a:gd name="connsiteX2" fmla="*/ 0 w 1341405"/>
                <a:gd name="connsiteY2" fmla="*/ 19812 h 19812"/>
                <a:gd name="connsiteX3" fmla="*/ 3048 w 1341405"/>
                <a:gd name="connsiteY3" fmla="*/ 0 h 19812"/>
                <a:gd name="connsiteX4" fmla="*/ 1341406 w 1341405"/>
                <a:gd name="connsiteY4" fmla="*/ 0 h 19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1405" h="19812">
                  <a:moveTo>
                    <a:pt x="1341406" y="0"/>
                  </a:moveTo>
                  <a:lnTo>
                    <a:pt x="1341406" y="19812"/>
                  </a:lnTo>
                  <a:lnTo>
                    <a:pt x="0" y="19812"/>
                  </a:lnTo>
                  <a:lnTo>
                    <a:pt x="3048" y="0"/>
                  </a:lnTo>
                  <a:lnTo>
                    <a:pt x="1341406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006905D4-1176-47DC-E977-E958FBE290F8}"/>
                </a:ext>
              </a:extLst>
            </p:cNvPr>
            <p:cNvSpPr/>
            <p:nvPr/>
          </p:nvSpPr>
          <p:spPr>
            <a:xfrm>
              <a:off x="1461679" y="2767196"/>
              <a:ext cx="239789" cy="3670"/>
            </a:xfrm>
            <a:custGeom>
              <a:avLst/>
              <a:gdLst>
                <a:gd name="connsiteX0" fmla="*/ 1332833 w 1332833"/>
                <a:gd name="connsiteY0" fmla="*/ 0 h 19811"/>
                <a:gd name="connsiteX1" fmla="*/ 1332833 w 1332833"/>
                <a:gd name="connsiteY1" fmla="*/ 19812 h 19811"/>
                <a:gd name="connsiteX2" fmla="*/ 0 w 1332833"/>
                <a:gd name="connsiteY2" fmla="*/ 19812 h 19811"/>
                <a:gd name="connsiteX3" fmla="*/ 3048 w 1332833"/>
                <a:gd name="connsiteY3" fmla="*/ 0 h 19811"/>
                <a:gd name="connsiteX4" fmla="*/ 1332833 w 1332833"/>
                <a:gd name="connsiteY4" fmla="*/ 0 h 1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833" h="19811">
                  <a:moveTo>
                    <a:pt x="1332833" y="0"/>
                  </a:moveTo>
                  <a:lnTo>
                    <a:pt x="1332833" y="19812"/>
                  </a:lnTo>
                  <a:lnTo>
                    <a:pt x="0" y="19812"/>
                  </a:lnTo>
                  <a:lnTo>
                    <a:pt x="3048" y="0"/>
                  </a:lnTo>
                  <a:lnTo>
                    <a:pt x="133283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A39B422B-C89F-8D29-5FC1-0C4EA090B982}"/>
                </a:ext>
              </a:extLst>
            </p:cNvPr>
            <p:cNvSpPr/>
            <p:nvPr/>
          </p:nvSpPr>
          <p:spPr>
            <a:xfrm>
              <a:off x="1456538" y="2670000"/>
              <a:ext cx="38643" cy="135565"/>
            </a:xfrm>
            <a:custGeom>
              <a:avLst/>
              <a:gdLst>
                <a:gd name="connsiteX0" fmla="*/ 214789 w 214788"/>
                <a:gd name="connsiteY0" fmla="*/ 731996 h 731996"/>
                <a:gd name="connsiteX1" fmla="*/ 0 w 214788"/>
                <a:gd name="connsiteY1" fmla="*/ 731996 h 731996"/>
                <a:gd name="connsiteX2" fmla="*/ 28575 w 214788"/>
                <a:gd name="connsiteY2" fmla="*/ 544639 h 731996"/>
                <a:gd name="connsiteX3" fmla="*/ 31623 w 214788"/>
                <a:gd name="connsiteY3" fmla="*/ 524828 h 731996"/>
                <a:gd name="connsiteX4" fmla="*/ 49625 w 214788"/>
                <a:gd name="connsiteY4" fmla="*/ 406146 h 731996"/>
                <a:gd name="connsiteX5" fmla="*/ 52673 w 214788"/>
                <a:gd name="connsiteY5" fmla="*/ 386334 h 731996"/>
                <a:gd name="connsiteX6" fmla="*/ 111538 w 214788"/>
                <a:gd name="connsiteY6" fmla="*/ 0 h 731996"/>
                <a:gd name="connsiteX7" fmla="*/ 92773 w 214788"/>
                <a:gd name="connsiteY7" fmla="*/ 386334 h 731996"/>
                <a:gd name="connsiteX8" fmla="*/ 93440 w 214788"/>
                <a:gd name="connsiteY8" fmla="*/ 406146 h 731996"/>
                <a:gd name="connsiteX9" fmla="*/ 104013 w 214788"/>
                <a:gd name="connsiteY9" fmla="*/ 524828 h 731996"/>
                <a:gd name="connsiteX10" fmla="*/ 107156 w 214788"/>
                <a:gd name="connsiteY10" fmla="*/ 544639 h 731996"/>
                <a:gd name="connsiteX11" fmla="*/ 214694 w 214788"/>
                <a:gd name="connsiteY11" fmla="*/ 731996 h 73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788" h="731996">
                  <a:moveTo>
                    <a:pt x="214789" y="731996"/>
                  </a:moveTo>
                  <a:lnTo>
                    <a:pt x="0" y="731996"/>
                  </a:lnTo>
                  <a:lnTo>
                    <a:pt x="28575" y="544639"/>
                  </a:lnTo>
                  <a:lnTo>
                    <a:pt x="31623" y="524828"/>
                  </a:lnTo>
                  <a:lnTo>
                    <a:pt x="49625" y="406146"/>
                  </a:lnTo>
                  <a:lnTo>
                    <a:pt x="52673" y="386334"/>
                  </a:lnTo>
                  <a:lnTo>
                    <a:pt x="111538" y="0"/>
                  </a:lnTo>
                  <a:cubicBezTo>
                    <a:pt x="94488" y="161925"/>
                    <a:pt x="89726" y="288036"/>
                    <a:pt x="92773" y="386334"/>
                  </a:cubicBezTo>
                  <a:cubicBezTo>
                    <a:pt x="92964" y="393097"/>
                    <a:pt x="93154" y="399669"/>
                    <a:pt x="93440" y="406146"/>
                  </a:cubicBezTo>
                  <a:cubicBezTo>
                    <a:pt x="95440" y="451866"/>
                    <a:pt x="99060" y="491109"/>
                    <a:pt x="104013" y="524828"/>
                  </a:cubicBezTo>
                  <a:cubicBezTo>
                    <a:pt x="104965" y="531686"/>
                    <a:pt x="106013" y="538258"/>
                    <a:pt x="107156" y="544639"/>
                  </a:cubicBezTo>
                  <a:cubicBezTo>
                    <a:pt x="136779" y="717709"/>
                    <a:pt x="200501" y="731234"/>
                    <a:pt x="214694" y="731996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83E4B8-61A2-C81A-C513-454B90BCDCD1}"/>
                </a:ext>
              </a:extLst>
            </p:cNvPr>
            <p:cNvSpPr/>
            <p:nvPr/>
          </p:nvSpPr>
          <p:spPr>
            <a:xfrm>
              <a:off x="1495180" y="2805563"/>
              <a:ext cx="514" cy="9"/>
            </a:xfrm>
            <a:custGeom>
              <a:avLst/>
              <a:gdLst>
                <a:gd name="connsiteX0" fmla="*/ 2858 w 2857"/>
                <a:gd name="connsiteY0" fmla="*/ 0 h 42"/>
                <a:gd name="connsiteX1" fmla="*/ 0 w 2857"/>
                <a:gd name="connsiteY1" fmla="*/ 0 h 42"/>
                <a:gd name="connsiteX2" fmla="*/ 2858 w 2857"/>
                <a:gd name="connsiteY2" fmla="*/ 0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" h="42">
                  <a:moveTo>
                    <a:pt x="2858" y="0"/>
                  </a:moveTo>
                  <a:cubicBezTo>
                    <a:pt x="2858" y="0"/>
                    <a:pt x="1905" y="95"/>
                    <a:pt x="0" y="0"/>
                  </a:cubicBezTo>
                  <a:lnTo>
                    <a:pt x="2858" y="0"/>
                  </a:lnTo>
                  <a:close/>
                </a:path>
              </a:pathLst>
            </a:custGeom>
            <a:solidFill>
              <a:srgbClr val="0C1A51">
                <a:alpha val="88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4EBFEE2-0C9D-C019-E76B-63A10FB0499E}"/>
                </a:ext>
              </a:extLst>
            </p:cNvPr>
            <p:cNvSpPr/>
            <p:nvPr/>
          </p:nvSpPr>
          <p:spPr>
            <a:xfrm>
              <a:off x="1505339" y="2519158"/>
              <a:ext cx="163620" cy="84232"/>
            </a:xfrm>
            <a:custGeom>
              <a:avLst/>
              <a:gdLst>
                <a:gd name="connsiteX0" fmla="*/ 873835 w 909453"/>
                <a:gd name="connsiteY0" fmla="*/ 268129 h 454818"/>
                <a:gd name="connsiteX1" fmla="*/ 565511 w 909453"/>
                <a:gd name="connsiteY1" fmla="*/ 452724 h 454818"/>
                <a:gd name="connsiteX2" fmla="*/ 520076 w 909453"/>
                <a:gd name="connsiteY2" fmla="*/ 454819 h 454818"/>
                <a:gd name="connsiteX3" fmla="*/ 208704 w 909453"/>
                <a:gd name="connsiteY3" fmla="*/ 375952 h 454818"/>
                <a:gd name="connsiteX4" fmla="*/ 43826 w 909453"/>
                <a:gd name="connsiteY4" fmla="*/ 254413 h 454818"/>
                <a:gd name="connsiteX5" fmla="*/ 964 w 909453"/>
                <a:gd name="connsiteY5" fmla="*/ 109538 h 454818"/>
                <a:gd name="connsiteX6" fmla="*/ 22300 w 909453"/>
                <a:gd name="connsiteY6" fmla="*/ 104204 h 454818"/>
                <a:gd name="connsiteX7" fmla="*/ 60209 w 909453"/>
                <a:gd name="connsiteY7" fmla="*/ 242316 h 454818"/>
                <a:gd name="connsiteX8" fmla="*/ 217467 w 909453"/>
                <a:gd name="connsiteY8" fmla="*/ 357664 h 454818"/>
                <a:gd name="connsiteX9" fmla="*/ 563701 w 909453"/>
                <a:gd name="connsiteY9" fmla="*/ 432626 h 454818"/>
                <a:gd name="connsiteX10" fmla="*/ 856118 w 909453"/>
                <a:gd name="connsiteY10" fmla="*/ 258413 h 454818"/>
                <a:gd name="connsiteX11" fmla="*/ 856499 w 909453"/>
                <a:gd name="connsiteY11" fmla="*/ 0 h 454818"/>
                <a:gd name="connsiteX12" fmla="*/ 882312 w 909453"/>
                <a:gd name="connsiteY12" fmla="*/ 5715 h 454818"/>
                <a:gd name="connsiteX13" fmla="*/ 873835 w 909453"/>
                <a:gd name="connsiteY13" fmla="*/ 268415 h 45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09453" h="454818">
                  <a:moveTo>
                    <a:pt x="873835" y="268129"/>
                  </a:moveTo>
                  <a:cubicBezTo>
                    <a:pt x="816875" y="369856"/>
                    <a:pt x="698765" y="440627"/>
                    <a:pt x="565511" y="452724"/>
                  </a:cubicBezTo>
                  <a:cubicBezTo>
                    <a:pt x="550556" y="454057"/>
                    <a:pt x="535412" y="454819"/>
                    <a:pt x="520076" y="454819"/>
                  </a:cubicBezTo>
                  <a:cubicBezTo>
                    <a:pt x="423874" y="454819"/>
                    <a:pt x="319385" y="428339"/>
                    <a:pt x="208704" y="375952"/>
                  </a:cubicBezTo>
                  <a:cubicBezTo>
                    <a:pt x="155173" y="350616"/>
                    <a:pt x="88022" y="313849"/>
                    <a:pt x="43826" y="254413"/>
                  </a:cubicBezTo>
                  <a:cubicBezTo>
                    <a:pt x="10774" y="209836"/>
                    <a:pt x="-4085" y="157353"/>
                    <a:pt x="964" y="109538"/>
                  </a:cubicBezTo>
                  <a:cubicBezTo>
                    <a:pt x="8203" y="107728"/>
                    <a:pt x="15346" y="105823"/>
                    <a:pt x="22300" y="104204"/>
                  </a:cubicBezTo>
                  <a:cubicBezTo>
                    <a:pt x="14680" y="153734"/>
                    <a:pt x="33349" y="206216"/>
                    <a:pt x="60209" y="242316"/>
                  </a:cubicBezTo>
                  <a:cubicBezTo>
                    <a:pt x="101738" y="298133"/>
                    <a:pt x="166032" y="333280"/>
                    <a:pt x="217467" y="357664"/>
                  </a:cubicBezTo>
                  <a:cubicBezTo>
                    <a:pt x="342530" y="416814"/>
                    <a:pt x="459021" y="442055"/>
                    <a:pt x="563701" y="432626"/>
                  </a:cubicBezTo>
                  <a:cubicBezTo>
                    <a:pt x="690383" y="421196"/>
                    <a:pt x="802397" y="354425"/>
                    <a:pt x="856118" y="258413"/>
                  </a:cubicBezTo>
                  <a:cubicBezTo>
                    <a:pt x="901553" y="177070"/>
                    <a:pt x="899076" y="74486"/>
                    <a:pt x="856499" y="0"/>
                  </a:cubicBezTo>
                  <a:cubicBezTo>
                    <a:pt x="864596" y="1715"/>
                    <a:pt x="873168" y="3715"/>
                    <a:pt x="882312" y="5715"/>
                  </a:cubicBezTo>
                  <a:cubicBezTo>
                    <a:pt x="920031" y="84582"/>
                    <a:pt x="919555" y="186595"/>
                    <a:pt x="873835" y="268415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D2D76DE5-38EF-62D5-3EAE-9C8B1FFB6320}"/>
                </a:ext>
              </a:extLst>
            </p:cNvPr>
            <p:cNvSpPr/>
            <p:nvPr/>
          </p:nvSpPr>
          <p:spPr>
            <a:xfrm>
              <a:off x="1416268" y="2803681"/>
              <a:ext cx="41504" cy="22682"/>
            </a:xfrm>
            <a:custGeom>
              <a:avLst/>
              <a:gdLst>
                <a:gd name="connsiteX0" fmla="*/ 8668 w 230695"/>
                <a:gd name="connsiteY0" fmla="*/ 122378 h 122472"/>
                <a:gd name="connsiteX1" fmla="*/ 0 w 230695"/>
                <a:gd name="connsiteY1" fmla="*/ 116948 h 122472"/>
                <a:gd name="connsiteX2" fmla="*/ 230696 w 230695"/>
                <a:gd name="connsiteY2" fmla="*/ 648 h 122472"/>
                <a:gd name="connsiteX3" fmla="*/ 229934 w 230695"/>
                <a:gd name="connsiteY3" fmla="*/ 10840 h 122472"/>
                <a:gd name="connsiteX4" fmla="*/ 8668 w 230695"/>
                <a:gd name="connsiteY4" fmla="*/ 122473 h 12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695" h="122472">
                  <a:moveTo>
                    <a:pt x="8668" y="122378"/>
                  </a:moveTo>
                  <a:lnTo>
                    <a:pt x="0" y="116948"/>
                  </a:lnTo>
                  <a:cubicBezTo>
                    <a:pt x="48006" y="40558"/>
                    <a:pt x="140684" y="-6115"/>
                    <a:pt x="230696" y="648"/>
                  </a:cubicBezTo>
                  <a:lnTo>
                    <a:pt x="229934" y="10840"/>
                  </a:lnTo>
                  <a:cubicBezTo>
                    <a:pt x="143732" y="4458"/>
                    <a:pt x="54769" y="49226"/>
                    <a:pt x="8668" y="122473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F893D2F-04FF-2E51-E8C9-088C636B7F45}"/>
                </a:ext>
              </a:extLst>
            </p:cNvPr>
            <p:cNvSpPr/>
            <p:nvPr/>
          </p:nvSpPr>
          <p:spPr>
            <a:xfrm rot="21571800">
              <a:off x="1407600" y="2794523"/>
              <a:ext cx="37202" cy="1887"/>
            </a:xfrm>
            <a:custGeom>
              <a:avLst/>
              <a:gdLst>
                <a:gd name="connsiteX0" fmla="*/ 0 w 206787"/>
                <a:gd name="connsiteY0" fmla="*/ 0 h 10191"/>
                <a:gd name="connsiteX1" fmla="*/ 206788 w 206787"/>
                <a:gd name="connsiteY1" fmla="*/ 0 h 10191"/>
                <a:gd name="connsiteX2" fmla="*/ 206788 w 206787"/>
                <a:gd name="connsiteY2" fmla="*/ 10192 h 10191"/>
                <a:gd name="connsiteX3" fmla="*/ 0 w 206787"/>
                <a:gd name="connsiteY3" fmla="*/ 10192 h 10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787" h="10191">
                  <a:moveTo>
                    <a:pt x="0" y="0"/>
                  </a:moveTo>
                  <a:lnTo>
                    <a:pt x="206788" y="0"/>
                  </a:lnTo>
                  <a:lnTo>
                    <a:pt x="206788" y="10192"/>
                  </a:lnTo>
                  <a:lnTo>
                    <a:pt x="0" y="10192"/>
                  </a:ln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1806" name="Group 1805">
              <a:extLst>
                <a:ext uri="{FF2B5EF4-FFF2-40B4-BE49-F238E27FC236}">
                  <a16:creationId xmlns:a16="http://schemas.microsoft.com/office/drawing/2014/main" id="{FCDEE88F-FAEA-D0F9-D1E6-2921422BEEFB}"/>
                </a:ext>
              </a:extLst>
            </p:cNvPr>
            <p:cNvGrpSpPr/>
            <p:nvPr/>
          </p:nvGrpSpPr>
          <p:grpSpPr>
            <a:xfrm>
              <a:off x="1754419" y="2145923"/>
              <a:ext cx="478894" cy="477172"/>
              <a:chOff x="1754419" y="2145923"/>
              <a:chExt cx="478894" cy="477172"/>
            </a:xfrm>
          </p:grpSpPr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E62CD9B0-6083-C18B-49D2-368E41CBE5A5}"/>
                  </a:ext>
                </a:extLst>
              </p:cNvPr>
              <p:cNvSpPr/>
              <p:nvPr/>
            </p:nvSpPr>
            <p:spPr>
              <a:xfrm>
                <a:off x="1769483" y="2145923"/>
                <a:ext cx="463813" cy="47152"/>
              </a:xfrm>
              <a:custGeom>
                <a:avLst/>
                <a:gdLst>
                  <a:gd name="connsiteX0" fmla="*/ 2578037 w 2578036"/>
                  <a:gd name="connsiteY0" fmla="*/ 97631 h 254603"/>
                  <a:gd name="connsiteX1" fmla="*/ 2477167 w 2578036"/>
                  <a:gd name="connsiteY1" fmla="*/ 0 h 254603"/>
                  <a:gd name="connsiteX2" fmla="*/ 100870 w 2578036"/>
                  <a:gd name="connsiteY2" fmla="*/ 0 h 254603"/>
                  <a:gd name="connsiteX3" fmla="*/ 0 w 2578036"/>
                  <a:gd name="connsiteY3" fmla="*/ 97631 h 254603"/>
                  <a:gd name="connsiteX4" fmla="*/ 0 w 2578036"/>
                  <a:gd name="connsiteY4" fmla="*/ 254603 h 254603"/>
                  <a:gd name="connsiteX5" fmla="*/ 2577942 w 2578036"/>
                  <a:gd name="connsiteY5" fmla="*/ 254603 h 254603"/>
                  <a:gd name="connsiteX6" fmla="*/ 2577942 w 2578036"/>
                  <a:gd name="connsiteY6" fmla="*/ 97631 h 254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8036" h="254603">
                    <a:moveTo>
                      <a:pt x="2578037" y="97631"/>
                    </a:moveTo>
                    <a:cubicBezTo>
                      <a:pt x="2578037" y="43720"/>
                      <a:pt x="2532888" y="0"/>
                      <a:pt x="2477167" y="0"/>
                    </a:cubicBezTo>
                    <a:lnTo>
                      <a:pt x="100870" y="0"/>
                    </a:lnTo>
                    <a:cubicBezTo>
                      <a:pt x="45148" y="0"/>
                      <a:pt x="0" y="43720"/>
                      <a:pt x="0" y="97631"/>
                    </a:cubicBezTo>
                    <a:lnTo>
                      <a:pt x="0" y="254603"/>
                    </a:lnTo>
                    <a:lnTo>
                      <a:pt x="2577942" y="254603"/>
                    </a:lnTo>
                    <a:lnTo>
                      <a:pt x="2577942" y="97631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006DE273-8B69-36DF-6756-2B835F9BEA0C}"/>
                  </a:ext>
                </a:extLst>
              </p:cNvPr>
              <p:cNvSpPr/>
              <p:nvPr/>
            </p:nvSpPr>
            <p:spPr>
              <a:xfrm>
                <a:off x="1769517" y="2193075"/>
                <a:ext cx="463796" cy="296795"/>
              </a:xfrm>
              <a:custGeom>
                <a:avLst/>
                <a:gdLst>
                  <a:gd name="connsiteX0" fmla="*/ 2577846 w 2577940"/>
                  <a:gd name="connsiteY0" fmla="*/ 0 h 1602581"/>
                  <a:gd name="connsiteX1" fmla="*/ 2577846 w 2577940"/>
                  <a:gd name="connsiteY1" fmla="*/ 1468850 h 1602581"/>
                  <a:gd name="connsiteX2" fmla="*/ 2437257 w 2577940"/>
                  <a:gd name="connsiteY2" fmla="*/ 1602581 h 1602581"/>
                  <a:gd name="connsiteX3" fmla="*/ 140589 w 2577940"/>
                  <a:gd name="connsiteY3" fmla="*/ 1602581 h 1602581"/>
                  <a:gd name="connsiteX4" fmla="*/ 0 w 2577940"/>
                  <a:gd name="connsiteY4" fmla="*/ 1468850 h 1602581"/>
                  <a:gd name="connsiteX5" fmla="*/ 0 w 2577940"/>
                  <a:gd name="connsiteY5" fmla="*/ 0 h 1602581"/>
                  <a:gd name="connsiteX6" fmla="*/ 2577941 w 2577940"/>
                  <a:gd name="connsiteY6" fmla="*/ 0 h 1602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7940" h="1602581">
                    <a:moveTo>
                      <a:pt x="2577846" y="0"/>
                    </a:moveTo>
                    <a:lnTo>
                      <a:pt x="2577846" y="1468850"/>
                    </a:lnTo>
                    <a:cubicBezTo>
                      <a:pt x="2577846" y="1542764"/>
                      <a:pt x="2514886" y="1602581"/>
                      <a:pt x="2437257" y="1602581"/>
                    </a:cubicBezTo>
                    <a:lnTo>
                      <a:pt x="140589" y="1602581"/>
                    </a:lnTo>
                    <a:cubicBezTo>
                      <a:pt x="62960" y="1602581"/>
                      <a:pt x="0" y="1542669"/>
                      <a:pt x="0" y="1468850"/>
                    </a:cubicBezTo>
                    <a:lnTo>
                      <a:pt x="0" y="0"/>
                    </a:lnTo>
                    <a:lnTo>
                      <a:pt x="2577941" y="0"/>
                    </a:lnTo>
                    <a:close/>
                  </a:path>
                </a:pathLst>
              </a:custGeom>
              <a:solidFill>
                <a:schemeClr val="tx2">
                  <a:lumMod val="25000"/>
                  <a:lumOff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CF557BC6-BE54-5CC1-17AC-DACFE2FE5777}"/>
                  </a:ext>
                </a:extLst>
              </p:cNvPr>
              <p:cNvSpPr/>
              <p:nvPr/>
            </p:nvSpPr>
            <p:spPr>
              <a:xfrm>
                <a:off x="1877614" y="2216643"/>
                <a:ext cx="65341" cy="13689"/>
              </a:xfrm>
              <a:custGeom>
                <a:avLst/>
                <a:gdLst>
                  <a:gd name="connsiteX0" fmla="*/ 0 w 363188"/>
                  <a:gd name="connsiteY0" fmla="*/ 0 h 73914"/>
                  <a:gd name="connsiteX1" fmla="*/ 363188 w 363188"/>
                  <a:gd name="connsiteY1" fmla="*/ 0 h 73914"/>
                  <a:gd name="connsiteX2" fmla="*/ 363188 w 363188"/>
                  <a:gd name="connsiteY2" fmla="*/ 73914 h 73914"/>
                  <a:gd name="connsiteX3" fmla="*/ 0 w 363188"/>
                  <a:gd name="connsiteY3" fmla="*/ 73914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188" h="73914">
                    <a:moveTo>
                      <a:pt x="0" y="0"/>
                    </a:moveTo>
                    <a:lnTo>
                      <a:pt x="363188" y="0"/>
                    </a:lnTo>
                    <a:lnTo>
                      <a:pt x="363188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3C952E3A-CC77-953D-6542-7F1E555AE02F}"/>
                  </a:ext>
                </a:extLst>
              </p:cNvPr>
              <p:cNvSpPr/>
              <p:nvPr/>
            </p:nvSpPr>
            <p:spPr>
              <a:xfrm>
                <a:off x="1961222" y="2216642"/>
                <a:ext cx="217563" cy="13689"/>
              </a:xfrm>
              <a:custGeom>
                <a:avLst/>
                <a:gdLst>
                  <a:gd name="connsiteX0" fmla="*/ 217741 w 1209293"/>
                  <a:gd name="connsiteY0" fmla="*/ 73914 h 73914"/>
                  <a:gd name="connsiteX1" fmla="*/ 0 w 1209293"/>
                  <a:gd name="connsiteY1" fmla="*/ 73914 h 73914"/>
                  <a:gd name="connsiteX2" fmla="*/ 0 w 1209293"/>
                  <a:gd name="connsiteY2" fmla="*/ 0 h 73914"/>
                  <a:gd name="connsiteX3" fmla="*/ 217741 w 1209293"/>
                  <a:gd name="connsiteY3" fmla="*/ 0 h 73914"/>
                  <a:gd name="connsiteX4" fmla="*/ 217741 w 1209293"/>
                  <a:gd name="connsiteY4" fmla="*/ 73914 h 73914"/>
                  <a:gd name="connsiteX5" fmla="*/ 1209294 w 1209293"/>
                  <a:gd name="connsiteY5" fmla="*/ 0 h 73914"/>
                  <a:gd name="connsiteX6" fmla="*/ 960501 w 1209293"/>
                  <a:gd name="connsiteY6" fmla="*/ 0 h 73914"/>
                  <a:gd name="connsiteX7" fmla="*/ 960501 w 1209293"/>
                  <a:gd name="connsiteY7" fmla="*/ 73914 h 73914"/>
                  <a:gd name="connsiteX8" fmla="*/ 1209294 w 1209293"/>
                  <a:gd name="connsiteY8" fmla="*/ 73914 h 73914"/>
                  <a:gd name="connsiteX9" fmla="*/ 1209294 w 1209293"/>
                  <a:gd name="connsiteY9" fmla="*/ 0 h 73914"/>
                  <a:gd name="connsiteX10" fmla="*/ 375951 w 1209293"/>
                  <a:gd name="connsiteY10" fmla="*/ 0 h 73914"/>
                  <a:gd name="connsiteX11" fmla="*/ 310229 w 1209293"/>
                  <a:gd name="connsiteY11" fmla="*/ 0 h 73914"/>
                  <a:gd name="connsiteX12" fmla="*/ 310229 w 1209293"/>
                  <a:gd name="connsiteY12" fmla="*/ 73914 h 73914"/>
                  <a:gd name="connsiteX13" fmla="*/ 375951 w 1209293"/>
                  <a:gd name="connsiteY13" fmla="*/ 73914 h 73914"/>
                  <a:gd name="connsiteX14" fmla="*/ 375951 w 1209293"/>
                  <a:gd name="connsiteY14" fmla="*/ 0 h 73914"/>
                  <a:gd name="connsiteX15" fmla="*/ 908304 w 1209293"/>
                  <a:gd name="connsiteY15" fmla="*/ 0 h 73914"/>
                  <a:gd name="connsiteX16" fmla="*/ 431102 w 1209293"/>
                  <a:gd name="connsiteY16" fmla="*/ 0 h 73914"/>
                  <a:gd name="connsiteX17" fmla="*/ 431102 w 1209293"/>
                  <a:gd name="connsiteY17" fmla="*/ 73914 h 73914"/>
                  <a:gd name="connsiteX18" fmla="*/ 908304 w 1209293"/>
                  <a:gd name="connsiteY18" fmla="*/ 73914 h 73914"/>
                  <a:gd name="connsiteX19" fmla="*/ 908304 w 1209293"/>
                  <a:gd name="connsiteY1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09293" h="73914">
                    <a:moveTo>
                      <a:pt x="217741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217741" y="0"/>
                    </a:lnTo>
                    <a:lnTo>
                      <a:pt x="217741" y="73914"/>
                    </a:lnTo>
                    <a:close/>
                    <a:moveTo>
                      <a:pt x="1209294" y="0"/>
                    </a:moveTo>
                    <a:lnTo>
                      <a:pt x="960501" y="0"/>
                    </a:lnTo>
                    <a:lnTo>
                      <a:pt x="960501" y="73914"/>
                    </a:lnTo>
                    <a:lnTo>
                      <a:pt x="1209294" y="73914"/>
                    </a:lnTo>
                    <a:lnTo>
                      <a:pt x="1209294" y="0"/>
                    </a:lnTo>
                    <a:close/>
                    <a:moveTo>
                      <a:pt x="375951" y="0"/>
                    </a:moveTo>
                    <a:lnTo>
                      <a:pt x="310229" y="0"/>
                    </a:lnTo>
                    <a:lnTo>
                      <a:pt x="310229" y="73914"/>
                    </a:lnTo>
                    <a:lnTo>
                      <a:pt x="375951" y="73914"/>
                    </a:lnTo>
                    <a:lnTo>
                      <a:pt x="375951" y="0"/>
                    </a:lnTo>
                    <a:close/>
                    <a:moveTo>
                      <a:pt x="908304" y="0"/>
                    </a:moveTo>
                    <a:lnTo>
                      <a:pt x="431102" y="0"/>
                    </a:lnTo>
                    <a:lnTo>
                      <a:pt x="431102" y="73914"/>
                    </a:lnTo>
                    <a:lnTo>
                      <a:pt x="908304" y="73914"/>
                    </a:lnTo>
                    <a:lnTo>
                      <a:pt x="90830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FB8DB09F-9415-CE69-C01A-2EBFA0DD3075}"/>
                  </a:ext>
                </a:extLst>
              </p:cNvPr>
              <p:cNvSpPr/>
              <p:nvPr/>
            </p:nvSpPr>
            <p:spPr>
              <a:xfrm>
                <a:off x="1877614" y="2406803"/>
                <a:ext cx="65341" cy="13689"/>
              </a:xfrm>
              <a:custGeom>
                <a:avLst/>
                <a:gdLst>
                  <a:gd name="connsiteX0" fmla="*/ 0 w 363188"/>
                  <a:gd name="connsiteY0" fmla="*/ 0 h 73913"/>
                  <a:gd name="connsiteX1" fmla="*/ 363188 w 363188"/>
                  <a:gd name="connsiteY1" fmla="*/ 0 h 73913"/>
                  <a:gd name="connsiteX2" fmla="*/ 363188 w 363188"/>
                  <a:gd name="connsiteY2" fmla="*/ 73914 h 73913"/>
                  <a:gd name="connsiteX3" fmla="*/ 0 w 363188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188" h="73913">
                    <a:moveTo>
                      <a:pt x="0" y="0"/>
                    </a:moveTo>
                    <a:lnTo>
                      <a:pt x="363188" y="0"/>
                    </a:lnTo>
                    <a:lnTo>
                      <a:pt x="363188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758B3E4E-4E47-DF3E-FB73-8D48B688C14E}"/>
                  </a:ext>
                </a:extLst>
              </p:cNvPr>
              <p:cNvSpPr/>
              <p:nvPr/>
            </p:nvSpPr>
            <p:spPr>
              <a:xfrm>
                <a:off x="1877613" y="2433969"/>
                <a:ext cx="64141" cy="13689"/>
              </a:xfrm>
              <a:custGeom>
                <a:avLst/>
                <a:gdLst>
                  <a:gd name="connsiteX0" fmla="*/ 163545 w 356521"/>
                  <a:gd name="connsiteY0" fmla="*/ 73914 h 73914"/>
                  <a:gd name="connsiteX1" fmla="*/ 0 w 356521"/>
                  <a:gd name="connsiteY1" fmla="*/ 73914 h 73914"/>
                  <a:gd name="connsiteX2" fmla="*/ 0 w 356521"/>
                  <a:gd name="connsiteY2" fmla="*/ 0 h 73914"/>
                  <a:gd name="connsiteX3" fmla="*/ 163545 w 356521"/>
                  <a:gd name="connsiteY3" fmla="*/ 0 h 73914"/>
                  <a:gd name="connsiteX4" fmla="*/ 163545 w 356521"/>
                  <a:gd name="connsiteY4" fmla="*/ 73914 h 73914"/>
                  <a:gd name="connsiteX5" fmla="*/ 356521 w 356521"/>
                  <a:gd name="connsiteY5" fmla="*/ 0 h 73914"/>
                  <a:gd name="connsiteX6" fmla="*/ 192977 w 356521"/>
                  <a:gd name="connsiteY6" fmla="*/ 0 h 73914"/>
                  <a:gd name="connsiteX7" fmla="*/ 192977 w 356521"/>
                  <a:gd name="connsiteY7" fmla="*/ 73914 h 73914"/>
                  <a:gd name="connsiteX8" fmla="*/ 356521 w 356521"/>
                  <a:gd name="connsiteY8" fmla="*/ 73914 h 73914"/>
                  <a:gd name="connsiteX9" fmla="*/ 356521 w 356521"/>
                  <a:gd name="connsiteY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6521" h="73914">
                    <a:moveTo>
                      <a:pt x="163545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163545" y="0"/>
                    </a:lnTo>
                    <a:lnTo>
                      <a:pt x="163545" y="73914"/>
                    </a:lnTo>
                    <a:close/>
                    <a:moveTo>
                      <a:pt x="356521" y="0"/>
                    </a:moveTo>
                    <a:lnTo>
                      <a:pt x="192977" y="0"/>
                    </a:lnTo>
                    <a:lnTo>
                      <a:pt x="192977" y="73914"/>
                    </a:lnTo>
                    <a:lnTo>
                      <a:pt x="356521" y="73914"/>
                    </a:lnTo>
                    <a:lnTo>
                      <a:pt x="35652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135F2550-59A6-EF13-8AA2-9AB6CB447D71}"/>
                  </a:ext>
                </a:extLst>
              </p:cNvPr>
              <p:cNvSpPr/>
              <p:nvPr/>
            </p:nvSpPr>
            <p:spPr>
              <a:xfrm>
                <a:off x="1961222" y="2406803"/>
                <a:ext cx="163412" cy="13689"/>
              </a:xfrm>
              <a:custGeom>
                <a:avLst/>
                <a:gdLst>
                  <a:gd name="connsiteX0" fmla="*/ 217741 w 908303"/>
                  <a:gd name="connsiteY0" fmla="*/ 73914 h 73913"/>
                  <a:gd name="connsiteX1" fmla="*/ 0 w 908303"/>
                  <a:gd name="connsiteY1" fmla="*/ 73914 h 73913"/>
                  <a:gd name="connsiteX2" fmla="*/ 0 w 908303"/>
                  <a:gd name="connsiteY2" fmla="*/ 0 h 73913"/>
                  <a:gd name="connsiteX3" fmla="*/ 217741 w 908303"/>
                  <a:gd name="connsiteY3" fmla="*/ 0 h 73913"/>
                  <a:gd name="connsiteX4" fmla="*/ 217741 w 908303"/>
                  <a:gd name="connsiteY4" fmla="*/ 73914 h 73913"/>
                  <a:gd name="connsiteX5" fmla="*/ 375951 w 908303"/>
                  <a:gd name="connsiteY5" fmla="*/ 0 h 73913"/>
                  <a:gd name="connsiteX6" fmla="*/ 310229 w 908303"/>
                  <a:gd name="connsiteY6" fmla="*/ 0 h 73913"/>
                  <a:gd name="connsiteX7" fmla="*/ 310229 w 908303"/>
                  <a:gd name="connsiteY7" fmla="*/ 73914 h 73913"/>
                  <a:gd name="connsiteX8" fmla="*/ 375951 w 908303"/>
                  <a:gd name="connsiteY8" fmla="*/ 73914 h 73913"/>
                  <a:gd name="connsiteX9" fmla="*/ 375951 w 908303"/>
                  <a:gd name="connsiteY9" fmla="*/ 0 h 73913"/>
                  <a:gd name="connsiteX10" fmla="*/ 908304 w 908303"/>
                  <a:gd name="connsiteY10" fmla="*/ 0 h 73913"/>
                  <a:gd name="connsiteX11" fmla="*/ 431102 w 908303"/>
                  <a:gd name="connsiteY11" fmla="*/ 0 h 73913"/>
                  <a:gd name="connsiteX12" fmla="*/ 431102 w 908303"/>
                  <a:gd name="connsiteY12" fmla="*/ 73914 h 73913"/>
                  <a:gd name="connsiteX13" fmla="*/ 908304 w 908303"/>
                  <a:gd name="connsiteY13" fmla="*/ 73914 h 73913"/>
                  <a:gd name="connsiteX14" fmla="*/ 908304 w 908303"/>
                  <a:gd name="connsiteY14" fmla="*/ 0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08303" h="73913">
                    <a:moveTo>
                      <a:pt x="217741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217741" y="0"/>
                    </a:lnTo>
                    <a:lnTo>
                      <a:pt x="217741" y="73914"/>
                    </a:lnTo>
                    <a:close/>
                    <a:moveTo>
                      <a:pt x="375951" y="0"/>
                    </a:moveTo>
                    <a:lnTo>
                      <a:pt x="310229" y="0"/>
                    </a:lnTo>
                    <a:lnTo>
                      <a:pt x="310229" y="73914"/>
                    </a:lnTo>
                    <a:lnTo>
                      <a:pt x="375951" y="73914"/>
                    </a:lnTo>
                    <a:lnTo>
                      <a:pt x="375951" y="0"/>
                    </a:lnTo>
                    <a:close/>
                    <a:moveTo>
                      <a:pt x="908304" y="0"/>
                    </a:moveTo>
                    <a:lnTo>
                      <a:pt x="431102" y="0"/>
                    </a:lnTo>
                    <a:lnTo>
                      <a:pt x="431102" y="73914"/>
                    </a:lnTo>
                    <a:lnTo>
                      <a:pt x="908304" y="73914"/>
                    </a:lnTo>
                    <a:lnTo>
                      <a:pt x="908304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02D6ECB4-4AAB-E022-4D24-9245C07F18D5}"/>
                  </a:ext>
                </a:extLst>
              </p:cNvPr>
              <p:cNvSpPr/>
              <p:nvPr/>
            </p:nvSpPr>
            <p:spPr>
              <a:xfrm>
                <a:off x="2010455" y="2243808"/>
                <a:ext cx="95775" cy="13689"/>
              </a:xfrm>
              <a:custGeom>
                <a:avLst/>
                <a:gdLst>
                  <a:gd name="connsiteX0" fmla="*/ 379286 w 532352"/>
                  <a:gd name="connsiteY0" fmla="*/ 73914 h 73914"/>
                  <a:gd name="connsiteX1" fmla="*/ 0 w 532352"/>
                  <a:gd name="connsiteY1" fmla="*/ 73914 h 73914"/>
                  <a:gd name="connsiteX2" fmla="*/ 0 w 532352"/>
                  <a:gd name="connsiteY2" fmla="*/ 0 h 73914"/>
                  <a:gd name="connsiteX3" fmla="*/ 379286 w 532352"/>
                  <a:gd name="connsiteY3" fmla="*/ 0 h 73914"/>
                  <a:gd name="connsiteX4" fmla="*/ 379286 w 532352"/>
                  <a:gd name="connsiteY4" fmla="*/ 73914 h 73914"/>
                  <a:gd name="connsiteX5" fmla="*/ 532352 w 532352"/>
                  <a:gd name="connsiteY5" fmla="*/ 0 h 73914"/>
                  <a:gd name="connsiteX6" fmla="*/ 431102 w 532352"/>
                  <a:gd name="connsiteY6" fmla="*/ 0 h 73914"/>
                  <a:gd name="connsiteX7" fmla="*/ 431102 w 532352"/>
                  <a:gd name="connsiteY7" fmla="*/ 73914 h 73914"/>
                  <a:gd name="connsiteX8" fmla="*/ 532352 w 532352"/>
                  <a:gd name="connsiteY8" fmla="*/ 73914 h 73914"/>
                  <a:gd name="connsiteX9" fmla="*/ 532352 w 532352"/>
                  <a:gd name="connsiteY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2352" h="73914">
                    <a:moveTo>
                      <a:pt x="379286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379286" y="0"/>
                    </a:lnTo>
                    <a:lnTo>
                      <a:pt x="379286" y="73914"/>
                    </a:lnTo>
                    <a:close/>
                    <a:moveTo>
                      <a:pt x="532352" y="0"/>
                    </a:moveTo>
                    <a:lnTo>
                      <a:pt x="431102" y="0"/>
                    </a:lnTo>
                    <a:lnTo>
                      <a:pt x="431102" y="73914"/>
                    </a:lnTo>
                    <a:lnTo>
                      <a:pt x="532352" y="73914"/>
                    </a:lnTo>
                    <a:lnTo>
                      <a:pt x="532352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FB844D7C-CD50-3A52-21F4-120DD7BCBAE3}"/>
                  </a:ext>
                </a:extLst>
              </p:cNvPr>
              <p:cNvSpPr/>
              <p:nvPr/>
            </p:nvSpPr>
            <p:spPr>
              <a:xfrm>
                <a:off x="1900491" y="2243808"/>
                <a:ext cx="99905" cy="13689"/>
              </a:xfrm>
              <a:custGeom>
                <a:avLst/>
                <a:gdLst>
                  <a:gd name="connsiteX0" fmla="*/ 0 w 555307"/>
                  <a:gd name="connsiteY0" fmla="*/ 0 h 73914"/>
                  <a:gd name="connsiteX1" fmla="*/ 555307 w 555307"/>
                  <a:gd name="connsiteY1" fmla="*/ 0 h 73914"/>
                  <a:gd name="connsiteX2" fmla="*/ 555307 w 555307"/>
                  <a:gd name="connsiteY2" fmla="*/ 73914 h 73914"/>
                  <a:gd name="connsiteX3" fmla="*/ 0 w 555307"/>
                  <a:gd name="connsiteY3" fmla="*/ 73914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307" h="73914">
                    <a:moveTo>
                      <a:pt x="0" y="0"/>
                    </a:moveTo>
                    <a:lnTo>
                      <a:pt x="555307" y="0"/>
                    </a:lnTo>
                    <a:lnTo>
                      <a:pt x="555307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2E8AAFB2-B56C-6D19-2F18-659AB8BE2703}"/>
                  </a:ext>
                </a:extLst>
              </p:cNvPr>
              <p:cNvSpPr/>
              <p:nvPr/>
            </p:nvSpPr>
            <p:spPr>
              <a:xfrm>
                <a:off x="2037273" y="2352472"/>
                <a:ext cx="116356" cy="13689"/>
              </a:xfrm>
              <a:custGeom>
                <a:avLst/>
                <a:gdLst>
                  <a:gd name="connsiteX0" fmla="*/ 379286 w 646747"/>
                  <a:gd name="connsiteY0" fmla="*/ 73914 h 73914"/>
                  <a:gd name="connsiteX1" fmla="*/ 0 w 646747"/>
                  <a:gd name="connsiteY1" fmla="*/ 73914 h 73914"/>
                  <a:gd name="connsiteX2" fmla="*/ 0 w 646747"/>
                  <a:gd name="connsiteY2" fmla="*/ 0 h 73914"/>
                  <a:gd name="connsiteX3" fmla="*/ 379286 w 646747"/>
                  <a:gd name="connsiteY3" fmla="*/ 0 h 73914"/>
                  <a:gd name="connsiteX4" fmla="*/ 379286 w 646747"/>
                  <a:gd name="connsiteY4" fmla="*/ 73914 h 73914"/>
                  <a:gd name="connsiteX5" fmla="*/ 646747 w 646747"/>
                  <a:gd name="connsiteY5" fmla="*/ 0 h 73914"/>
                  <a:gd name="connsiteX6" fmla="*/ 431196 w 646747"/>
                  <a:gd name="connsiteY6" fmla="*/ 0 h 73914"/>
                  <a:gd name="connsiteX7" fmla="*/ 431196 w 646747"/>
                  <a:gd name="connsiteY7" fmla="*/ 73914 h 73914"/>
                  <a:gd name="connsiteX8" fmla="*/ 646747 w 646747"/>
                  <a:gd name="connsiteY8" fmla="*/ 73914 h 73914"/>
                  <a:gd name="connsiteX9" fmla="*/ 646747 w 646747"/>
                  <a:gd name="connsiteY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6747" h="73914">
                    <a:moveTo>
                      <a:pt x="379286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379286" y="0"/>
                    </a:lnTo>
                    <a:lnTo>
                      <a:pt x="379286" y="73914"/>
                    </a:lnTo>
                    <a:close/>
                    <a:moveTo>
                      <a:pt x="646747" y="0"/>
                    </a:moveTo>
                    <a:lnTo>
                      <a:pt x="431196" y="0"/>
                    </a:lnTo>
                    <a:lnTo>
                      <a:pt x="431196" y="73914"/>
                    </a:lnTo>
                    <a:lnTo>
                      <a:pt x="646747" y="73914"/>
                    </a:lnTo>
                    <a:lnTo>
                      <a:pt x="646747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F702095D-FD11-B300-6123-7B134A7EFCE2}"/>
                  </a:ext>
                </a:extLst>
              </p:cNvPr>
              <p:cNvSpPr/>
              <p:nvPr/>
            </p:nvSpPr>
            <p:spPr>
              <a:xfrm>
                <a:off x="1900491" y="2352472"/>
                <a:ext cx="125867" cy="13689"/>
              </a:xfrm>
              <a:custGeom>
                <a:avLst/>
                <a:gdLst>
                  <a:gd name="connsiteX0" fmla="*/ 0 w 699611"/>
                  <a:gd name="connsiteY0" fmla="*/ 0 h 73913"/>
                  <a:gd name="connsiteX1" fmla="*/ 699611 w 699611"/>
                  <a:gd name="connsiteY1" fmla="*/ 0 h 73913"/>
                  <a:gd name="connsiteX2" fmla="*/ 699611 w 699611"/>
                  <a:gd name="connsiteY2" fmla="*/ 73914 h 73913"/>
                  <a:gd name="connsiteX3" fmla="*/ 0 w 699611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9611" h="73913">
                    <a:moveTo>
                      <a:pt x="0" y="0"/>
                    </a:moveTo>
                    <a:lnTo>
                      <a:pt x="699611" y="0"/>
                    </a:lnTo>
                    <a:lnTo>
                      <a:pt x="699611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10E9A7B0-4C79-7C85-1966-52CF15676C94}"/>
                  </a:ext>
                </a:extLst>
              </p:cNvPr>
              <p:cNvSpPr/>
              <p:nvPr/>
            </p:nvSpPr>
            <p:spPr>
              <a:xfrm>
                <a:off x="1959114" y="2298140"/>
                <a:ext cx="119578" cy="13689"/>
              </a:xfrm>
              <a:custGeom>
                <a:avLst/>
                <a:gdLst>
                  <a:gd name="connsiteX0" fmla="*/ 664654 w 664654"/>
                  <a:gd name="connsiteY0" fmla="*/ 73914 h 73914"/>
                  <a:gd name="connsiteX1" fmla="*/ 285369 w 664654"/>
                  <a:gd name="connsiteY1" fmla="*/ 73914 h 73914"/>
                  <a:gd name="connsiteX2" fmla="*/ 285369 w 664654"/>
                  <a:gd name="connsiteY2" fmla="*/ 0 h 73914"/>
                  <a:gd name="connsiteX3" fmla="*/ 664654 w 664654"/>
                  <a:gd name="connsiteY3" fmla="*/ 0 h 73914"/>
                  <a:gd name="connsiteX4" fmla="*/ 664654 w 664654"/>
                  <a:gd name="connsiteY4" fmla="*/ 73914 h 73914"/>
                  <a:gd name="connsiteX5" fmla="*/ 229552 w 664654"/>
                  <a:gd name="connsiteY5" fmla="*/ 0 h 73914"/>
                  <a:gd name="connsiteX6" fmla="*/ 0 w 664654"/>
                  <a:gd name="connsiteY6" fmla="*/ 0 h 73914"/>
                  <a:gd name="connsiteX7" fmla="*/ 0 w 664654"/>
                  <a:gd name="connsiteY7" fmla="*/ 73914 h 73914"/>
                  <a:gd name="connsiteX8" fmla="*/ 229552 w 664654"/>
                  <a:gd name="connsiteY8" fmla="*/ 73914 h 73914"/>
                  <a:gd name="connsiteX9" fmla="*/ 229552 w 664654"/>
                  <a:gd name="connsiteY9" fmla="*/ 0 h 7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4654" h="73914">
                    <a:moveTo>
                      <a:pt x="664654" y="73914"/>
                    </a:moveTo>
                    <a:lnTo>
                      <a:pt x="285369" y="73914"/>
                    </a:lnTo>
                    <a:lnTo>
                      <a:pt x="285369" y="0"/>
                    </a:lnTo>
                    <a:lnTo>
                      <a:pt x="664654" y="0"/>
                    </a:lnTo>
                    <a:lnTo>
                      <a:pt x="664654" y="73914"/>
                    </a:lnTo>
                    <a:close/>
                    <a:moveTo>
                      <a:pt x="229552" y="0"/>
                    </a:moveTo>
                    <a:lnTo>
                      <a:pt x="0" y="0"/>
                    </a:lnTo>
                    <a:lnTo>
                      <a:pt x="0" y="73914"/>
                    </a:lnTo>
                    <a:lnTo>
                      <a:pt x="229552" y="73914"/>
                    </a:lnTo>
                    <a:lnTo>
                      <a:pt x="229552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02D47568-0EF7-7BDB-2A82-5E10253F6EEC}"/>
                  </a:ext>
                </a:extLst>
              </p:cNvPr>
              <p:cNvSpPr/>
              <p:nvPr/>
            </p:nvSpPr>
            <p:spPr>
              <a:xfrm>
                <a:off x="1799986" y="2216642"/>
                <a:ext cx="8551" cy="231015"/>
              </a:xfrm>
              <a:custGeom>
                <a:avLst/>
                <a:gdLst>
                  <a:gd name="connsiteX0" fmla="*/ 47530 w 47529"/>
                  <a:gd name="connsiteY0" fmla="*/ 73914 h 1247394"/>
                  <a:gd name="connsiteX1" fmla="*/ 0 w 47529"/>
                  <a:gd name="connsiteY1" fmla="*/ 73914 h 1247394"/>
                  <a:gd name="connsiteX2" fmla="*/ 0 w 47529"/>
                  <a:gd name="connsiteY2" fmla="*/ 0 h 1247394"/>
                  <a:gd name="connsiteX3" fmla="*/ 47530 w 47529"/>
                  <a:gd name="connsiteY3" fmla="*/ 0 h 1247394"/>
                  <a:gd name="connsiteX4" fmla="*/ 47530 w 47529"/>
                  <a:gd name="connsiteY4" fmla="*/ 73914 h 1247394"/>
                  <a:gd name="connsiteX5" fmla="*/ 47530 w 47529"/>
                  <a:gd name="connsiteY5" fmla="*/ 146685 h 1247394"/>
                  <a:gd name="connsiteX6" fmla="*/ 0 w 47529"/>
                  <a:gd name="connsiteY6" fmla="*/ 146685 h 1247394"/>
                  <a:gd name="connsiteX7" fmla="*/ 0 w 47529"/>
                  <a:gd name="connsiteY7" fmla="*/ 220599 h 1247394"/>
                  <a:gd name="connsiteX8" fmla="*/ 47530 w 47529"/>
                  <a:gd name="connsiteY8" fmla="*/ 220599 h 1247394"/>
                  <a:gd name="connsiteX9" fmla="*/ 47530 w 47529"/>
                  <a:gd name="connsiteY9" fmla="*/ 146685 h 1247394"/>
                  <a:gd name="connsiteX10" fmla="*/ 47530 w 47529"/>
                  <a:gd name="connsiteY10" fmla="*/ 293370 h 1247394"/>
                  <a:gd name="connsiteX11" fmla="*/ 0 w 47529"/>
                  <a:gd name="connsiteY11" fmla="*/ 293370 h 1247394"/>
                  <a:gd name="connsiteX12" fmla="*/ 0 w 47529"/>
                  <a:gd name="connsiteY12" fmla="*/ 367284 h 1247394"/>
                  <a:gd name="connsiteX13" fmla="*/ 47530 w 47529"/>
                  <a:gd name="connsiteY13" fmla="*/ 367284 h 1247394"/>
                  <a:gd name="connsiteX14" fmla="*/ 47530 w 47529"/>
                  <a:gd name="connsiteY14" fmla="*/ 293370 h 1247394"/>
                  <a:gd name="connsiteX15" fmla="*/ 47530 w 47529"/>
                  <a:gd name="connsiteY15" fmla="*/ 440055 h 1247394"/>
                  <a:gd name="connsiteX16" fmla="*/ 0 w 47529"/>
                  <a:gd name="connsiteY16" fmla="*/ 440055 h 1247394"/>
                  <a:gd name="connsiteX17" fmla="*/ 0 w 47529"/>
                  <a:gd name="connsiteY17" fmla="*/ 513969 h 1247394"/>
                  <a:gd name="connsiteX18" fmla="*/ 47530 w 47529"/>
                  <a:gd name="connsiteY18" fmla="*/ 513969 h 1247394"/>
                  <a:gd name="connsiteX19" fmla="*/ 47530 w 47529"/>
                  <a:gd name="connsiteY19" fmla="*/ 440055 h 1247394"/>
                  <a:gd name="connsiteX20" fmla="*/ 47530 w 47529"/>
                  <a:gd name="connsiteY20" fmla="*/ 586740 h 1247394"/>
                  <a:gd name="connsiteX21" fmla="*/ 0 w 47529"/>
                  <a:gd name="connsiteY21" fmla="*/ 586740 h 1247394"/>
                  <a:gd name="connsiteX22" fmla="*/ 0 w 47529"/>
                  <a:gd name="connsiteY22" fmla="*/ 660654 h 1247394"/>
                  <a:gd name="connsiteX23" fmla="*/ 47530 w 47529"/>
                  <a:gd name="connsiteY23" fmla="*/ 660654 h 1247394"/>
                  <a:gd name="connsiteX24" fmla="*/ 47530 w 47529"/>
                  <a:gd name="connsiteY24" fmla="*/ 586740 h 1247394"/>
                  <a:gd name="connsiteX25" fmla="*/ 47530 w 47529"/>
                  <a:gd name="connsiteY25" fmla="*/ 733425 h 1247394"/>
                  <a:gd name="connsiteX26" fmla="*/ 0 w 47529"/>
                  <a:gd name="connsiteY26" fmla="*/ 733425 h 1247394"/>
                  <a:gd name="connsiteX27" fmla="*/ 0 w 47529"/>
                  <a:gd name="connsiteY27" fmla="*/ 807339 h 1247394"/>
                  <a:gd name="connsiteX28" fmla="*/ 47530 w 47529"/>
                  <a:gd name="connsiteY28" fmla="*/ 807339 h 1247394"/>
                  <a:gd name="connsiteX29" fmla="*/ 47530 w 47529"/>
                  <a:gd name="connsiteY29" fmla="*/ 733425 h 1247394"/>
                  <a:gd name="connsiteX30" fmla="*/ 47530 w 47529"/>
                  <a:gd name="connsiteY30" fmla="*/ 880110 h 1247394"/>
                  <a:gd name="connsiteX31" fmla="*/ 0 w 47529"/>
                  <a:gd name="connsiteY31" fmla="*/ 880110 h 1247394"/>
                  <a:gd name="connsiteX32" fmla="*/ 0 w 47529"/>
                  <a:gd name="connsiteY32" fmla="*/ 954024 h 1247394"/>
                  <a:gd name="connsiteX33" fmla="*/ 47530 w 47529"/>
                  <a:gd name="connsiteY33" fmla="*/ 954024 h 1247394"/>
                  <a:gd name="connsiteX34" fmla="*/ 47530 w 47529"/>
                  <a:gd name="connsiteY34" fmla="*/ 880110 h 1247394"/>
                  <a:gd name="connsiteX35" fmla="*/ 47530 w 47529"/>
                  <a:gd name="connsiteY35" fmla="*/ 1026795 h 1247394"/>
                  <a:gd name="connsiteX36" fmla="*/ 0 w 47529"/>
                  <a:gd name="connsiteY36" fmla="*/ 1026795 h 1247394"/>
                  <a:gd name="connsiteX37" fmla="*/ 0 w 47529"/>
                  <a:gd name="connsiteY37" fmla="*/ 1100709 h 1247394"/>
                  <a:gd name="connsiteX38" fmla="*/ 47530 w 47529"/>
                  <a:gd name="connsiteY38" fmla="*/ 1100709 h 1247394"/>
                  <a:gd name="connsiteX39" fmla="*/ 47530 w 47529"/>
                  <a:gd name="connsiteY39" fmla="*/ 1026795 h 1247394"/>
                  <a:gd name="connsiteX40" fmla="*/ 47530 w 47529"/>
                  <a:gd name="connsiteY40" fmla="*/ 1173480 h 1247394"/>
                  <a:gd name="connsiteX41" fmla="*/ 0 w 47529"/>
                  <a:gd name="connsiteY41" fmla="*/ 1173480 h 1247394"/>
                  <a:gd name="connsiteX42" fmla="*/ 0 w 47529"/>
                  <a:gd name="connsiteY42" fmla="*/ 1247394 h 1247394"/>
                  <a:gd name="connsiteX43" fmla="*/ 47530 w 47529"/>
                  <a:gd name="connsiteY43" fmla="*/ 1247394 h 1247394"/>
                  <a:gd name="connsiteX44" fmla="*/ 47530 w 47529"/>
                  <a:gd name="connsiteY44" fmla="*/ 1173480 h 124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47529" h="1247394">
                    <a:moveTo>
                      <a:pt x="47530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47530" y="0"/>
                    </a:lnTo>
                    <a:lnTo>
                      <a:pt x="47530" y="73914"/>
                    </a:lnTo>
                    <a:close/>
                    <a:moveTo>
                      <a:pt x="47530" y="146685"/>
                    </a:moveTo>
                    <a:lnTo>
                      <a:pt x="0" y="146685"/>
                    </a:lnTo>
                    <a:lnTo>
                      <a:pt x="0" y="220599"/>
                    </a:lnTo>
                    <a:lnTo>
                      <a:pt x="47530" y="220599"/>
                    </a:lnTo>
                    <a:lnTo>
                      <a:pt x="47530" y="146685"/>
                    </a:lnTo>
                    <a:close/>
                    <a:moveTo>
                      <a:pt x="47530" y="293370"/>
                    </a:moveTo>
                    <a:lnTo>
                      <a:pt x="0" y="293370"/>
                    </a:lnTo>
                    <a:lnTo>
                      <a:pt x="0" y="367284"/>
                    </a:lnTo>
                    <a:lnTo>
                      <a:pt x="47530" y="367284"/>
                    </a:lnTo>
                    <a:lnTo>
                      <a:pt x="47530" y="293370"/>
                    </a:lnTo>
                    <a:close/>
                    <a:moveTo>
                      <a:pt x="47530" y="440055"/>
                    </a:moveTo>
                    <a:lnTo>
                      <a:pt x="0" y="440055"/>
                    </a:lnTo>
                    <a:lnTo>
                      <a:pt x="0" y="513969"/>
                    </a:lnTo>
                    <a:lnTo>
                      <a:pt x="47530" y="513969"/>
                    </a:lnTo>
                    <a:lnTo>
                      <a:pt x="47530" y="440055"/>
                    </a:lnTo>
                    <a:close/>
                    <a:moveTo>
                      <a:pt x="47530" y="586740"/>
                    </a:moveTo>
                    <a:lnTo>
                      <a:pt x="0" y="586740"/>
                    </a:lnTo>
                    <a:lnTo>
                      <a:pt x="0" y="660654"/>
                    </a:lnTo>
                    <a:lnTo>
                      <a:pt x="47530" y="660654"/>
                    </a:lnTo>
                    <a:lnTo>
                      <a:pt x="47530" y="586740"/>
                    </a:lnTo>
                    <a:close/>
                    <a:moveTo>
                      <a:pt x="47530" y="733425"/>
                    </a:moveTo>
                    <a:lnTo>
                      <a:pt x="0" y="733425"/>
                    </a:lnTo>
                    <a:lnTo>
                      <a:pt x="0" y="807339"/>
                    </a:lnTo>
                    <a:lnTo>
                      <a:pt x="47530" y="807339"/>
                    </a:lnTo>
                    <a:lnTo>
                      <a:pt x="47530" y="733425"/>
                    </a:lnTo>
                    <a:close/>
                    <a:moveTo>
                      <a:pt x="47530" y="880110"/>
                    </a:moveTo>
                    <a:lnTo>
                      <a:pt x="0" y="880110"/>
                    </a:lnTo>
                    <a:lnTo>
                      <a:pt x="0" y="954024"/>
                    </a:lnTo>
                    <a:lnTo>
                      <a:pt x="47530" y="954024"/>
                    </a:lnTo>
                    <a:lnTo>
                      <a:pt x="47530" y="880110"/>
                    </a:lnTo>
                    <a:close/>
                    <a:moveTo>
                      <a:pt x="47530" y="1026795"/>
                    </a:moveTo>
                    <a:lnTo>
                      <a:pt x="0" y="1026795"/>
                    </a:lnTo>
                    <a:lnTo>
                      <a:pt x="0" y="1100709"/>
                    </a:lnTo>
                    <a:lnTo>
                      <a:pt x="47530" y="1100709"/>
                    </a:lnTo>
                    <a:lnTo>
                      <a:pt x="47530" y="1026795"/>
                    </a:lnTo>
                    <a:close/>
                    <a:moveTo>
                      <a:pt x="47530" y="1173480"/>
                    </a:moveTo>
                    <a:lnTo>
                      <a:pt x="0" y="1173480"/>
                    </a:lnTo>
                    <a:lnTo>
                      <a:pt x="0" y="1247394"/>
                    </a:lnTo>
                    <a:lnTo>
                      <a:pt x="47530" y="1247394"/>
                    </a:lnTo>
                    <a:lnTo>
                      <a:pt x="47530" y="117348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EF04E689-3D50-5CC9-603A-5DD2A6B2260B}"/>
                  </a:ext>
                </a:extLst>
              </p:cNvPr>
              <p:cNvSpPr/>
              <p:nvPr/>
            </p:nvSpPr>
            <p:spPr>
              <a:xfrm>
                <a:off x="1817071" y="2216642"/>
                <a:ext cx="23408" cy="231015"/>
              </a:xfrm>
              <a:custGeom>
                <a:avLst/>
                <a:gdLst>
                  <a:gd name="connsiteX0" fmla="*/ 130111 w 130111"/>
                  <a:gd name="connsiteY0" fmla="*/ 73914 h 1247394"/>
                  <a:gd name="connsiteX1" fmla="*/ 0 w 130111"/>
                  <a:gd name="connsiteY1" fmla="*/ 73914 h 1247394"/>
                  <a:gd name="connsiteX2" fmla="*/ 0 w 130111"/>
                  <a:gd name="connsiteY2" fmla="*/ 0 h 1247394"/>
                  <a:gd name="connsiteX3" fmla="*/ 130111 w 130111"/>
                  <a:gd name="connsiteY3" fmla="*/ 0 h 1247394"/>
                  <a:gd name="connsiteX4" fmla="*/ 130111 w 130111"/>
                  <a:gd name="connsiteY4" fmla="*/ 73914 h 1247394"/>
                  <a:gd name="connsiteX5" fmla="*/ 130111 w 130111"/>
                  <a:gd name="connsiteY5" fmla="*/ 146685 h 1247394"/>
                  <a:gd name="connsiteX6" fmla="*/ 0 w 130111"/>
                  <a:gd name="connsiteY6" fmla="*/ 146685 h 1247394"/>
                  <a:gd name="connsiteX7" fmla="*/ 0 w 130111"/>
                  <a:gd name="connsiteY7" fmla="*/ 220599 h 1247394"/>
                  <a:gd name="connsiteX8" fmla="*/ 130111 w 130111"/>
                  <a:gd name="connsiteY8" fmla="*/ 220599 h 1247394"/>
                  <a:gd name="connsiteX9" fmla="*/ 130111 w 130111"/>
                  <a:gd name="connsiteY9" fmla="*/ 146685 h 1247394"/>
                  <a:gd name="connsiteX10" fmla="*/ 130111 w 130111"/>
                  <a:gd name="connsiteY10" fmla="*/ 293370 h 1247394"/>
                  <a:gd name="connsiteX11" fmla="*/ 0 w 130111"/>
                  <a:gd name="connsiteY11" fmla="*/ 293370 h 1247394"/>
                  <a:gd name="connsiteX12" fmla="*/ 0 w 130111"/>
                  <a:gd name="connsiteY12" fmla="*/ 367284 h 1247394"/>
                  <a:gd name="connsiteX13" fmla="*/ 130111 w 130111"/>
                  <a:gd name="connsiteY13" fmla="*/ 367284 h 1247394"/>
                  <a:gd name="connsiteX14" fmla="*/ 130111 w 130111"/>
                  <a:gd name="connsiteY14" fmla="*/ 293370 h 1247394"/>
                  <a:gd name="connsiteX15" fmla="*/ 130111 w 130111"/>
                  <a:gd name="connsiteY15" fmla="*/ 440055 h 1247394"/>
                  <a:gd name="connsiteX16" fmla="*/ 0 w 130111"/>
                  <a:gd name="connsiteY16" fmla="*/ 440055 h 1247394"/>
                  <a:gd name="connsiteX17" fmla="*/ 0 w 130111"/>
                  <a:gd name="connsiteY17" fmla="*/ 513969 h 1247394"/>
                  <a:gd name="connsiteX18" fmla="*/ 130111 w 130111"/>
                  <a:gd name="connsiteY18" fmla="*/ 513969 h 1247394"/>
                  <a:gd name="connsiteX19" fmla="*/ 130111 w 130111"/>
                  <a:gd name="connsiteY19" fmla="*/ 440055 h 1247394"/>
                  <a:gd name="connsiteX20" fmla="*/ 130111 w 130111"/>
                  <a:gd name="connsiteY20" fmla="*/ 586740 h 1247394"/>
                  <a:gd name="connsiteX21" fmla="*/ 0 w 130111"/>
                  <a:gd name="connsiteY21" fmla="*/ 586740 h 1247394"/>
                  <a:gd name="connsiteX22" fmla="*/ 0 w 130111"/>
                  <a:gd name="connsiteY22" fmla="*/ 660654 h 1247394"/>
                  <a:gd name="connsiteX23" fmla="*/ 130111 w 130111"/>
                  <a:gd name="connsiteY23" fmla="*/ 660654 h 1247394"/>
                  <a:gd name="connsiteX24" fmla="*/ 130111 w 130111"/>
                  <a:gd name="connsiteY24" fmla="*/ 586740 h 1247394"/>
                  <a:gd name="connsiteX25" fmla="*/ 130111 w 130111"/>
                  <a:gd name="connsiteY25" fmla="*/ 733425 h 1247394"/>
                  <a:gd name="connsiteX26" fmla="*/ 0 w 130111"/>
                  <a:gd name="connsiteY26" fmla="*/ 733425 h 1247394"/>
                  <a:gd name="connsiteX27" fmla="*/ 0 w 130111"/>
                  <a:gd name="connsiteY27" fmla="*/ 807339 h 1247394"/>
                  <a:gd name="connsiteX28" fmla="*/ 130111 w 130111"/>
                  <a:gd name="connsiteY28" fmla="*/ 807339 h 1247394"/>
                  <a:gd name="connsiteX29" fmla="*/ 130111 w 130111"/>
                  <a:gd name="connsiteY29" fmla="*/ 733425 h 1247394"/>
                  <a:gd name="connsiteX30" fmla="*/ 130111 w 130111"/>
                  <a:gd name="connsiteY30" fmla="*/ 880110 h 1247394"/>
                  <a:gd name="connsiteX31" fmla="*/ 0 w 130111"/>
                  <a:gd name="connsiteY31" fmla="*/ 880110 h 1247394"/>
                  <a:gd name="connsiteX32" fmla="*/ 0 w 130111"/>
                  <a:gd name="connsiteY32" fmla="*/ 954024 h 1247394"/>
                  <a:gd name="connsiteX33" fmla="*/ 130111 w 130111"/>
                  <a:gd name="connsiteY33" fmla="*/ 954024 h 1247394"/>
                  <a:gd name="connsiteX34" fmla="*/ 130111 w 130111"/>
                  <a:gd name="connsiteY34" fmla="*/ 880110 h 1247394"/>
                  <a:gd name="connsiteX35" fmla="*/ 130111 w 130111"/>
                  <a:gd name="connsiteY35" fmla="*/ 1026795 h 1247394"/>
                  <a:gd name="connsiteX36" fmla="*/ 0 w 130111"/>
                  <a:gd name="connsiteY36" fmla="*/ 1026795 h 1247394"/>
                  <a:gd name="connsiteX37" fmla="*/ 0 w 130111"/>
                  <a:gd name="connsiteY37" fmla="*/ 1100709 h 1247394"/>
                  <a:gd name="connsiteX38" fmla="*/ 130111 w 130111"/>
                  <a:gd name="connsiteY38" fmla="*/ 1100709 h 1247394"/>
                  <a:gd name="connsiteX39" fmla="*/ 130111 w 130111"/>
                  <a:gd name="connsiteY39" fmla="*/ 1026795 h 1247394"/>
                  <a:gd name="connsiteX40" fmla="*/ 130111 w 130111"/>
                  <a:gd name="connsiteY40" fmla="*/ 1173480 h 1247394"/>
                  <a:gd name="connsiteX41" fmla="*/ 0 w 130111"/>
                  <a:gd name="connsiteY41" fmla="*/ 1173480 h 1247394"/>
                  <a:gd name="connsiteX42" fmla="*/ 0 w 130111"/>
                  <a:gd name="connsiteY42" fmla="*/ 1247394 h 1247394"/>
                  <a:gd name="connsiteX43" fmla="*/ 130111 w 130111"/>
                  <a:gd name="connsiteY43" fmla="*/ 1247394 h 1247394"/>
                  <a:gd name="connsiteX44" fmla="*/ 130111 w 130111"/>
                  <a:gd name="connsiteY44" fmla="*/ 1173480 h 124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30111" h="1247394">
                    <a:moveTo>
                      <a:pt x="130111" y="73914"/>
                    </a:moveTo>
                    <a:lnTo>
                      <a:pt x="0" y="73914"/>
                    </a:lnTo>
                    <a:lnTo>
                      <a:pt x="0" y="0"/>
                    </a:lnTo>
                    <a:lnTo>
                      <a:pt x="130111" y="0"/>
                    </a:lnTo>
                    <a:lnTo>
                      <a:pt x="130111" y="73914"/>
                    </a:lnTo>
                    <a:close/>
                    <a:moveTo>
                      <a:pt x="130111" y="146685"/>
                    </a:moveTo>
                    <a:lnTo>
                      <a:pt x="0" y="146685"/>
                    </a:lnTo>
                    <a:lnTo>
                      <a:pt x="0" y="220599"/>
                    </a:lnTo>
                    <a:lnTo>
                      <a:pt x="130111" y="220599"/>
                    </a:lnTo>
                    <a:lnTo>
                      <a:pt x="130111" y="146685"/>
                    </a:lnTo>
                    <a:close/>
                    <a:moveTo>
                      <a:pt x="130111" y="293370"/>
                    </a:moveTo>
                    <a:lnTo>
                      <a:pt x="0" y="293370"/>
                    </a:lnTo>
                    <a:lnTo>
                      <a:pt x="0" y="367284"/>
                    </a:lnTo>
                    <a:lnTo>
                      <a:pt x="130111" y="367284"/>
                    </a:lnTo>
                    <a:lnTo>
                      <a:pt x="130111" y="293370"/>
                    </a:lnTo>
                    <a:close/>
                    <a:moveTo>
                      <a:pt x="130111" y="440055"/>
                    </a:moveTo>
                    <a:lnTo>
                      <a:pt x="0" y="440055"/>
                    </a:lnTo>
                    <a:lnTo>
                      <a:pt x="0" y="513969"/>
                    </a:lnTo>
                    <a:lnTo>
                      <a:pt x="130111" y="513969"/>
                    </a:lnTo>
                    <a:lnTo>
                      <a:pt x="130111" y="440055"/>
                    </a:lnTo>
                    <a:close/>
                    <a:moveTo>
                      <a:pt x="130111" y="586740"/>
                    </a:moveTo>
                    <a:lnTo>
                      <a:pt x="0" y="586740"/>
                    </a:lnTo>
                    <a:lnTo>
                      <a:pt x="0" y="660654"/>
                    </a:lnTo>
                    <a:lnTo>
                      <a:pt x="130111" y="660654"/>
                    </a:lnTo>
                    <a:lnTo>
                      <a:pt x="130111" y="586740"/>
                    </a:lnTo>
                    <a:close/>
                    <a:moveTo>
                      <a:pt x="130111" y="733425"/>
                    </a:moveTo>
                    <a:lnTo>
                      <a:pt x="0" y="733425"/>
                    </a:lnTo>
                    <a:lnTo>
                      <a:pt x="0" y="807339"/>
                    </a:lnTo>
                    <a:lnTo>
                      <a:pt x="130111" y="807339"/>
                    </a:lnTo>
                    <a:lnTo>
                      <a:pt x="130111" y="733425"/>
                    </a:lnTo>
                    <a:close/>
                    <a:moveTo>
                      <a:pt x="130111" y="880110"/>
                    </a:moveTo>
                    <a:lnTo>
                      <a:pt x="0" y="880110"/>
                    </a:lnTo>
                    <a:lnTo>
                      <a:pt x="0" y="954024"/>
                    </a:lnTo>
                    <a:lnTo>
                      <a:pt x="130111" y="954024"/>
                    </a:lnTo>
                    <a:lnTo>
                      <a:pt x="130111" y="880110"/>
                    </a:lnTo>
                    <a:close/>
                    <a:moveTo>
                      <a:pt x="130111" y="1026795"/>
                    </a:moveTo>
                    <a:lnTo>
                      <a:pt x="0" y="1026795"/>
                    </a:lnTo>
                    <a:lnTo>
                      <a:pt x="0" y="1100709"/>
                    </a:lnTo>
                    <a:lnTo>
                      <a:pt x="130111" y="1100709"/>
                    </a:lnTo>
                    <a:lnTo>
                      <a:pt x="130111" y="1026795"/>
                    </a:lnTo>
                    <a:close/>
                    <a:moveTo>
                      <a:pt x="130111" y="1173480"/>
                    </a:moveTo>
                    <a:lnTo>
                      <a:pt x="0" y="1173480"/>
                    </a:lnTo>
                    <a:lnTo>
                      <a:pt x="0" y="1247394"/>
                    </a:lnTo>
                    <a:lnTo>
                      <a:pt x="130111" y="1247394"/>
                    </a:lnTo>
                    <a:lnTo>
                      <a:pt x="130111" y="1173480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328A4806-EEDD-D0BD-BD93-9DC71501DDED}"/>
                  </a:ext>
                </a:extLst>
              </p:cNvPr>
              <p:cNvSpPr/>
              <p:nvPr/>
            </p:nvSpPr>
            <p:spPr>
              <a:xfrm>
                <a:off x="1927052" y="2270974"/>
                <a:ext cx="23408" cy="13689"/>
              </a:xfrm>
              <a:custGeom>
                <a:avLst/>
                <a:gdLst>
                  <a:gd name="connsiteX0" fmla="*/ 0 w 130111"/>
                  <a:gd name="connsiteY0" fmla="*/ 0 h 73913"/>
                  <a:gd name="connsiteX1" fmla="*/ 130111 w 130111"/>
                  <a:gd name="connsiteY1" fmla="*/ 0 h 73913"/>
                  <a:gd name="connsiteX2" fmla="*/ 130111 w 130111"/>
                  <a:gd name="connsiteY2" fmla="*/ 73914 h 73913"/>
                  <a:gd name="connsiteX3" fmla="*/ 0 w 130111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111" h="73913">
                    <a:moveTo>
                      <a:pt x="0" y="0"/>
                    </a:moveTo>
                    <a:lnTo>
                      <a:pt x="130111" y="0"/>
                    </a:lnTo>
                    <a:lnTo>
                      <a:pt x="130111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CDC9351E-924F-73AE-757C-DEB03DC52ABA}"/>
                  </a:ext>
                </a:extLst>
              </p:cNvPr>
              <p:cNvSpPr/>
              <p:nvPr/>
            </p:nvSpPr>
            <p:spPr>
              <a:xfrm>
                <a:off x="1959097" y="2270974"/>
                <a:ext cx="11704" cy="13689"/>
              </a:xfrm>
              <a:custGeom>
                <a:avLst/>
                <a:gdLst>
                  <a:gd name="connsiteX0" fmla="*/ 0 w 65055"/>
                  <a:gd name="connsiteY0" fmla="*/ 0 h 73913"/>
                  <a:gd name="connsiteX1" fmla="*/ 65056 w 65055"/>
                  <a:gd name="connsiteY1" fmla="*/ 0 h 73913"/>
                  <a:gd name="connsiteX2" fmla="*/ 65056 w 65055"/>
                  <a:gd name="connsiteY2" fmla="*/ 73914 h 73913"/>
                  <a:gd name="connsiteX3" fmla="*/ 0 w 65055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3913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62A769B8-5F9F-EBCF-110C-525E118417C3}"/>
                  </a:ext>
                </a:extLst>
              </p:cNvPr>
              <p:cNvSpPr/>
              <p:nvPr/>
            </p:nvSpPr>
            <p:spPr>
              <a:xfrm>
                <a:off x="1988589" y="2325306"/>
                <a:ext cx="31480" cy="13689"/>
              </a:xfrm>
              <a:custGeom>
                <a:avLst/>
                <a:gdLst>
                  <a:gd name="connsiteX0" fmla="*/ 0 w 174974"/>
                  <a:gd name="connsiteY0" fmla="*/ 0 h 73913"/>
                  <a:gd name="connsiteX1" fmla="*/ 174974 w 174974"/>
                  <a:gd name="connsiteY1" fmla="*/ 0 h 73913"/>
                  <a:gd name="connsiteX2" fmla="*/ 174974 w 174974"/>
                  <a:gd name="connsiteY2" fmla="*/ 73914 h 73913"/>
                  <a:gd name="connsiteX3" fmla="*/ 0 w 174974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974" h="73913">
                    <a:moveTo>
                      <a:pt x="0" y="0"/>
                    </a:moveTo>
                    <a:lnTo>
                      <a:pt x="174974" y="0"/>
                    </a:lnTo>
                    <a:lnTo>
                      <a:pt x="174974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4DC543AA-2D56-A076-F9A7-44B102E948A2}"/>
                  </a:ext>
                </a:extLst>
              </p:cNvPr>
              <p:cNvSpPr/>
              <p:nvPr/>
            </p:nvSpPr>
            <p:spPr>
              <a:xfrm>
                <a:off x="1980808" y="2270974"/>
                <a:ext cx="53174" cy="13689"/>
              </a:xfrm>
              <a:custGeom>
                <a:avLst/>
                <a:gdLst>
                  <a:gd name="connsiteX0" fmla="*/ 0 w 295560"/>
                  <a:gd name="connsiteY0" fmla="*/ 0 h 73913"/>
                  <a:gd name="connsiteX1" fmla="*/ 295561 w 295560"/>
                  <a:gd name="connsiteY1" fmla="*/ 0 h 73913"/>
                  <a:gd name="connsiteX2" fmla="*/ 295561 w 295560"/>
                  <a:gd name="connsiteY2" fmla="*/ 73914 h 73913"/>
                  <a:gd name="connsiteX3" fmla="*/ 0 w 295560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560" h="73913">
                    <a:moveTo>
                      <a:pt x="0" y="0"/>
                    </a:moveTo>
                    <a:lnTo>
                      <a:pt x="295561" y="0"/>
                    </a:lnTo>
                    <a:lnTo>
                      <a:pt x="295561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tx2">
                  <a:lumMod val="50000"/>
                  <a:lumOff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17C9748D-D26A-9906-1D09-2561C72C0A8E}"/>
                  </a:ext>
                </a:extLst>
              </p:cNvPr>
              <p:cNvSpPr/>
              <p:nvPr/>
            </p:nvSpPr>
            <p:spPr>
              <a:xfrm>
                <a:off x="1927052" y="2379638"/>
                <a:ext cx="23408" cy="13689"/>
              </a:xfrm>
              <a:custGeom>
                <a:avLst/>
                <a:gdLst>
                  <a:gd name="connsiteX0" fmla="*/ 0 w 130111"/>
                  <a:gd name="connsiteY0" fmla="*/ 0 h 73913"/>
                  <a:gd name="connsiteX1" fmla="*/ 130111 w 130111"/>
                  <a:gd name="connsiteY1" fmla="*/ 0 h 73913"/>
                  <a:gd name="connsiteX2" fmla="*/ 130111 w 130111"/>
                  <a:gd name="connsiteY2" fmla="*/ 73914 h 73913"/>
                  <a:gd name="connsiteX3" fmla="*/ 0 w 130111"/>
                  <a:gd name="connsiteY3" fmla="*/ 73914 h 7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111" h="73913">
                    <a:moveTo>
                      <a:pt x="0" y="0"/>
                    </a:moveTo>
                    <a:lnTo>
                      <a:pt x="130111" y="0"/>
                    </a:lnTo>
                    <a:lnTo>
                      <a:pt x="130111" y="73914"/>
                    </a:lnTo>
                    <a:lnTo>
                      <a:pt x="0" y="7391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1760A3A0-07C1-C0FA-28D2-913DFCECBBDE}"/>
                  </a:ext>
                </a:extLst>
              </p:cNvPr>
              <p:cNvSpPr/>
              <p:nvPr/>
            </p:nvSpPr>
            <p:spPr>
              <a:xfrm>
                <a:off x="1799780" y="2157918"/>
                <a:ext cx="11584" cy="11925"/>
              </a:xfrm>
              <a:custGeom>
                <a:avLst/>
                <a:gdLst>
                  <a:gd name="connsiteX0" fmla="*/ 32195 w 64389"/>
                  <a:gd name="connsiteY0" fmla="*/ 64389 h 64388"/>
                  <a:gd name="connsiteX1" fmla="*/ 0 w 64389"/>
                  <a:gd name="connsiteY1" fmla="*/ 32194 h 64388"/>
                  <a:gd name="connsiteX2" fmla="*/ 32195 w 64389"/>
                  <a:gd name="connsiteY2" fmla="*/ 0 h 64388"/>
                  <a:gd name="connsiteX3" fmla="*/ 64389 w 64389"/>
                  <a:gd name="connsiteY3" fmla="*/ 32194 h 64388"/>
                  <a:gd name="connsiteX4" fmla="*/ 32195 w 64389"/>
                  <a:gd name="connsiteY4" fmla="*/ 64389 h 64388"/>
                  <a:gd name="connsiteX5" fmla="*/ 32195 w 64389"/>
                  <a:gd name="connsiteY5" fmla="*/ 12382 h 64388"/>
                  <a:gd name="connsiteX6" fmla="*/ 12383 w 64389"/>
                  <a:gd name="connsiteY6" fmla="*/ 32194 h 64388"/>
                  <a:gd name="connsiteX7" fmla="*/ 32195 w 64389"/>
                  <a:gd name="connsiteY7" fmla="*/ 52006 h 64388"/>
                  <a:gd name="connsiteX8" fmla="*/ 52007 w 64389"/>
                  <a:gd name="connsiteY8" fmla="*/ 32194 h 64388"/>
                  <a:gd name="connsiteX9" fmla="*/ 32195 w 64389"/>
                  <a:gd name="connsiteY9" fmla="*/ 12382 h 64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389" h="64388">
                    <a:moveTo>
                      <a:pt x="32195" y="64389"/>
                    </a:moveTo>
                    <a:cubicBezTo>
                      <a:pt x="14478" y="64389"/>
                      <a:pt x="0" y="49911"/>
                      <a:pt x="0" y="32194"/>
                    </a:cubicBezTo>
                    <a:cubicBezTo>
                      <a:pt x="0" y="14478"/>
                      <a:pt x="14478" y="0"/>
                      <a:pt x="32195" y="0"/>
                    </a:cubicBezTo>
                    <a:cubicBezTo>
                      <a:pt x="49911" y="0"/>
                      <a:pt x="64389" y="14478"/>
                      <a:pt x="64389" y="32194"/>
                    </a:cubicBezTo>
                    <a:cubicBezTo>
                      <a:pt x="64389" y="49911"/>
                      <a:pt x="49911" y="64389"/>
                      <a:pt x="32195" y="64389"/>
                    </a:cubicBezTo>
                    <a:close/>
                    <a:moveTo>
                      <a:pt x="32195" y="12382"/>
                    </a:moveTo>
                    <a:cubicBezTo>
                      <a:pt x="21336" y="12382"/>
                      <a:pt x="12383" y="21241"/>
                      <a:pt x="12383" y="32194"/>
                    </a:cubicBezTo>
                    <a:cubicBezTo>
                      <a:pt x="12383" y="43148"/>
                      <a:pt x="21241" y="52006"/>
                      <a:pt x="32195" y="52006"/>
                    </a:cubicBezTo>
                    <a:cubicBezTo>
                      <a:pt x="43148" y="52006"/>
                      <a:pt x="52007" y="43148"/>
                      <a:pt x="52007" y="32194"/>
                    </a:cubicBezTo>
                    <a:cubicBezTo>
                      <a:pt x="52007" y="21241"/>
                      <a:pt x="43148" y="12382"/>
                      <a:pt x="32195" y="12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6EEC061C-8BDD-434F-1C6B-DEE6E53266C6}"/>
                  </a:ext>
                </a:extLst>
              </p:cNvPr>
              <p:cNvSpPr/>
              <p:nvPr/>
            </p:nvSpPr>
            <p:spPr>
              <a:xfrm>
                <a:off x="1817156" y="2157918"/>
                <a:ext cx="11584" cy="11925"/>
              </a:xfrm>
              <a:custGeom>
                <a:avLst/>
                <a:gdLst>
                  <a:gd name="connsiteX0" fmla="*/ 32195 w 64389"/>
                  <a:gd name="connsiteY0" fmla="*/ 64389 h 64388"/>
                  <a:gd name="connsiteX1" fmla="*/ 0 w 64389"/>
                  <a:gd name="connsiteY1" fmla="*/ 32194 h 64388"/>
                  <a:gd name="connsiteX2" fmla="*/ 32195 w 64389"/>
                  <a:gd name="connsiteY2" fmla="*/ 0 h 64388"/>
                  <a:gd name="connsiteX3" fmla="*/ 64389 w 64389"/>
                  <a:gd name="connsiteY3" fmla="*/ 32194 h 64388"/>
                  <a:gd name="connsiteX4" fmla="*/ 32195 w 64389"/>
                  <a:gd name="connsiteY4" fmla="*/ 64389 h 64388"/>
                  <a:gd name="connsiteX5" fmla="*/ 32195 w 64389"/>
                  <a:gd name="connsiteY5" fmla="*/ 12382 h 64388"/>
                  <a:gd name="connsiteX6" fmla="*/ 12382 w 64389"/>
                  <a:gd name="connsiteY6" fmla="*/ 32194 h 64388"/>
                  <a:gd name="connsiteX7" fmla="*/ 32195 w 64389"/>
                  <a:gd name="connsiteY7" fmla="*/ 52006 h 64388"/>
                  <a:gd name="connsiteX8" fmla="*/ 52006 w 64389"/>
                  <a:gd name="connsiteY8" fmla="*/ 32194 h 64388"/>
                  <a:gd name="connsiteX9" fmla="*/ 32195 w 64389"/>
                  <a:gd name="connsiteY9" fmla="*/ 12382 h 64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389" h="64388">
                    <a:moveTo>
                      <a:pt x="32195" y="64389"/>
                    </a:moveTo>
                    <a:cubicBezTo>
                      <a:pt x="14478" y="64389"/>
                      <a:pt x="0" y="49911"/>
                      <a:pt x="0" y="32194"/>
                    </a:cubicBezTo>
                    <a:cubicBezTo>
                      <a:pt x="0" y="14478"/>
                      <a:pt x="14478" y="0"/>
                      <a:pt x="32195" y="0"/>
                    </a:cubicBezTo>
                    <a:cubicBezTo>
                      <a:pt x="49911" y="0"/>
                      <a:pt x="64389" y="14478"/>
                      <a:pt x="64389" y="32194"/>
                    </a:cubicBezTo>
                    <a:cubicBezTo>
                      <a:pt x="64389" y="49911"/>
                      <a:pt x="49911" y="64389"/>
                      <a:pt x="32195" y="64389"/>
                    </a:cubicBezTo>
                    <a:close/>
                    <a:moveTo>
                      <a:pt x="32195" y="12382"/>
                    </a:moveTo>
                    <a:cubicBezTo>
                      <a:pt x="21336" y="12382"/>
                      <a:pt x="12382" y="21241"/>
                      <a:pt x="12382" y="32194"/>
                    </a:cubicBezTo>
                    <a:cubicBezTo>
                      <a:pt x="12382" y="43148"/>
                      <a:pt x="21241" y="52006"/>
                      <a:pt x="32195" y="52006"/>
                    </a:cubicBezTo>
                    <a:cubicBezTo>
                      <a:pt x="43148" y="52006"/>
                      <a:pt x="52006" y="43148"/>
                      <a:pt x="52006" y="32194"/>
                    </a:cubicBezTo>
                    <a:cubicBezTo>
                      <a:pt x="52006" y="21241"/>
                      <a:pt x="43148" y="12382"/>
                      <a:pt x="32195" y="12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4630AAFE-E35F-E6F7-19A7-43F592D554D5}"/>
                  </a:ext>
                </a:extLst>
              </p:cNvPr>
              <p:cNvSpPr/>
              <p:nvPr/>
            </p:nvSpPr>
            <p:spPr>
              <a:xfrm>
                <a:off x="1834550" y="2157918"/>
                <a:ext cx="11584" cy="11925"/>
              </a:xfrm>
              <a:custGeom>
                <a:avLst/>
                <a:gdLst>
                  <a:gd name="connsiteX0" fmla="*/ 32195 w 64389"/>
                  <a:gd name="connsiteY0" fmla="*/ 64389 h 64388"/>
                  <a:gd name="connsiteX1" fmla="*/ 0 w 64389"/>
                  <a:gd name="connsiteY1" fmla="*/ 32194 h 64388"/>
                  <a:gd name="connsiteX2" fmla="*/ 32195 w 64389"/>
                  <a:gd name="connsiteY2" fmla="*/ 0 h 64388"/>
                  <a:gd name="connsiteX3" fmla="*/ 64389 w 64389"/>
                  <a:gd name="connsiteY3" fmla="*/ 32194 h 64388"/>
                  <a:gd name="connsiteX4" fmla="*/ 32195 w 64389"/>
                  <a:gd name="connsiteY4" fmla="*/ 64389 h 64388"/>
                  <a:gd name="connsiteX5" fmla="*/ 32195 w 64389"/>
                  <a:gd name="connsiteY5" fmla="*/ 12382 h 64388"/>
                  <a:gd name="connsiteX6" fmla="*/ 12383 w 64389"/>
                  <a:gd name="connsiteY6" fmla="*/ 32194 h 64388"/>
                  <a:gd name="connsiteX7" fmla="*/ 32195 w 64389"/>
                  <a:gd name="connsiteY7" fmla="*/ 52006 h 64388"/>
                  <a:gd name="connsiteX8" fmla="*/ 52006 w 64389"/>
                  <a:gd name="connsiteY8" fmla="*/ 32194 h 64388"/>
                  <a:gd name="connsiteX9" fmla="*/ 32195 w 64389"/>
                  <a:gd name="connsiteY9" fmla="*/ 12382 h 64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389" h="64388">
                    <a:moveTo>
                      <a:pt x="32195" y="64389"/>
                    </a:moveTo>
                    <a:cubicBezTo>
                      <a:pt x="14478" y="64389"/>
                      <a:pt x="0" y="49911"/>
                      <a:pt x="0" y="32194"/>
                    </a:cubicBezTo>
                    <a:cubicBezTo>
                      <a:pt x="0" y="14478"/>
                      <a:pt x="14478" y="0"/>
                      <a:pt x="32195" y="0"/>
                    </a:cubicBezTo>
                    <a:cubicBezTo>
                      <a:pt x="49911" y="0"/>
                      <a:pt x="64389" y="14478"/>
                      <a:pt x="64389" y="32194"/>
                    </a:cubicBezTo>
                    <a:cubicBezTo>
                      <a:pt x="64389" y="49911"/>
                      <a:pt x="49911" y="64389"/>
                      <a:pt x="32195" y="64389"/>
                    </a:cubicBezTo>
                    <a:close/>
                    <a:moveTo>
                      <a:pt x="32195" y="12382"/>
                    </a:moveTo>
                    <a:cubicBezTo>
                      <a:pt x="21336" y="12382"/>
                      <a:pt x="12383" y="21241"/>
                      <a:pt x="12383" y="32194"/>
                    </a:cubicBezTo>
                    <a:cubicBezTo>
                      <a:pt x="12383" y="43148"/>
                      <a:pt x="21241" y="52006"/>
                      <a:pt x="32195" y="52006"/>
                    </a:cubicBezTo>
                    <a:cubicBezTo>
                      <a:pt x="43148" y="52006"/>
                      <a:pt x="52006" y="43148"/>
                      <a:pt x="52006" y="32194"/>
                    </a:cubicBezTo>
                    <a:cubicBezTo>
                      <a:pt x="52006" y="21241"/>
                      <a:pt x="43148" y="12382"/>
                      <a:pt x="32195" y="12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A1196FAA-3D2F-53EC-024E-B06E4C903148}"/>
                  </a:ext>
                </a:extLst>
              </p:cNvPr>
              <p:cNvSpPr/>
              <p:nvPr/>
            </p:nvSpPr>
            <p:spPr>
              <a:xfrm>
                <a:off x="1754419" y="2582469"/>
                <a:ext cx="28533" cy="40626"/>
              </a:xfrm>
              <a:custGeom>
                <a:avLst/>
                <a:gdLst>
                  <a:gd name="connsiteX0" fmla="*/ 10192 w 158591"/>
                  <a:gd name="connsiteY0" fmla="*/ 219361 h 219360"/>
                  <a:gd name="connsiteX1" fmla="*/ 0 w 158591"/>
                  <a:gd name="connsiteY1" fmla="*/ 218504 h 219360"/>
                  <a:gd name="connsiteX2" fmla="*/ 154400 w 158591"/>
                  <a:gd name="connsiteY2" fmla="*/ 0 h 219360"/>
                  <a:gd name="connsiteX3" fmla="*/ 158591 w 158591"/>
                  <a:gd name="connsiteY3" fmla="*/ 9335 h 219360"/>
                  <a:gd name="connsiteX4" fmla="*/ 10192 w 158591"/>
                  <a:gd name="connsiteY4" fmla="*/ 219265 h 219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591" h="219360">
                    <a:moveTo>
                      <a:pt x="10192" y="219361"/>
                    </a:moveTo>
                    <a:lnTo>
                      <a:pt x="0" y="218504"/>
                    </a:lnTo>
                    <a:cubicBezTo>
                      <a:pt x="7429" y="125730"/>
                      <a:pt x="69533" y="38005"/>
                      <a:pt x="154400" y="0"/>
                    </a:cubicBezTo>
                    <a:lnTo>
                      <a:pt x="158591" y="9335"/>
                    </a:lnTo>
                    <a:cubicBezTo>
                      <a:pt x="76962" y="45815"/>
                      <a:pt x="17336" y="130207"/>
                      <a:pt x="10192" y="219265"/>
                    </a:cubicBezTo>
                    <a:close/>
                  </a:path>
                </a:pathLst>
              </a:custGeom>
              <a:solidFill>
                <a:srgbClr val="DAA6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NZ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D1B2AD99-7533-CB9D-3E60-90D191AF255F}"/>
                </a:ext>
              </a:extLst>
            </p:cNvPr>
            <p:cNvSpPr/>
            <p:nvPr/>
          </p:nvSpPr>
          <p:spPr>
            <a:xfrm>
              <a:off x="1493205" y="2209693"/>
              <a:ext cx="195383" cy="153066"/>
            </a:xfrm>
            <a:custGeom>
              <a:avLst/>
              <a:gdLst>
                <a:gd name="connsiteX0" fmla="*/ 1085782 w 1086001"/>
                <a:gd name="connsiteY0" fmla="*/ 372447 h 826493"/>
                <a:gd name="connsiteX1" fmla="*/ 1001771 w 1086001"/>
                <a:gd name="connsiteY1" fmla="*/ 511797 h 826493"/>
                <a:gd name="connsiteX2" fmla="*/ 1033870 w 1086001"/>
                <a:gd name="connsiteY2" fmla="*/ 575234 h 826493"/>
                <a:gd name="connsiteX3" fmla="*/ 1033394 w 1086001"/>
                <a:gd name="connsiteY3" fmla="*/ 652672 h 826493"/>
                <a:gd name="connsiteX4" fmla="*/ 924428 w 1086001"/>
                <a:gd name="connsiteY4" fmla="*/ 754494 h 826493"/>
                <a:gd name="connsiteX5" fmla="*/ 789268 w 1086001"/>
                <a:gd name="connsiteY5" fmla="*/ 666769 h 826493"/>
                <a:gd name="connsiteX6" fmla="*/ 622486 w 1086001"/>
                <a:gd name="connsiteY6" fmla="*/ 601332 h 826493"/>
                <a:gd name="connsiteX7" fmla="*/ 373121 w 1086001"/>
                <a:gd name="connsiteY7" fmla="*/ 658292 h 826493"/>
                <a:gd name="connsiteX8" fmla="*/ 244534 w 1086001"/>
                <a:gd name="connsiteY8" fmla="*/ 762019 h 826493"/>
                <a:gd name="connsiteX9" fmla="*/ 87180 w 1086001"/>
                <a:gd name="connsiteY9" fmla="*/ 819836 h 826493"/>
                <a:gd name="connsiteX10" fmla="*/ 37746 w 1086001"/>
                <a:gd name="connsiteY10" fmla="*/ 741922 h 826493"/>
                <a:gd name="connsiteX11" fmla="*/ 17172 w 1086001"/>
                <a:gd name="connsiteY11" fmla="*/ 689153 h 826493"/>
                <a:gd name="connsiteX12" fmla="*/ 8504 w 1086001"/>
                <a:gd name="connsiteY12" fmla="*/ 656197 h 826493"/>
                <a:gd name="connsiteX13" fmla="*/ 694 w 1086001"/>
                <a:gd name="connsiteY13" fmla="*/ 553422 h 826493"/>
                <a:gd name="connsiteX14" fmla="*/ 20791 w 1086001"/>
                <a:gd name="connsiteY14" fmla="*/ 481984 h 826493"/>
                <a:gd name="connsiteX15" fmla="*/ 85085 w 1086001"/>
                <a:gd name="connsiteY15" fmla="*/ 452743 h 826493"/>
                <a:gd name="connsiteX16" fmla="*/ 209291 w 1086001"/>
                <a:gd name="connsiteY16" fmla="*/ 234620 h 826493"/>
                <a:gd name="connsiteX17" fmla="*/ 460275 w 1086001"/>
                <a:gd name="connsiteY17" fmla="*/ 237668 h 826493"/>
                <a:gd name="connsiteX18" fmla="*/ 556382 w 1086001"/>
                <a:gd name="connsiteY18" fmla="*/ 60027 h 826493"/>
                <a:gd name="connsiteX19" fmla="*/ 754788 w 1086001"/>
                <a:gd name="connsiteY19" fmla="*/ 210 h 826493"/>
                <a:gd name="connsiteX20" fmla="*/ 950146 w 1086001"/>
                <a:gd name="connsiteY20" fmla="*/ 56788 h 826493"/>
                <a:gd name="connsiteX21" fmla="*/ 1005010 w 1086001"/>
                <a:gd name="connsiteY21" fmla="*/ 162516 h 826493"/>
                <a:gd name="connsiteX22" fmla="*/ 985960 w 1086001"/>
                <a:gd name="connsiteY22" fmla="*/ 243573 h 826493"/>
                <a:gd name="connsiteX23" fmla="*/ 1085591 w 1086001"/>
                <a:gd name="connsiteY23" fmla="*/ 372351 h 82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86001" h="826493">
                  <a:moveTo>
                    <a:pt x="1085782" y="372447"/>
                  </a:moveTo>
                  <a:cubicBezTo>
                    <a:pt x="1089115" y="429978"/>
                    <a:pt x="1054254" y="487985"/>
                    <a:pt x="1001771" y="511797"/>
                  </a:cubicBezTo>
                  <a:cubicBezTo>
                    <a:pt x="1010534" y="507892"/>
                    <a:pt x="1032442" y="568852"/>
                    <a:pt x="1033870" y="575234"/>
                  </a:cubicBezTo>
                  <a:cubicBezTo>
                    <a:pt x="1039871" y="600570"/>
                    <a:pt x="1039680" y="627431"/>
                    <a:pt x="1033394" y="652672"/>
                  </a:cubicBezTo>
                  <a:cubicBezTo>
                    <a:pt x="1021012" y="702583"/>
                    <a:pt x="978339" y="750875"/>
                    <a:pt x="924428" y="754494"/>
                  </a:cubicBezTo>
                  <a:cubicBezTo>
                    <a:pt x="860134" y="758876"/>
                    <a:pt x="835369" y="699440"/>
                    <a:pt x="789268" y="666769"/>
                  </a:cubicBezTo>
                  <a:cubicBezTo>
                    <a:pt x="740024" y="631908"/>
                    <a:pt x="682303" y="609048"/>
                    <a:pt x="622486" y="601332"/>
                  </a:cubicBezTo>
                  <a:cubicBezTo>
                    <a:pt x="536189" y="590093"/>
                    <a:pt x="446083" y="610762"/>
                    <a:pt x="373121" y="658292"/>
                  </a:cubicBezTo>
                  <a:cubicBezTo>
                    <a:pt x="327020" y="688391"/>
                    <a:pt x="288158" y="728301"/>
                    <a:pt x="244534" y="762019"/>
                  </a:cubicBezTo>
                  <a:cubicBezTo>
                    <a:pt x="213387" y="786022"/>
                    <a:pt x="127471" y="846506"/>
                    <a:pt x="87180" y="819836"/>
                  </a:cubicBezTo>
                  <a:cubicBezTo>
                    <a:pt x="65654" y="805548"/>
                    <a:pt x="48509" y="764496"/>
                    <a:pt x="37746" y="741922"/>
                  </a:cubicBezTo>
                  <a:cubicBezTo>
                    <a:pt x="29554" y="724967"/>
                    <a:pt x="22696" y="707250"/>
                    <a:pt x="17172" y="689153"/>
                  </a:cubicBezTo>
                  <a:cubicBezTo>
                    <a:pt x="13743" y="678294"/>
                    <a:pt x="10885" y="667341"/>
                    <a:pt x="8504" y="656197"/>
                  </a:cubicBezTo>
                  <a:cubicBezTo>
                    <a:pt x="1265" y="622383"/>
                    <a:pt x="-1402" y="587807"/>
                    <a:pt x="694" y="553422"/>
                  </a:cubicBezTo>
                  <a:cubicBezTo>
                    <a:pt x="2313" y="528371"/>
                    <a:pt x="6694" y="502653"/>
                    <a:pt x="20791" y="481984"/>
                  </a:cubicBezTo>
                  <a:cubicBezTo>
                    <a:pt x="34793" y="461220"/>
                    <a:pt x="60796" y="446932"/>
                    <a:pt x="85085" y="452743"/>
                  </a:cubicBezTo>
                  <a:cubicBezTo>
                    <a:pt x="83752" y="364922"/>
                    <a:pt x="133186" y="278244"/>
                    <a:pt x="209291" y="234620"/>
                  </a:cubicBezTo>
                  <a:cubicBezTo>
                    <a:pt x="285396" y="190900"/>
                    <a:pt x="385218" y="192234"/>
                    <a:pt x="460275" y="237668"/>
                  </a:cubicBezTo>
                  <a:cubicBezTo>
                    <a:pt x="458465" y="167564"/>
                    <a:pt x="499327" y="100698"/>
                    <a:pt x="556382" y="60027"/>
                  </a:cubicBezTo>
                  <a:cubicBezTo>
                    <a:pt x="613532" y="19355"/>
                    <a:pt x="684779" y="2400"/>
                    <a:pt x="754788" y="210"/>
                  </a:cubicBezTo>
                  <a:cubicBezTo>
                    <a:pt x="824130" y="-1886"/>
                    <a:pt x="897663" y="11354"/>
                    <a:pt x="950146" y="56788"/>
                  </a:cubicBezTo>
                  <a:cubicBezTo>
                    <a:pt x="980721" y="83268"/>
                    <a:pt x="1001104" y="122796"/>
                    <a:pt x="1005010" y="162516"/>
                  </a:cubicBezTo>
                  <a:cubicBezTo>
                    <a:pt x="1007867" y="190995"/>
                    <a:pt x="1002343" y="219666"/>
                    <a:pt x="985960" y="243573"/>
                  </a:cubicBezTo>
                  <a:cubicBezTo>
                    <a:pt x="1040919" y="261385"/>
                    <a:pt x="1082162" y="314820"/>
                    <a:pt x="1085591" y="372351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DC7558B4-A2C8-A58B-CF03-6638DEA51536}"/>
                </a:ext>
              </a:extLst>
            </p:cNvPr>
            <p:cNvSpPr/>
            <p:nvPr/>
          </p:nvSpPr>
          <p:spPr>
            <a:xfrm>
              <a:off x="1519178" y="2281480"/>
              <a:ext cx="56173" cy="48475"/>
            </a:xfrm>
            <a:custGeom>
              <a:avLst/>
              <a:gdLst>
                <a:gd name="connsiteX0" fmla="*/ 2632 w 312228"/>
                <a:gd name="connsiteY0" fmla="*/ 261717 h 261746"/>
                <a:gd name="connsiteX1" fmla="*/ 60 w 312228"/>
                <a:gd name="connsiteY1" fmla="*/ 259908 h 261746"/>
                <a:gd name="connsiteX2" fmla="*/ 1774 w 312228"/>
                <a:gd name="connsiteY2" fmla="*/ 257145 h 261746"/>
                <a:gd name="connsiteX3" fmla="*/ 103787 w 312228"/>
                <a:gd name="connsiteY3" fmla="*/ 144465 h 261746"/>
                <a:gd name="connsiteX4" fmla="*/ 104168 w 312228"/>
                <a:gd name="connsiteY4" fmla="*/ 140464 h 261746"/>
                <a:gd name="connsiteX5" fmla="*/ 84356 w 312228"/>
                <a:gd name="connsiteY5" fmla="*/ 139131 h 261746"/>
                <a:gd name="connsiteX6" fmla="*/ 62830 w 312228"/>
                <a:gd name="connsiteY6" fmla="*/ 116175 h 261746"/>
                <a:gd name="connsiteX7" fmla="*/ 70640 w 312228"/>
                <a:gd name="connsiteY7" fmla="*/ 102745 h 261746"/>
                <a:gd name="connsiteX8" fmla="*/ 97882 w 312228"/>
                <a:gd name="connsiteY8" fmla="*/ 105317 h 261746"/>
                <a:gd name="connsiteX9" fmla="*/ 108931 w 312228"/>
                <a:gd name="connsiteY9" fmla="*/ 135702 h 261746"/>
                <a:gd name="connsiteX10" fmla="*/ 215706 w 312228"/>
                <a:gd name="connsiteY10" fmla="*/ 86267 h 261746"/>
                <a:gd name="connsiteX11" fmla="*/ 199228 w 312228"/>
                <a:gd name="connsiteY11" fmla="*/ 77599 h 261746"/>
                <a:gd name="connsiteX12" fmla="*/ 178178 w 312228"/>
                <a:gd name="connsiteY12" fmla="*/ 42738 h 261746"/>
                <a:gd name="connsiteX13" fmla="*/ 203323 w 312228"/>
                <a:gd name="connsiteY13" fmla="*/ 12543 h 261746"/>
                <a:gd name="connsiteX14" fmla="*/ 232184 w 312228"/>
                <a:gd name="connsiteY14" fmla="*/ 36261 h 261746"/>
                <a:gd name="connsiteX15" fmla="*/ 231803 w 312228"/>
                <a:gd name="connsiteY15" fmla="*/ 75123 h 261746"/>
                <a:gd name="connsiteX16" fmla="*/ 224279 w 312228"/>
                <a:gd name="connsiteY16" fmla="*/ 84076 h 261746"/>
                <a:gd name="connsiteX17" fmla="*/ 278762 w 312228"/>
                <a:gd name="connsiteY17" fmla="*/ 74837 h 261746"/>
                <a:gd name="connsiteX18" fmla="*/ 305717 w 312228"/>
                <a:gd name="connsiteY18" fmla="*/ 2828 h 261746"/>
                <a:gd name="connsiteX19" fmla="*/ 307337 w 312228"/>
                <a:gd name="connsiteY19" fmla="*/ 66 h 261746"/>
                <a:gd name="connsiteX20" fmla="*/ 310099 w 312228"/>
                <a:gd name="connsiteY20" fmla="*/ 1685 h 261746"/>
                <a:gd name="connsiteX21" fmla="*/ 281333 w 312228"/>
                <a:gd name="connsiteY21" fmla="*/ 78647 h 261746"/>
                <a:gd name="connsiteX22" fmla="*/ 220564 w 312228"/>
                <a:gd name="connsiteY22" fmla="*/ 87886 h 261746"/>
                <a:gd name="connsiteX23" fmla="*/ 108740 w 312228"/>
                <a:gd name="connsiteY23" fmla="*/ 140178 h 261746"/>
                <a:gd name="connsiteX24" fmla="*/ 108264 w 312228"/>
                <a:gd name="connsiteY24" fmla="*/ 145036 h 261746"/>
                <a:gd name="connsiteX25" fmla="*/ 2632 w 312228"/>
                <a:gd name="connsiteY25" fmla="*/ 261717 h 261746"/>
                <a:gd name="connsiteX26" fmla="*/ 2537 w 312228"/>
                <a:gd name="connsiteY26" fmla="*/ 261717 h 261746"/>
                <a:gd name="connsiteX27" fmla="*/ 78832 w 312228"/>
                <a:gd name="connsiteY27" fmla="*/ 104841 h 261746"/>
                <a:gd name="connsiteX28" fmla="*/ 72736 w 312228"/>
                <a:gd name="connsiteY28" fmla="*/ 106746 h 261746"/>
                <a:gd name="connsiteX29" fmla="*/ 67402 w 312228"/>
                <a:gd name="connsiteY29" fmla="*/ 115604 h 261746"/>
                <a:gd name="connsiteX30" fmla="*/ 85499 w 312228"/>
                <a:gd name="connsiteY30" fmla="*/ 134749 h 261746"/>
                <a:gd name="connsiteX31" fmla="*/ 104359 w 312228"/>
                <a:gd name="connsiteY31" fmla="*/ 136083 h 261746"/>
                <a:gd name="connsiteX32" fmla="*/ 94834 w 312228"/>
                <a:gd name="connsiteY32" fmla="*/ 108746 h 261746"/>
                <a:gd name="connsiteX33" fmla="*/ 78832 w 312228"/>
                <a:gd name="connsiteY33" fmla="*/ 104936 h 261746"/>
                <a:gd name="connsiteX34" fmla="*/ 201609 w 312228"/>
                <a:gd name="connsiteY34" fmla="*/ 17211 h 261746"/>
                <a:gd name="connsiteX35" fmla="*/ 182749 w 312228"/>
                <a:gd name="connsiteY35" fmla="*/ 42547 h 261746"/>
                <a:gd name="connsiteX36" fmla="*/ 201895 w 312228"/>
                <a:gd name="connsiteY36" fmla="*/ 73884 h 261746"/>
                <a:gd name="connsiteX37" fmla="*/ 219325 w 312228"/>
                <a:gd name="connsiteY37" fmla="*/ 82743 h 261746"/>
                <a:gd name="connsiteX38" fmla="*/ 228089 w 312228"/>
                <a:gd name="connsiteY38" fmla="*/ 72551 h 261746"/>
                <a:gd name="connsiteX39" fmla="*/ 227803 w 312228"/>
                <a:gd name="connsiteY39" fmla="*/ 37594 h 261746"/>
                <a:gd name="connsiteX40" fmla="*/ 203514 w 312228"/>
                <a:gd name="connsiteY40" fmla="*/ 17115 h 261746"/>
                <a:gd name="connsiteX41" fmla="*/ 201514 w 312228"/>
                <a:gd name="connsiteY41" fmla="*/ 17306 h 2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12228" h="261746">
                  <a:moveTo>
                    <a:pt x="2632" y="261717"/>
                  </a:moveTo>
                  <a:cubicBezTo>
                    <a:pt x="1489" y="261908"/>
                    <a:pt x="346" y="261146"/>
                    <a:pt x="60" y="259908"/>
                  </a:cubicBezTo>
                  <a:cubicBezTo>
                    <a:pt x="-226" y="258669"/>
                    <a:pt x="536" y="257431"/>
                    <a:pt x="1774" y="257145"/>
                  </a:cubicBezTo>
                  <a:cubicBezTo>
                    <a:pt x="54733" y="245620"/>
                    <a:pt x="97596" y="198186"/>
                    <a:pt x="103787" y="144465"/>
                  </a:cubicBezTo>
                  <a:cubicBezTo>
                    <a:pt x="103978" y="143226"/>
                    <a:pt x="104073" y="141893"/>
                    <a:pt x="104168" y="140464"/>
                  </a:cubicBezTo>
                  <a:cubicBezTo>
                    <a:pt x="96739" y="140940"/>
                    <a:pt x="90071" y="140464"/>
                    <a:pt x="84356" y="139131"/>
                  </a:cubicBezTo>
                  <a:cubicBezTo>
                    <a:pt x="71783" y="135892"/>
                    <a:pt x="64258" y="127986"/>
                    <a:pt x="62830" y="116175"/>
                  </a:cubicBezTo>
                  <a:cubicBezTo>
                    <a:pt x="62163" y="110556"/>
                    <a:pt x="64925" y="105698"/>
                    <a:pt x="70640" y="102745"/>
                  </a:cubicBezTo>
                  <a:cubicBezTo>
                    <a:pt x="78070" y="98840"/>
                    <a:pt x="90547" y="98745"/>
                    <a:pt x="97882" y="105317"/>
                  </a:cubicBezTo>
                  <a:cubicBezTo>
                    <a:pt x="105216" y="111889"/>
                    <a:pt x="108931" y="122271"/>
                    <a:pt x="108931" y="135702"/>
                  </a:cubicBezTo>
                  <a:cubicBezTo>
                    <a:pt x="142935" y="131987"/>
                    <a:pt x="189227" y="110841"/>
                    <a:pt x="215706" y="86267"/>
                  </a:cubicBezTo>
                  <a:cubicBezTo>
                    <a:pt x="209896" y="84171"/>
                    <a:pt x="204276" y="81219"/>
                    <a:pt x="199228" y="77599"/>
                  </a:cubicBezTo>
                  <a:cubicBezTo>
                    <a:pt x="186274" y="68265"/>
                    <a:pt x="178654" y="55596"/>
                    <a:pt x="178178" y="42738"/>
                  </a:cubicBezTo>
                  <a:cubicBezTo>
                    <a:pt x="177701" y="28926"/>
                    <a:pt x="187798" y="13115"/>
                    <a:pt x="203323" y="12543"/>
                  </a:cubicBezTo>
                  <a:cubicBezTo>
                    <a:pt x="217421" y="11972"/>
                    <a:pt x="228470" y="24069"/>
                    <a:pt x="232184" y="36261"/>
                  </a:cubicBezTo>
                  <a:cubicBezTo>
                    <a:pt x="236375" y="50262"/>
                    <a:pt x="239328" y="64740"/>
                    <a:pt x="231803" y="75123"/>
                  </a:cubicBezTo>
                  <a:cubicBezTo>
                    <a:pt x="229613" y="78171"/>
                    <a:pt x="227136" y="81123"/>
                    <a:pt x="224279" y="84076"/>
                  </a:cubicBezTo>
                  <a:cubicBezTo>
                    <a:pt x="242662" y="88553"/>
                    <a:pt x="263140" y="85505"/>
                    <a:pt x="278762" y="74837"/>
                  </a:cubicBezTo>
                  <a:cubicBezTo>
                    <a:pt x="301240" y="59502"/>
                    <a:pt x="312575" y="29117"/>
                    <a:pt x="305717" y="2828"/>
                  </a:cubicBezTo>
                  <a:cubicBezTo>
                    <a:pt x="305431" y="1590"/>
                    <a:pt x="306098" y="351"/>
                    <a:pt x="307337" y="66"/>
                  </a:cubicBezTo>
                  <a:cubicBezTo>
                    <a:pt x="308480" y="-220"/>
                    <a:pt x="309813" y="447"/>
                    <a:pt x="310099" y="1685"/>
                  </a:cubicBezTo>
                  <a:cubicBezTo>
                    <a:pt x="317433" y="29879"/>
                    <a:pt x="305336" y="62264"/>
                    <a:pt x="281333" y="78647"/>
                  </a:cubicBezTo>
                  <a:cubicBezTo>
                    <a:pt x="263903" y="90553"/>
                    <a:pt x="240852" y="93601"/>
                    <a:pt x="220564" y="87886"/>
                  </a:cubicBezTo>
                  <a:cubicBezTo>
                    <a:pt x="193513" y="113794"/>
                    <a:pt x="144554" y="136368"/>
                    <a:pt x="108740" y="140178"/>
                  </a:cubicBezTo>
                  <a:cubicBezTo>
                    <a:pt x="108740" y="141798"/>
                    <a:pt x="108550" y="143417"/>
                    <a:pt x="108264" y="145036"/>
                  </a:cubicBezTo>
                  <a:cubicBezTo>
                    <a:pt x="101882" y="200757"/>
                    <a:pt x="57400" y="249811"/>
                    <a:pt x="2632" y="261717"/>
                  </a:cubicBezTo>
                  <a:cubicBezTo>
                    <a:pt x="2632" y="261717"/>
                    <a:pt x="2537" y="261717"/>
                    <a:pt x="2537" y="261717"/>
                  </a:cubicBezTo>
                  <a:close/>
                  <a:moveTo>
                    <a:pt x="78832" y="104841"/>
                  </a:moveTo>
                  <a:cubicBezTo>
                    <a:pt x="76641" y="105222"/>
                    <a:pt x="74546" y="105793"/>
                    <a:pt x="72736" y="106746"/>
                  </a:cubicBezTo>
                  <a:cubicBezTo>
                    <a:pt x="69973" y="108174"/>
                    <a:pt x="66830" y="110937"/>
                    <a:pt x="67402" y="115604"/>
                  </a:cubicBezTo>
                  <a:cubicBezTo>
                    <a:pt x="68640" y="125605"/>
                    <a:pt x="74736" y="131987"/>
                    <a:pt x="85499" y="134749"/>
                  </a:cubicBezTo>
                  <a:cubicBezTo>
                    <a:pt x="90929" y="136083"/>
                    <a:pt x="97310" y="136559"/>
                    <a:pt x="104359" y="136083"/>
                  </a:cubicBezTo>
                  <a:cubicBezTo>
                    <a:pt x="104359" y="126272"/>
                    <a:pt x="102358" y="115509"/>
                    <a:pt x="94834" y="108746"/>
                  </a:cubicBezTo>
                  <a:cubicBezTo>
                    <a:pt x="90738" y="105126"/>
                    <a:pt x="84356" y="104079"/>
                    <a:pt x="78832" y="104936"/>
                  </a:cubicBezTo>
                  <a:close/>
                  <a:moveTo>
                    <a:pt x="201609" y="17211"/>
                  </a:moveTo>
                  <a:cubicBezTo>
                    <a:pt x="190274" y="18925"/>
                    <a:pt x="182369" y="31498"/>
                    <a:pt x="182749" y="42547"/>
                  </a:cubicBezTo>
                  <a:cubicBezTo>
                    <a:pt x="183131" y="53977"/>
                    <a:pt x="190179" y="65312"/>
                    <a:pt x="201895" y="73884"/>
                  </a:cubicBezTo>
                  <a:cubicBezTo>
                    <a:pt x="207229" y="77694"/>
                    <a:pt x="213134" y="80647"/>
                    <a:pt x="219325" y="82743"/>
                  </a:cubicBezTo>
                  <a:cubicBezTo>
                    <a:pt x="222659" y="79409"/>
                    <a:pt x="225612" y="75980"/>
                    <a:pt x="228089" y="72551"/>
                  </a:cubicBezTo>
                  <a:cubicBezTo>
                    <a:pt x="234375" y="63693"/>
                    <a:pt x="231708" y="50548"/>
                    <a:pt x="227803" y="37594"/>
                  </a:cubicBezTo>
                  <a:cubicBezTo>
                    <a:pt x="224660" y="27307"/>
                    <a:pt x="215135" y="16639"/>
                    <a:pt x="203514" y="17115"/>
                  </a:cubicBezTo>
                  <a:cubicBezTo>
                    <a:pt x="202847" y="17115"/>
                    <a:pt x="202181" y="17115"/>
                    <a:pt x="201514" y="17306"/>
                  </a:cubicBezTo>
                  <a:close/>
                </a:path>
              </a:pathLst>
            </a:custGeom>
            <a:solidFill>
              <a:srgbClr val="995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CB555415-8A74-6431-BB25-D1C06B7BBA18}"/>
                </a:ext>
              </a:extLst>
            </p:cNvPr>
            <p:cNvSpPr/>
            <p:nvPr/>
          </p:nvSpPr>
          <p:spPr>
            <a:xfrm>
              <a:off x="1598518" y="2262529"/>
              <a:ext cx="66951" cy="32826"/>
            </a:xfrm>
            <a:custGeom>
              <a:avLst/>
              <a:gdLst>
                <a:gd name="connsiteX0" fmla="*/ 181999 w 372135"/>
                <a:gd name="connsiteY0" fmla="*/ 175927 h 177246"/>
                <a:gd name="connsiteX1" fmla="*/ 160759 w 372135"/>
                <a:gd name="connsiteY1" fmla="*/ 177165 h 177246"/>
                <a:gd name="connsiteX2" fmla="*/ 105133 w 372135"/>
                <a:gd name="connsiteY2" fmla="*/ 150876 h 177246"/>
                <a:gd name="connsiteX3" fmla="*/ 263 w 372135"/>
                <a:gd name="connsiteY3" fmla="*/ 85249 h 177246"/>
                <a:gd name="connsiteX4" fmla="*/ 1215 w 372135"/>
                <a:gd name="connsiteY4" fmla="*/ 82201 h 177246"/>
                <a:gd name="connsiteX5" fmla="*/ 4263 w 372135"/>
                <a:gd name="connsiteY5" fmla="*/ 83153 h 177246"/>
                <a:gd name="connsiteX6" fmla="*/ 101704 w 372135"/>
                <a:gd name="connsiteY6" fmla="*/ 146209 h 177246"/>
                <a:gd name="connsiteX7" fmla="*/ 110943 w 372135"/>
                <a:gd name="connsiteY7" fmla="*/ 83153 h 177246"/>
                <a:gd name="connsiteX8" fmla="*/ 147043 w 372135"/>
                <a:gd name="connsiteY8" fmla="*/ 79534 h 177246"/>
                <a:gd name="connsiteX9" fmla="*/ 167617 w 372135"/>
                <a:gd name="connsiteY9" fmla="*/ 102680 h 177246"/>
                <a:gd name="connsiteX10" fmla="*/ 149900 w 372135"/>
                <a:gd name="connsiteY10" fmla="*/ 140589 h 177246"/>
                <a:gd name="connsiteX11" fmla="*/ 111133 w 372135"/>
                <a:gd name="connsiteY11" fmla="*/ 151067 h 177246"/>
                <a:gd name="connsiteX12" fmla="*/ 160949 w 372135"/>
                <a:gd name="connsiteY12" fmla="*/ 172688 h 177246"/>
                <a:gd name="connsiteX13" fmla="*/ 224672 w 372135"/>
                <a:gd name="connsiteY13" fmla="*/ 158210 h 177246"/>
                <a:gd name="connsiteX14" fmla="*/ 255818 w 372135"/>
                <a:gd name="connsiteY14" fmla="*/ 140589 h 177246"/>
                <a:gd name="connsiteX15" fmla="*/ 241245 w 372135"/>
                <a:gd name="connsiteY15" fmla="*/ 131064 h 177246"/>
                <a:gd name="connsiteX16" fmla="*/ 224195 w 372135"/>
                <a:gd name="connsiteY16" fmla="*/ 99441 h 177246"/>
                <a:gd name="connsiteX17" fmla="*/ 230482 w 372135"/>
                <a:gd name="connsiteY17" fmla="*/ 80867 h 177246"/>
                <a:gd name="connsiteX18" fmla="*/ 251437 w 372135"/>
                <a:gd name="connsiteY18" fmla="*/ 74009 h 177246"/>
                <a:gd name="connsiteX19" fmla="*/ 274297 w 372135"/>
                <a:gd name="connsiteY19" fmla="*/ 89059 h 177246"/>
                <a:gd name="connsiteX20" fmla="*/ 266867 w 372135"/>
                <a:gd name="connsiteY20" fmla="*/ 136017 h 177246"/>
                <a:gd name="connsiteX21" fmla="*/ 264010 w 372135"/>
                <a:gd name="connsiteY21" fmla="*/ 139256 h 177246"/>
                <a:gd name="connsiteX22" fmla="*/ 302586 w 372135"/>
                <a:gd name="connsiteY22" fmla="*/ 143542 h 177246"/>
                <a:gd name="connsiteX23" fmla="*/ 355069 w 372135"/>
                <a:gd name="connsiteY23" fmla="*/ 113443 h 177246"/>
                <a:gd name="connsiteX24" fmla="*/ 365546 w 372135"/>
                <a:gd name="connsiteY24" fmla="*/ 53816 h 177246"/>
                <a:gd name="connsiteX25" fmla="*/ 330780 w 372135"/>
                <a:gd name="connsiteY25" fmla="*/ 4286 h 177246"/>
                <a:gd name="connsiteX26" fmla="*/ 329923 w 372135"/>
                <a:gd name="connsiteY26" fmla="*/ 1143 h 177246"/>
                <a:gd name="connsiteX27" fmla="*/ 333066 w 372135"/>
                <a:gd name="connsiteY27" fmla="*/ 286 h 177246"/>
                <a:gd name="connsiteX28" fmla="*/ 370023 w 372135"/>
                <a:gd name="connsiteY28" fmla="*/ 52768 h 177246"/>
                <a:gd name="connsiteX29" fmla="*/ 358783 w 372135"/>
                <a:gd name="connsiteY29" fmla="*/ 116014 h 177246"/>
                <a:gd name="connsiteX30" fmla="*/ 303157 w 372135"/>
                <a:gd name="connsiteY30" fmla="*/ 148114 h 177246"/>
                <a:gd name="connsiteX31" fmla="*/ 260390 w 372135"/>
                <a:gd name="connsiteY31" fmla="*/ 142780 h 177246"/>
                <a:gd name="connsiteX32" fmla="*/ 226386 w 372135"/>
                <a:gd name="connsiteY32" fmla="*/ 162497 h 177246"/>
                <a:gd name="connsiteX33" fmla="*/ 181904 w 372135"/>
                <a:gd name="connsiteY33" fmla="*/ 176022 h 177246"/>
                <a:gd name="connsiteX34" fmla="*/ 244388 w 372135"/>
                <a:gd name="connsiteY34" fmla="*/ 78581 h 177246"/>
                <a:gd name="connsiteX35" fmla="*/ 233815 w 372135"/>
                <a:gd name="connsiteY35" fmla="*/ 84010 h 177246"/>
                <a:gd name="connsiteX36" fmla="*/ 228767 w 372135"/>
                <a:gd name="connsiteY36" fmla="*/ 99251 h 177246"/>
                <a:gd name="connsiteX37" fmla="*/ 244198 w 372135"/>
                <a:gd name="connsiteY37" fmla="*/ 127635 h 177246"/>
                <a:gd name="connsiteX38" fmla="*/ 259533 w 372135"/>
                <a:gd name="connsiteY38" fmla="*/ 137351 h 177246"/>
                <a:gd name="connsiteX39" fmla="*/ 263438 w 372135"/>
                <a:gd name="connsiteY39" fmla="*/ 133064 h 177246"/>
                <a:gd name="connsiteX40" fmla="*/ 270296 w 372135"/>
                <a:gd name="connsiteY40" fmla="*/ 91249 h 177246"/>
                <a:gd name="connsiteX41" fmla="*/ 250865 w 372135"/>
                <a:gd name="connsiteY41" fmla="*/ 78581 h 177246"/>
                <a:gd name="connsiteX42" fmla="*/ 244388 w 372135"/>
                <a:gd name="connsiteY42" fmla="*/ 78581 h 177246"/>
                <a:gd name="connsiteX43" fmla="*/ 107419 w 372135"/>
                <a:gd name="connsiteY43" fmla="*/ 146399 h 177246"/>
                <a:gd name="connsiteX44" fmla="*/ 108848 w 372135"/>
                <a:gd name="connsiteY44" fmla="*/ 146399 h 177246"/>
                <a:gd name="connsiteX45" fmla="*/ 147329 w 372135"/>
                <a:gd name="connsiteY45" fmla="*/ 136684 h 177246"/>
                <a:gd name="connsiteX46" fmla="*/ 163140 w 372135"/>
                <a:gd name="connsiteY46" fmla="*/ 103346 h 177246"/>
                <a:gd name="connsiteX47" fmla="*/ 145424 w 372135"/>
                <a:gd name="connsiteY47" fmla="*/ 83630 h 177246"/>
                <a:gd name="connsiteX48" fmla="*/ 113705 w 372135"/>
                <a:gd name="connsiteY48" fmla="*/ 86678 h 177246"/>
                <a:gd name="connsiteX49" fmla="*/ 105704 w 372135"/>
                <a:gd name="connsiteY49" fmla="*/ 143827 h 177246"/>
                <a:gd name="connsiteX50" fmla="*/ 107419 w 372135"/>
                <a:gd name="connsiteY50" fmla="*/ 146304 h 17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72135" h="177246">
                  <a:moveTo>
                    <a:pt x="181999" y="175927"/>
                  </a:moveTo>
                  <a:cubicBezTo>
                    <a:pt x="175046" y="176975"/>
                    <a:pt x="167998" y="177451"/>
                    <a:pt x="160759" y="177165"/>
                  </a:cubicBezTo>
                  <a:cubicBezTo>
                    <a:pt x="137899" y="176213"/>
                    <a:pt x="117134" y="166306"/>
                    <a:pt x="105133" y="150876"/>
                  </a:cubicBezTo>
                  <a:cubicBezTo>
                    <a:pt x="62365" y="148971"/>
                    <a:pt x="20551" y="122968"/>
                    <a:pt x="263" y="85249"/>
                  </a:cubicBezTo>
                  <a:cubicBezTo>
                    <a:pt x="-309" y="84106"/>
                    <a:pt x="72" y="82772"/>
                    <a:pt x="1215" y="82201"/>
                  </a:cubicBezTo>
                  <a:cubicBezTo>
                    <a:pt x="2263" y="81629"/>
                    <a:pt x="3691" y="82010"/>
                    <a:pt x="4263" y="83153"/>
                  </a:cubicBezTo>
                  <a:cubicBezTo>
                    <a:pt x="23218" y="118396"/>
                    <a:pt x="61794" y="143065"/>
                    <a:pt x="101704" y="146209"/>
                  </a:cubicBezTo>
                  <a:cubicBezTo>
                    <a:pt x="88750" y="125254"/>
                    <a:pt x="92941" y="96488"/>
                    <a:pt x="110943" y="83153"/>
                  </a:cubicBezTo>
                  <a:cubicBezTo>
                    <a:pt x="120658" y="75914"/>
                    <a:pt x="134565" y="74581"/>
                    <a:pt x="147043" y="79534"/>
                  </a:cubicBezTo>
                  <a:cubicBezTo>
                    <a:pt x="158187" y="83915"/>
                    <a:pt x="165712" y="92393"/>
                    <a:pt x="167617" y="102680"/>
                  </a:cubicBezTo>
                  <a:cubicBezTo>
                    <a:pt x="170189" y="116396"/>
                    <a:pt x="163045" y="131635"/>
                    <a:pt x="149900" y="140589"/>
                  </a:cubicBezTo>
                  <a:cubicBezTo>
                    <a:pt x="139899" y="147447"/>
                    <a:pt x="126850" y="150971"/>
                    <a:pt x="111133" y="151067"/>
                  </a:cubicBezTo>
                  <a:cubicBezTo>
                    <a:pt x="122659" y="163735"/>
                    <a:pt x="140852" y="171831"/>
                    <a:pt x="160949" y="172688"/>
                  </a:cubicBezTo>
                  <a:cubicBezTo>
                    <a:pt x="184666" y="173641"/>
                    <a:pt x="207431" y="165544"/>
                    <a:pt x="224672" y="158210"/>
                  </a:cubicBezTo>
                  <a:cubicBezTo>
                    <a:pt x="235625" y="153638"/>
                    <a:pt x="246674" y="148304"/>
                    <a:pt x="255818" y="140589"/>
                  </a:cubicBezTo>
                  <a:cubicBezTo>
                    <a:pt x="250580" y="138017"/>
                    <a:pt x="245627" y="134779"/>
                    <a:pt x="241245" y="131064"/>
                  </a:cubicBezTo>
                  <a:cubicBezTo>
                    <a:pt x="231530" y="122872"/>
                    <a:pt x="224862" y="110490"/>
                    <a:pt x="224195" y="99441"/>
                  </a:cubicBezTo>
                  <a:cubicBezTo>
                    <a:pt x="223719" y="92202"/>
                    <a:pt x="225910" y="85725"/>
                    <a:pt x="230482" y="80867"/>
                  </a:cubicBezTo>
                  <a:cubicBezTo>
                    <a:pt x="235530" y="75438"/>
                    <a:pt x="243150" y="72962"/>
                    <a:pt x="251437" y="74009"/>
                  </a:cubicBezTo>
                  <a:cubicBezTo>
                    <a:pt x="261248" y="75247"/>
                    <a:pt x="270011" y="80962"/>
                    <a:pt x="274297" y="89059"/>
                  </a:cubicBezTo>
                  <a:cubicBezTo>
                    <a:pt x="282869" y="104965"/>
                    <a:pt x="276773" y="124111"/>
                    <a:pt x="266867" y="136017"/>
                  </a:cubicBezTo>
                  <a:cubicBezTo>
                    <a:pt x="265915" y="137160"/>
                    <a:pt x="264962" y="138208"/>
                    <a:pt x="264010" y="139256"/>
                  </a:cubicBezTo>
                  <a:cubicBezTo>
                    <a:pt x="275821" y="143732"/>
                    <a:pt x="289061" y="145256"/>
                    <a:pt x="302586" y="143542"/>
                  </a:cubicBezTo>
                  <a:cubicBezTo>
                    <a:pt x="324303" y="140684"/>
                    <a:pt x="343639" y="129731"/>
                    <a:pt x="355069" y="113443"/>
                  </a:cubicBezTo>
                  <a:cubicBezTo>
                    <a:pt x="366499" y="97060"/>
                    <a:pt x="370404" y="75343"/>
                    <a:pt x="365546" y="53816"/>
                  </a:cubicBezTo>
                  <a:cubicBezTo>
                    <a:pt x="360784" y="32290"/>
                    <a:pt x="348116" y="14192"/>
                    <a:pt x="330780" y="4286"/>
                  </a:cubicBezTo>
                  <a:cubicBezTo>
                    <a:pt x="329732" y="3620"/>
                    <a:pt x="329351" y="2286"/>
                    <a:pt x="329923" y="1143"/>
                  </a:cubicBezTo>
                  <a:cubicBezTo>
                    <a:pt x="330494" y="0"/>
                    <a:pt x="331923" y="-286"/>
                    <a:pt x="333066" y="286"/>
                  </a:cubicBezTo>
                  <a:cubicBezTo>
                    <a:pt x="351449" y="10858"/>
                    <a:pt x="364975" y="30004"/>
                    <a:pt x="370023" y="52768"/>
                  </a:cubicBezTo>
                  <a:cubicBezTo>
                    <a:pt x="375071" y="75629"/>
                    <a:pt x="370975" y="98679"/>
                    <a:pt x="358783" y="116014"/>
                  </a:cubicBezTo>
                  <a:cubicBezTo>
                    <a:pt x="346591" y="133445"/>
                    <a:pt x="326208" y="145066"/>
                    <a:pt x="303157" y="148114"/>
                  </a:cubicBezTo>
                  <a:cubicBezTo>
                    <a:pt x="288108" y="150019"/>
                    <a:pt x="273344" y="148114"/>
                    <a:pt x="260390" y="142780"/>
                  </a:cubicBezTo>
                  <a:cubicBezTo>
                    <a:pt x="250580" y="151638"/>
                    <a:pt x="238388" y="157543"/>
                    <a:pt x="226386" y="162497"/>
                  </a:cubicBezTo>
                  <a:cubicBezTo>
                    <a:pt x="213908" y="167735"/>
                    <a:pt x="198573" y="173450"/>
                    <a:pt x="181904" y="176022"/>
                  </a:cubicBezTo>
                  <a:close/>
                  <a:moveTo>
                    <a:pt x="244388" y="78581"/>
                  </a:moveTo>
                  <a:cubicBezTo>
                    <a:pt x="240197" y="79248"/>
                    <a:pt x="236482" y="81058"/>
                    <a:pt x="233815" y="84010"/>
                  </a:cubicBezTo>
                  <a:cubicBezTo>
                    <a:pt x="230101" y="88011"/>
                    <a:pt x="228386" y="93155"/>
                    <a:pt x="228767" y="99251"/>
                  </a:cubicBezTo>
                  <a:cubicBezTo>
                    <a:pt x="229339" y="109061"/>
                    <a:pt x="235435" y="120206"/>
                    <a:pt x="244198" y="127635"/>
                  </a:cubicBezTo>
                  <a:cubicBezTo>
                    <a:pt x="248770" y="131540"/>
                    <a:pt x="253913" y="134779"/>
                    <a:pt x="259533" y="137351"/>
                  </a:cubicBezTo>
                  <a:cubicBezTo>
                    <a:pt x="260866" y="136017"/>
                    <a:pt x="262200" y="134588"/>
                    <a:pt x="263438" y="133064"/>
                  </a:cubicBezTo>
                  <a:cubicBezTo>
                    <a:pt x="272011" y="122682"/>
                    <a:pt x="277916" y="105156"/>
                    <a:pt x="270296" y="91249"/>
                  </a:cubicBezTo>
                  <a:cubicBezTo>
                    <a:pt x="266677" y="84582"/>
                    <a:pt x="259057" y="79629"/>
                    <a:pt x="250865" y="78581"/>
                  </a:cubicBezTo>
                  <a:cubicBezTo>
                    <a:pt x="248579" y="78295"/>
                    <a:pt x="246484" y="78295"/>
                    <a:pt x="244388" y="78581"/>
                  </a:cubicBezTo>
                  <a:close/>
                  <a:moveTo>
                    <a:pt x="107419" y="146399"/>
                  </a:moveTo>
                  <a:cubicBezTo>
                    <a:pt x="107895" y="146399"/>
                    <a:pt x="108371" y="146399"/>
                    <a:pt x="108848" y="146399"/>
                  </a:cubicBezTo>
                  <a:cubicBezTo>
                    <a:pt x="124659" y="146590"/>
                    <a:pt x="137613" y="143351"/>
                    <a:pt x="147329" y="136684"/>
                  </a:cubicBezTo>
                  <a:cubicBezTo>
                    <a:pt x="159044" y="128683"/>
                    <a:pt x="165331" y="115252"/>
                    <a:pt x="163140" y="103346"/>
                  </a:cubicBezTo>
                  <a:cubicBezTo>
                    <a:pt x="161521" y="94583"/>
                    <a:pt x="155044" y="87439"/>
                    <a:pt x="145424" y="83630"/>
                  </a:cubicBezTo>
                  <a:cubicBezTo>
                    <a:pt x="134470" y="79343"/>
                    <a:pt x="122087" y="80486"/>
                    <a:pt x="113705" y="86678"/>
                  </a:cubicBezTo>
                  <a:cubicBezTo>
                    <a:pt x="97417" y="98679"/>
                    <a:pt x="93798" y="124873"/>
                    <a:pt x="105704" y="143827"/>
                  </a:cubicBezTo>
                  <a:cubicBezTo>
                    <a:pt x="106276" y="144685"/>
                    <a:pt x="106752" y="145542"/>
                    <a:pt x="107419" y="146304"/>
                  </a:cubicBezTo>
                  <a:close/>
                </a:path>
              </a:pathLst>
            </a:custGeom>
            <a:solidFill>
              <a:srgbClr val="995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0F0F04B7-9DFA-A15E-34D2-52AF7D6A6189}"/>
                </a:ext>
              </a:extLst>
            </p:cNvPr>
            <p:cNvSpPr/>
            <p:nvPr/>
          </p:nvSpPr>
          <p:spPr>
            <a:xfrm>
              <a:off x="1491495" y="2288090"/>
              <a:ext cx="193134" cy="294853"/>
            </a:xfrm>
            <a:custGeom>
              <a:avLst/>
              <a:gdLst>
                <a:gd name="connsiteX0" fmla="*/ 1062519 w 1073497"/>
                <a:gd name="connsiteY0" fmla="*/ 452342 h 1592087"/>
                <a:gd name="connsiteX1" fmla="*/ 998226 w 1073497"/>
                <a:gd name="connsiteY1" fmla="*/ 554927 h 1592087"/>
                <a:gd name="connsiteX2" fmla="*/ 997082 w 1073497"/>
                <a:gd name="connsiteY2" fmla="*/ 578453 h 1592087"/>
                <a:gd name="connsiteX3" fmla="*/ 866590 w 1073497"/>
                <a:gd name="connsiteY3" fmla="*/ 963835 h 1592087"/>
                <a:gd name="connsiteX4" fmla="*/ 875448 w 1073497"/>
                <a:gd name="connsiteY4" fmla="*/ 1323404 h 1592087"/>
                <a:gd name="connsiteX5" fmla="*/ 673613 w 1073497"/>
                <a:gd name="connsiteY5" fmla="*/ 1576483 h 1592087"/>
                <a:gd name="connsiteX6" fmla="*/ 185934 w 1073497"/>
                <a:gd name="connsiteY6" fmla="*/ 1399604 h 1592087"/>
                <a:gd name="connsiteX7" fmla="*/ 194887 w 1073497"/>
                <a:gd name="connsiteY7" fmla="*/ 687515 h 1592087"/>
                <a:gd name="connsiteX8" fmla="*/ 23151 w 1073497"/>
                <a:gd name="connsiteY8" fmla="*/ 593598 h 1592087"/>
                <a:gd name="connsiteX9" fmla="*/ 103923 w 1073497"/>
                <a:gd name="connsiteY9" fmla="*/ 396145 h 1592087"/>
                <a:gd name="connsiteX10" fmla="*/ 100780 w 1073497"/>
                <a:gd name="connsiteY10" fmla="*/ 375380 h 1592087"/>
                <a:gd name="connsiteX11" fmla="*/ 91445 w 1073497"/>
                <a:gd name="connsiteY11" fmla="*/ 314801 h 1592087"/>
                <a:gd name="connsiteX12" fmla="*/ 259752 w 1073497"/>
                <a:gd name="connsiteY12" fmla="*/ 248126 h 1592087"/>
                <a:gd name="connsiteX13" fmla="*/ 308520 w 1073497"/>
                <a:gd name="connsiteY13" fmla="*/ 161258 h 1592087"/>
                <a:gd name="connsiteX14" fmla="*/ 515118 w 1073497"/>
                <a:gd name="connsiteY14" fmla="*/ 0 h 1592087"/>
                <a:gd name="connsiteX15" fmla="*/ 952505 w 1073497"/>
                <a:gd name="connsiteY15" fmla="*/ 16193 h 1592087"/>
                <a:gd name="connsiteX16" fmla="*/ 983747 w 1073497"/>
                <a:gd name="connsiteY16" fmla="*/ 159449 h 1592087"/>
                <a:gd name="connsiteX17" fmla="*/ 989272 w 1073497"/>
                <a:gd name="connsiteY17" fmla="*/ 315944 h 1592087"/>
                <a:gd name="connsiteX18" fmla="*/ 1065758 w 1073497"/>
                <a:gd name="connsiteY18" fmla="*/ 331946 h 1592087"/>
                <a:gd name="connsiteX19" fmla="*/ 1062519 w 1073497"/>
                <a:gd name="connsiteY19" fmla="*/ 452533 h 159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3497" h="1592087">
                  <a:moveTo>
                    <a:pt x="1062519" y="452342"/>
                  </a:moveTo>
                  <a:cubicBezTo>
                    <a:pt x="1051661" y="486823"/>
                    <a:pt x="1031563" y="523113"/>
                    <a:pt x="998226" y="554927"/>
                  </a:cubicBezTo>
                  <a:cubicBezTo>
                    <a:pt x="998226" y="554927"/>
                    <a:pt x="998035" y="563594"/>
                    <a:pt x="997082" y="578453"/>
                  </a:cubicBezTo>
                  <a:cubicBezTo>
                    <a:pt x="992606" y="653225"/>
                    <a:pt x="970508" y="886016"/>
                    <a:pt x="866590" y="963835"/>
                  </a:cubicBezTo>
                  <a:lnTo>
                    <a:pt x="875448" y="1323404"/>
                  </a:lnTo>
                  <a:cubicBezTo>
                    <a:pt x="875448" y="1323404"/>
                    <a:pt x="905928" y="1522286"/>
                    <a:pt x="673613" y="1576483"/>
                  </a:cubicBezTo>
                  <a:cubicBezTo>
                    <a:pt x="441299" y="1630585"/>
                    <a:pt x="301662" y="1537335"/>
                    <a:pt x="185934" y="1399604"/>
                  </a:cubicBezTo>
                  <a:lnTo>
                    <a:pt x="194887" y="687515"/>
                  </a:lnTo>
                  <a:cubicBezTo>
                    <a:pt x="194887" y="687515"/>
                    <a:pt x="77348" y="705517"/>
                    <a:pt x="23151" y="593598"/>
                  </a:cubicBezTo>
                  <a:cubicBezTo>
                    <a:pt x="-31046" y="481584"/>
                    <a:pt x="15627" y="363379"/>
                    <a:pt x="103923" y="396145"/>
                  </a:cubicBezTo>
                  <a:lnTo>
                    <a:pt x="100780" y="375380"/>
                  </a:lnTo>
                  <a:cubicBezTo>
                    <a:pt x="96113" y="344710"/>
                    <a:pt x="91445" y="314801"/>
                    <a:pt x="91445" y="314801"/>
                  </a:cubicBezTo>
                  <a:cubicBezTo>
                    <a:pt x="91445" y="314801"/>
                    <a:pt x="195363" y="303657"/>
                    <a:pt x="259752" y="248126"/>
                  </a:cubicBezTo>
                  <a:cubicBezTo>
                    <a:pt x="284803" y="226504"/>
                    <a:pt x="303853" y="198215"/>
                    <a:pt x="308520" y="161258"/>
                  </a:cubicBezTo>
                  <a:cubicBezTo>
                    <a:pt x="308520" y="161258"/>
                    <a:pt x="499782" y="141161"/>
                    <a:pt x="515118" y="0"/>
                  </a:cubicBezTo>
                  <a:cubicBezTo>
                    <a:pt x="515118" y="0"/>
                    <a:pt x="775817" y="191357"/>
                    <a:pt x="952505" y="16193"/>
                  </a:cubicBezTo>
                  <a:cubicBezTo>
                    <a:pt x="952505" y="16193"/>
                    <a:pt x="980319" y="76676"/>
                    <a:pt x="983747" y="159449"/>
                  </a:cubicBezTo>
                  <a:cubicBezTo>
                    <a:pt x="986414" y="224123"/>
                    <a:pt x="989272" y="315944"/>
                    <a:pt x="989272" y="315944"/>
                  </a:cubicBezTo>
                  <a:cubicBezTo>
                    <a:pt x="989272" y="315944"/>
                    <a:pt x="1049756" y="288131"/>
                    <a:pt x="1065758" y="331946"/>
                  </a:cubicBezTo>
                  <a:cubicBezTo>
                    <a:pt x="1075187" y="357664"/>
                    <a:pt x="1078045" y="403479"/>
                    <a:pt x="1062519" y="452533"/>
                  </a:cubicBezTo>
                  <a:close/>
                </a:path>
              </a:pathLst>
            </a:custGeom>
            <a:solidFill>
              <a:srgbClr val="DAA87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FAE62591-79AB-5BCA-BD6A-CBD89664BD9B}"/>
                </a:ext>
              </a:extLst>
            </p:cNvPr>
            <p:cNvSpPr/>
            <p:nvPr/>
          </p:nvSpPr>
          <p:spPr>
            <a:xfrm>
              <a:off x="1564429" y="2457401"/>
              <a:ext cx="83506" cy="36939"/>
            </a:xfrm>
            <a:custGeom>
              <a:avLst/>
              <a:gdLst>
                <a:gd name="connsiteX0" fmla="*/ 95 w 464153"/>
                <a:gd name="connsiteY0" fmla="*/ 0 h 199456"/>
                <a:gd name="connsiteX1" fmla="*/ 461105 w 464153"/>
                <a:gd name="connsiteY1" fmla="*/ 49625 h 199456"/>
                <a:gd name="connsiteX2" fmla="*/ 464153 w 464153"/>
                <a:gd name="connsiteY2" fmla="*/ 173926 h 199456"/>
                <a:gd name="connsiteX3" fmla="*/ 0 w 464153"/>
                <a:gd name="connsiteY3" fmla="*/ 0 h 199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153" h="199456">
                  <a:moveTo>
                    <a:pt x="95" y="0"/>
                  </a:moveTo>
                  <a:cubicBezTo>
                    <a:pt x="95" y="0"/>
                    <a:pt x="257270" y="228886"/>
                    <a:pt x="461105" y="49625"/>
                  </a:cubicBezTo>
                  <a:lnTo>
                    <a:pt x="464153" y="173926"/>
                  </a:lnTo>
                  <a:cubicBezTo>
                    <a:pt x="464153" y="173926"/>
                    <a:pt x="230791" y="297751"/>
                    <a:pt x="0" y="0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06445C54-C005-62BD-DB3B-A3AB8087C312}"/>
                </a:ext>
              </a:extLst>
            </p:cNvPr>
            <p:cNvSpPr/>
            <p:nvPr/>
          </p:nvSpPr>
          <p:spPr>
            <a:xfrm>
              <a:off x="1557829" y="2332451"/>
              <a:ext cx="48458" cy="18423"/>
            </a:xfrm>
            <a:custGeom>
              <a:avLst/>
              <a:gdLst>
                <a:gd name="connsiteX0" fmla="*/ 5919 w 269347"/>
                <a:gd name="connsiteY0" fmla="*/ 67553 h 99474"/>
                <a:gd name="connsiteX1" fmla="*/ 244902 w 269347"/>
                <a:gd name="connsiteY1" fmla="*/ 8117 h 99474"/>
                <a:gd name="connsiteX2" fmla="*/ 245949 w 269347"/>
                <a:gd name="connsiteY2" fmla="*/ 65934 h 99474"/>
                <a:gd name="connsiteX3" fmla="*/ 127554 w 269347"/>
                <a:gd name="connsiteY3" fmla="*/ 76792 h 99474"/>
                <a:gd name="connsiteX4" fmla="*/ 15159 w 269347"/>
                <a:gd name="connsiteY4" fmla="*/ 99176 h 99474"/>
                <a:gd name="connsiteX5" fmla="*/ 5919 w 269347"/>
                <a:gd name="connsiteY5" fmla="*/ 67553 h 9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47" h="99474">
                  <a:moveTo>
                    <a:pt x="5919" y="67553"/>
                  </a:moveTo>
                  <a:cubicBezTo>
                    <a:pt x="5919" y="67553"/>
                    <a:pt x="160320" y="-27887"/>
                    <a:pt x="244902" y="8117"/>
                  </a:cubicBezTo>
                  <a:cubicBezTo>
                    <a:pt x="287002" y="26024"/>
                    <a:pt x="266142" y="62695"/>
                    <a:pt x="245949" y="65934"/>
                  </a:cubicBezTo>
                  <a:cubicBezTo>
                    <a:pt x="225756" y="69172"/>
                    <a:pt x="159177" y="67553"/>
                    <a:pt x="127554" y="76792"/>
                  </a:cubicBezTo>
                  <a:cubicBezTo>
                    <a:pt x="95931" y="86032"/>
                    <a:pt x="23826" y="101843"/>
                    <a:pt x="15159" y="99176"/>
                  </a:cubicBezTo>
                  <a:cubicBezTo>
                    <a:pt x="6396" y="96414"/>
                    <a:pt x="-8273" y="82221"/>
                    <a:pt x="5919" y="67553"/>
                  </a:cubicBezTo>
                  <a:close/>
                </a:path>
              </a:pathLst>
            </a:custGeom>
            <a:solidFill>
              <a:srgbClr val="A37E5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EE9DE26E-727B-5D16-4BC4-ED634B14C625}"/>
                </a:ext>
              </a:extLst>
            </p:cNvPr>
            <p:cNvSpPr/>
            <p:nvPr/>
          </p:nvSpPr>
          <p:spPr>
            <a:xfrm>
              <a:off x="1622974" y="2328819"/>
              <a:ext cx="35857" cy="11268"/>
            </a:xfrm>
            <a:custGeom>
              <a:avLst/>
              <a:gdLst>
                <a:gd name="connsiteX0" fmla="*/ 29965 w 199304"/>
                <a:gd name="connsiteY0" fmla="*/ 60685 h 60840"/>
                <a:gd name="connsiteX1" fmla="*/ 1867 w 199304"/>
                <a:gd name="connsiteY1" fmla="*/ 51541 h 60840"/>
                <a:gd name="connsiteX2" fmla="*/ 14820 w 199304"/>
                <a:gd name="connsiteY2" fmla="*/ 21442 h 60840"/>
                <a:gd name="connsiteX3" fmla="*/ 95688 w 199304"/>
                <a:gd name="connsiteY3" fmla="*/ 201 h 60840"/>
                <a:gd name="connsiteX4" fmla="*/ 177984 w 199304"/>
                <a:gd name="connsiteY4" fmla="*/ 20775 h 60840"/>
                <a:gd name="connsiteX5" fmla="*/ 199034 w 199304"/>
                <a:gd name="connsiteY5" fmla="*/ 44492 h 60840"/>
                <a:gd name="connsiteX6" fmla="*/ 170459 w 199304"/>
                <a:gd name="connsiteY6" fmla="*/ 58684 h 60840"/>
                <a:gd name="connsiteX7" fmla="*/ 29965 w 199304"/>
                <a:gd name="connsiteY7" fmla="*/ 60685 h 60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9304" h="60840">
                  <a:moveTo>
                    <a:pt x="29965" y="60685"/>
                  </a:moveTo>
                  <a:cubicBezTo>
                    <a:pt x="19583" y="61256"/>
                    <a:pt x="7010" y="60685"/>
                    <a:pt x="1867" y="51541"/>
                  </a:cubicBezTo>
                  <a:cubicBezTo>
                    <a:pt x="-4039" y="41063"/>
                    <a:pt x="5105" y="28490"/>
                    <a:pt x="14820" y="21442"/>
                  </a:cubicBezTo>
                  <a:cubicBezTo>
                    <a:pt x="37871" y="4868"/>
                    <a:pt x="67303" y="-1228"/>
                    <a:pt x="95688" y="201"/>
                  </a:cubicBezTo>
                  <a:cubicBezTo>
                    <a:pt x="124072" y="1725"/>
                    <a:pt x="151600" y="10297"/>
                    <a:pt x="177984" y="20775"/>
                  </a:cubicBezTo>
                  <a:cubicBezTo>
                    <a:pt x="188652" y="25061"/>
                    <a:pt x="201320" y="33158"/>
                    <a:pt x="199034" y="44492"/>
                  </a:cubicBezTo>
                  <a:cubicBezTo>
                    <a:pt x="196843" y="55827"/>
                    <a:pt x="181984" y="58494"/>
                    <a:pt x="170459" y="58684"/>
                  </a:cubicBezTo>
                  <a:cubicBezTo>
                    <a:pt x="123310" y="59351"/>
                    <a:pt x="77114" y="57922"/>
                    <a:pt x="29965" y="60685"/>
                  </a:cubicBezTo>
                  <a:close/>
                </a:path>
              </a:pathLst>
            </a:custGeom>
            <a:solidFill>
              <a:srgbClr val="A37E5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551933CC-F3C8-719F-885E-4F05B81AED5F}"/>
                </a:ext>
              </a:extLst>
            </p:cNvPr>
            <p:cNvSpPr/>
            <p:nvPr/>
          </p:nvSpPr>
          <p:spPr>
            <a:xfrm>
              <a:off x="1614866" y="2350741"/>
              <a:ext cx="16034" cy="43684"/>
            </a:xfrm>
            <a:custGeom>
              <a:avLst/>
              <a:gdLst>
                <a:gd name="connsiteX0" fmla="*/ 5307 w 89120"/>
                <a:gd name="connsiteY0" fmla="*/ 235778 h 235873"/>
                <a:gd name="connsiteX1" fmla="*/ 164 w 89120"/>
                <a:gd name="connsiteY1" fmla="*/ 232444 h 235873"/>
                <a:gd name="connsiteX2" fmla="*/ 3402 w 89120"/>
                <a:gd name="connsiteY2" fmla="*/ 226825 h 235873"/>
                <a:gd name="connsiteX3" fmla="*/ 78935 w 89120"/>
                <a:gd name="connsiteY3" fmla="*/ 182438 h 235873"/>
                <a:gd name="connsiteX4" fmla="*/ 79602 w 89120"/>
                <a:gd name="connsiteY4" fmla="*/ 177961 h 235873"/>
                <a:gd name="connsiteX5" fmla="*/ 26929 w 89120"/>
                <a:gd name="connsiteY5" fmla="*/ 5273 h 235873"/>
                <a:gd name="connsiteX6" fmla="*/ 30643 w 89120"/>
                <a:gd name="connsiteY6" fmla="*/ 34 h 235873"/>
                <a:gd name="connsiteX7" fmla="*/ 35882 w 89120"/>
                <a:gd name="connsiteY7" fmla="*/ 3749 h 235873"/>
                <a:gd name="connsiteX8" fmla="*/ 87889 w 89120"/>
                <a:gd name="connsiteY8" fmla="*/ 174246 h 235873"/>
                <a:gd name="connsiteX9" fmla="*/ 85508 w 89120"/>
                <a:gd name="connsiteY9" fmla="*/ 188915 h 235873"/>
                <a:gd name="connsiteX10" fmla="*/ 5783 w 89120"/>
                <a:gd name="connsiteY10" fmla="*/ 235778 h 235873"/>
                <a:gd name="connsiteX11" fmla="*/ 5307 w 89120"/>
                <a:gd name="connsiteY11" fmla="*/ 235873 h 23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20" h="235873">
                  <a:moveTo>
                    <a:pt x="5307" y="235778"/>
                  </a:moveTo>
                  <a:cubicBezTo>
                    <a:pt x="3021" y="236159"/>
                    <a:pt x="830" y="234730"/>
                    <a:pt x="164" y="232444"/>
                  </a:cubicBezTo>
                  <a:cubicBezTo>
                    <a:pt x="-503" y="229968"/>
                    <a:pt x="926" y="227491"/>
                    <a:pt x="3402" y="226825"/>
                  </a:cubicBezTo>
                  <a:cubicBezTo>
                    <a:pt x="32072" y="219204"/>
                    <a:pt x="58266" y="203869"/>
                    <a:pt x="78935" y="182438"/>
                  </a:cubicBezTo>
                  <a:cubicBezTo>
                    <a:pt x="80078" y="181295"/>
                    <a:pt x="80269" y="179485"/>
                    <a:pt x="79602" y="177961"/>
                  </a:cubicBezTo>
                  <a:cubicBezTo>
                    <a:pt x="54742" y="122907"/>
                    <a:pt x="36930" y="64804"/>
                    <a:pt x="26929" y="5273"/>
                  </a:cubicBezTo>
                  <a:cubicBezTo>
                    <a:pt x="26548" y="2796"/>
                    <a:pt x="28167" y="415"/>
                    <a:pt x="30643" y="34"/>
                  </a:cubicBezTo>
                  <a:cubicBezTo>
                    <a:pt x="33501" y="-251"/>
                    <a:pt x="35501" y="1273"/>
                    <a:pt x="35882" y="3749"/>
                  </a:cubicBezTo>
                  <a:cubicBezTo>
                    <a:pt x="45788" y="62518"/>
                    <a:pt x="63314" y="119859"/>
                    <a:pt x="87889" y="174246"/>
                  </a:cubicBezTo>
                  <a:cubicBezTo>
                    <a:pt x="90175" y="179295"/>
                    <a:pt x="89222" y="185010"/>
                    <a:pt x="85508" y="188915"/>
                  </a:cubicBezTo>
                  <a:cubicBezTo>
                    <a:pt x="63600" y="211585"/>
                    <a:pt x="36073" y="227777"/>
                    <a:pt x="5783" y="235778"/>
                  </a:cubicBezTo>
                  <a:cubicBezTo>
                    <a:pt x="5593" y="235778"/>
                    <a:pt x="5498" y="235778"/>
                    <a:pt x="5307" y="235873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F032003-E49B-872F-24A4-7D09FEF611FE}"/>
                </a:ext>
              </a:extLst>
            </p:cNvPr>
            <p:cNvSpPr/>
            <p:nvPr/>
          </p:nvSpPr>
          <p:spPr>
            <a:xfrm>
              <a:off x="1507707" y="2333990"/>
              <a:ext cx="30520" cy="43271"/>
            </a:xfrm>
            <a:custGeom>
              <a:avLst/>
              <a:gdLst>
                <a:gd name="connsiteX0" fmla="*/ 166402 w 169640"/>
                <a:gd name="connsiteY0" fmla="*/ 218504 h 233648"/>
                <a:gd name="connsiteX1" fmla="*/ 119539 w 169640"/>
                <a:gd name="connsiteY1" fmla="*/ 233648 h 233648"/>
                <a:gd name="connsiteX2" fmla="*/ 13907 w 169640"/>
                <a:gd name="connsiteY2" fmla="*/ 148018 h 233648"/>
                <a:gd name="connsiteX3" fmla="*/ 0 w 169640"/>
                <a:gd name="connsiteY3" fmla="*/ 57626 h 233648"/>
                <a:gd name="connsiteX4" fmla="*/ 169641 w 169640"/>
                <a:gd name="connsiteY4" fmla="*/ 0 h 233648"/>
                <a:gd name="connsiteX5" fmla="*/ 166402 w 169640"/>
                <a:gd name="connsiteY5" fmla="*/ 218504 h 23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640" h="233648">
                  <a:moveTo>
                    <a:pt x="166402" y="218504"/>
                  </a:moveTo>
                  <a:cubicBezTo>
                    <a:pt x="153543" y="223552"/>
                    <a:pt x="132302" y="228695"/>
                    <a:pt x="119539" y="233648"/>
                  </a:cubicBezTo>
                  <a:cubicBezTo>
                    <a:pt x="76486" y="194024"/>
                    <a:pt x="45149" y="171069"/>
                    <a:pt x="13907" y="148018"/>
                  </a:cubicBezTo>
                  <a:cubicBezTo>
                    <a:pt x="9239" y="117348"/>
                    <a:pt x="0" y="57626"/>
                    <a:pt x="0" y="57626"/>
                  </a:cubicBezTo>
                  <a:cubicBezTo>
                    <a:pt x="0" y="57626"/>
                    <a:pt x="105251" y="55531"/>
                    <a:pt x="169641" y="0"/>
                  </a:cubicBezTo>
                  <a:cubicBezTo>
                    <a:pt x="144399" y="71533"/>
                    <a:pt x="136970" y="144494"/>
                    <a:pt x="166402" y="218504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DAEFC8F-4EFF-DA77-E985-975BE973DD2E}"/>
                </a:ext>
              </a:extLst>
            </p:cNvPr>
            <p:cNvSpPr/>
            <p:nvPr/>
          </p:nvSpPr>
          <p:spPr>
            <a:xfrm>
              <a:off x="1495168" y="2370490"/>
              <a:ext cx="22568" cy="17240"/>
            </a:xfrm>
            <a:custGeom>
              <a:avLst/>
              <a:gdLst>
                <a:gd name="connsiteX0" fmla="*/ 121512 w 125442"/>
                <a:gd name="connsiteY0" fmla="*/ 93044 h 93090"/>
                <a:gd name="connsiteX1" fmla="*/ 116654 w 125442"/>
                <a:gd name="connsiteY1" fmla="*/ 90377 h 93090"/>
                <a:gd name="connsiteX2" fmla="*/ 66362 w 125442"/>
                <a:gd name="connsiteY2" fmla="*/ 22082 h 93090"/>
                <a:gd name="connsiteX3" fmla="*/ 37216 w 125442"/>
                <a:gd name="connsiteY3" fmla="*/ 9319 h 93090"/>
                <a:gd name="connsiteX4" fmla="*/ 36835 w 125442"/>
                <a:gd name="connsiteY4" fmla="*/ 9319 h 93090"/>
                <a:gd name="connsiteX5" fmla="*/ 18452 w 125442"/>
                <a:gd name="connsiteY5" fmla="*/ 22654 h 93090"/>
                <a:gd name="connsiteX6" fmla="*/ 9022 w 125442"/>
                <a:gd name="connsiteY6" fmla="*/ 47038 h 93090"/>
                <a:gd name="connsiteX7" fmla="*/ 3402 w 125442"/>
                <a:gd name="connsiteY7" fmla="*/ 50276 h 93090"/>
                <a:gd name="connsiteX8" fmla="*/ 164 w 125442"/>
                <a:gd name="connsiteY8" fmla="*/ 44657 h 93090"/>
                <a:gd name="connsiteX9" fmla="*/ 10832 w 125442"/>
                <a:gd name="connsiteY9" fmla="*/ 17701 h 93090"/>
                <a:gd name="connsiteX10" fmla="*/ 36073 w 125442"/>
                <a:gd name="connsiteY10" fmla="*/ 270 h 93090"/>
                <a:gd name="connsiteX11" fmla="*/ 72363 w 125442"/>
                <a:gd name="connsiteY11" fmla="*/ 15129 h 93090"/>
                <a:gd name="connsiteX12" fmla="*/ 125037 w 125442"/>
                <a:gd name="connsiteY12" fmla="*/ 86757 h 93090"/>
                <a:gd name="connsiteX13" fmla="*/ 122655 w 125442"/>
                <a:gd name="connsiteY13" fmla="*/ 92758 h 93090"/>
                <a:gd name="connsiteX14" fmla="*/ 121512 w 125442"/>
                <a:gd name="connsiteY14" fmla="*/ 93044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442" h="93090">
                  <a:moveTo>
                    <a:pt x="121512" y="93044"/>
                  </a:moveTo>
                  <a:cubicBezTo>
                    <a:pt x="119512" y="93329"/>
                    <a:pt x="117512" y="92282"/>
                    <a:pt x="116654" y="90377"/>
                  </a:cubicBezTo>
                  <a:cubicBezTo>
                    <a:pt x="105320" y="64278"/>
                    <a:pt x="87889" y="40656"/>
                    <a:pt x="66362" y="22082"/>
                  </a:cubicBezTo>
                  <a:cubicBezTo>
                    <a:pt x="54932" y="12272"/>
                    <a:pt x="45693" y="8176"/>
                    <a:pt x="37216" y="9319"/>
                  </a:cubicBezTo>
                  <a:cubicBezTo>
                    <a:pt x="37121" y="9319"/>
                    <a:pt x="36930" y="9319"/>
                    <a:pt x="36835" y="9319"/>
                  </a:cubicBezTo>
                  <a:cubicBezTo>
                    <a:pt x="29977" y="10367"/>
                    <a:pt x="23214" y="15224"/>
                    <a:pt x="18452" y="22654"/>
                  </a:cubicBezTo>
                  <a:cubicBezTo>
                    <a:pt x="13880" y="29702"/>
                    <a:pt x="11308" y="38275"/>
                    <a:pt x="9022" y="47038"/>
                  </a:cubicBezTo>
                  <a:cubicBezTo>
                    <a:pt x="8355" y="49514"/>
                    <a:pt x="5879" y="50943"/>
                    <a:pt x="3402" y="50276"/>
                  </a:cubicBezTo>
                  <a:cubicBezTo>
                    <a:pt x="926" y="49610"/>
                    <a:pt x="-503" y="47133"/>
                    <a:pt x="164" y="44657"/>
                  </a:cubicBezTo>
                  <a:cubicBezTo>
                    <a:pt x="2735" y="35132"/>
                    <a:pt x="5498" y="25892"/>
                    <a:pt x="10832" y="17701"/>
                  </a:cubicBezTo>
                  <a:cubicBezTo>
                    <a:pt x="17213" y="7890"/>
                    <a:pt x="26262" y="1413"/>
                    <a:pt x="36073" y="270"/>
                  </a:cubicBezTo>
                  <a:cubicBezTo>
                    <a:pt x="50837" y="-1730"/>
                    <a:pt x="63886" y="7795"/>
                    <a:pt x="72363" y="15129"/>
                  </a:cubicBezTo>
                  <a:cubicBezTo>
                    <a:pt x="94937" y="34655"/>
                    <a:pt x="113130" y="59420"/>
                    <a:pt x="125037" y="86757"/>
                  </a:cubicBezTo>
                  <a:cubicBezTo>
                    <a:pt x="126084" y="89043"/>
                    <a:pt x="125037" y="91805"/>
                    <a:pt x="122655" y="92758"/>
                  </a:cubicBezTo>
                  <a:cubicBezTo>
                    <a:pt x="122274" y="92948"/>
                    <a:pt x="121893" y="93044"/>
                    <a:pt x="121512" y="93044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CC516275-9C87-AC3B-46AD-113ECD62BDBD}"/>
                </a:ext>
              </a:extLst>
            </p:cNvPr>
            <p:cNvSpPr/>
            <p:nvPr/>
          </p:nvSpPr>
          <p:spPr>
            <a:xfrm>
              <a:off x="1500906" y="2372675"/>
              <a:ext cx="4487" cy="22184"/>
            </a:xfrm>
            <a:custGeom>
              <a:avLst/>
              <a:gdLst>
                <a:gd name="connsiteX0" fmla="*/ 20943 w 24941"/>
                <a:gd name="connsiteY0" fmla="*/ 119727 h 119785"/>
                <a:gd name="connsiteX1" fmla="*/ 16371 w 24941"/>
                <a:gd name="connsiteY1" fmla="*/ 117631 h 119785"/>
                <a:gd name="connsiteX2" fmla="*/ 16562 w 24941"/>
                <a:gd name="connsiteY2" fmla="*/ 2093 h 119785"/>
                <a:gd name="connsiteX3" fmla="*/ 22848 w 24941"/>
                <a:gd name="connsiteY3" fmla="*/ 759 h 119785"/>
                <a:gd name="connsiteX4" fmla="*/ 24182 w 24941"/>
                <a:gd name="connsiteY4" fmla="*/ 7046 h 119785"/>
                <a:gd name="connsiteX5" fmla="*/ 23991 w 24941"/>
                <a:gd name="connsiteY5" fmla="*/ 112678 h 119785"/>
                <a:gd name="connsiteX6" fmla="*/ 22658 w 24941"/>
                <a:gd name="connsiteY6" fmla="*/ 118965 h 119785"/>
                <a:gd name="connsiteX7" fmla="*/ 20848 w 24941"/>
                <a:gd name="connsiteY7" fmla="*/ 119631 h 119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41" h="119785">
                  <a:moveTo>
                    <a:pt x="20943" y="119727"/>
                  </a:moveTo>
                  <a:cubicBezTo>
                    <a:pt x="19229" y="120012"/>
                    <a:pt x="17419" y="119250"/>
                    <a:pt x="16371" y="117631"/>
                  </a:cubicBezTo>
                  <a:cubicBezTo>
                    <a:pt x="-5536" y="83627"/>
                    <a:pt x="-5441" y="36097"/>
                    <a:pt x="16562" y="2093"/>
                  </a:cubicBezTo>
                  <a:cubicBezTo>
                    <a:pt x="17895" y="-2"/>
                    <a:pt x="20753" y="-669"/>
                    <a:pt x="22848" y="759"/>
                  </a:cubicBezTo>
                  <a:cubicBezTo>
                    <a:pt x="24944" y="2093"/>
                    <a:pt x="25610" y="4950"/>
                    <a:pt x="24182" y="7046"/>
                  </a:cubicBezTo>
                  <a:cubicBezTo>
                    <a:pt x="4084" y="38098"/>
                    <a:pt x="3989" y="81531"/>
                    <a:pt x="23991" y="112678"/>
                  </a:cubicBezTo>
                  <a:cubicBezTo>
                    <a:pt x="25325" y="114774"/>
                    <a:pt x="24753" y="117631"/>
                    <a:pt x="22658" y="118965"/>
                  </a:cubicBezTo>
                  <a:cubicBezTo>
                    <a:pt x="22086" y="119346"/>
                    <a:pt x="21515" y="119536"/>
                    <a:pt x="20848" y="119631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B73BBC65-9D60-9D5D-822D-B90248B1D0A2}"/>
                </a:ext>
              </a:extLst>
            </p:cNvPr>
            <p:cNvSpPr/>
            <p:nvPr/>
          </p:nvSpPr>
          <p:spPr>
            <a:xfrm rot="21348000">
              <a:off x="1582941" y="2357706"/>
              <a:ext cx="11515" cy="22015"/>
            </a:xfrm>
            <a:custGeom>
              <a:avLst/>
              <a:gdLst>
                <a:gd name="connsiteX0" fmla="*/ 64008 w 64007"/>
                <a:gd name="connsiteY0" fmla="*/ 59436 h 118871"/>
                <a:gd name="connsiteX1" fmla="*/ 32004 w 64007"/>
                <a:gd name="connsiteY1" fmla="*/ 118872 h 118871"/>
                <a:gd name="connsiteX2" fmla="*/ 0 w 64007"/>
                <a:gd name="connsiteY2" fmla="*/ 59436 h 118871"/>
                <a:gd name="connsiteX3" fmla="*/ 32004 w 64007"/>
                <a:gd name="connsiteY3" fmla="*/ 0 h 118871"/>
                <a:gd name="connsiteX4" fmla="*/ 64008 w 64007"/>
                <a:gd name="connsiteY4" fmla="*/ 59436 h 11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118871">
                  <a:moveTo>
                    <a:pt x="64008" y="59436"/>
                  </a:moveTo>
                  <a:cubicBezTo>
                    <a:pt x="64008" y="92262"/>
                    <a:pt x="49679" y="118872"/>
                    <a:pt x="32004" y="118872"/>
                  </a:cubicBezTo>
                  <a:cubicBezTo>
                    <a:pt x="14329" y="118872"/>
                    <a:pt x="0" y="92262"/>
                    <a:pt x="0" y="59436"/>
                  </a:cubicBezTo>
                  <a:cubicBezTo>
                    <a:pt x="0" y="26610"/>
                    <a:pt x="14329" y="0"/>
                    <a:pt x="32004" y="0"/>
                  </a:cubicBezTo>
                  <a:cubicBezTo>
                    <a:pt x="49680" y="0"/>
                    <a:pt x="64008" y="26610"/>
                    <a:pt x="64008" y="594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408CE316-32BB-CC9F-ABCA-F89F0589100B}"/>
                </a:ext>
              </a:extLst>
            </p:cNvPr>
            <p:cNvSpPr/>
            <p:nvPr/>
          </p:nvSpPr>
          <p:spPr>
            <a:xfrm>
              <a:off x="1590731" y="2364026"/>
              <a:ext cx="1702" cy="3362"/>
            </a:xfrm>
            <a:custGeom>
              <a:avLst/>
              <a:gdLst>
                <a:gd name="connsiteX0" fmla="*/ 9254 w 9459"/>
                <a:gd name="connsiteY0" fmla="*/ 8409 h 18151"/>
                <a:gd name="connsiteX1" fmla="*/ 6111 w 9459"/>
                <a:gd name="connsiteY1" fmla="*/ 18124 h 18151"/>
                <a:gd name="connsiteX2" fmla="*/ 205 w 9459"/>
                <a:gd name="connsiteY2" fmla="*/ 9742 h 18151"/>
                <a:gd name="connsiteX3" fmla="*/ 3349 w 9459"/>
                <a:gd name="connsiteY3" fmla="*/ 27 h 18151"/>
                <a:gd name="connsiteX4" fmla="*/ 9254 w 9459"/>
                <a:gd name="connsiteY4" fmla="*/ 8409 h 1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9" h="18151">
                  <a:moveTo>
                    <a:pt x="9254" y="8409"/>
                  </a:moveTo>
                  <a:cubicBezTo>
                    <a:pt x="10016" y="13362"/>
                    <a:pt x="8587" y="17743"/>
                    <a:pt x="6111" y="18124"/>
                  </a:cubicBezTo>
                  <a:cubicBezTo>
                    <a:pt x="3634" y="18505"/>
                    <a:pt x="967" y="14791"/>
                    <a:pt x="205" y="9742"/>
                  </a:cubicBezTo>
                  <a:cubicBezTo>
                    <a:pt x="-557" y="4789"/>
                    <a:pt x="872" y="408"/>
                    <a:pt x="3349" y="27"/>
                  </a:cubicBezTo>
                  <a:cubicBezTo>
                    <a:pt x="5825" y="-354"/>
                    <a:pt x="8492" y="3361"/>
                    <a:pt x="9254" y="840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860708E-7899-D48F-AB0F-5C63F8538015}"/>
                </a:ext>
              </a:extLst>
            </p:cNvPr>
            <p:cNvSpPr/>
            <p:nvPr/>
          </p:nvSpPr>
          <p:spPr>
            <a:xfrm rot="21348000">
              <a:off x="1635014" y="2349481"/>
              <a:ext cx="11515" cy="22015"/>
            </a:xfrm>
            <a:custGeom>
              <a:avLst/>
              <a:gdLst>
                <a:gd name="connsiteX0" fmla="*/ 64008 w 64007"/>
                <a:gd name="connsiteY0" fmla="*/ 59436 h 118871"/>
                <a:gd name="connsiteX1" fmla="*/ 32004 w 64007"/>
                <a:gd name="connsiteY1" fmla="*/ 118872 h 118871"/>
                <a:gd name="connsiteX2" fmla="*/ 0 w 64007"/>
                <a:gd name="connsiteY2" fmla="*/ 59436 h 118871"/>
                <a:gd name="connsiteX3" fmla="*/ 32004 w 64007"/>
                <a:gd name="connsiteY3" fmla="*/ 0 h 118871"/>
                <a:gd name="connsiteX4" fmla="*/ 64008 w 64007"/>
                <a:gd name="connsiteY4" fmla="*/ 59436 h 11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118871">
                  <a:moveTo>
                    <a:pt x="64008" y="59436"/>
                  </a:moveTo>
                  <a:cubicBezTo>
                    <a:pt x="64008" y="92261"/>
                    <a:pt x="49679" y="118872"/>
                    <a:pt x="32004" y="118872"/>
                  </a:cubicBezTo>
                  <a:cubicBezTo>
                    <a:pt x="14329" y="118872"/>
                    <a:pt x="0" y="92261"/>
                    <a:pt x="0" y="59436"/>
                  </a:cubicBezTo>
                  <a:cubicBezTo>
                    <a:pt x="0" y="26610"/>
                    <a:pt x="14329" y="0"/>
                    <a:pt x="32004" y="0"/>
                  </a:cubicBezTo>
                  <a:cubicBezTo>
                    <a:pt x="49679" y="0"/>
                    <a:pt x="64008" y="26610"/>
                    <a:pt x="64008" y="594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392F9204-623C-CAFC-E14C-06E48C0464AA}"/>
                </a:ext>
              </a:extLst>
            </p:cNvPr>
            <p:cNvSpPr/>
            <p:nvPr/>
          </p:nvSpPr>
          <p:spPr>
            <a:xfrm>
              <a:off x="1643032" y="2357481"/>
              <a:ext cx="1702" cy="3362"/>
            </a:xfrm>
            <a:custGeom>
              <a:avLst/>
              <a:gdLst>
                <a:gd name="connsiteX0" fmla="*/ 9254 w 9459"/>
                <a:gd name="connsiteY0" fmla="*/ 8409 h 18151"/>
                <a:gd name="connsiteX1" fmla="*/ 6111 w 9459"/>
                <a:gd name="connsiteY1" fmla="*/ 18124 h 18151"/>
                <a:gd name="connsiteX2" fmla="*/ 205 w 9459"/>
                <a:gd name="connsiteY2" fmla="*/ 9742 h 18151"/>
                <a:gd name="connsiteX3" fmla="*/ 3348 w 9459"/>
                <a:gd name="connsiteY3" fmla="*/ 27 h 18151"/>
                <a:gd name="connsiteX4" fmla="*/ 9254 w 9459"/>
                <a:gd name="connsiteY4" fmla="*/ 8409 h 1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9" h="18151">
                  <a:moveTo>
                    <a:pt x="9254" y="8409"/>
                  </a:moveTo>
                  <a:cubicBezTo>
                    <a:pt x="10016" y="13362"/>
                    <a:pt x="8587" y="17743"/>
                    <a:pt x="6111" y="18124"/>
                  </a:cubicBezTo>
                  <a:cubicBezTo>
                    <a:pt x="3634" y="18505"/>
                    <a:pt x="967" y="14791"/>
                    <a:pt x="205" y="9742"/>
                  </a:cubicBezTo>
                  <a:cubicBezTo>
                    <a:pt x="-557" y="4789"/>
                    <a:pt x="872" y="408"/>
                    <a:pt x="3348" y="27"/>
                  </a:cubicBezTo>
                  <a:cubicBezTo>
                    <a:pt x="5825" y="-354"/>
                    <a:pt x="8492" y="3361"/>
                    <a:pt x="9254" y="840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C892E738-D923-43DE-2F74-9B67AA6A68D5}"/>
                </a:ext>
              </a:extLst>
            </p:cNvPr>
            <p:cNvSpPr/>
            <p:nvPr/>
          </p:nvSpPr>
          <p:spPr>
            <a:xfrm>
              <a:off x="1671772" y="2352141"/>
              <a:ext cx="9117" cy="20455"/>
            </a:xfrm>
            <a:custGeom>
              <a:avLst/>
              <a:gdLst>
                <a:gd name="connsiteX0" fmla="*/ 45911 w 50673"/>
                <a:gd name="connsiteY0" fmla="*/ 0 h 110447"/>
                <a:gd name="connsiteX1" fmla="*/ 0 w 50673"/>
                <a:gd name="connsiteY1" fmla="*/ 45815 h 110447"/>
                <a:gd name="connsiteX2" fmla="*/ 4572 w 50673"/>
                <a:gd name="connsiteY2" fmla="*/ 50387 h 110447"/>
                <a:gd name="connsiteX3" fmla="*/ 5334 w 50673"/>
                <a:gd name="connsiteY3" fmla="*/ 50387 h 110447"/>
                <a:gd name="connsiteX4" fmla="*/ 9239 w 50673"/>
                <a:gd name="connsiteY4" fmla="*/ 45911 h 110447"/>
                <a:gd name="connsiteX5" fmla="*/ 22765 w 50673"/>
                <a:gd name="connsiteY5" fmla="*/ 18574 h 110447"/>
                <a:gd name="connsiteX6" fmla="*/ 31813 w 50673"/>
                <a:gd name="connsiteY6" fmla="*/ 104108 h 110447"/>
                <a:gd name="connsiteX7" fmla="*/ 34290 w 50673"/>
                <a:gd name="connsiteY7" fmla="*/ 110109 h 110447"/>
                <a:gd name="connsiteX8" fmla="*/ 36766 w 50673"/>
                <a:gd name="connsiteY8" fmla="*/ 110395 h 110447"/>
                <a:gd name="connsiteX9" fmla="*/ 40291 w 50673"/>
                <a:gd name="connsiteY9" fmla="*/ 107633 h 110447"/>
                <a:gd name="connsiteX10" fmla="*/ 30385 w 50673"/>
                <a:gd name="connsiteY10" fmla="*/ 13430 h 110447"/>
                <a:gd name="connsiteX11" fmla="*/ 46101 w 50673"/>
                <a:gd name="connsiteY11" fmla="*/ 9239 h 110447"/>
                <a:gd name="connsiteX12" fmla="*/ 50673 w 50673"/>
                <a:gd name="connsiteY12" fmla="*/ 4667 h 110447"/>
                <a:gd name="connsiteX13" fmla="*/ 46101 w 50673"/>
                <a:gd name="connsiteY13" fmla="*/ 95 h 110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673" h="110447">
                  <a:moveTo>
                    <a:pt x="45911" y="0"/>
                  </a:moveTo>
                  <a:cubicBezTo>
                    <a:pt x="21622" y="0"/>
                    <a:pt x="190" y="21527"/>
                    <a:pt x="0" y="45815"/>
                  </a:cubicBezTo>
                  <a:cubicBezTo>
                    <a:pt x="0" y="48292"/>
                    <a:pt x="2000" y="50387"/>
                    <a:pt x="4572" y="50387"/>
                  </a:cubicBezTo>
                  <a:cubicBezTo>
                    <a:pt x="4858" y="50387"/>
                    <a:pt x="5048" y="50387"/>
                    <a:pt x="5334" y="50387"/>
                  </a:cubicBezTo>
                  <a:cubicBezTo>
                    <a:pt x="7525" y="50006"/>
                    <a:pt x="9239" y="48197"/>
                    <a:pt x="9239" y="45911"/>
                  </a:cubicBezTo>
                  <a:cubicBezTo>
                    <a:pt x="9239" y="35338"/>
                    <a:pt x="14764" y="25432"/>
                    <a:pt x="22765" y="18574"/>
                  </a:cubicBezTo>
                  <a:cubicBezTo>
                    <a:pt x="39719" y="43148"/>
                    <a:pt x="43339" y="76581"/>
                    <a:pt x="31813" y="104108"/>
                  </a:cubicBezTo>
                  <a:cubicBezTo>
                    <a:pt x="30861" y="106394"/>
                    <a:pt x="31909" y="109157"/>
                    <a:pt x="34290" y="110109"/>
                  </a:cubicBezTo>
                  <a:cubicBezTo>
                    <a:pt x="35052" y="110490"/>
                    <a:pt x="35909" y="110490"/>
                    <a:pt x="36766" y="110395"/>
                  </a:cubicBezTo>
                  <a:cubicBezTo>
                    <a:pt x="38290" y="110204"/>
                    <a:pt x="39624" y="109157"/>
                    <a:pt x="40291" y="107633"/>
                  </a:cubicBezTo>
                  <a:cubicBezTo>
                    <a:pt x="53054" y="77343"/>
                    <a:pt x="49054" y="40481"/>
                    <a:pt x="30385" y="13430"/>
                  </a:cubicBezTo>
                  <a:cubicBezTo>
                    <a:pt x="35242" y="10859"/>
                    <a:pt x="40576" y="9239"/>
                    <a:pt x="46101" y="9239"/>
                  </a:cubicBezTo>
                  <a:cubicBezTo>
                    <a:pt x="48673" y="9239"/>
                    <a:pt x="50673" y="7144"/>
                    <a:pt x="50673" y="4667"/>
                  </a:cubicBezTo>
                  <a:cubicBezTo>
                    <a:pt x="50673" y="2191"/>
                    <a:pt x="48578" y="95"/>
                    <a:pt x="46101" y="95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76149ED9-1E88-3E26-EEB9-065495B4FFC8}"/>
                </a:ext>
              </a:extLst>
            </p:cNvPr>
            <p:cNvSpPr/>
            <p:nvPr/>
          </p:nvSpPr>
          <p:spPr>
            <a:xfrm>
              <a:off x="1510723" y="2349062"/>
              <a:ext cx="167412" cy="40313"/>
            </a:xfrm>
            <a:custGeom>
              <a:avLst/>
              <a:gdLst>
                <a:gd name="connsiteX0" fmla="*/ 773906 w 930526"/>
                <a:gd name="connsiteY0" fmla="*/ 3294 h 217676"/>
                <a:gd name="connsiteX1" fmla="*/ 641604 w 930526"/>
                <a:gd name="connsiteY1" fmla="*/ 86924 h 217676"/>
                <a:gd name="connsiteX2" fmla="*/ 596360 w 930526"/>
                <a:gd name="connsiteY2" fmla="*/ 80828 h 217676"/>
                <a:gd name="connsiteX3" fmla="*/ 556451 w 930526"/>
                <a:gd name="connsiteY3" fmla="*/ 104450 h 217676"/>
                <a:gd name="connsiteX4" fmla="*/ 398717 w 930526"/>
                <a:gd name="connsiteY4" fmla="*/ 60730 h 217676"/>
                <a:gd name="connsiteX5" fmla="*/ 277559 w 930526"/>
                <a:gd name="connsiteY5" fmla="*/ 115975 h 217676"/>
                <a:gd name="connsiteX6" fmla="*/ 1810 w 930526"/>
                <a:gd name="connsiteY6" fmla="*/ 57111 h 217676"/>
                <a:gd name="connsiteX7" fmla="*/ 0 w 930526"/>
                <a:gd name="connsiteY7" fmla="*/ 65778 h 217676"/>
                <a:gd name="connsiteX8" fmla="*/ 271463 w 930526"/>
                <a:gd name="connsiteY8" fmla="*/ 123786 h 217676"/>
                <a:gd name="connsiteX9" fmla="*/ 261461 w 930526"/>
                <a:gd name="connsiteY9" fmla="*/ 160362 h 217676"/>
                <a:gd name="connsiteX10" fmla="*/ 422243 w 930526"/>
                <a:gd name="connsiteY10" fmla="*/ 214178 h 217676"/>
                <a:gd name="connsiteX11" fmla="*/ 559498 w 930526"/>
                <a:gd name="connsiteY11" fmla="*/ 114927 h 217676"/>
                <a:gd name="connsiteX12" fmla="*/ 598075 w 930526"/>
                <a:gd name="connsiteY12" fmla="*/ 89496 h 217676"/>
                <a:gd name="connsiteX13" fmla="*/ 640842 w 930526"/>
                <a:gd name="connsiteY13" fmla="*/ 96544 h 217676"/>
                <a:gd name="connsiteX14" fmla="*/ 641128 w 930526"/>
                <a:gd name="connsiteY14" fmla="*/ 102069 h 217676"/>
                <a:gd name="connsiteX15" fmla="*/ 797338 w 930526"/>
                <a:gd name="connsiteY15" fmla="*/ 156552 h 217676"/>
                <a:gd name="connsiteX16" fmla="*/ 930021 w 930526"/>
                <a:gd name="connsiteY16" fmla="*/ 57777 h 217676"/>
                <a:gd name="connsiteX17" fmla="*/ 773811 w 930526"/>
                <a:gd name="connsiteY17" fmla="*/ 3294 h 217676"/>
                <a:gd name="connsiteX18" fmla="*/ 420910 w 930526"/>
                <a:gd name="connsiteY18" fmla="*/ 205415 h 217676"/>
                <a:gd name="connsiteX19" fmla="*/ 270224 w 930526"/>
                <a:gd name="connsiteY19" fmla="*/ 159028 h 217676"/>
                <a:gd name="connsiteX20" fmla="*/ 400050 w 930526"/>
                <a:gd name="connsiteY20" fmla="*/ 69588 h 217676"/>
                <a:gd name="connsiteX21" fmla="*/ 550736 w 930526"/>
                <a:gd name="connsiteY21" fmla="*/ 115975 h 217676"/>
                <a:gd name="connsiteX22" fmla="*/ 420910 w 930526"/>
                <a:gd name="connsiteY22" fmla="*/ 205415 h 217676"/>
                <a:gd name="connsiteX23" fmla="*/ 796100 w 930526"/>
                <a:gd name="connsiteY23" fmla="*/ 147979 h 217676"/>
                <a:gd name="connsiteX24" fmla="*/ 649891 w 930526"/>
                <a:gd name="connsiteY24" fmla="*/ 100830 h 217676"/>
                <a:gd name="connsiteX25" fmla="*/ 649891 w 930526"/>
                <a:gd name="connsiteY25" fmla="*/ 91686 h 217676"/>
                <a:gd name="connsiteX26" fmla="*/ 649891 w 930526"/>
                <a:gd name="connsiteY26" fmla="*/ 91686 h 217676"/>
                <a:gd name="connsiteX27" fmla="*/ 649891 w 930526"/>
                <a:gd name="connsiteY27" fmla="*/ 91686 h 217676"/>
                <a:gd name="connsiteX28" fmla="*/ 775335 w 930526"/>
                <a:gd name="connsiteY28" fmla="*/ 11962 h 217676"/>
                <a:gd name="connsiteX29" fmla="*/ 921544 w 930526"/>
                <a:gd name="connsiteY29" fmla="*/ 59111 h 217676"/>
                <a:gd name="connsiteX30" fmla="*/ 796195 w 930526"/>
                <a:gd name="connsiteY30" fmla="*/ 147979 h 21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30526" h="217676">
                  <a:moveTo>
                    <a:pt x="773906" y="3294"/>
                  </a:moveTo>
                  <a:cubicBezTo>
                    <a:pt x="702469" y="14248"/>
                    <a:pt x="648748" y="49300"/>
                    <a:pt x="641604" y="86924"/>
                  </a:cubicBezTo>
                  <a:cubicBezTo>
                    <a:pt x="627697" y="80066"/>
                    <a:pt x="611696" y="77780"/>
                    <a:pt x="596360" y="80828"/>
                  </a:cubicBezTo>
                  <a:cubicBezTo>
                    <a:pt x="580835" y="83971"/>
                    <a:pt x="566642" y="92448"/>
                    <a:pt x="556451" y="104450"/>
                  </a:cubicBezTo>
                  <a:cubicBezTo>
                    <a:pt x="541020" y="67969"/>
                    <a:pt x="475393" y="49014"/>
                    <a:pt x="398717" y="60730"/>
                  </a:cubicBezTo>
                  <a:cubicBezTo>
                    <a:pt x="344614" y="69017"/>
                    <a:pt x="300323" y="90353"/>
                    <a:pt x="277559" y="115975"/>
                  </a:cubicBezTo>
                  <a:lnTo>
                    <a:pt x="1810" y="57111"/>
                  </a:lnTo>
                  <a:lnTo>
                    <a:pt x="0" y="65778"/>
                  </a:lnTo>
                  <a:lnTo>
                    <a:pt x="271463" y="123786"/>
                  </a:lnTo>
                  <a:cubicBezTo>
                    <a:pt x="263271" y="135501"/>
                    <a:pt x="259556" y="147979"/>
                    <a:pt x="261461" y="160362"/>
                  </a:cubicBezTo>
                  <a:cubicBezTo>
                    <a:pt x="268034" y="203415"/>
                    <a:pt x="338709" y="227037"/>
                    <a:pt x="422243" y="214178"/>
                  </a:cubicBezTo>
                  <a:cubicBezTo>
                    <a:pt x="505587" y="201414"/>
                    <a:pt x="565785" y="157885"/>
                    <a:pt x="559498" y="114927"/>
                  </a:cubicBezTo>
                  <a:cubicBezTo>
                    <a:pt x="568452" y="102069"/>
                    <a:pt x="582739" y="92544"/>
                    <a:pt x="598075" y="89496"/>
                  </a:cubicBezTo>
                  <a:cubicBezTo>
                    <a:pt x="612458" y="86733"/>
                    <a:pt x="628079" y="89305"/>
                    <a:pt x="640842" y="96544"/>
                  </a:cubicBezTo>
                  <a:cubicBezTo>
                    <a:pt x="640842" y="98354"/>
                    <a:pt x="640842" y="100259"/>
                    <a:pt x="641128" y="102069"/>
                  </a:cubicBezTo>
                  <a:cubicBezTo>
                    <a:pt x="647700" y="145026"/>
                    <a:pt x="716375" y="169029"/>
                    <a:pt x="797338" y="156552"/>
                  </a:cubicBezTo>
                  <a:cubicBezTo>
                    <a:pt x="878300" y="144169"/>
                    <a:pt x="936593" y="100735"/>
                    <a:pt x="930021" y="57777"/>
                  </a:cubicBezTo>
                  <a:cubicBezTo>
                    <a:pt x="923449" y="14820"/>
                    <a:pt x="854773" y="-9183"/>
                    <a:pt x="773811" y="3294"/>
                  </a:cubicBezTo>
                  <a:close/>
                  <a:moveTo>
                    <a:pt x="420910" y="205415"/>
                  </a:moveTo>
                  <a:cubicBezTo>
                    <a:pt x="343567" y="217321"/>
                    <a:pt x="275939" y="196461"/>
                    <a:pt x="270224" y="159028"/>
                  </a:cubicBezTo>
                  <a:cubicBezTo>
                    <a:pt x="264509" y="121595"/>
                    <a:pt x="322707" y="81399"/>
                    <a:pt x="400050" y="69588"/>
                  </a:cubicBezTo>
                  <a:cubicBezTo>
                    <a:pt x="477393" y="57682"/>
                    <a:pt x="545021" y="78542"/>
                    <a:pt x="550736" y="115975"/>
                  </a:cubicBezTo>
                  <a:cubicBezTo>
                    <a:pt x="556451" y="153408"/>
                    <a:pt x="498253" y="193604"/>
                    <a:pt x="420910" y="205415"/>
                  </a:cubicBezTo>
                  <a:close/>
                  <a:moveTo>
                    <a:pt x="796100" y="147979"/>
                  </a:moveTo>
                  <a:cubicBezTo>
                    <a:pt x="721233" y="159504"/>
                    <a:pt x="655606" y="138264"/>
                    <a:pt x="649891" y="100830"/>
                  </a:cubicBezTo>
                  <a:cubicBezTo>
                    <a:pt x="649414" y="97782"/>
                    <a:pt x="649510" y="94734"/>
                    <a:pt x="649891" y="91686"/>
                  </a:cubicBezTo>
                  <a:lnTo>
                    <a:pt x="649891" y="91686"/>
                  </a:lnTo>
                  <a:cubicBezTo>
                    <a:pt x="649891" y="91686"/>
                    <a:pt x="649891" y="91686"/>
                    <a:pt x="649891" y="91686"/>
                  </a:cubicBezTo>
                  <a:cubicBezTo>
                    <a:pt x="653605" y="57015"/>
                    <a:pt x="706564" y="22535"/>
                    <a:pt x="775335" y="11962"/>
                  </a:cubicBezTo>
                  <a:cubicBezTo>
                    <a:pt x="850202" y="437"/>
                    <a:pt x="915829" y="21678"/>
                    <a:pt x="921544" y="59111"/>
                  </a:cubicBezTo>
                  <a:cubicBezTo>
                    <a:pt x="927259" y="96639"/>
                    <a:pt x="871061" y="136454"/>
                    <a:pt x="796195" y="14797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6EB1823C-C7D8-90A2-1878-56C7A5648DEC}"/>
                </a:ext>
              </a:extLst>
            </p:cNvPr>
            <p:cNvSpPr/>
            <p:nvPr/>
          </p:nvSpPr>
          <p:spPr>
            <a:xfrm>
              <a:off x="1601248" y="2411039"/>
              <a:ext cx="39458" cy="10164"/>
            </a:xfrm>
            <a:custGeom>
              <a:avLst/>
              <a:gdLst>
                <a:gd name="connsiteX0" fmla="*/ 98432 w 219320"/>
                <a:gd name="connsiteY0" fmla="*/ 54881 h 54880"/>
                <a:gd name="connsiteX1" fmla="*/ 2515 w 219320"/>
                <a:gd name="connsiteY1" fmla="*/ 26496 h 54880"/>
                <a:gd name="connsiteX2" fmla="*/ 991 w 219320"/>
                <a:gd name="connsiteY2" fmla="*/ 18495 h 54880"/>
                <a:gd name="connsiteX3" fmla="*/ 8897 w 219320"/>
                <a:gd name="connsiteY3" fmla="*/ 16971 h 54880"/>
                <a:gd name="connsiteX4" fmla="*/ 209684 w 219320"/>
                <a:gd name="connsiteY4" fmla="*/ 1541 h 54880"/>
                <a:gd name="connsiteX5" fmla="*/ 217780 w 219320"/>
                <a:gd name="connsiteY5" fmla="*/ 1826 h 54880"/>
                <a:gd name="connsiteX6" fmla="*/ 217495 w 219320"/>
                <a:gd name="connsiteY6" fmla="*/ 9923 h 54880"/>
                <a:gd name="connsiteX7" fmla="*/ 98432 w 219320"/>
                <a:gd name="connsiteY7" fmla="*/ 54881 h 5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320" h="54880">
                  <a:moveTo>
                    <a:pt x="98432" y="54881"/>
                  </a:moveTo>
                  <a:cubicBezTo>
                    <a:pt x="64428" y="54881"/>
                    <a:pt x="30519" y="45546"/>
                    <a:pt x="2515" y="26496"/>
                  </a:cubicBezTo>
                  <a:cubicBezTo>
                    <a:pt x="-56" y="24686"/>
                    <a:pt x="-819" y="21162"/>
                    <a:pt x="991" y="18495"/>
                  </a:cubicBezTo>
                  <a:cubicBezTo>
                    <a:pt x="2801" y="15923"/>
                    <a:pt x="6325" y="15257"/>
                    <a:pt x="8897" y="16971"/>
                  </a:cubicBezTo>
                  <a:cubicBezTo>
                    <a:pt x="68619" y="57548"/>
                    <a:pt x="156820" y="50785"/>
                    <a:pt x="209684" y="1541"/>
                  </a:cubicBezTo>
                  <a:cubicBezTo>
                    <a:pt x="211970" y="-650"/>
                    <a:pt x="215589" y="-460"/>
                    <a:pt x="217780" y="1826"/>
                  </a:cubicBezTo>
                  <a:cubicBezTo>
                    <a:pt x="219971" y="4112"/>
                    <a:pt x="219780" y="7732"/>
                    <a:pt x="217495" y="9923"/>
                  </a:cubicBezTo>
                  <a:cubicBezTo>
                    <a:pt x="185681" y="39545"/>
                    <a:pt x="141961" y="54881"/>
                    <a:pt x="98432" y="54881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8A346A44-B90A-BF4A-5CF0-6A1AA014841E}"/>
                </a:ext>
              </a:extLst>
            </p:cNvPr>
            <p:cNvSpPr/>
            <p:nvPr/>
          </p:nvSpPr>
          <p:spPr>
            <a:xfrm>
              <a:off x="1615961" y="2423716"/>
              <a:ext cx="17479" cy="6448"/>
            </a:xfrm>
            <a:custGeom>
              <a:avLst/>
              <a:gdLst>
                <a:gd name="connsiteX0" fmla="*/ 37035 w 97154"/>
                <a:gd name="connsiteY0" fmla="*/ 34722 h 34816"/>
                <a:gd name="connsiteX1" fmla="*/ 3221 w 97154"/>
                <a:gd name="connsiteY1" fmla="*/ 27102 h 34816"/>
                <a:gd name="connsiteX2" fmla="*/ 554 w 97154"/>
                <a:gd name="connsiteY2" fmla="*/ 19482 h 34816"/>
                <a:gd name="connsiteX3" fmla="*/ 8174 w 97154"/>
                <a:gd name="connsiteY3" fmla="*/ 16815 h 34816"/>
                <a:gd name="connsiteX4" fmla="*/ 87232 w 97154"/>
                <a:gd name="connsiteY4" fmla="*/ 1860 h 34816"/>
                <a:gd name="connsiteX5" fmla="*/ 95328 w 97154"/>
                <a:gd name="connsiteY5" fmla="*/ 1575 h 34816"/>
                <a:gd name="connsiteX6" fmla="*/ 95614 w 97154"/>
                <a:gd name="connsiteY6" fmla="*/ 9671 h 34816"/>
                <a:gd name="connsiteX7" fmla="*/ 36940 w 97154"/>
                <a:gd name="connsiteY7" fmla="*/ 34817 h 3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154" h="34816">
                  <a:moveTo>
                    <a:pt x="37035" y="34722"/>
                  </a:moveTo>
                  <a:cubicBezTo>
                    <a:pt x="25415" y="34722"/>
                    <a:pt x="13889" y="32245"/>
                    <a:pt x="3221" y="27102"/>
                  </a:cubicBezTo>
                  <a:cubicBezTo>
                    <a:pt x="364" y="25673"/>
                    <a:pt x="-779" y="22339"/>
                    <a:pt x="554" y="19482"/>
                  </a:cubicBezTo>
                  <a:cubicBezTo>
                    <a:pt x="1888" y="16624"/>
                    <a:pt x="5317" y="15481"/>
                    <a:pt x="8174" y="16815"/>
                  </a:cubicBezTo>
                  <a:cubicBezTo>
                    <a:pt x="33892" y="29292"/>
                    <a:pt x="67896" y="22911"/>
                    <a:pt x="87232" y="1860"/>
                  </a:cubicBezTo>
                  <a:cubicBezTo>
                    <a:pt x="89423" y="-521"/>
                    <a:pt x="93042" y="-616"/>
                    <a:pt x="95328" y="1575"/>
                  </a:cubicBezTo>
                  <a:cubicBezTo>
                    <a:pt x="97614" y="3670"/>
                    <a:pt x="97804" y="7290"/>
                    <a:pt x="95614" y="9671"/>
                  </a:cubicBezTo>
                  <a:cubicBezTo>
                    <a:pt x="80564" y="25959"/>
                    <a:pt x="58752" y="34817"/>
                    <a:pt x="36940" y="34817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3289B6D-79E4-0179-8075-15C52A0B9BC1}"/>
                </a:ext>
              </a:extLst>
            </p:cNvPr>
            <p:cNvSpPr/>
            <p:nvPr/>
          </p:nvSpPr>
          <p:spPr>
            <a:xfrm>
              <a:off x="1511491" y="2633500"/>
              <a:ext cx="443806" cy="281591"/>
            </a:xfrm>
            <a:custGeom>
              <a:avLst/>
              <a:gdLst>
                <a:gd name="connsiteX0" fmla="*/ 2159154 w 2466837"/>
                <a:gd name="connsiteY0" fmla="*/ 1520476 h 1520475"/>
                <a:gd name="connsiteX1" fmla="*/ 152808 w 2466837"/>
                <a:gd name="connsiteY1" fmla="*/ 1520476 h 1520475"/>
                <a:gd name="connsiteX2" fmla="*/ 1265 w 2466837"/>
                <a:gd name="connsiteY2" fmla="*/ 1348359 h 1520475"/>
                <a:gd name="connsiteX3" fmla="*/ 156141 w 2466837"/>
                <a:gd name="connsiteY3" fmla="*/ 133445 h 1520475"/>
                <a:gd name="connsiteX4" fmla="*/ 307684 w 2466837"/>
                <a:gd name="connsiteY4" fmla="*/ 0 h 1520475"/>
                <a:gd name="connsiteX5" fmla="*/ 2314030 w 2466837"/>
                <a:gd name="connsiteY5" fmla="*/ 0 h 1520475"/>
                <a:gd name="connsiteX6" fmla="*/ 2465573 w 2466837"/>
                <a:gd name="connsiteY6" fmla="*/ 172117 h 1520475"/>
                <a:gd name="connsiteX7" fmla="*/ 2310696 w 2466837"/>
                <a:gd name="connsiteY7" fmla="*/ 1387031 h 1520475"/>
                <a:gd name="connsiteX8" fmla="*/ 2159154 w 2466837"/>
                <a:gd name="connsiteY8" fmla="*/ 1520476 h 1520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6837" h="1520475">
                  <a:moveTo>
                    <a:pt x="2159154" y="1520476"/>
                  </a:moveTo>
                  <a:lnTo>
                    <a:pt x="152808" y="1520476"/>
                  </a:lnTo>
                  <a:cubicBezTo>
                    <a:pt x="60701" y="1520476"/>
                    <a:pt x="-10451" y="1439704"/>
                    <a:pt x="1265" y="1348359"/>
                  </a:cubicBezTo>
                  <a:lnTo>
                    <a:pt x="156141" y="133445"/>
                  </a:lnTo>
                  <a:cubicBezTo>
                    <a:pt x="165857" y="57150"/>
                    <a:pt x="230817" y="0"/>
                    <a:pt x="307684" y="0"/>
                  </a:cubicBezTo>
                  <a:lnTo>
                    <a:pt x="2314030" y="0"/>
                  </a:lnTo>
                  <a:cubicBezTo>
                    <a:pt x="2406137" y="0"/>
                    <a:pt x="2477289" y="80772"/>
                    <a:pt x="2465573" y="172117"/>
                  </a:cubicBezTo>
                  <a:lnTo>
                    <a:pt x="2310696" y="1387031"/>
                  </a:lnTo>
                  <a:cubicBezTo>
                    <a:pt x="2300981" y="1463326"/>
                    <a:pt x="2236021" y="1520476"/>
                    <a:pt x="2159154" y="1520476"/>
                  </a:cubicBez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CE13324A-B66B-105E-6106-3D894CE34341}"/>
                </a:ext>
              </a:extLst>
            </p:cNvPr>
            <p:cNvSpPr/>
            <p:nvPr/>
          </p:nvSpPr>
          <p:spPr>
            <a:xfrm>
              <a:off x="1723867" y="2748763"/>
              <a:ext cx="49627" cy="51087"/>
            </a:xfrm>
            <a:custGeom>
              <a:avLst/>
              <a:gdLst>
                <a:gd name="connsiteX0" fmla="*/ 275844 w 275844"/>
                <a:gd name="connsiteY0" fmla="*/ 137922 h 275844"/>
                <a:gd name="connsiteX1" fmla="*/ 137922 w 275844"/>
                <a:gd name="connsiteY1" fmla="*/ 275844 h 275844"/>
                <a:gd name="connsiteX2" fmla="*/ 0 w 275844"/>
                <a:gd name="connsiteY2" fmla="*/ 137922 h 275844"/>
                <a:gd name="connsiteX3" fmla="*/ 137922 w 275844"/>
                <a:gd name="connsiteY3" fmla="*/ 0 h 275844"/>
                <a:gd name="connsiteX4" fmla="*/ 275844 w 275844"/>
                <a:gd name="connsiteY4" fmla="*/ 137922 h 275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844" h="275844">
                  <a:moveTo>
                    <a:pt x="275844" y="137922"/>
                  </a:moveTo>
                  <a:cubicBezTo>
                    <a:pt x="275844" y="214094"/>
                    <a:pt x="214094" y="275844"/>
                    <a:pt x="137922" y="275844"/>
                  </a:cubicBezTo>
                  <a:cubicBezTo>
                    <a:pt x="61750" y="275844"/>
                    <a:pt x="0" y="214094"/>
                    <a:pt x="0" y="137922"/>
                  </a:cubicBezTo>
                  <a:cubicBezTo>
                    <a:pt x="0" y="61750"/>
                    <a:pt x="61749" y="0"/>
                    <a:pt x="137922" y="0"/>
                  </a:cubicBezTo>
                  <a:cubicBezTo>
                    <a:pt x="214094" y="0"/>
                    <a:pt x="275844" y="61750"/>
                    <a:pt x="275844" y="13792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03A17308-3A19-286D-267F-AA3DA630B50F}"/>
                </a:ext>
              </a:extLst>
            </p:cNvPr>
            <p:cNvSpPr/>
            <p:nvPr/>
          </p:nvSpPr>
          <p:spPr>
            <a:xfrm>
              <a:off x="1408127" y="2896850"/>
              <a:ext cx="135650" cy="18241"/>
            </a:xfrm>
            <a:custGeom>
              <a:avLst/>
              <a:gdLst>
                <a:gd name="connsiteX0" fmla="*/ 96298 w 753999"/>
                <a:gd name="connsiteY0" fmla="*/ 0 h 98488"/>
                <a:gd name="connsiteX1" fmla="*/ 753999 w 753999"/>
                <a:gd name="connsiteY1" fmla="*/ 0 h 98488"/>
                <a:gd name="connsiteX2" fmla="*/ 753999 w 753999"/>
                <a:gd name="connsiteY2" fmla="*/ 98488 h 98488"/>
                <a:gd name="connsiteX3" fmla="*/ 2191 w 753999"/>
                <a:gd name="connsiteY3" fmla="*/ 98488 h 98488"/>
                <a:gd name="connsiteX4" fmla="*/ 0 w 753999"/>
                <a:gd name="connsiteY4" fmla="*/ 96298 h 98488"/>
                <a:gd name="connsiteX5" fmla="*/ 0 w 753999"/>
                <a:gd name="connsiteY5" fmla="*/ 96298 h 98488"/>
                <a:gd name="connsiteX6" fmla="*/ 96298 w 753999"/>
                <a:gd name="connsiteY6" fmla="*/ 0 h 98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999" h="98488">
                  <a:moveTo>
                    <a:pt x="96298" y="0"/>
                  </a:moveTo>
                  <a:lnTo>
                    <a:pt x="753999" y="0"/>
                  </a:lnTo>
                  <a:lnTo>
                    <a:pt x="753999" y="98488"/>
                  </a:lnTo>
                  <a:lnTo>
                    <a:pt x="2191" y="98488"/>
                  </a:lnTo>
                  <a:cubicBezTo>
                    <a:pt x="953" y="98488"/>
                    <a:pt x="0" y="97536"/>
                    <a:pt x="0" y="96298"/>
                  </a:cubicBezTo>
                  <a:lnTo>
                    <a:pt x="0" y="96298"/>
                  </a:lnTo>
                  <a:cubicBezTo>
                    <a:pt x="0" y="43148"/>
                    <a:pt x="43148" y="0"/>
                    <a:pt x="96298" y="0"/>
                  </a:cubicBez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11" name="Group 2010">
            <a:extLst>
              <a:ext uri="{FF2B5EF4-FFF2-40B4-BE49-F238E27FC236}">
                <a16:creationId xmlns:a16="http://schemas.microsoft.com/office/drawing/2014/main" id="{CCE59D23-1499-57CD-3899-76B6117D96EF}"/>
              </a:ext>
            </a:extLst>
          </p:cNvPr>
          <p:cNvGrpSpPr/>
          <p:nvPr/>
        </p:nvGrpSpPr>
        <p:grpSpPr>
          <a:xfrm>
            <a:off x="2743090" y="2110820"/>
            <a:ext cx="1246173" cy="681025"/>
            <a:chOff x="2792347" y="2234066"/>
            <a:chExt cx="1246173" cy="68102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FC9C4B3-B903-D686-DA27-C479D7DC7931}"/>
                </a:ext>
              </a:extLst>
            </p:cNvPr>
            <p:cNvSpPr/>
            <p:nvPr/>
          </p:nvSpPr>
          <p:spPr>
            <a:xfrm>
              <a:off x="3112225" y="2743842"/>
              <a:ext cx="170846" cy="64418"/>
            </a:xfrm>
            <a:prstGeom prst="rect">
              <a:avLst/>
            </a:prstGeom>
            <a:no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 err="1">
                <a:ln>
                  <a:noFill/>
                </a:ln>
                <a:solidFill>
                  <a:srgbClr val="051C2C"/>
                </a:solidFill>
                <a:effectLst/>
                <a:uLnTx/>
                <a:uFillTx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6DE842C0-F87B-9040-DD82-1A7321926018}"/>
                </a:ext>
              </a:extLst>
            </p:cNvPr>
            <p:cNvSpPr/>
            <p:nvPr/>
          </p:nvSpPr>
          <p:spPr>
            <a:xfrm>
              <a:off x="2879438" y="2247436"/>
              <a:ext cx="170846" cy="64418"/>
            </a:xfrm>
            <a:prstGeom prst="rect">
              <a:avLst/>
            </a:prstGeom>
            <a:no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 err="1">
                <a:ln>
                  <a:noFill/>
                </a:ln>
                <a:solidFill>
                  <a:srgbClr val="051C2C"/>
                </a:solidFill>
                <a:effectLst/>
                <a:uLnTx/>
                <a:uFillTx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3FCB6D1B-1FAF-668F-9032-472B8A36BF13}"/>
                </a:ext>
              </a:extLst>
            </p:cNvPr>
            <p:cNvSpPr/>
            <p:nvPr/>
          </p:nvSpPr>
          <p:spPr>
            <a:xfrm>
              <a:off x="3371215" y="2743842"/>
              <a:ext cx="170846" cy="64418"/>
            </a:xfrm>
            <a:prstGeom prst="rect">
              <a:avLst/>
            </a:prstGeom>
            <a:no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 err="1">
                <a:ln>
                  <a:noFill/>
                </a:ln>
                <a:solidFill>
                  <a:srgbClr val="051C2C"/>
                </a:solidFill>
                <a:effectLst/>
                <a:uLnTx/>
                <a:uFillTx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35FDA7D4-80D0-8E30-195F-B5B58CBA64B2}"/>
                </a:ext>
              </a:extLst>
            </p:cNvPr>
            <p:cNvSpPr/>
            <p:nvPr/>
          </p:nvSpPr>
          <p:spPr>
            <a:xfrm>
              <a:off x="3362709" y="2400905"/>
              <a:ext cx="597312" cy="280048"/>
            </a:xfrm>
            <a:custGeom>
              <a:avLst/>
              <a:gdLst>
                <a:gd name="connsiteX0" fmla="*/ 3031998 w 3456507"/>
                <a:gd name="connsiteY0" fmla="*/ 1574292 h 1574291"/>
                <a:gd name="connsiteX1" fmla="*/ 3099625 w 3456507"/>
                <a:gd name="connsiteY1" fmla="*/ 1506855 h 1574291"/>
                <a:gd name="connsiteX2" fmla="*/ 3454908 w 3456507"/>
                <a:gd name="connsiteY2" fmla="*/ 66484 h 1574291"/>
                <a:gd name="connsiteX3" fmla="*/ 3402902 w 3456507"/>
                <a:gd name="connsiteY3" fmla="*/ 0 h 1574291"/>
                <a:gd name="connsiteX4" fmla="*/ 1392936 w 3456507"/>
                <a:gd name="connsiteY4" fmla="*/ 0 h 1574291"/>
                <a:gd name="connsiteX5" fmla="*/ 1325308 w 3456507"/>
                <a:gd name="connsiteY5" fmla="*/ 67437 h 1574291"/>
                <a:gd name="connsiteX6" fmla="*/ 988886 w 3456507"/>
                <a:gd name="connsiteY6" fmla="*/ 1423892 h 1574291"/>
                <a:gd name="connsiteX7" fmla="*/ 86011 w 3456507"/>
                <a:gd name="connsiteY7" fmla="*/ 1423892 h 1574291"/>
                <a:gd name="connsiteX8" fmla="*/ 0 w 3456507"/>
                <a:gd name="connsiteY8" fmla="*/ 1499235 h 1574291"/>
                <a:gd name="connsiteX9" fmla="*/ 0 w 3456507"/>
                <a:gd name="connsiteY9" fmla="*/ 1499235 h 1574291"/>
                <a:gd name="connsiteX10" fmla="*/ 75057 w 3456507"/>
                <a:gd name="connsiteY10" fmla="*/ 1574292 h 1574291"/>
                <a:gd name="connsiteX11" fmla="*/ 3032094 w 3456507"/>
                <a:gd name="connsiteY11" fmla="*/ 1574292 h 157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6507" h="1574291">
                  <a:moveTo>
                    <a:pt x="3031998" y="1574292"/>
                  </a:moveTo>
                  <a:cubicBezTo>
                    <a:pt x="3069336" y="1574292"/>
                    <a:pt x="3091148" y="1551337"/>
                    <a:pt x="3099625" y="1506855"/>
                  </a:cubicBezTo>
                  <a:lnTo>
                    <a:pt x="3454908" y="66484"/>
                  </a:lnTo>
                  <a:cubicBezTo>
                    <a:pt x="3463290" y="32671"/>
                    <a:pt x="3437668" y="0"/>
                    <a:pt x="3402902" y="0"/>
                  </a:cubicBezTo>
                  <a:lnTo>
                    <a:pt x="1392936" y="0"/>
                  </a:lnTo>
                  <a:cubicBezTo>
                    <a:pt x="1355598" y="0"/>
                    <a:pt x="1336262" y="25337"/>
                    <a:pt x="1325308" y="67437"/>
                  </a:cubicBezTo>
                  <a:lnTo>
                    <a:pt x="988886" y="1423892"/>
                  </a:lnTo>
                  <a:lnTo>
                    <a:pt x="86011" y="1423892"/>
                  </a:lnTo>
                  <a:cubicBezTo>
                    <a:pt x="33623" y="1424178"/>
                    <a:pt x="0" y="1457801"/>
                    <a:pt x="0" y="1499235"/>
                  </a:cubicBezTo>
                  <a:lnTo>
                    <a:pt x="0" y="1499235"/>
                  </a:lnTo>
                  <a:cubicBezTo>
                    <a:pt x="0" y="1540669"/>
                    <a:pt x="33623" y="1574292"/>
                    <a:pt x="75057" y="1574292"/>
                  </a:cubicBezTo>
                  <a:lnTo>
                    <a:pt x="3032094" y="1574292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0567680E-145E-6243-F5BE-B90425611421}"/>
                </a:ext>
              </a:extLst>
            </p:cNvPr>
            <p:cNvSpPr/>
            <p:nvPr/>
          </p:nvSpPr>
          <p:spPr>
            <a:xfrm>
              <a:off x="3555442" y="2417578"/>
              <a:ext cx="385271" cy="220152"/>
            </a:xfrm>
            <a:custGeom>
              <a:avLst/>
              <a:gdLst>
                <a:gd name="connsiteX0" fmla="*/ 1936032 w 2229477"/>
                <a:gd name="connsiteY0" fmla="*/ 1218343 h 1237583"/>
                <a:gd name="connsiteX1" fmla="*/ 2228735 w 2229477"/>
                <a:gd name="connsiteY1" fmla="*/ 31147 h 1237583"/>
                <a:gd name="connsiteX2" fmla="*/ 2204351 w 2229477"/>
                <a:gd name="connsiteY2" fmla="*/ 0 h 1237583"/>
                <a:gd name="connsiteX3" fmla="*/ 319639 w 2229477"/>
                <a:gd name="connsiteY3" fmla="*/ 0 h 1237583"/>
                <a:gd name="connsiteX4" fmla="*/ 295255 w 2229477"/>
                <a:gd name="connsiteY4" fmla="*/ 19145 h 1237583"/>
                <a:gd name="connsiteX5" fmla="*/ 742 w 2229477"/>
                <a:gd name="connsiteY5" fmla="*/ 1206341 h 1237583"/>
                <a:gd name="connsiteX6" fmla="*/ 25126 w 2229477"/>
                <a:gd name="connsiteY6" fmla="*/ 1237583 h 1237583"/>
                <a:gd name="connsiteX7" fmla="*/ 1911648 w 2229477"/>
                <a:gd name="connsiteY7" fmla="*/ 1237583 h 1237583"/>
                <a:gd name="connsiteX8" fmla="*/ 1936032 w 2229477"/>
                <a:gd name="connsiteY8" fmla="*/ 1218438 h 1237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9477" h="1237583">
                  <a:moveTo>
                    <a:pt x="1936032" y="1218343"/>
                  </a:moveTo>
                  <a:lnTo>
                    <a:pt x="2228735" y="31147"/>
                  </a:lnTo>
                  <a:cubicBezTo>
                    <a:pt x="2232640" y="15335"/>
                    <a:pt x="2220639" y="0"/>
                    <a:pt x="2204351" y="0"/>
                  </a:cubicBezTo>
                  <a:lnTo>
                    <a:pt x="319639" y="0"/>
                  </a:lnTo>
                  <a:cubicBezTo>
                    <a:pt x="308114" y="0"/>
                    <a:pt x="298018" y="7906"/>
                    <a:pt x="295255" y="19145"/>
                  </a:cubicBezTo>
                  <a:lnTo>
                    <a:pt x="742" y="1206341"/>
                  </a:lnTo>
                  <a:cubicBezTo>
                    <a:pt x="-3163" y="1222248"/>
                    <a:pt x="8838" y="1237583"/>
                    <a:pt x="25126" y="1237583"/>
                  </a:cubicBezTo>
                  <a:lnTo>
                    <a:pt x="1911648" y="1237583"/>
                  </a:lnTo>
                  <a:cubicBezTo>
                    <a:pt x="1923268" y="1237583"/>
                    <a:pt x="1933270" y="1229678"/>
                    <a:pt x="1936032" y="121843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3A99EE3C-88AF-CBE3-57CF-A1B8AA301AAD}"/>
                </a:ext>
              </a:extLst>
            </p:cNvPr>
            <p:cNvSpPr/>
            <p:nvPr/>
          </p:nvSpPr>
          <p:spPr>
            <a:xfrm>
              <a:off x="3531407" y="2651945"/>
              <a:ext cx="366860" cy="4473"/>
            </a:xfrm>
            <a:custGeom>
              <a:avLst/>
              <a:gdLst>
                <a:gd name="connsiteX0" fmla="*/ 2110359 w 2122932"/>
                <a:gd name="connsiteY0" fmla="*/ 25146 h 25145"/>
                <a:gd name="connsiteX1" fmla="*/ 12573 w 2122932"/>
                <a:gd name="connsiteY1" fmla="*/ 25146 h 25145"/>
                <a:gd name="connsiteX2" fmla="*/ 0 w 2122932"/>
                <a:gd name="connsiteY2" fmla="*/ 12573 h 25145"/>
                <a:gd name="connsiteX3" fmla="*/ 12573 w 2122932"/>
                <a:gd name="connsiteY3" fmla="*/ 0 h 25145"/>
                <a:gd name="connsiteX4" fmla="*/ 2110359 w 2122932"/>
                <a:gd name="connsiteY4" fmla="*/ 0 h 25145"/>
                <a:gd name="connsiteX5" fmla="*/ 2122932 w 2122932"/>
                <a:gd name="connsiteY5" fmla="*/ 12573 h 25145"/>
                <a:gd name="connsiteX6" fmla="*/ 2110359 w 2122932"/>
                <a:gd name="connsiteY6" fmla="*/ 25146 h 2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932" h="25145">
                  <a:moveTo>
                    <a:pt x="2110359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2110359" y="0"/>
                  </a:lnTo>
                  <a:cubicBezTo>
                    <a:pt x="2117312" y="0"/>
                    <a:pt x="2122932" y="5620"/>
                    <a:pt x="2122932" y="12573"/>
                  </a:cubicBezTo>
                  <a:cubicBezTo>
                    <a:pt x="2122932" y="19526"/>
                    <a:pt x="2117312" y="25146"/>
                    <a:pt x="2110359" y="25146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195CC18-66CE-C651-24A1-4479315A17BE}"/>
                </a:ext>
              </a:extLst>
            </p:cNvPr>
            <p:cNvSpPr/>
            <p:nvPr/>
          </p:nvSpPr>
          <p:spPr>
            <a:xfrm>
              <a:off x="3625308" y="2470222"/>
              <a:ext cx="252816" cy="135330"/>
            </a:xfrm>
            <a:custGeom>
              <a:avLst/>
              <a:gdLst>
                <a:gd name="connsiteX0" fmla="*/ 1265703 w 1462987"/>
                <a:gd name="connsiteY0" fmla="*/ 760762 h 760761"/>
                <a:gd name="connsiteX1" fmla="*/ 13451 w 1462987"/>
                <a:gd name="connsiteY1" fmla="*/ 760762 h 760761"/>
                <a:gd name="connsiteX2" fmla="*/ 497 w 1462987"/>
                <a:gd name="connsiteY2" fmla="*/ 743712 h 760761"/>
                <a:gd name="connsiteX3" fmla="*/ 176043 w 1462987"/>
                <a:gd name="connsiteY3" fmla="*/ 17050 h 760761"/>
                <a:gd name="connsiteX4" fmla="*/ 197284 w 1462987"/>
                <a:gd name="connsiteY4" fmla="*/ 0 h 760761"/>
                <a:gd name="connsiteX5" fmla="*/ 1449536 w 1462987"/>
                <a:gd name="connsiteY5" fmla="*/ 0 h 760761"/>
                <a:gd name="connsiteX6" fmla="*/ 1462490 w 1462987"/>
                <a:gd name="connsiteY6" fmla="*/ 17050 h 760761"/>
                <a:gd name="connsiteX7" fmla="*/ 1286944 w 1462987"/>
                <a:gd name="connsiteY7" fmla="*/ 743712 h 760761"/>
                <a:gd name="connsiteX8" fmla="*/ 1265703 w 1462987"/>
                <a:gd name="connsiteY8" fmla="*/ 760762 h 76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2987" h="760761">
                  <a:moveTo>
                    <a:pt x="1265703" y="760762"/>
                  </a:moveTo>
                  <a:lnTo>
                    <a:pt x="13451" y="760762"/>
                  </a:lnTo>
                  <a:cubicBezTo>
                    <a:pt x="4022" y="760762"/>
                    <a:pt x="-1788" y="753142"/>
                    <a:pt x="497" y="743712"/>
                  </a:cubicBezTo>
                  <a:lnTo>
                    <a:pt x="176043" y="17050"/>
                  </a:lnTo>
                  <a:cubicBezTo>
                    <a:pt x="178329" y="7620"/>
                    <a:pt x="187854" y="0"/>
                    <a:pt x="197284" y="0"/>
                  </a:cubicBezTo>
                  <a:lnTo>
                    <a:pt x="1449536" y="0"/>
                  </a:lnTo>
                  <a:cubicBezTo>
                    <a:pt x="1458966" y="0"/>
                    <a:pt x="1464776" y="7620"/>
                    <a:pt x="1462490" y="17050"/>
                  </a:cubicBezTo>
                  <a:lnTo>
                    <a:pt x="1286944" y="743712"/>
                  </a:lnTo>
                  <a:cubicBezTo>
                    <a:pt x="1284658" y="753142"/>
                    <a:pt x="1275133" y="760762"/>
                    <a:pt x="1265703" y="760762"/>
                  </a:cubicBez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88CF9EF6-E16F-F97F-E9ED-3762A2BBDEF0}"/>
                </a:ext>
              </a:extLst>
            </p:cNvPr>
            <p:cNvSpPr/>
            <p:nvPr/>
          </p:nvSpPr>
          <p:spPr>
            <a:xfrm>
              <a:off x="3649277" y="2489216"/>
              <a:ext cx="226637" cy="4473"/>
            </a:xfrm>
            <a:custGeom>
              <a:avLst/>
              <a:gdLst>
                <a:gd name="connsiteX0" fmla="*/ 1298924 w 1311496"/>
                <a:gd name="connsiteY0" fmla="*/ 25146 h 25145"/>
                <a:gd name="connsiteX1" fmla="*/ 12573 w 1311496"/>
                <a:gd name="connsiteY1" fmla="*/ 25146 h 25145"/>
                <a:gd name="connsiteX2" fmla="*/ 0 w 1311496"/>
                <a:gd name="connsiteY2" fmla="*/ 12573 h 25145"/>
                <a:gd name="connsiteX3" fmla="*/ 12573 w 1311496"/>
                <a:gd name="connsiteY3" fmla="*/ 0 h 25145"/>
                <a:gd name="connsiteX4" fmla="*/ 1298924 w 1311496"/>
                <a:gd name="connsiteY4" fmla="*/ 0 h 25145"/>
                <a:gd name="connsiteX5" fmla="*/ 1311497 w 1311496"/>
                <a:gd name="connsiteY5" fmla="*/ 12573 h 25145"/>
                <a:gd name="connsiteX6" fmla="*/ 1298924 w 1311496"/>
                <a:gd name="connsiteY6" fmla="*/ 25146 h 2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1496" h="25145">
                  <a:moveTo>
                    <a:pt x="1298924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1298924" y="0"/>
                  </a:lnTo>
                  <a:cubicBezTo>
                    <a:pt x="1305878" y="0"/>
                    <a:pt x="1311497" y="5620"/>
                    <a:pt x="1311497" y="12573"/>
                  </a:cubicBezTo>
                  <a:cubicBezTo>
                    <a:pt x="1311497" y="19526"/>
                    <a:pt x="1305878" y="25146"/>
                    <a:pt x="1298924" y="2514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15DC4E3-BEB8-ECAE-777B-37F2D17291BD}"/>
                </a:ext>
              </a:extLst>
            </p:cNvPr>
            <p:cNvSpPr/>
            <p:nvPr/>
          </p:nvSpPr>
          <p:spPr>
            <a:xfrm>
              <a:off x="3793993" y="2544859"/>
              <a:ext cx="35339" cy="4473"/>
            </a:xfrm>
            <a:custGeom>
              <a:avLst/>
              <a:gdLst>
                <a:gd name="connsiteX0" fmla="*/ 191928 w 204501"/>
                <a:gd name="connsiteY0" fmla="*/ 25146 h 25146"/>
                <a:gd name="connsiteX1" fmla="*/ 12572 w 204501"/>
                <a:gd name="connsiteY1" fmla="*/ 25146 h 25146"/>
                <a:gd name="connsiteX2" fmla="*/ 0 w 204501"/>
                <a:gd name="connsiteY2" fmla="*/ 12573 h 25146"/>
                <a:gd name="connsiteX3" fmla="*/ 12572 w 204501"/>
                <a:gd name="connsiteY3" fmla="*/ 0 h 25146"/>
                <a:gd name="connsiteX4" fmla="*/ 191928 w 204501"/>
                <a:gd name="connsiteY4" fmla="*/ 0 h 25146"/>
                <a:gd name="connsiteX5" fmla="*/ 204501 w 204501"/>
                <a:gd name="connsiteY5" fmla="*/ 12573 h 25146"/>
                <a:gd name="connsiteX6" fmla="*/ 191928 w 204501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4501" h="25146">
                  <a:moveTo>
                    <a:pt x="191928" y="25146"/>
                  </a:moveTo>
                  <a:lnTo>
                    <a:pt x="12572" y="25146"/>
                  </a:lnTo>
                  <a:cubicBezTo>
                    <a:pt x="5619" y="25146"/>
                    <a:pt x="0" y="19526"/>
                    <a:pt x="0" y="12573"/>
                  </a:cubicBezTo>
                  <a:cubicBezTo>
                    <a:pt x="0" y="5620"/>
                    <a:pt x="5619" y="0"/>
                    <a:pt x="12572" y="0"/>
                  </a:cubicBezTo>
                  <a:lnTo>
                    <a:pt x="191928" y="0"/>
                  </a:lnTo>
                  <a:cubicBezTo>
                    <a:pt x="198882" y="0"/>
                    <a:pt x="204501" y="5620"/>
                    <a:pt x="204501" y="12573"/>
                  </a:cubicBezTo>
                  <a:cubicBezTo>
                    <a:pt x="204501" y="19526"/>
                    <a:pt x="198882" y="25146"/>
                    <a:pt x="191928" y="2514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E47CE4C2-F3FE-59D8-5252-7F3D34DBF6CA}"/>
                </a:ext>
              </a:extLst>
            </p:cNvPr>
            <p:cNvSpPr/>
            <p:nvPr/>
          </p:nvSpPr>
          <p:spPr>
            <a:xfrm>
              <a:off x="3658314" y="2544859"/>
              <a:ext cx="116142" cy="4473"/>
            </a:xfrm>
            <a:custGeom>
              <a:avLst/>
              <a:gdLst>
                <a:gd name="connsiteX0" fmla="*/ 659511 w 672084"/>
                <a:gd name="connsiteY0" fmla="*/ 25146 h 25146"/>
                <a:gd name="connsiteX1" fmla="*/ 12573 w 672084"/>
                <a:gd name="connsiteY1" fmla="*/ 25146 h 25146"/>
                <a:gd name="connsiteX2" fmla="*/ 0 w 672084"/>
                <a:gd name="connsiteY2" fmla="*/ 12573 h 25146"/>
                <a:gd name="connsiteX3" fmla="*/ 12573 w 672084"/>
                <a:gd name="connsiteY3" fmla="*/ 0 h 25146"/>
                <a:gd name="connsiteX4" fmla="*/ 659511 w 672084"/>
                <a:gd name="connsiteY4" fmla="*/ 0 h 25146"/>
                <a:gd name="connsiteX5" fmla="*/ 672084 w 672084"/>
                <a:gd name="connsiteY5" fmla="*/ 12573 h 25146"/>
                <a:gd name="connsiteX6" fmla="*/ 659511 w 672084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084" h="25146">
                  <a:moveTo>
                    <a:pt x="659511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659511" y="0"/>
                  </a:lnTo>
                  <a:cubicBezTo>
                    <a:pt x="666464" y="0"/>
                    <a:pt x="672084" y="5620"/>
                    <a:pt x="672084" y="12573"/>
                  </a:cubicBezTo>
                  <a:cubicBezTo>
                    <a:pt x="672084" y="19526"/>
                    <a:pt x="666464" y="25146"/>
                    <a:pt x="659511" y="2514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7AFECAC0-410C-069F-D1D4-905CB57B4A1C}"/>
                </a:ext>
              </a:extLst>
            </p:cNvPr>
            <p:cNvSpPr/>
            <p:nvPr/>
          </p:nvSpPr>
          <p:spPr>
            <a:xfrm>
              <a:off x="3650693" y="2577307"/>
              <a:ext cx="171035" cy="4473"/>
            </a:xfrm>
            <a:custGeom>
              <a:avLst/>
              <a:gdLst>
                <a:gd name="connsiteX0" fmla="*/ 977170 w 989742"/>
                <a:gd name="connsiteY0" fmla="*/ 25146 h 25146"/>
                <a:gd name="connsiteX1" fmla="*/ 12573 w 989742"/>
                <a:gd name="connsiteY1" fmla="*/ 25146 h 25146"/>
                <a:gd name="connsiteX2" fmla="*/ 0 w 989742"/>
                <a:gd name="connsiteY2" fmla="*/ 12573 h 25146"/>
                <a:gd name="connsiteX3" fmla="*/ 12573 w 989742"/>
                <a:gd name="connsiteY3" fmla="*/ 0 h 25146"/>
                <a:gd name="connsiteX4" fmla="*/ 977170 w 989742"/>
                <a:gd name="connsiteY4" fmla="*/ 0 h 25146"/>
                <a:gd name="connsiteX5" fmla="*/ 989743 w 989742"/>
                <a:gd name="connsiteY5" fmla="*/ 12573 h 25146"/>
                <a:gd name="connsiteX6" fmla="*/ 977170 w 989742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9742" h="25146">
                  <a:moveTo>
                    <a:pt x="977170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977170" y="0"/>
                  </a:lnTo>
                  <a:cubicBezTo>
                    <a:pt x="984123" y="0"/>
                    <a:pt x="989743" y="5620"/>
                    <a:pt x="989743" y="12573"/>
                  </a:cubicBezTo>
                  <a:cubicBezTo>
                    <a:pt x="989743" y="19526"/>
                    <a:pt x="984123" y="25146"/>
                    <a:pt x="977170" y="2514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D7B90CBF-1FE9-0628-E426-DD64C12FD429}"/>
                </a:ext>
              </a:extLst>
            </p:cNvPr>
            <p:cNvSpPr/>
            <p:nvPr/>
          </p:nvSpPr>
          <p:spPr>
            <a:xfrm>
              <a:off x="3665211" y="2515394"/>
              <a:ext cx="171035" cy="4473"/>
            </a:xfrm>
            <a:custGeom>
              <a:avLst/>
              <a:gdLst>
                <a:gd name="connsiteX0" fmla="*/ 977170 w 989742"/>
                <a:gd name="connsiteY0" fmla="*/ 25146 h 25145"/>
                <a:gd name="connsiteX1" fmla="*/ 12573 w 989742"/>
                <a:gd name="connsiteY1" fmla="*/ 25146 h 25145"/>
                <a:gd name="connsiteX2" fmla="*/ 0 w 989742"/>
                <a:gd name="connsiteY2" fmla="*/ 12573 h 25145"/>
                <a:gd name="connsiteX3" fmla="*/ 12573 w 989742"/>
                <a:gd name="connsiteY3" fmla="*/ 0 h 25145"/>
                <a:gd name="connsiteX4" fmla="*/ 977170 w 989742"/>
                <a:gd name="connsiteY4" fmla="*/ 0 h 25145"/>
                <a:gd name="connsiteX5" fmla="*/ 989743 w 989742"/>
                <a:gd name="connsiteY5" fmla="*/ 12573 h 25145"/>
                <a:gd name="connsiteX6" fmla="*/ 977170 w 989742"/>
                <a:gd name="connsiteY6" fmla="*/ 25146 h 2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9742" h="25145">
                  <a:moveTo>
                    <a:pt x="977170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977170" y="0"/>
                  </a:lnTo>
                  <a:cubicBezTo>
                    <a:pt x="984123" y="0"/>
                    <a:pt x="989743" y="5620"/>
                    <a:pt x="989743" y="12573"/>
                  </a:cubicBezTo>
                  <a:cubicBezTo>
                    <a:pt x="989743" y="19526"/>
                    <a:pt x="984123" y="25146"/>
                    <a:pt x="977170" y="2514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01A440B4-E892-E41A-BD4D-B5FB1918457A}"/>
                </a:ext>
              </a:extLst>
            </p:cNvPr>
            <p:cNvSpPr/>
            <p:nvPr/>
          </p:nvSpPr>
          <p:spPr>
            <a:xfrm>
              <a:off x="3603403" y="2434656"/>
              <a:ext cx="331586" cy="4473"/>
            </a:xfrm>
            <a:custGeom>
              <a:avLst/>
              <a:gdLst>
                <a:gd name="connsiteX0" fmla="*/ 1906238 w 1918811"/>
                <a:gd name="connsiteY0" fmla="*/ 25146 h 25146"/>
                <a:gd name="connsiteX1" fmla="*/ 12573 w 1918811"/>
                <a:gd name="connsiteY1" fmla="*/ 25146 h 25146"/>
                <a:gd name="connsiteX2" fmla="*/ 0 w 1918811"/>
                <a:gd name="connsiteY2" fmla="*/ 12573 h 25146"/>
                <a:gd name="connsiteX3" fmla="*/ 12573 w 1918811"/>
                <a:gd name="connsiteY3" fmla="*/ 0 h 25146"/>
                <a:gd name="connsiteX4" fmla="*/ 1906238 w 1918811"/>
                <a:gd name="connsiteY4" fmla="*/ 0 h 25146"/>
                <a:gd name="connsiteX5" fmla="*/ 1918811 w 1918811"/>
                <a:gd name="connsiteY5" fmla="*/ 12573 h 25146"/>
                <a:gd name="connsiteX6" fmla="*/ 1906238 w 1918811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11" h="25146">
                  <a:moveTo>
                    <a:pt x="1906238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1906238" y="0"/>
                  </a:lnTo>
                  <a:cubicBezTo>
                    <a:pt x="1913191" y="0"/>
                    <a:pt x="1918811" y="5620"/>
                    <a:pt x="1918811" y="12573"/>
                  </a:cubicBezTo>
                  <a:cubicBezTo>
                    <a:pt x="1918811" y="19526"/>
                    <a:pt x="1913191" y="25146"/>
                    <a:pt x="1906238" y="25146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608EFEA8-C00E-F083-1D34-336B890D0947}"/>
                </a:ext>
              </a:extLst>
            </p:cNvPr>
            <p:cNvSpPr/>
            <p:nvPr/>
          </p:nvSpPr>
          <p:spPr>
            <a:xfrm>
              <a:off x="2817079" y="2676265"/>
              <a:ext cx="1221441" cy="5035"/>
            </a:xfrm>
            <a:custGeom>
              <a:avLst/>
              <a:gdLst>
                <a:gd name="connsiteX0" fmla="*/ 6266783 w 6279356"/>
                <a:gd name="connsiteY0" fmla="*/ 25146 h 25146"/>
                <a:gd name="connsiteX1" fmla="*/ 12573 w 6279356"/>
                <a:gd name="connsiteY1" fmla="*/ 25146 h 25146"/>
                <a:gd name="connsiteX2" fmla="*/ 0 w 6279356"/>
                <a:gd name="connsiteY2" fmla="*/ 12573 h 25146"/>
                <a:gd name="connsiteX3" fmla="*/ 12573 w 6279356"/>
                <a:gd name="connsiteY3" fmla="*/ 0 h 25146"/>
                <a:gd name="connsiteX4" fmla="*/ 6266783 w 6279356"/>
                <a:gd name="connsiteY4" fmla="*/ 0 h 25146"/>
                <a:gd name="connsiteX5" fmla="*/ 6279356 w 6279356"/>
                <a:gd name="connsiteY5" fmla="*/ 12573 h 25146"/>
                <a:gd name="connsiteX6" fmla="*/ 6266783 w 6279356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79356" h="25146">
                  <a:moveTo>
                    <a:pt x="6266783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6266783" y="0"/>
                  </a:lnTo>
                  <a:cubicBezTo>
                    <a:pt x="6273736" y="0"/>
                    <a:pt x="6279356" y="5620"/>
                    <a:pt x="6279356" y="12573"/>
                  </a:cubicBezTo>
                  <a:cubicBezTo>
                    <a:pt x="6279356" y="19526"/>
                    <a:pt x="6273736" y="25146"/>
                    <a:pt x="6266783" y="25146"/>
                  </a:cubicBez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9C5F0922-26FF-D155-CBB7-18D915D85F3A}"/>
                </a:ext>
              </a:extLst>
            </p:cNvPr>
            <p:cNvSpPr/>
            <p:nvPr/>
          </p:nvSpPr>
          <p:spPr>
            <a:xfrm>
              <a:off x="3022732" y="2552493"/>
              <a:ext cx="301639" cy="360361"/>
            </a:xfrm>
            <a:custGeom>
              <a:avLst/>
              <a:gdLst>
                <a:gd name="connsiteX0" fmla="*/ 506318 w 2405793"/>
                <a:gd name="connsiteY0" fmla="*/ 2025777 h 2025776"/>
                <a:gd name="connsiteX1" fmla="*/ 1159638 w 2405793"/>
                <a:gd name="connsiteY1" fmla="*/ 2025777 h 2025776"/>
                <a:gd name="connsiteX2" fmla="*/ 1174402 w 2405793"/>
                <a:gd name="connsiteY2" fmla="*/ 1381697 h 2025776"/>
                <a:gd name="connsiteX3" fmla="*/ 1537399 w 2405793"/>
                <a:gd name="connsiteY3" fmla="*/ 1774698 h 2025776"/>
                <a:gd name="connsiteX4" fmla="*/ 2142618 w 2405793"/>
                <a:gd name="connsiteY4" fmla="*/ 1581817 h 2025776"/>
                <a:gd name="connsiteX5" fmla="*/ 2405794 w 2405793"/>
                <a:gd name="connsiteY5" fmla="*/ 430435 h 2025776"/>
                <a:gd name="connsiteX6" fmla="*/ 1942307 w 2405793"/>
                <a:gd name="connsiteY6" fmla="*/ 314706 h 2025776"/>
                <a:gd name="connsiteX7" fmla="*/ 1730947 w 2405793"/>
                <a:gd name="connsiteY7" fmla="*/ 1069277 h 2025776"/>
                <a:gd name="connsiteX8" fmla="*/ 1201929 w 2405793"/>
                <a:gd name="connsiteY8" fmla="*/ 223171 h 2025776"/>
                <a:gd name="connsiteX9" fmla="*/ 622142 w 2405793"/>
                <a:gd name="connsiteY9" fmla="*/ 8096 h 2025776"/>
                <a:gd name="connsiteX10" fmla="*/ 178658 w 2405793"/>
                <a:gd name="connsiteY10" fmla="*/ 0 h 2025776"/>
                <a:gd name="connsiteX11" fmla="*/ 27115 w 2405793"/>
                <a:gd name="connsiteY11" fmla="*/ 1413034 h 2025776"/>
                <a:gd name="connsiteX12" fmla="*/ 506223 w 2405793"/>
                <a:gd name="connsiteY12" fmla="*/ 2025682 h 2025776"/>
                <a:gd name="connsiteX0" fmla="*/ 506318 w 3155421"/>
                <a:gd name="connsiteY0" fmla="*/ 2025777 h 2025776"/>
                <a:gd name="connsiteX1" fmla="*/ 1159638 w 3155421"/>
                <a:gd name="connsiteY1" fmla="*/ 2025777 h 2025776"/>
                <a:gd name="connsiteX2" fmla="*/ 1174402 w 3155421"/>
                <a:gd name="connsiteY2" fmla="*/ 1381697 h 2025776"/>
                <a:gd name="connsiteX3" fmla="*/ 1537399 w 3155421"/>
                <a:gd name="connsiteY3" fmla="*/ 1774698 h 2025776"/>
                <a:gd name="connsiteX4" fmla="*/ 2142618 w 3155421"/>
                <a:gd name="connsiteY4" fmla="*/ 1581817 h 2025776"/>
                <a:gd name="connsiteX5" fmla="*/ 3155421 w 3155421"/>
                <a:gd name="connsiteY5" fmla="*/ 1260384 h 2025776"/>
                <a:gd name="connsiteX6" fmla="*/ 1942307 w 3155421"/>
                <a:gd name="connsiteY6" fmla="*/ 314706 h 2025776"/>
                <a:gd name="connsiteX7" fmla="*/ 1730947 w 3155421"/>
                <a:gd name="connsiteY7" fmla="*/ 1069277 h 2025776"/>
                <a:gd name="connsiteX8" fmla="*/ 1201929 w 3155421"/>
                <a:gd name="connsiteY8" fmla="*/ 223171 h 2025776"/>
                <a:gd name="connsiteX9" fmla="*/ 622142 w 3155421"/>
                <a:gd name="connsiteY9" fmla="*/ 8096 h 2025776"/>
                <a:gd name="connsiteX10" fmla="*/ 178658 w 3155421"/>
                <a:gd name="connsiteY10" fmla="*/ 0 h 2025776"/>
                <a:gd name="connsiteX11" fmla="*/ 27115 w 3155421"/>
                <a:gd name="connsiteY11" fmla="*/ 1413034 h 2025776"/>
                <a:gd name="connsiteX12" fmla="*/ 506223 w 3155421"/>
                <a:gd name="connsiteY12" fmla="*/ 2025682 h 2025776"/>
                <a:gd name="connsiteX13" fmla="*/ 506318 w 3155421"/>
                <a:gd name="connsiteY13" fmla="*/ 2025777 h 2025776"/>
                <a:gd name="connsiteX0" fmla="*/ 506318 w 3468331"/>
                <a:gd name="connsiteY0" fmla="*/ 2025777 h 2025776"/>
                <a:gd name="connsiteX1" fmla="*/ 1159638 w 3468331"/>
                <a:gd name="connsiteY1" fmla="*/ 2025777 h 2025776"/>
                <a:gd name="connsiteX2" fmla="*/ 1174402 w 3468331"/>
                <a:gd name="connsiteY2" fmla="*/ 1381697 h 2025776"/>
                <a:gd name="connsiteX3" fmla="*/ 1537399 w 3468331"/>
                <a:gd name="connsiteY3" fmla="*/ 1774698 h 2025776"/>
                <a:gd name="connsiteX4" fmla="*/ 2142618 w 3468331"/>
                <a:gd name="connsiteY4" fmla="*/ 1581817 h 2025776"/>
                <a:gd name="connsiteX5" fmla="*/ 3155421 w 3468331"/>
                <a:gd name="connsiteY5" fmla="*/ 1260384 h 2025776"/>
                <a:gd name="connsiteX6" fmla="*/ 3468331 w 3468331"/>
                <a:gd name="connsiteY6" fmla="*/ 1091103 h 2025776"/>
                <a:gd name="connsiteX7" fmla="*/ 1730947 w 3468331"/>
                <a:gd name="connsiteY7" fmla="*/ 1069277 h 2025776"/>
                <a:gd name="connsiteX8" fmla="*/ 1201929 w 3468331"/>
                <a:gd name="connsiteY8" fmla="*/ 223171 h 2025776"/>
                <a:gd name="connsiteX9" fmla="*/ 622142 w 3468331"/>
                <a:gd name="connsiteY9" fmla="*/ 8096 h 2025776"/>
                <a:gd name="connsiteX10" fmla="*/ 178658 w 3468331"/>
                <a:gd name="connsiteY10" fmla="*/ 0 h 2025776"/>
                <a:gd name="connsiteX11" fmla="*/ 27115 w 3468331"/>
                <a:gd name="connsiteY11" fmla="*/ 1413034 h 2025776"/>
                <a:gd name="connsiteX12" fmla="*/ 506223 w 3468331"/>
                <a:gd name="connsiteY12" fmla="*/ 2025682 h 2025776"/>
                <a:gd name="connsiteX13" fmla="*/ 506318 w 3468331"/>
                <a:gd name="connsiteY13" fmla="*/ 2025777 h 2025776"/>
                <a:gd name="connsiteX0" fmla="*/ 506318 w 3468331"/>
                <a:gd name="connsiteY0" fmla="*/ 2025777 h 2025776"/>
                <a:gd name="connsiteX1" fmla="*/ 1159638 w 3468331"/>
                <a:gd name="connsiteY1" fmla="*/ 2025777 h 2025776"/>
                <a:gd name="connsiteX2" fmla="*/ 1174402 w 3468331"/>
                <a:gd name="connsiteY2" fmla="*/ 1381697 h 2025776"/>
                <a:gd name="connsiteX3" fmla="*/ 1537399 w 3468331"/>
                <a:gd name="connsiteY3" fmla="*/ 1774698 h 2025776"/>
                <a:gd name="connsiteX4" fmla="*/ 2142618 w 3468331"/>
                <a:gd name="connsiteY4" fmla="*/ 1581817 h 2025776"/>
                <a:gd name="connsiteX5" fmla="*/ 3155421 w 3468331"/>
                <a:gd name="connsiteY5" fmla="*/ 1260384 h 2025776"/>
                <a:gd name="connsiteX6" fmla="*/ 3468331 w 3468331"/>
                <a:gd name="connsiteY6" fmla="*/ 1091103 h 2025776"/>
                <a:gd name="connsiteX7" fmla="*/ 1730947 w 3468331"/>
                <a:gd name="connsiteY7" fmla="*/ 1069277 h 2025776"/>
                <a:gd name="connsiteX8" fmla="*/ 1201929 w 3468331"/>
                <a:gd name="connsiteY8" fmla="*/ 223171 h 2025776"/>
                <a:gd name="connsiteX9" fmla="*/ 622142 w 3468331"/>
                <a:gd name="connsiteY9" fmla="*/ 8096 h 2025776"/>
                <a:gd name="connsiteX10" fmla="*/ 178658 w 3468331"/>
                <a:gd name="connsiteY10" fmla="*/ 0 h 2025776"/>
                <a:gd name="connsiteX11" fmla="*/ 27115 w 3468331"/>
                <a:gd name="connsiteY11" fmla="*/ 1413034 h 2025776"/>
                <a:gd name="connsiteX12" fmla="*/ 506223 w 3468331"/>
                <a:gd name="connsiteY12" fmla="*/ 2025682 h 2025776"/>
                <a:gd name="connsiteX13" fmla="*/ 506318 w 3468331"/>
                <a:gd name="connsiteY13" fmla="*/ 2025777 h 2025776"/>
                <a:gd name="connsiteX0" fmla="*/ 506318 w 3155421"/>
                <a:gd name="connsiteY0" fmla="*/ 2025777 h 2025776"/>
                <a:gd name="connsiteX1" fmla="*/ 1159638 w 3155421"/>
                <a:gd name="connsiteY1" fmla="*/ 2025777 h 2025776"/>
                <a:gd name="connsiteX2" fmla="*/ 1174402 w 3155421"/>
                <a:gd name="connsiteY2" fmla="*/ 1381697 h 2025776"/>
                <a:gd name="connsiteX3" fmla="*/ 1537399 w 3155421"/>
                <a:gd name="connsiteY3" fmla="*/ 1774698 h 2025776"/>
                <a:gd name="connsiteX4" fmla="*/ 2142618 w 3155421"/>
                <a:gd name="connsiteY4" fmla="*/ 1581817 h 2025776"/>
                <a:gd name="connsiteX5" fmla="*/ 3155421 w 3155421"/>
                <a:gd name="connsiteY5" fmla="*/ 1260384 h 2025776"/>
                <a:gd name="connsiteX6" fmla="*/ 1730947 w 3155421"/>
                <a:gd name="connsiteY6" fmla="*/ 1069277 h 2025776"/>
                <a:gd name="connsiteX7" fmla="*/ 1201929 w 3155421"/>
                <a:gd name="connsiteY7" fmla="*/ 223171 h 2025776"/>
                <a:gd name="connsiteX8" fmla="*/ 622142 w 3155421"/>
                <a:gd name="connsiteY8" fmla="*/ 8096 h 2025776"/>
                <a:gd name="connsiteX9" fmla="*/ 178658 w 3155421"/>
                <a:gd name="connsiteY9" fmla="*/ 0 h 2025776"/>
                <a:gd name="connsiteX10" fmla="*/ 27115 w 3155421"/>
                <a:gd name="connsiteY10" fmla="*/ 1413034 h 2025776"/>
                <a:gd name="connsiteX11" fmla="*/ 506223 w 3155421"/>
                <a:gd name="connsiteY11" fmla="*/ 2025682 h 2025776"/>
                <a:gd name="connsiteX12" fmla="*/ 506318 w 3155421"/>
                <a:gd name="connsiteY12" fmla="*/ 2025777 h 2025776"/>
                <a:gd name="connsiteX0" fmla="*/ 506318 w 2142616"/>
                <a:gd name="connsiteY0" fmla="*/ 2025777 h 2025776"/>
                <a:gd name="connsiteX1" fmla="*/ 1159638 w 2142616"/>
                <a:gd name="connsiteY1" fmla="*/ 2025777 h 2025776"/>
                <a:gd name="connsiteX2" fmla="*/ 1174402 w 2142616"/>
                <a:gd name="connsiteY2" fmla="*/ 1381697 h 2025776"/>
                <a:gd name="connsiteX3" fmla="*/ 1537399 w 2142616"/>
                <a:gd name="connsiteY3" fmla="*/ 1774698 h 2025776"/>
                <a:gd name="connsiteX4" fmla="*/ 2142618 w 2142616"/>
                <a:gd name="connsiteY4" fmla="*/ 1581817 h 2025776"/>
                <a:gd name="connsiteX5" fmla="*/ 1730947 w 2142616"/>
                <a:gd name="connsiteY5" fmla="*/ 1069277 h 2025776"/>
                <a:gd name="connsiteX6" fmla="*/ 1201929 w 2142616"/>
                <a:gd name="connsiteY6" fmla="*/ 223171 h 2025776"/>
                <a:gd name="connsiteX7" fmla="*/ 622142 w 2142616"/>
                <a:gd name="connsiteY7" fmla="*/ 8096 h 2025776"/>
                <a:gd name="connsiteX8" fmla="*/ 178658 w 2142616"/>
                <a:gd name="connsiteY8" fmla="*/ 0 h 2025776"/>
                <a:gd name="connsiteX9" fmla="*/ 27115 w 2142616"/>
                <a:gd name="connsiteY9" fmla="*/ 1413034 h 2025776"/>
                <a:gd name="connsiteX10" fmla="*/ 506223 w 2142616"/>
                <a:gd name="connsiteY10" fmla="*/ 2025682 h 2025776"/>
                <a:gd name="connsiteX11" fmla="*/ 506318 w 2142616"/>
                <a:gd name="connsiteY11" fmla="*/ 2025777 h 2025776"/>
                <a:gd name="connsiteX0" fmla="*/ 506318 w 1742702"/>
                <a:gd name="connsiteY0" fmla="*/ 2025777 h 2025776"/>
                <a:gd name="connsiteX1" fmla="*/ 1159638 w 1742702"/>
                <a:gd name="connsiteY1" fmla="*/ 2025777 h 2025776"/>
                <a:gd name="connsiteX2" fmla="*/ 1174402 w 1742702"/>
                <a:gd name="connsiteY2" fmla="*/ 1381697 h 2025776"/>
                <a:gd name="connsiteX3" fmla="*/ 1537399 w 1742702"/>
                <a:gd name="connsiteY3" fmla="*/ 1774698 h 2025776"/>
                <a:gd name="connsiteX4" fmla="*/ 1730947 w 1742702"/>
                <a:gd name="connsiteY4" fmla="*/ 1069277 h 2025776"/>
                <a:gd name="connsiteX5" fmla="*/ 1201929 w 1742702"/>
                <a:gd name="connsiteY5" fmla="*/ 223171 h 2025776"/>
                <a:gd name="connsiteX6" fmla="*/ 622142 w 1742702"/>
                <a:gd name="connsiteY6" fmla="*/ 8096 h 2025776"/>
                <a:gd name="connsiteX7" fmla="*/ 178658 w 1742702"/>
                <a:gd name="connsiteY7" fmla="*/ 0 h 2025776"/>
                <a:gd name="connsiteX8" fmla="*/ 27115 w 1742702"/>
                <a:gd name="connsiteY8" fmla="*/ 1413034 h 2025776"/>
                <a:gd name="connsiteX9" fmla="*/ 506223 w 1742702"/>
                <a:gd name="connsiteY9" fmla="*/ 2025682 h 2025776"/>
                <a:gd name="connsiteX10" fmla="*/ 506318 w 1742702"/>
                <a:gd name="connsiteY10" fmla="*/ 2025777 h 2025776"/>
                <a:gd name="connsiteX0" fmla="*/ 506318 w 1745518"/>
                <a:gd name="connsiteY0" fmla="*/ 2025777 h 2025776"/>
                <a:gd name="connsiteX1" fmla="*/ 1159638 w 1745518"/>
                <a:gd name="connsiteY1" fmla="*/ 2025777 h 2025776"/>
                <a:gd name="connsiteX2" fmla="*/ 1174402 w 1745518"/>
                <a:gd name="connsiteY2" fmla="*/ 1381697 h 2025776"/>
                <a:gd name="connsiteX3" fmla="*/ 1577559 w 1745518"/>
                <a:gd name="connsiteY3" fmla="*/ 1547132 h 2025776"/>
                <a:gd name="connsiteX4" fmla="*/ 1730947 w 1745518"/>
                <a:gd name="connsiteY4" fmla="*/ 1069277 h 2025776"/>
                <a:gd name="connsiteX5" fmla="*/ 1201929 w 1745518"/>
                <a:gd name="connsiteY5" fmla="*/ 223171 h 2025776"/>
                <a:gd name="connsiteX6" fmla="*/ 622142 w 1745518"/>
                <a:gd name="connsiteY6" fmla="*/ 8096 h 2025776"/>
                <a:gd name="connsiteX7" fmla="*/ 178658 w 1745518"/>
                <a:gd name="connsiteY7" fmla="*/ 0 h 2025776"/>
                <a:gd name="connsiteX8" fmla="*/ 27115 w 1745518"/>
                <a:gd name="connsiteY8" fmla="*/ 1413034 h 2025776"/>
                <a:gd name="connsiteX9" fmla="*/ 506223 w 1745518"/>
                <a:gd name="connsiteY9" fmla="*/ 2025682 h 2025776"/>
                <a:gd name="connsiteX10" fmla="*/ 506318 w 1745518"/>
                <a:gd name="connsiteY10" fmla="*/ 2025777 h 202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45518" h="2025776">
                  <a:moveTo>
                    <a:pt x="506318" y="2025777"/>
                  </a:moveTo>
                  <a:lnTo>
                    <a:pt x="1159638" y="2025777"/>
                  </a:lnTo>
                  <a:cubicBezTo>
                    <a:pt x="1153447" y="1961674"/>
                    <a:pt x="1145922" y="1572006"/>
                    <a:pt x="1174402" y="1381697"/>
                  </a:cubicBezTo>
                  <a:cubicBezTo>
                    <a:pt x="1288130" y="1533620"/>
                    <a:pt x="1484802" y="1599202"/>
                    <a:pt x="1577559" y="1547132"/>
                  </a:cubicBezTo>
                  <a:cubicBezTo>
                    <a:pt x="1670317" y="1495062"/>
                    <a:pt x="1786859" y="1327865"/>
                    <a:pt x="1730947" y="1069277"/>
                  </a:cubicBezTo>
                  <a:cubicBezTo>
                    <a:pt x="1608170" y="858964"/>
                    <a:pt x="1326230" y="382143"/>
                    <a:pt x="1201929" y="223171"/>
                  </a:cubicBezTo>
                  <a:cubicBezTo>
                    <a:pt x="1125824" y="125825"/>
                    <a:pt x="942849" y="18764"/>
                    <a:pt x="622142" y="8096"/>
                  </a:cubicBezTo>
                  <a:lnTo>
                    <a:pt x="178658" y="0"/>
                  </a:lnTo>
                  <a:cubicBezTo>
                    <a:pt x="178658" y="0"/>
                    <a:pt x="-83184" y="1214914"/>
                    <a:pt x="27115" y="1413034"/>
                  </a:cubicBezTo>
                  <a:cubicBezTo>
                    <a:pt x="137415" y="1611154"/>
                    <a:pt x="506223" y="2025682"/>
                    <a:pt x="506223" y="2025682"/>
                  </a:cubicBezTo>
                  <a:lnTo>
                    <a:pt x="506318" y="2025777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13C3E41C-08B5-C913-24A8-4E8974C4AB0B}"/>
                </a:ext>
              </a:extLst>
            </p:cNvPr>
            <p:cNvSpPr/>
            <p:nvPr/>
          </p:nvSpPr>
          <p:spPr>
            <a:xfrm>
              <a:off x="3320684" y="2742230"/>
              <a:ext cx="13523" cy="20791"/>
            </a:xfrm>
            <a:custGeom>
              <a:avLst/>
              <a:gdLst>
                <a:gd name="connsiteX0" fmla="*/ 65726 w 78256"/>
                <a:gd name="connsiteY0" fmla="*/ 116780 h 116875"/>
                <a:gd name="connsiteX1" fmla="*/ 54867 w 78256"/>
                <a:gd name="connsiteY1" fmla="*/ 110493 h 116875"/>
                <a:gd name="connsiteX2" fmla="*/ 1718 w 78256"/>
                <a:gd name="connsiteY2" fmla="*/ 18863 h 116875"/>
                <a:gd name="connsiteX3" fmla="*/ 6195 w 78256"/>
                <a:gd name="connsiteY3" fmla="*/ 1718 h 116875"/>
                <a:gd name="connsiteX4" fmla="*/ 23340 w 78256"/>
                <a:gd name="connsiteY4" fmla="*/ 6195 h 116875"/>
                <a:gd name="connsiteX5" fmla="*/ 76584 w 78256"/>
                <a:gd name="connsiteY5" fmla="*/ 98016 h 116875"/>
                <a:gd name="connsiteX6" fmla="*/ 72013 w 78256"/>
                <a:gd name="connsiteY6" fmla="*/ 115161 h 116875"/>
                <a:gd name="connsiteX7" fmla="*/ 65726 w 78256"/>
                <a:gd name="connsiteY7" fmla="*/ 116875 h 1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56" h="116875">
                  <a:moveTo>
                    <a:pt x="65726" y="116780"/>
                  </a:moveTo>
                  <a:cubicBezTo>
                    <a:pt x="61345" y="116780"/>
                    <a:pt x="57154" y="114494"/>
                    <a:pt x="54867" y="110493"/>
                  </a:cubicBezTo>
                  <a:cubicBezTo>
                    <a:pt x="54677" y="110113"/>
                    <a:pt x="34389" y="74965"/>
                    <a:pt x="1718" y="18863"/>
                  </a:cubicBezTo>
                  <a:cubicBezTo>
                    <a:pt x="-1806" y="12862"/>
                    <a:pt x="289" y="5147"/>
                    <a:pt x="6195" y="1718"/>
                  </a:cubicBezTo>
                  <a:cubicBezTo>
                    <a:pt x="12196" y="-1806"/>
                    <a:pt x="19911" y="289"/>
                    <a:pt x="23340" y="6195"/>
                  </a:cubicBezTo>
                  <a:cubicBezTo>
                    <a:pt x="56106" y="62392"/>
                    <a:pt x="76394" y="97635"/>
                    <a:pt x="76584" y="98016"/>
                  </a:cubicBezTo>
                  <a:cubicBezTo>
                    <a:pt x="80014" y="104016"/>
                    <a:pt x="78013" y="111732"/>
                    <a:pt x="72013" y="115161"/>
                  </a:cubicBezTo>
                  <a:cubicBezTo>
                    <a:pt x="70012" y="116304"/>
                    <a:pt x="67917" y="116875"/>
                    <a:pt x="65726" y="116875"/>
                  </a:cubicBezTo>
                  <a:close/>
                </a:path>
              </a:pathLst>
            </a:custGeom>
            <a:solidFill>
              <a:srgbClr val="0679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0BEE3F2E-E322-434B-A2FD-FE6B3F9CDF88}"/>
                </a:ext>
              </a:extLst>
            </p:cNvPr>
            <p:cNvSpPr/>
            <p:nvPr/>
          </p:nvSpPr>
          <p:spPr>
            <a:xfrm>
              <a:off x="3027434" y="2447325"/>
              <a:ext cx="103533" cy="108310"/>
            </a:xfrm>
            <a:custGeom>
              <a:avLst/>
              <a:gdLst>
                <a:gd name="connsiteX0" fmla="*/ 599125 w 599124"/>
                <a:gd name="connsiteY0" fmla="*/ 191914 h 608865"/>
                <a:gd name="connsiteX1" fmla="*/ 594934 w 599124"/>
                <a:gd name="connsiteY1" fmla="*/ 599299 h 608865"/>
                <a:gd name="connsiteX2" fmla="*/ 90966 w 599124"/>
                <a:gd name="connsiteY2" fmla="*/ 599299 h 608865"/>
                <a:gd name="connsiteX3" fmla="*/ 2 w 599124"/>
                <a:gd name="connsiteY3" fmla="*/ 38467 h 608865"/>
                <a:gd name="connsiteX4" fmla="*/ 599125 w 599124"/>
                <a:gd name="connsiteY4" fmla="*/ 191914 h 60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9124" h="608865">
                  <a:moveTo>
                    <a:pt x="599125" y="191914"/>
                  </a:moveTo>
                  <a:cubicBezTo>
                    <a:pt x="563882" y="282307"/>
                    <a:pt x="549595" y="479569"/>
                    <a:pt x="594934" y="599299"/>
                  </a:cubicBezTo>
                  <a:cubicBezTo>
                    <a:pt x="522734" y="620825"/>
                    <a:pt x="90966" y="599299"/>
                    <a:pt x="90966" y="599299"/>
                  </a:cubicBezTo>
                  <a:cubicBezTo>
                    <a:pt x="1050" y="100189"/>
                    <a:pt x="383" y="81805"/>
                    <a:pt x="2" y="38467"/>
                  </a:cubicBezTo>
                  <a:cubicBezTo>
                    <a:pt x="-1331" y="-103170"/>
                    <a:pt x="599125" y="191914"/>
                    <a:pt x="599125" y="191914"/>
                  </a:cubicBez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72D1CAAD-0751-22E8-94B6-6560814E391B}"/>
                </a:ext>
              </a:extLst>
            </p:cNvPr>
            <p:cNvSpPr/>
            <p:nvPr/>
          </p:nvSpPr>
          <p:spPr>
            <a:xfrm>
              <a:off x="2857123" y="2583585"/>
              <a:ext cx="99418" cy="331506"/>
            </a:xfrm>
            <a:custGeom>
              <a:avLst/>
              <a:gdLst>
                <a:gd name="connsiteX0" fmla="*/ 100396 w 575312"/>
                <a:gd name="connsiteY0" fmla="*/ 1863471 h 1863566"/>
                <a:gd name="connsiteX1" fmla="*/ 93157 w 575312"/>
                <a:gd name="connsiteY1" fmla="*/ 1861185 h 1863566"/>
                <a:gd name="connsiteX2" fmla="*/ 1622 w 575312"/>
                <a:gd name="connsiteY2" fmla="*/ 1597248 h 1863566"/>
                <a:gd name="connsiteX3" fmla="*/ 77441 w 575312"/>
                <a:gd name="connsiteY3" fmla="*/ 1113663 h 1863566"/>
                <a:gd name="connsiteX4" fmla="*/ 105635 w 575312"/>
                <a:gd name="connsiteY4" fmla="*/ 905161 h 1863566"/>
                <a:gd name="connsiteX5" fmla="*/ 215744 w 575312"/>
                <a:gd name="connsiteY5" fmla="*/ 440912 h 1863566"/>
                <a:gd name="connsiteX6" fmla="*/ 218125 w 575312"/>
                <a:gd name="connsiteY6" fmla="*/ 436817 h 1863566"/>
                <a:gd name="connsiteX7" fmla="*/ 556453 w 575312"/>
                <a:gd name="connsiteY7" fmla="*/ 1715 h 1863566"/>
                <a:gd name="connsiteX8" fmla="*/ 573598 w 575312"/>
                <a:gd name="connsiteY8" fmla="*/ 6287 h 1863566"/>
                <a:gd name="connsiteX9" fmla="*/ 569026 w 575312"/>
                <a:gd name="connsiteY9" fmla="*/ 23432 h 1863566"/>
                <a:gd name="connsiteX10" fmla="*/ 239747 w 575312"/>
                <a:gd name="connsiteY10" fmla="*/ 449580 h 1863566"/>
                <a:gd name="connsiteX11" fmla="*/ 237366 w 575312"/>
                <a:gd name="connsiteY11" fmla="*/ 453676 h 1863566"/>
                <a:gd name="connsiteX12" fmla="*/ 130686 w 575312"/>
                <a:gd name="connsiteY12" fmla="*/ 906590 h 1863566"/>
                <a:gd name="connsiteX13" fmla="*/ 101158 w 575312"/>
                <a:gd name="connsiteY13" fmla="*/ 1122045 h 1863566"/>
                <a:gd name="connsiteX14" fmla="*/ 26673 w 575312"/>
                <a:gd name="connsiteY14" fmla="*/ 1595819 h 1863566"/>
                <a:gd name="connsiteX15" fmla="*/ 107540 w 575312"/>
                <a:gd name="connsiteY15" fmla="*/ 1840706 h 1863566"/>
                <a:gd name="connsiteX16" fmla="*/ 110588 w 575312"/>
                <a:gd name="connsiteY16" fmla="*/ 1858232 h 1863566"/>
                <a:gd name="connsiteX17" fmla="*/ 100301 w 575312"/>
                <a:gd name="connsiteY17" fmla="*/ 1863566 h 1863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5312" h="1863566">
                  <a:moveTo>
                    <a:pt x="100396" y="1863471"/>
                  </a:moveTo>
                  <a:cubicBezTo>
                    <a:pt x="97920" y="1863471"/>
                    <a:pt x="95348" y="1862709"/>
                    <a:pt x="93157" y="1861185"/>
                  </a:cubicBezTo>
                  <a:cubicBezTo>
                    <a:pt x="43532" y="1826324"/>
                    <a:pt x="9337" y="1727740"/>
                    <a:pt x="1622" y="1597248"/>
                  </a:cubicBezTo>
                  <a:cubicBezTo>
                    <a:pt x="-7141" y="1448753"/>
                    <a:pt x="19815" y="1277017"/>
                    <a:pt x="77441" y="1113663"/>
                  </a:cubicBezTo>
                  <a:cubicBezTo>
                    <a:pt x="97062" y="1058132"/>
                    <a:pt x="101063" y="987266"/>
                    <a:pt x="105635" y="905161"/>
                  </a:cubicBezTo>
                  <a:cubicBezTo>
                    <a:pt x="113255" y="769049"/>
                    <a:pt x="122685" y="599694"/>
                    <a:pt x="215744" y="440912"/>
                  </a:cubicBezTo>
                  <a:lnTo>
                    <a:pt x="218125" y="436817"/>
                  </a:lnTo>
                  <a:cubicBezTo>
                    <a:pt x="292134" y="310515"/>
                    <a:pt x="429866" y="75343"/>
                    <a:pt x="556453" y="1715"/>
                  </a:cubicBezTo>
                  <a:cubicBezTo>
                    <a:pt x="562454" y="-1810"/>
                    <a:pt x="570169" y="286"/>
                    <a:pt x="573598" y="6287"/>
                  </a:cubicBezTo>
                  <a:cubicBezTo>
                    <a:pt x="577122" y="12287"/>
                    <a:pt x="575027" y="20002"/>
                    <a:pt x="569026" y="23432"/>
                  </a:cubicBezTo>
                  <a:cubicBezTo>
                    <a:pt x="448154" y="93821"/>
                    <a:pt x="307374" y="334042"/>
                    <a:pt x="239747" y="449580"/>
                  </a:cubicBezTo>
                  <a:lnTo>
                    <a:pt x="237366" y="453676"/>
                  </a:lnTo>
                  <a:cubicBezTo>
                    <a:pt x="147450" y="607124"/>
                    <a:pt x="138591" y="766286"/>
                    <a:pt x="130686" y="906590"/>
                  </a:cubicBezTo>
                  <a:cubicBezTo>
                    <a:pt x="126018" y="990600"/>
                    <a:pt x="121923" y="1063085"/>
                    <a:pt x="101158" y="1122045"/>
                  </a:cubicBezTo>
                  <a:cubicBezTo>
                    <a:pt x="44580" y="1282351"/>
                    <a:pt x="18100" y="1450658"/>
                    <a:pt x="26673" y="1595819"/>
                  </a:cubicBezTo>
                  <a:cubicBezTo>
                    <a:pt x="33816" y="1716881"/>
                    <a:pt x="64773" y="1810703"/>
                    <a:pt x="107540" y="1840706"/>
                  </a:cubicBezTo>
                  <a:cubicBezTo>
                    <a:pt x="113255" y="1844707"/>
                    <a:pt x="114588" y="1852517"/>
                    <a:pt x="110588" y="1858232"/>
                  </a:cubicBezTo>
                  <a:cubicBezTo>
                    <a:pt x="108111" y="1861757"/>
                    <a:pt x="104301" y="1863566"/>
                    <a:pt x="100301" y="1863566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6439186-3C9C-7D43-8891-2F3033990238}"/>
                </a:ext>
              </a:extLst>
            </p:cNvPr>
            <p:cNvSpPr/>
            <p:nvPr/>
          </p:nvSpPr>
          <p:spPr>
            <a:xfrm>
              <a:off x="2935160" y="2795717"/>
              <a:ext cx="36050" cy="71609"/>
            </a:xfrm>
            <a:custGeom>
              <a:avLst/>
              <a:gdLst>
                <a:gd name="connsiteX0" fmla="*/ 196024 w 208615"/>
                <a:gd name="connsiteY0" fmla="*/ 402551 h 402551"/>
                <a:gd name="connsiteX1" fmla="*/ 188309 w 208615"/>
                <a:gd name="connsiteY1" fmla="*/ 399884 h 402551"/>
                <a:gd name="connsiteX2" fmla="*/ 6096 w 208615"/>
                <a:gd name="connsiteY2" fmla="*/ 245103 h 402551"/>
                <a:gd name="connsiteX3" fmla="*/ 0 w 208615"/>
                <a:gd name="connsiteY3" fmla="*/ 238435 h 402551"/>
                <a:gd name="connsiteX4" fmla="*/ 4477 w 208615"/>
                <a:gd name="connsiteY4" fmla="*/ 230530 h 402551"/>
                <a:gd name="connsiteX5" fmla="*/ 67532 w 208615"/>
                <a:gd name="connsiteY5" fmla="*/ 124898 h 402551"/>
                <a:gd name="connsiteX6" fmla="*/ 138970 w 208615"/>
                <a:gd name="connsiteY6" fmla="*/ 6216 h 402551"/>
                <a:gd name="connsiteX7" fmla="*/ 156115 w 208615"/>
                <a:gd name="connsiteY7" fmla="*/ 1739 h 402551"/>
                <a:gd name="connsiteX8" fmla="*/ 160591 w 208615"/>
                <a:gd name="connsiteY8" fmla="*/ 18884 h 402551"/>
                <a:gd name="connsiteX9" fmla="*/ 88964 w 208615"/>
                <a:gd name="connsiteY9" fmla="*/ 137947 h 402551"/>
                <a:gd name="connsiteX10" fmla="*/ 30861 w 208615"/>
                <a:gd name="connsiteY10" fmla="*/ 234721 h 402551"/>
                <a:gd name="connsiteX11" fmla="*/ 203835 w 208615"/>
                <a:gd name="connsiteY11" fmla="*/ 380072 h 402551"/>
                <a:gd name="connsiteX12" fmla="*/ 205931 w 208615"/>
                <a:gd name="connsiteY12" fmla="*/ 397693 h 402551"/>
                <a:gd name="connsiteX13" fmla="*/ 196024 w 208615"/>
                <a:gd name="connsiteY13" fmla="*/ 402551 h 40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615" h="402551">
                  <a:moveTo>
                    <a:pt x="196024" y="402551"/>
                  </a:moveTo>
                  <a:cubicBezTo>
                    <a:pt x="193357" y="402551"/>
                    <a:pt x="190595" y="401694"/>
                    <a:pt x="188309" y="399884"/>
                  </a:cubicBezTo>
                  <a:cubicBezTo>
                    <a:pt x="182404" y="395312"/>
                    <a:pt x="43815" y="286537"/>
                    <a:pt x="6096" y="245103"/>
                  </a:cubicBezTo>
                  <a:lnTo>
                    <a:pt x="0" y="238435"/>
                  </a:lnTo>
                  <a:lnTo>
                    <a:pt x="4477" y="230530"/>
                  </a:lnTo>
                  <a:cubicBezTo>
                    <a:pt x="19240" y="204145"/>
                    <a:pt x="41624" y="167379"/>
                    <a:pt x="67532" y="124898"/>
                  </a:cubicBezTo>
                  <a:cubicBezTo>
                    <a:pt x="89916" y="88131"/>
                    <a:pt x="115252" y="46507"/>
                    <a:pt x="138970" y="6216"/>
                  </a:cubicBezTo>
                  <a:cubicBezTo>
                    <a:pt x="142494" y="215"/>
                    <a:pt x="150209" y="-1785"/>
                    <a:pt x="156115" y="1739"/>
                  </a:cubicBezTo>
                  <a:cubicBezTo>
                    <a:pt x="162115" y="5264"/>
                    <a:pt x="164116" y="12979"/>
                    <a:pt x="160591" y="18884"/>
                  </a:cubicBezTo>
                  <a:cubicBezTo>
                    <a:pt x="136779" y="59366"/>
                    <a:pt x="111347" y="101085"/>
                    <a:pt x="88964" y="137947"/>
                  </a:cubicBezTo>
                  <a:cubicBezTo>
                    <a:pt x="65723" y="176047"/>
                    <a:pt x="45339" y="209480"/>
                    <a:pt x="30861" y="234721"/>
                  </a:cubicBezTo>
                  <a:cubicBezTo>
                    <a:pt x="74867" y="278917"/>
                    <a:pt x="202406" y="379025"/>
                    <a:pt x="203835" y="380072"/>
                  </a:cubicBezTo>
                  <a:cubicBezTo>
                    <a:pt x="209264" y="384359"/>
                    <a:pt x="210217" y="392264"/>
                    <a:pt x="205931" y="397693"/>
                  </a:cubicBezTo>
                  <a:cubicBezTo>
                    <a:pt x="203454" y="400837"/>
                    <a:pt x="199739" y="402551"/>
                    <a:pt x="196024" y="402551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4CA38D35-4923-1EC7-ECDA-4153A26E08E6}"/>
                </a:ext>
              </a:extLst>
            </p:cNvPr>
            <p:cNvSpPr/>
            <p:nvPr/>
          </p:nvSpPr>
          <p:spPr>
            <a:xfrm>
              <a:off x="2956906" y="2770072"/>
              <a:ext cx="20556" cy="142783"/>
            </a:xfrm>
            <a:custGeom>
              <a:avLst/>
              <a:gdLst>
                <a:gd name="connsiteX0" fmla="*/ 106378 w 118953"/>
                <a:gd name="connsiteY0" fmla="*/ 802560 h 802655"/>
                <a:gd name="connsiteX1" fmla="*/ 93900 w 118953"/>
                <a:gd name="connsiteY1" fmla="*/ 791606 h 802655"/>
                <a:gd name="connsiteX2" fmla="*/ 79 w 118953"/>
                <a:gd name="connsiteY2" fmla="*/ 13985 h 802655"/>
                <a:gd name="connsiteX3" fmla="*/ 11128 w 118953"/>
                <a:gd name="connsiteY3" fmla="*/ 79 h 802655"/>
                <a:gd name="connsiteX4" fmla="*/ 25034 w 118953"/>
                <a:gd name="connsiteY4" fmla="*/ 11128 h 802655"/>
                <a:gd name="connsiteX5" fmla="*/ 118855 w 118953"/>
                <a:gd name="connsiteY5" fmla="*/ 788463 h 802655"/>
                <a:gd name="connsiteX6" fmla="*/ 107997 w 118953"/>
                <a:gd name="connsiteY6" fmla="*/ 802560 h 802655"/>
                <a:gd name="connsiteX7" fmla="*/ 106378 w 118953"/>
                <a:gd name="connsiteY7" fmla="*/ 802655 h 80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953" h="802655">
                  <a:moveTo>
                    <a:pt x="106378" y="802560"/>
                  </a:moveTo>
                  <a:cubicBezTo>
                    <a:pt x="100186" y="802560"/>
                    <a:pt x="94757" y="797988"/>
                    <a:pt x="93900" y="791606"/>
                  </a:cubicBezTo>
                  <a:cubicBezTo>
                    <a:pt x="88756" y="751792"/>
                    <a:pt x="4841" y="55038"/>
                    <a:pt x="79" y="13985"/>
                  </a:cubicBezTo>
                  <a:cubicBezTo>
                    <a:pt x="-683" y="7127"/>
                    <a:pt x="4174" y="841"/>
                    <a:pt x="11128" y="79"/>
                  </a:cubicBezTo>
                  <a:cubicBezTo>
                    <a:pt x="17986" y="-683"/>
                    <a:pt x="24272" y="4175"/>
                    <a:pt x="25034" y="11128"/>
                  </a:cubicBezTo>
                  <a:cubicBezTo>
                    <a:pt x="29797" y="52180"/>
                    <a:pt x="113712" y="748744"/>
                    <a:pt x="118855" y="788463"/>
                  </a:cubicBezTo>
                  <a:cubicBezTo>
                    <a:pt x="119713" y="795321"/>
                    <a:pt x="114855" y="801608"/>
                    <a:pt x="107997" y="802560"/>
                  </a:cubicBezTo>
                  <a:cubicBezTo>
                    <a:pt x="107425" y="802560"/>
                    <a:pt x="106949" y="802655"/>
                    <a:pt x="106378" y="802655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0A42C2F-9C19-7A9D-8BDD-13C424747010}"/>
                </a:ext>
              </a:extLst>
            </p:cNvPr>
            <p:cNvSpPr/>
            <p:nvPr/>
          </p:nvSpPr>
          <p:spPr>
            <a:xfrm>
              <a:off x="3162450" y="2340639"/>
              <a:ext cx="24463" cy="61833"/>
            </a:xfrm>
            <a:custGeom>
              <a:avLst/>
              <a:gdLst>
                <a:gd name="connsiteX0" fmla="*/ 50704 w 141560"/>
                <a:gd name="connsiteY0" fmla="*/ 347503 h 347597"/>
                <a:gd name="connsiteX1" fmla="*/ 38797 w 141560"/>
                <a:gd name="connsiteY1" fmla="*/ 339025 h 347597"/>
                <a:gd name="connsiteX2" fmla="*/ 46608 w 141560"/>
                <a:gd name="connsiteY2" fmla="*/ 323119 h 347597"/>
                <a:gd name="connsiteX3" fmla="*/ 115092 w 141560"/>
                <a:gd name="connsiteY3" fmla="*/ 166146 h 347597"/>
                <a:gd name="connsiteX4" fmla="*/ 11651 w 141560"/>
                <a:gd name="connsiteY4" fmla="*/ 25081 h 347597"/>
                <a:gd name="connsiteX5" fmla="*/ 31 w 141560"/>
                <a:gd name="connsiteY5" fmla="*/ 11651 h 347597"/>
                <a:gd name="connsiteX6" fmla="*/ 13461 w 141560"/>
                <a:gd name="connsiteY6" fmla="*/ 31 h 347597"/>
                <a:gd name="connsiteX7" fmla="*/ 95281 w 141560"/>
                <a:gd name="connsiteY7" fmla="*/ 50989 h 347597"/>
                <a:gd name="connsiteX8" fmla="*/ 140143 w 141560"/>
                <a:gd name="connsiteY8" fmla="*/ 163384 h 347597"/>
                <a:gd name="connsiteX9" fmla="*/ 121665 w 141560"/>
                <a:gd name="connsiteY9" fmla="*/ 280256 h 347597"/>
                <a:gd name="connsiteX10" fmla="*/ 54799 w 141560"/>
                <a:gd name="connsiteY10" fmla="*/ 346931 h 347597"/>
                <a:gd name="connsiteX11" fmla="*/ 50799 w 141560"/>
                <a:gd name="connsiteY11" fmla="*/ 347598 h 34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560" h="347597">
                  <a:moveTo>
                    <a:pt x="50704" y="347503"/>
                  </a:moveTo>
                  <a:cubicBezTo>
                    <a:pt x="45465" y="347503"/>
                    <a:pt x="40607" y="344169"/>
                    <a:pt x="38797" y="339025"/>
                  </a:cubicBezTo>
                  <a:cubicBezTo>
                    <a:pt x="36607" y="332453"/>
                    <a:pt x="40035" y="325309"/>
                    <a:pt x="46608" y="323119"/>
                  </a:cubicBezTo>
                  <a:cubicBezTo>
                    <a:pt x="86613" y="309498"/>
                    <a:pt x="123760" y="243108"/>
                    <a:pt x="115092" y="166146"/>
                  </a:cubicBezTo>
                  <a:cubicBezTo>
                    <a:pt x="106139" y="86803"/>
                    <a:pt x="53371" y="28129"/>
                    <a:pt x="11651" y="25081"/>
                  </a:cubicBezTo>
                  <a:cubicBezTo>
                    <a:pt x="4698" y="24605"/>
                    <a:pt x="-446" y="18604"/>
                    <a:pt x="31" y="11651"/>
                  </a:cubicBezTo>
                  <a:cubicBezTo>
                    <a:pt x="507" y="4698"/>
                    <a:pt x="6508" y="-446"/>
                    <a:pt x="13461" y="31"/>
                  </a:cubicBezTo>
                  <a:cubicBezTo>
                    <a:pt x="41655" y="2126"/>
                    <a:pt x="71468" y="20604"/>
                    <a:pt x="95281" y="50989"/>
                  </a:cubicBezTo>
                  <a:cubicBezTo>
                    <a:pt x="119474" y="81850"/>
                    <a:pt x="135476" y="121760"/>
                    <a:pt x="140143" y="163384"/>
                  </a:cubicBezTo>
                  <a:cubicBezTo>
                    <a:pt x="144715" y="204246"/>
                    <a:pt x="138143" y="245775"/>
                    <a:pt x="121665" y="280256"/>
                  </a:cubicBezTo>
                  <a:cubicBezTo>
                    <a:pt x="105663" y="313594"/>
                    <a:pt x="81279" y="337882"/>
                    <a:pt x="54799" y="346931"/>
                  </a:cubicBezTo>
                  <a:cubicBezTo>
                    <a:pt x="53466" y="347407"/>
                    <a:pt x="52132" y="347598"/>
                    <a:pt x="50799" y="347598"/>
                  </a:cubicBez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717510D6-601E-254D-F039-D0B3A7B4DD73}"/>
                </a:ext>
              </a:extLst>
            </p:cNvPr>
            <p:cNvSpPr/>
            <p:nvPr/>
          </p:nvSpPr>
          <p:spPr>
            <a:xfrm>
              <a:off x="3070715" y="2317601"/>
              <a:ext cx="101042" cy="164517"/>
            </a:xfrm>
            <a:custGeom>
              <a:avLst/>
              <a:gdLst>
                <a:gd name="connsiteX0" fmla="*/ 460684 w 584707"/>
                <a:gd name="connsiteY0" fmla="*/ 899541 h 924835"/>
                <a:gd name="connsiteX1" fmla="*/ 543361 w 584707"/>
                <a:gd name="connsiteY1" fmla="*/ 826389 h 924835"/>
                <a:gd name="connsiteX2" fmla="*/ 570888 w 584707"/>
                <a:gd name="connsiteY2" fmla="*/ 383000 h 924835"/>
                <a:gd name="connsiteX3" fmla="*/ 518215 w 584707"/>
                <a:gd name="connsiteY3" fmla="*/ 0 h 924835"/>
                <a:gd name="connsiteX4" fmla="*/ 196841 w 584707"/>
                <a:gd name="connsiteY4" fmla="*/ 220409 h 924835"/>
                <a:gd name="connsiteX5" fmla="*/ 105116 w 584707"/>
                <a:gd name="connsiteY5" fmla="*/ 833247 h 924835"/>
                <a:gd name="connsiteX6" fmla="*/ 460779 w 584707"/>
                <a:gd name="connsiteY6" fmla="*/ 899541 h 9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707" h="924835">
                  <a:moveTo>
                    <a:pt x="460684" y="899541"/>
                  </a:moveTo>
                  <a:cubicBezTo>
                    <a:pt x="514024" y="874014"/>
                    <a:pt x="535265" y="842201"/>
                    <a:pt x="543361" y="826389"/>
                  </a:cubicBezTo>
                  <a:cubicBezTo>
                    <a:pt x="592986" y="729043"/>
                    <a:pt x="592224" y="563309"/>
                    <a:pt x="570888" y="383000"/>
                  </a:cubicBezTo>
                  <a:cubicBezTo>
                    <a:pt x="559172" y="284226"/>
                    <a:pt x="538408" y="112109"/>
                    <a:pt x="518215" y="0"/>
                  </a:cubicBezTo>
                  <a:cubicBezTo>
                    <a:pt x="480591" y="58674"/>
                    <a:pt x="325334" y="10954"/>
                    <a:pt x="196841" y="220409"/>
                  </a:cubicBezTo>
                  <a:cubicBezTo>
                    <a:pt x="68349" y="429863"/>
                    <a:pt x="-120627" y="678180"/>
                    <a:pt x="105116" y="833247"/>
                  </a:cubicBezTo>
                  <a:cubicBezTo>
                    <a:pt x="330858" y="988314"/>
                    <a:pt x="460779" y="899541"/>
                    <a:pt x="460779" y="899541"/>
                  </a:cubicBez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0377A4A-02AF-0B2F-1D75-5935FFB1EFDB}"/>
                </a:ext>
              </a:extLst>
            </p:cNvPr>
            <p:cNvSpPr/>
            <p:nvPr/>
          </p:nvSpPr>
          <p:spPr>
            <a:xfrm>
              <a:off x="3112408" y="2387571"/>
              <a:ext cx="17711" cy="16511"/>
            </a:xfrm>
            <a:custGeom>
              <a:avLst/>
              <a:gdLst>
                <a:gd name="connsiteX0" fmla="*/ 12625 w 102489"/>
                <a:gd name="connsiteY0" fmla="*/ 92818 h 92818"/>
                <a:gd name="connsiteX1" fmla="*/ 52 w 102489"/>
                <a:gd name="connsiteY1" fmla="*/ 80626 h 92818"/>
                <a:gd name="connsiteX2" fmla="*/ 22055 w 102489"/>
                <a:gd name="connsiteY2" fmla="*/ 20428 h 92818"/>
                <a:gd name="connsiteX3" fmla="*/ 90921 w 102489"/>
                <a:gd name="connsiteY3" fmla="*/ 426 h 92818"/>
                <a:gd name="connsiteX4" fmla="*/ 102446 w 102489"/>
                <a:gd name="connsiteY4" fmla="*/ 13951 h 92818"/>
                <a:gd name="connsiteX5" fmla="*/ 88920 w 102489"/>
                <a:gd name="connsiteY5" fmla="*/ 25477 h 92818"/>
                <a:gd name="connsiteX6" fmla="*/ 39295 w 102489"/>
                <a:gd name="connsiteY6" fmla="*/ 38621 h 92818"/>
                <a:gd name="connsiteX7" fmla="*/ 25103 w 102489"/>
                <a:gd name="connsiteY7" fmla="*/ 79864 h 92818"/>
                <a:gd name="connsiteX8" fmla="*/ 12911 w 102489"/>
                <a:gd name="connsiteY8" fmla="*/ 92818 h 92818"/>
                <a:gd name="connsiteX9" fmla="*/ 12530 w 102489"/>
                <a:gd name="connsiteY9" fmla="*/ 92818 h 92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89" h="92818">
                  <a:moveTo>
                    <a:pt x="12625" y="92818"/>
                  </a:moveTo>
                  <a:cubicBezTo>
                    <a:pt x="5862" y="92818"/>
                    <a:pt x="243" y="87389"/>
                    <a:pt x="52" y="80626"/>
                  </a:cubicBezTo>
                  <a:cubicBezTo>
                    <a:pt x="-710" y="55576"/>
                    <a:pt x="6910" y="34811"/>
                    <a:pt x="22055" y="20428"/>
                  </a:cubicBezTo>
                  <a:cubicBezTo>
                    <a:pt x="38152" y="5093"/>
                    <a:pt x="61965" y="-1860"/>
                    <a:pt x="90921" y="426"/>
                  </a:cubicBezTo>
                  <a:cubicBezTo>
                    <a:pt x="97874" y="997"/>
                    <a:pt x="103017" y="6998"/>
                    <a:pt x="102446" y="13951"/>
                  </a:cubicBezTo>
                  <a:cubicBezTo>
                    <a:pt x="101874" y="20905"/>
                    <a:pt x="95874" y="26048"/>
                    <a:pt x="88920" y="25477"/>
                  </a:cubicBezTo>
                  <a:cubicBezTo>
                    <a:pt x="67299" y="23762"/>
                    <a:pt x="50154" y="28334"/>
                    <a:pt x="39295" y="38621"/>
                  </a:cubicBezTo>
                  <a:cubicBezTo>
                    <a:pt x="29484" y="47956"/>
                    <a:pt x="24627" y="62243"/>
                    <a:pt x="25103" y="79864"/>
                  </a:cubicBezTo>
                  <a:cubicBezTo>
                    <a:pt x="25293" y="86818"/>
                    <a:pt x="19864" y="92533"/>
                    <a:pt x="12911" y="92818"/>
                  </a:cubicBezTo>
                  <a:cubicBezTo>
                    <a:pt x="12816" y="92818"/>
                    <a:pt x="12625" y="92818"/>
                    <a:pt x="12530" y="92818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6D0CF727-8DC9-8849-431B-E2F78ED01617}"/>
                </a:ext>
              </a:extLst>
            </p:cNvPr>
            <p:cNvSpPr/>
            <p:nvPr/>
          </p:nvSpPr>
          <p:spPr>
            <a:xfrm>
              <a:off x="3125366" y="2421048"/>
              <a:ext cx="12739" cy="6823"/>
            </a:xfrm>
            <a:custGeom>
              <a:avLst/>
              <a:gdLst>
                <a:gd name="connsiteX0" fmla="*/ 12508 w 73722"/>
                <a:gd name="connsiteY0" fmla="*/ 38354 h 38354"/>
                <a:gd name="connsiteX1" fmla="*/ 31 w 73722"/>
                <a:gd name="connsiteY1" fmla="*/ 26734 h 38354"/>
                <a:gd name="connsiteX2" fmla="*/ 11651 w 73722"/>
                <a:gd name="connsiteY2" fmla="*/ 13304 h 38354"/>
                <a:gd name="connsiteX3" fmla="*/ 55561 w 73722"/>
                <a:gd name="connsiteY3" fmla="*/ 1302 h 38354"/>
                <a:gd name="connsiteX4" fmla="*/ 72420 w 73722"/>
                <a:gd name="connsiteY4" fmla="*/ 6922 h 38354"/>
                <a:gd name="connsiteX5" fmla="*/ 66801 w 73722"/>
                <a:gd name="connsiteY5" fmla="*/ 23781 h 38354"/>
                <a:gd name="connsiteX6" fmla="*/ 13556 w 73722"/>
                <a:gd name="connsiteY6" fmla="*/ 38354 h 38354"/>
                <a:gd name="connsiteX7" fmla="*/ 12603 w 73722"/>
                <a:gd name="connsiteY7" fmla="*/ 38354 h 3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22" h="38354">
                  <a:moveTo>
                    <a:pt x="12508" y="38354"/>
                  </a:moveTo>
                  <a:cubicBezTo>
                    <a:pt x="6031" y="38354"/>
                    <a:pt x="507" y="33306"/>
                    <a:pt x="31" y="26734"/>
                  </a:cubicBezTo>
                  <a:cubicBezTo>
                    <a:pt x="-446" y="19781"/>
                    <a:pt x="4698" y="13780"/>
                    <a:pt x="11651" y="13304"/>
                  </a:cubicBezTo>
                  <a:cubicBezTo>
                    <a:pt x="27082" y="12161"/>
                    <a:pt x="41845" y="8160"/>
                    <a:pt x="55561" y="1302"/>
                  </a:cubicBezTo>
                  <a:cubicBezTo>
                    <a:pt x="61753" y="-1746"/>
                    <a:pt x="69277" y="731"/>
                    <a:pt x="72420" y="6922"/>
                  </a:cubicBezTo>
                  <a:cubicBezTo>
                    <a:pt x="75469" y="13113"/>
                    <a:pt x="72992" y="20638"/>
                    <a:pt x="66801" y="23781"/>
                  </a:cubicBezTo>
                  <a:cubicBezTo>
                    <a:pt x="50132" y="32068"/>
                    <a:pt x="32130" y="37021"/>
                    <a:pt x="13556" y="38354"/>
                  </a:cubicBezTo>
                  <a:cubicBezTo>
                    <a:pt x="13270" y="38354"/>
                    <a:pt x="12889" y="38354"/>
                    <a:pt x="12603" y="38354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2D032D49-DC42-2D53-1808-A3AD11900F75}"/>
                </a:ext>
              </a:extLst>
            </p:cNvPr>
            <p:cNvSpPr/>
            <p:nvPr/>
          </p:nvSpPr>
          <p:spPr>
            <a:xfrm>
              <a:off x="2899360" y="2234066"/>
              <a:ext cx="270659" cy="539130"/>
            </a:xfrm>
            <a:custGeom>
              <a:avLst/>
              <a:gdLst>
                <a:gd name="connsiteX0" fmla="*/ 1313018 w 1566242"/>
                <a:gd name="connsiteY0" fmla="*/ 1077190 h 3030726"/>
                <a:gd name="connsiteX1" fmla="*/ 884012 w 1566242"/>
                <a:gd name="connsiteY1" fmla="*/ 1474669 h 3030726"/>
                <a:gd name="connsiteX2" fmla="*/ 959831 w 1566242"/>
                <a:gd name="connsiteY2" fmla="*/ 2224858 h 3030726"/>
                <a:gd name="connsiteX3" fmla="*/ 512442 w 1566242"/>
                <a:gd name="connsiteY3" fmla="*/ 2933232 h 3030726"/>
                <a:gd name="connsiteX4" fmla="*/ 43336 w 1566242"/>
                <a:gd name="connsiteY4" fmla="*/ 2610430 h 3030726"/>
                <a:gd name="connsiteX5" fmla="*/ 637791 w 1566242"/>
                <a:gd name="connsiteY5" fmla="*/ 1466858 h 3030726"/>
                <a:gd name="connsiteX6" fmla="*/ 177257 w 1566242"/>
                <a:gd name="connsiteY6" fmla="*/ 935173 h 3030726"/>
                <a:gd name="connsiteX7" fmla="*/ 310036 w 1566242"/>
                <a:gd name="connsiteY7" fmla="*/ 261184 h 3030726"/>
                <a:gd name="connsiteX8" fmla="*/ 1117851 w 1566242"/>
                <a:gd name="connsiteY8" fmla="*/ 49538 h 3030726"/>
                <a:gd name="connsiteX9" fmla="*/ 1520187 w 1566242"/>
                <a:gd name="connsiteY9" fmla="*/ 212511 h 3030726"/>
                <a:gd name="connsiteX10" fmla="*/ 1561144 w 1566242"/>
                <a:gd name="connsiteY10" fmla="*/ 492260 h 3030726"/>
                <a:gd name="connsiteX11" fmla="*/ 1476848 w 1566242"/>
                <a:gd name="connsiteY11" fmla="*/ 523597 h 3030726"/>
                <a:gd name="connsiteX12" fmla="*/ 1399315 w 1566242"/>
                <a:gd name="connsiteY12" fmla="*/ 542838 h 3030726"/>
                <a:gd name="connsiteX13" fmla="*/ 1355119 w 1566242"/>
                <a:gd name="connsiteY13" fmla="*/ 566079 h 3030726"/>
                <a:gd name="connsiteX14" fmla="*/ 1344070 w 1566242"/>
                <a:gd name="connsiteY14" fmla="*/ 819634 h 3030726"/>
                <a:gd name="connsiteX15" fmla="*/ 1308541 w 1566242"/>
                <a:gd name="connsiteY15" fmla="*/ 815348 h 3030726"/>
                <a:gd name="connsiteX16" fmla="*/ 1179859 w 1566242"/>
                <a:gd name="connsiteY16" fmla="*/ 948508 h 3030726"/>
                <a:gd name="connsiteX17" fmla="*/ 1313018 w 1566242"/>
                <a:gd name="connsiteY17" fmla="*/ 1077190 h 30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6242" h="3030726">
                  <a:moveTo>
                    <a:pt x="1313018" y="1077190"/>
                  </a:moveTo>
                  <a:cubicBezTo>
                    <a:pt x="1287015" y="1218160"/>
                    <a:pt x="1001360" y="1349986"/>
                    <a:pt x="884012" y="1474669"/>
                  </a:cubicBezTo>
                  <a:cubicBezTo>
                    <a:pt x="946591" y="1587254"/>
                    <a:pt x="965641" y="2085697"/>
                    <a:pt x="959831" y="2224858"/>
                  </a:cubicBezTo>
                  <a:cubicBezTo>
                    <a:pt x="942781" y="2631956"/>
                    <a:pt x="778570" y="2763401"/>
                    <a:pt x="512442" y="2933232"/>
                  </a:cubicBezTo>
                  <a:cubicBezTo>
                    <a:pt x="197545" y="3134209"/>
                    <a:pt x="241932" y="3023434"/>
                    <a:pt x="43336" y="2610430"/>
                  </a:cubicBezTo>
                  <a:cubicBezTo>
                    <a:pt x="-182026" y="2141895"/>
                    <a:pt x="540160" y="1677646"/>
                    <a:pt x="637791" y="1466858"/>
                  </a:cubicBezTo>
                  <a:cubicBezTo>
                    <a:pt x="397094" y="1310267"/>
                    <a:pt x="226120" y="1171012"/>
                    <a:pt x="177257" y="935173"/>
                  </a:cubicBezTo>
                  <a:cubicBezTo>
                    <a:pt x="120298" y="659995"/>
                    <a:pt x="181829" y="437682"/>
                    <a:pt x="310036" y="261184"/>
                  </a:cubicBezTo>
                  <a:cubicBezTo>
                    <a:pt x="427193" y="99925"/>
                    <a:pt x="704371" y="-92480"/>
                    <a:pt x="1117851" y="49538"/>
                  </a:cubicBezTo>
                  <a:cubicBezTo>
                    <a:pt x="1302255" y="9819"/>
                    <a:pt x="1458751" y="67159"/>
                    <a:pt x="1520187" y="212511"/>
                  </a:cubicBezTo>
                  <a:cubicBezTo>
                    <a:pt x="1544476" y="269947"/>
                    <a:pt x="1579433" y="396153"/>
                    <a:pt x="1561144" y="492260"/>
                  </a:cubicBezTo>
                  <a:cubicBezTo>
                    <a:pt x="1541523" y="507405"/>
                    <a:pt x="1510567" y="515882"/>
                    <a:pt x="1476848" y="523597"/>
                  </a:cubicBezTo>
                  <a:cubicBezTo>
                    <a:pt x="1451321" y="529503"/>
                    <a:pt x="1424175" y="535027"/>
                    <a:pt x="1399315" y="542838"/>
                  </a:cubicBezTo>
                  <a:cubicBezTo>
                    <a:pt x="1378931" y="549220"/>
                    <a:pt x="1370454" y="555220"/>
                    <a:pt x="1355119" y="566079"/>
                  </a:cubicBezTo>
                  <a:cubicBezTo>
                    <a:pt x="1325686" y="625896"/>
                    <a:pt x="1358548" y="776486"/>
                    <a:pt x="1344070" y="819634"/>
                  </a:cubicBezTo>
                  <a:cubicBezTo>
                    <a:pt x="1332735" y="816682"/>
                    <a:pt x="1320829" y="815158"/>
                    <a:pt x="1308541" y="815348"/>
                  </a:cubicBezTo>
                  <a:cubicBezTo>
                    <a:pt x="1236247" y="816586"/>
                    <a:pt x="1178620" y="876213"/>
                    <a:pt x="1179859" y="948508"/>
                  </a:cubicBezTo>
                  <a:cubicBezTo>
                    <a:pt x="1181097" y="1020802"/>
                    <a:pt x="1240723" y="1078429"/>
                    <a:pt x="1313018" y="1077190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80ECDB90-0DA7-E3D9-C868-FD0447773247}"/>
                </a:ext>
              </a:extLst>
            </p:cNvPr>
            <p:cNvSpPr/>
            <p:nvPr/>
          </p:nvSpPr>
          <p:spPr>
            <a:xfrm>
              <a:off x="2794513" y="2642092"/>
              <a:ext cx="395463" cy="270745"/>
            </a:xfrm>
            <a:custGeom>
              <a:avLst/>
              <a:gdLst>
                <a:gd name="connsiteX0" fmla="*/ 241438 w 2288455"/>
                <a:gd name="connsiteY0" fmla="*/ 1521333 h 1521999"/>
                <a:gd name="connsiteX1" fmla="*/ 1693 w 2288455"/>
                <a:gd name="connsiteY1" fmla="*/ 121920 h 1521999"/>
                <a:gd name="connsiteX2" fmla="*/ 103516 w 2288455"/>
                <a:gd name="connsiteY2" fmla="*/ 0 h 1521999"/>
                <a:gd name="connsiteX3" fmla="*/ 1877547 w 2288455"/>
                <a:gd name="connsiteY3" fmla="*/ 0 h 1521999"/>
                <a:gd name="connsiteX4" fmla="*/ 2033090 w 2288455"/>
                <a:gd name="connsiteY4" fmla="*/ 129826 h 1521999"/>
                <a:gd name="connsiteX5" fmla="*/ 2288456 w 2288455"/>
                <a:gd name="connsiteY5" fmla="*/ 1522000 h 1521999"/>
                <a:gd name="connsiteX6" fmla="*/ 241533 w 2288455"/>
                <a:gd name="connsiteY6" fmla="*/ 1521238 h 152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8455" h="1521999">
                  <a:moveTo>
                    <a:pt x="241438" y="1521333"/>
                  </a:moveTo>
                  <a:lnTo>
                    <a:pt x="1693" y="121920"/>
                  </a:lnTo>
                  <a:cubicBezTo>
                    <a:pt x="-9832" y="58388"/>
                    <a:pt x="38936" y="0"/>
                    <a:pt x="103516" y="0"/>
                  </a:cubicBezTo>
                  <a:lnTo>
                    <a:pt x="1877547" y="0"/>
                  </a:lnTo>
                  <a:cubicBezTo>
                    <a:pt x="1953937" y="0"/>
                    <a:pt x="2019374" y="54673"/>
                    <a:pt x="2033090" y="129826"/>
                  </a:cubicBezTo>
                  <a:lnTo>
                    <a:pt x="2288456" y="1522000"/>
                  </a:lnTo>
                  <a:lnTo>
                    <a:pt x="241533" y="1521238"/>
                  </a:lnTo>
                  <a:close/>
                </a:path>
              </a:pathLst>
            </a:custGeom>
            <a:solidFill>
              <a:schemeClr val="tx2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A6B3588-123C-7480-0DFD-D2DE8FEFC322}"/>
                </a:ext>
              </a:extLst>
            </p:cNvPr>
            <p:cNvSpPr/>
            <p:nvPr/>
          </p:nvSpPr>
          <p:spPr>
            <a:xfrm>
              <a:off x="2792347" y="2639855"/>
              <a:ext cx="112345" cy="275100"/>
            </a:xfrm>
            <a:custGeom>
              <a:avLst/>
              <a:gdLst>
                <a:gd name="connsiteX0" fmla="*/ 253974 w 650118"/>
                <a:gd name="connsiteY0" fmla="*/ 1546479 h 1546478"/>
                <a:gd name="connsiteX1" fmla="*/ 241592 w 650118"/>
                <a:gd name="connsiteY1" fmla="*/ 1536002 h 1546478"/>
                <a:gd name="connsiteX2" fmla="*/ 1848 w 650118"/>
                <a:gd name="connsiteY2" fmla="*/ 136588 h 1546478"/>
                <a:gd name="connsiteX3" fmla="*/ 26994 w 650118"/>
                <a:gd name="connsiteY3" fmla="*/ 41624 h 1546478"/>
                <a:gd name="connsiteX4" fmla="*/ 116052 w 650118"/>
                <a:gd name="connsiteY4" fmla="*/ 0 h 1546478"/>
                <a:gd name="connsiteX5" fmla="*/ 637546 w 650118"/>
                <a:gd name="connsiteY5" fmla="*/ 0 h 1546478"/>
                <a:gd name="connsiteX6" fmla="*/ 650119 w 650118"/>
                <a:gd name="connsiteY6" fmla="*/ 12573 h 1546478"/>
                <a:gd name="connsiteX7" fmla="*/ 637546 w 650118"/>
                <a:gd name="connsiteY7" fmla="*/ 25146 h 1546478"/>
                <a:gd name="connsiteX8" fmla="*/ 116052 w 650118"/>
                <a:gd name="connsiteY8" fmla="*/ 25146 h 1546478"/>
                <a:gd name="connsiteX9" fmla="*/ 46234 w 650118"/>
                <a:gd name="connsiteY9" fmla="*/ 57817 h 1546478"/>
                <a:gd name="connsiteX10" fmla="*/ 26517 w 650118"/>
                <a:gd name="connsiteY10" fmla="*/ 132302 h 1546478"/>
                <a:gd name="connsiteX11" fmla="*/ 266357 w 650118"/>
                <a:gd name="connsiteY11" fmla="*/ 1531811 h 1546478"/>
                <a:gd name="connsiteX12" fmla="*/ 256070 w 650118"/>
                <a:gd name="connsiteY12" fmla="*/ 1546289 h 1546478"/>
                <a:gd name="connsiteX13" fmla="*/ 253974 w 650118"/>
                <a:gd name="connsiteY13" fmla="*/ 1546479 h 154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0118" h="1546478">
                  <a:moveTo>
                    <a:pt x="253974" y="1546479"/>
                  </a:moveTo>
                  <a:cubicBezTo>
                    <a:pt x="247974" y="1546479"/>
                    <a:pt x="242640" y="1542193"/>
                    <a:pt x="241592" y="1536002"/>
                  </a:cubicBezTo>
                  <a:lnTo>
                    <a:pt x="1848" y="136588"/>
                  </a:lnTo>
                  <a:cubicBezTo>
                    <a:pt x="-4248" y="102775"/>
                    <a:pt x="4896" y="68104"/>
                    <a:pt x="26994" y="41624"/>
                  </a:cubicBezTo>
                  <a:cubicBezTo>
                    <a:pt x="49092" y="15145"/>
                    <a:pt x="81572" y="0"/>
                    <a:pt x="116052" y="0"/>
                  </a:cubicBezTo>
                  <a:lnTo>
                    <a:pt x="637546" y="0"/>
                  </a:lnTo>
                  <a:cubicBezTo>
                    <a:pt x="644499" y="0"/>
                    <a:pt x="650119" y="5620"/>
                    <a:pt x="650119" y="12573"/>
                  </a:cubicBezTo>
                  <a:cubicBezTo>
                    <a:pt x="650119" y="19526"/>
                    <a:pt x="644499" y="25146"/>
                    <a:pt x="637546" y="25146"/>
                  </a:cubicBezTo>
                  <a:lnTo>
                    <a:pt x="116052" y="25146"/>
                  </a:lnTo>
                  <a:cubicBezTo>
                    <a:pt x="89001" y="25146"/>
                    <a:pt x="63570" y="37052"/>
                    <a:pt x="46234" y="57817"/>
                  </a:cubicBezTo>
                  <a:cubicBezTo>
                    <a:pt x="28899" y="78581"/>
                    <a:pt x="21755" y="105728"/>
                    <a:pt x="26517" y="132302"/>
                  </a:cubicBezTo>
                  <a:lnTo>
                    <a:pt x="266357" y="1531811"/>
                  </a:lnTo>
                  <a:cubicBezTo>
                    <a:pt x="267500" y="1538669"/>
                    <a:pt x="262928" y="1545146"/>
                    <a:pt x="256070" y="1546289"/>
                  </a:cubicBezTo>
                  <a:cubicBezTo>
                    <a:pt x="255308" y="1546384"/>
                    <a:pt x="254641" y="1546479"/>
                    <a:pt x="253974" y="1546479"/>
                  </a:cubicBezTo>
                  <a:close/>
                </a:path>
              </a:pathLst>
            </a:custGeom>
            <a:solidFill>
              <a:schemeClr val="tx2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EF731866-D03C-B85C-11BD-78A9E3F89956}"/>
                </a:ext>
              </a:extLst>
            </p:cNvPr>
            <p:cNvSpPr/>
            <p:nvPr/>
          </p:nvSpPr>
          <p:spPr>
            <a:xfrm>
              <a:off x="3091464" y="2641685"/>
              <a:ext cx="74780" cy="273389"/>
            </a:xfrm>
            <a:custGeom>
              <a:avLst/>
              <a:gdLst>
                <a:gd name="connsiteX0" fmla="*/ 420148 w 432735"/>
                <a:gd name="connsiteY0" fmla="*/ 1536859 h 1536858"/>
                <a:gd name="connsiteX1" fmla="*/ 407861 w 432735"/>
                <a:gd name="connsiteY1" fmla="*/ 1526572 h 1536858"/>
                <a:gd name="connsiteX2" fmla="*/ 155734 w 432735"/>
                <a:gd name="connsiteY2" fmla="*/ 144685 h 1536858"/>
                <a:gd name="connsiteX3" fmla="*/ 12573 w 432735"/>
                <a:gd name="connsiteY3" fmla="*/ 25146 h 1536858"/>
                <a:gd name="connsiteX4" fmla="*/ 0 w 432735"/>
                <a:gd name="connsiteY4" fmla="*/ 12573 h 1536858"/>
                <a:gd name="connsiteX5" fmla="*/ 12573 w 432735"/>
                <a:gd name="connsiteY5" fmla="*/ 0 h 1536858"/>
                <a:gd name="connsiteX6" fmla="*/ 180404 w 432735"/>
                <a:gd name="connsiteY6" fmla="*/ 140113 h 1536858"/>
                <a:gd name="connsiteX7" fmla="*/ 432530 w 432735"/>
                <a:gd name="connsiteY7" fmla="*/ 1522000 h 1536858"/>
                <a:gd name="connsiteX8" fmla="*/ 422434 w 432735"/>
                <a:gd name="connsiteY8" fmla="*/ 1536573 h 1536858"/>
                <a:gd name="connsiteX9" fmla="*/ 420148 w 432735"/>
                <a:gd name="connsiteY9" fmla="*/ 1536764 h 1536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2735" h="1536858">
                  <a:moveTo>
                    <a:pt x="420148" y="1536859"/>
                  </a:moveTo>
                  <a:cubicBezTo>
                    <a:pt x="414242" y="1536859"/>
                    <a:pt x="408908" y="1532573"/>
                    <a:pt x="407861" y="1526572"/>
                  </a:cubicBezTo>
                  <a:lnTo>
                    <a:pt x="155734" y="144685"/>
                  </a:lnTo>
                  <a:cubicBezTo>
                    <a:pt x="143161" y="75438"/>
                    <a:pt x="82963" y="25146"/>
                    <a:pt x="12573" y="25146"/>
                  </a:cubicBez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cubicBezTo>
                    <a:pt x="95155" y="0"/>
                    <a:pt x="165735" y="58960"/>
                    <a:pt x="180404" y="140113"/>
                  </a:cubicBezTo>
                  <a:lnTo>
                    <a:pt x="432530" y="1522000"/>
                  </a:lnTo>
                  <a:cubicBezTo>
                    <a:pt x="433769" y="1528858"/>
                    <a:pt x="429292" y="1535335"/>
                    <a:pt x="422434" y="1536573"/>
                  </a:cubicBezTo>
                  <a:cubicBezTo>
                    <a:pt x="421672" y="1536668"/>
                    <a:pt x="420910" y="1536764"/>
                    <a:pt x="420148" y="1536764"/>
                  </a:cubicBezTo>
                  <a:close/>
                </a:path>
              </a:pathLst>
            </a:custGeom>
            <a:solidFill>
              <a:srgbClr val="051C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8EF12CEC-D391-7BD2-9546-423C73DE0620}"/>
                </a:ext>
              </a:extLst>
            </p:cNvPr>
            <p:cNvSpPr/>
            <p:nvPr/>
          </p:nvSpPr>
          <p:spPr>
            <a:xfrm>
              <a:off x="3189947" y="2747046"/>
              <a:ext cx="36599" cy="51692"/>
            </a:xfrm>
            <a:custGeom>
              <a:avLst/>
              <a:gdLst>
                <a:gd name="connsiteX0" fmla="*/ 199336 w 211792"/>
                <a:gd name="connsiteY0" fmla="*/ 290585 h 290585"/>
                <a:gd name="connsiteX1" fmla="*/ 189239 w 211792"/>
                <a:gd name="connsiteY1" fmla="*/ 285537 h 290585"/>
                <a:gd name="connsiteX2" fmla="*/ 2168 w 211792"/>
                <a:gd name="connsiteY2" fmla="*/ 19599 h 290585"/>
                <a:gd name="connsiteX3" fmla="*/ 5502 w 211792"/>
                <a:gd name="connsiteY3" fmla="*/ 2168 h 290585"/>
                <a:gd name="connsiteX4" fmla="*/ 22933 w 211792"/>
                <a:gd name="connsiteY4" fmla="*/ 5502 h 290585"/>
                <a:gd name="connsiteX5" fmla="*/ 209337 w 211792"/>
                <a:gd name="connsiteY5" fmla="*/ 270488 h 290585"/>
                <a:gd name="connsiteX6" fmla="*/ 206765 w 211792"/>
                <a:gd name="connsiteY6" fmla="*/ 288014 h 290585"/>
                <a:gd name="connsiteX7" fmla="*/ 199241 w 211792"/>
                <a:gd name="connsiteY7" fmla="*/ 290490 h 29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792" h="290585">
                  <a:moveTo>
                    <a:pt x="199336" y="290585"/>
                  </a:moveTo>
                  <a:cubicBezTo>
                    <a:pt x="195526" y="290585"/>
                    <a:pt x="191716" y="288871"/>
                    <a:pt x="189239" y="285537"/>
                  </a:cubicBezTo>
                  <a:cubicBezTo>
                    <a:pt x="120088" y="192668"/>
                    <a:pt x="55889" y="98942"/>
                    <a:pt x="2168" y="19599"/>
                  </a:cubicBezTo>
                  <a:cubicBezTo>
                    <a:pt x="-1737" y="13884"/>
                    <a:pt x="-213" y="6074"/>
                    <a:pt x="5502" y="2168"/>
                  </a:cubicBezTo>
                  <a:cubicBezTo>
                    <a:pt x="11217" y="-1737"/>
                    <a:pt x="19027" y="-213"/>
                    <a:pt x="22933" y="5502"/>
                  </a:cubicBezTo>
                  <a:cubicBezTo>
                    <a:pt x="76463" y="84655"/>
                    <a:pt x="140471" y="178095"/>
                    <a:pt x="209337" y="270488"/>
                  </a:cubicBezTo>
                  <a:cubicBezTo>
                    <a:pt x="213433" y="276012"/>
                    <a:pt x="212290" y="283918"/>
                    <a:pt x="206765" y="288014"/>
                  </a:cubicBezTo>
                  <a:cubicBezTo>
                    <a:pt x="204479" y="289728"/>
                    <a:pt x="201908" y="290490"/>
                    <a:pt x="199241" y="290490"/>
                  </a:cubicBezTo>
                  <a:close/>
                </a:path>
              </a:pathLst>
            </a:custGeom>
            <a:solidFill>
              <a:srgbClr val="0679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B8D1E909-1F44-BEAF-22B2-9E1F5C2E44C1}"/>
                </a:ext>
              </a:extLst>
            </p:cNvPr>
            <p:cNvSpPr/>
            <p:nvPr/>
          </p:nvSpPr>
          <p:spPr>
            <a:xfrm>
              <a:off x="3107856" y="2476735"/>
              <a:ext cx="22672" cy="9456"/>
            </a:xfrm>
            <a:custGeom>
              <a:avLst/>
              <a:gdLst>
                <a:gd name="connsiteX0" fmla="*/ 118501 w 131199"/>
                <a:gd name="connsiteY0" fmla="*/ 53160 h 53159"/>
                <a:gd name="connsiteX1" fmla="*/ 117644 w 131199"/>
                <a:gd name="connsiteY1" fmla="*/ 53160 h 53159"/>
                <a:gd name="connsiteX2" fmla="*/ 6582 w 131199"/>
                <a:gd name="connsiteY2" fmla="*/ 23632 h 53159"/>
                <a:gd name="connsiteX3" fmla="*/ 1534 w 131199"/>
                <a:gd name="connsiteY3" fmla="*/ 6582 h 53159"/>
                <a:gd name="connsiteX4" fmla="*/ 18584 w 131199"/>
                <a:gd name="connsiteY4" fmla="*/ 1534 h 53159"/>
                <a:gd name="connsiteX5" fmla="*/ 119549 w 131199"/>
                <a:gd name="connsiteY5" fmla="*/ 28109 h 53159"/>
                <a:gd name="connsiteX6" fmla="*/ 131169 w 131199"/>
                <a:gd name="connsiteY6" fmla="*/ 41539 h 53159"/>
                <a:gd name="connsiteX7" fmla="*/ 118692 w 131199"/>
                <a:gd name="connsiteY7" fmla="*/ 53160 h 5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99" h="53159">
                  <a:moveTo>
                    <a:pt x="118501" y="53160"/>
                  </a:moveTo>
                  <a:cubicBezTo>
                    <a:pt x="118501" y="53160"/>
                    <a:pt x="117930" y="53160"/>
                    <a:pt x="117644" y="53160"/>
                  </a:cubicBezTo>
                  <a:cubicBezTo>
                    <a:pt x="74591" y="50112"/>
                    <a:pt x="37158" y="40206"/>
                    <a:pt x="6582" y="23632"/>
                  </a:cubicBezTo>
                  <a:cubicBezTo>
                    <a:pt x="486" y="20298"/>
                    <a:pt x="-1799" y="12678"/>
                    <a:pt x="1534" y="6582"/>
                  </a:cubicBezTo>
                  <a:cubicBezTo>
                    <a:pt x="4868" y="486"/>
                    <a:pt x="12488" y="-1800"/>
                    <a:pt x="18584" y="1534"/>
                  </a:cubicBezTo>
                  <a:cubicBezTo>
                    <a:pt x="46111" y="16393"/>
                    <a:pt x="80020" y="25347"/>
                    <a:pt x="119549" y="28109"/>
                  </a:cubicBezTo>
                  <a:cubicBezTo>
                    <a:pt x="126502" y="28585"/>
                    <a:pt x="131646" y="34586"/>
                    <a:pt x="131169" y="41539"/>
                  </a:cubicBezTo>
                  <a:cubicBezTo>
                    <a:pt x="130693" y="48111"/>
                    <a:pt x="125169" y="53160"/>
                    <a:pt x="118692" y="53160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C47A4527-E2B5-C714-BBE4-2B8F7DAA664C}"/>
                </a:ext>
              </a:extLst>
            </p:cNvPr>
            <p:cNvSpPr/>
            <p:nvPr/>
          </p:nvSpPr>
          <p:spPr>
            <a:xfrm>
              <a:off x="3004141" y="2489425"/>
              <a:ext cx="54900" cy="12609"/>
            </a:xfrm>
            <a:custGeom>
              <a:avLst/>
              <a:gdLst>
                <a:gd name="connsiteX0" fmla="*/ 286339 w 317693"/>
                <a:gd name="connsiteY0" fmla="*/ 70883 h 70883"/>
                <a:gd name="connsiteX1" fmla="*/ 285291 w 317693"/>
                <a:gd name="connsiteY1" fmla="*/ 70883 h 70883"/>
                <a:gd name="connsiteX2" fmla="*/ 30402 w 317693"/>
                <a:gd name="connsiteY2" fmla="*/ 62787 h 70883"/>
                <a:gd name="connsiteX3" fmla="*/ 17 w 317693"/>
                <a:gd name="connsiteY3" fmla="*/ 30402 h 70883"/>
                <a:gd name="connsiteX4" fmla="*/ 32402 w 317693"/>
                <a:gd name="connsiteY4" fmla="*/ 17 h 70883"/>
                <a:gd name="connsiteX5" fmla="*/ 287291 w 317693"/>
                <a:gd name="connsiteY5" fmla="*/ 8114 h 70883"/>
                <a:gd name="connsiteX6" fmla="*/ 317676 w 317693"/>
                <a:gd name="connsiteY6" fmla="*/ 40499 h 70883"/>
                <a:gd name="connsiteX7" fmla="*/ 286339 w 317693"/>
                <a:gd name="connsiteY7" fmla="*/ 70883 h 70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693" h="70883">
                  <a:moveTo>
                    <a:pt x="286339" y="70883"/>
                  </a:moveTo>
                  <a:cubicBezTo>
                    <a:pt x="286339" y="70883"/>
                    <a:pt x="285672" y="70883"/>
                    <a:pt x="285291" y="70883"/>
                  </a:cubicBezTo>
                  <a:lnTo>
                    <a:pt x="30402" y="62787"/>
                  </a:lnTo>
                  <a:cubicBezTo>
                    <a:pt x="13067" y="62216"/>
                    <a:pt x="-554" y="47738"/>
                    <a:pt x="17" y="30402"/>
                  </a:cubicBezTo>
                  <a:cubicBezTo>
                    <a:pt x="589" y="13067"/>
                    <a:pt x="15067" y="-554"/>
                    <a:pt x="32402" y="17"/>
                  </a:cubicBezTo>
                  <a:lnTo>
                    <a:pt x="287291" y="8114"/>
                  </a:lnTo>
                  <a:cubicBezTo>
                    <a:pt x="304627" y="8685"/>
                    <a:pt x="318248" y="23163"/>
                    <a:pt x="317676" y="40499"/>
                  </a:cubicBezTo>
                  <a:cubicBezTo>
                    <a:pt x="317105" y="57453"/>
                    <a:pt x="303198" y="70883"/>
                    <a:pt x="286339" y="7088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8417E0ED-8409-6E79-127D-4C1D6CDCA117}"/>
                </a:ext>
              </a:extLst>
            </p:cNvPr>
            <p:cNvSpPr/>
            <p:nvPr/>
          </p:nvSpPr>
          <p:spPr>
            <a:xfrm>
              <a:off x="3406108" y="2698848"/>
              <a:ext cx="216772" cy="156202"/>
            </a:xfrm>
            <a:custGeom>
              <a:avLst/>
              <a:gdLst>
                <a:gd name="connsiteX0" fmla="*/ 0 w 373748"/>
                <a:gd name="connsiteY0" fmla="*/ 168718 h 261623"/>
                <a:gd name="connsiteX1" fmla="*/ 165197 w 373748"/>
                <a:gd name="connsiteY1" fmla="*/ 114525 h 261623"/>
                <a:gd name="connsiteX2" fmla="*/ 192854 w 373748"/>
                <a:gd name="connsiteY2" fmla="*/ 105181 h 261623"/>
                <a:gd name="connsiteX3" fmla="*/ 329272 w 373748"/>
                <a:gd name="connsiteY3" fmla="*/ 8380 h 261623"/>
                <a:gd name="connsiteX4" fmla="*/ 371132 w 373748"/>
                <a:gd name="connsiteY4" fmla="*/ 83503 h 261623"/>
                <a:gd name="connsiteX5" fmla="*/ 294140 w 373748"/>
                <a:gd name="connsiteY5" fmla="*/ 146293 h 261623"/>
                <a:gd name="connsiteX6" fmla="*/ 233967 w 373748"/>
                <a:gd name="connsiteY6" fmla="*/ 168344 h 261623"/>
                <a:gd name="connsiteX7" fmla="*/ 224623 w 373748"/>
                <a:gd name="connsiteY7" fmla="*/ 170587 h 261623"/>
                <a:gd name="connsiteX8" fmla="*/ 38496 w 373748"/>
                <a:gd name="connsiteY8" fmla="*/ 295045 h 261623"/>
                <a:gd name="connsiteX9" fmla="*/ 0 w 373748"/>
                <a:gd name="connsiteY9" fmla="*/ 168718 h 261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748" h="261623">
                  <a:moveTo>
                    <a:pt x="0" y="168718"/>
                  </a:moveTo>
                  <a:cubicBezTo>
                    <a:pt x="60547" y="150031"/>
                    <a:pt x="128570" y="127232"/>
                    <a:pt x="165197" y="114525"/>
                  </a:cubicBezTo>
                  <a:lnTo>
                    <a:pt x="192854" y="105181"/>
                  </a:lnTo>
                  <a:cubicBezTo>
                    <a:pt x="240320" y="99201"/>
                    <a:pt x="307221" y="-34227"/>
                    <a:pt x="329272" y="8380"/>
                  </a:cubicBezTo>
                  <a:cubicBezTo>
                    <a:pt x="329272" y="8380"/>
                    <a:pt x="401032" y="12865"/>
                    <a:pt x="371132" y="83503"/>
                  </a:cubicBezTo>
                  <a:cubicBezTo>
                    <a:pt x="363284" y="102191"/>
                    <a:pt x="324414" y="130222"/>
                    <a:pt x="294140" y="146293"/>
                  </a:cubicBezTo>
                  <a:cubicBezTo>
                    <a:pt x="269473" y="159748"/>
                    <a:pt x="251906" y="164981"/>
                    <a:pt x="233967" y="168344"/>
                  </a:cubicBezTo>
                  <a:cubicBezTo>
                    <a:pt x="230603" y="169092"/>
                    <a:pt x="227613" y="169839"/>
                    <a:pt x="224623" y="170587"/>
                  </a:cubicBezTo>
                  <a:cubicBezTo>
                    <a:pt x="220138" y="173951"/>
                    <a:pt x="136044" y="240478"/>
                    <a:pt x="38496" y="295045"/>
                  </a:cubicBezTo>
                  <a:lnTo>
                    <a:pt x="0" y="168718"/>
                  </a:ln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40BCCAFE-0AB3-C481-CAF3-3A86AD6D6D67}"/>
                </a:ext>
              </a:extLst>
            </p:cNvPr>
            <p:cNvSpPr/>
            <p:nvPr/>
          </p:nvSpPr>
          <p:spPr>
            <a:xfrm>
              <a:off x="3150963" y="2602320"/>
              <a:ext cx="346836" cy="290088"/>
            </a:xfrm>
            <a:custGeom>
              <a:avLst/>
              <a:gdLst>
                <a:gd name="connsiteX0" fmla="*/ 159964 w 597997"/>
                <a:gd name="connsiteY0" fmla="*/ 44476 h 485872"/>
                <a:gd name="connsiteX1" fmla="*/ 387577 w 597997"/>
                <a:gd name="connsiteY1" fmla="*/ 322545 h 485872"/>
                <a:gd name="connsiteX2" fmla="*/ 536329 w 597997"/>
                <a:gd name="connsiteY2" fmla="*/ 294887 h 485872"/>
                <a:gd name="connsiteX3" fmla="*/ 598371 w 597997"/>
                <a:gd name="connsiteY3" fmla="*/ 402527 h 485872"/>
                <a:gd name="connsiteX4" fmla="*/ 358051 w 597997"/>
                <a:gd name="connsiteY4" fmla="*/ 509793 h 485872"/>
                <a:gd name="connsiteX5" fmla="*/ 0 w 597997"/>
                <a:gd name="connsiteY5" fmla="*/ 187248 h 485872"/>
                <a:gd name="connsiteX6" fmla="*/ 19435 w 597997"/>
                <a:gd name="connsiteY6" fmla="*/ 0 h 485872"/>
                <a:gd name="connsiteX7" fmla="*/ 159964 w 597997"/>
                <a:gd name="connsiteY7" fmla="*/ 44476 h 48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7997" h="485872">
                  <a:moveTo>
                    <a:pt x="159964" y="44476"/>
                  </a:moveTo>
                  <a:cubicBezTo>
                    <a:pt x="159964" y="44476"/>
                    <a:pt x="368890" y="286665"/>
                    <a:pt x="387577" y="322545"/>
                  </a:cubicBezTo>
                  <a:cubicBezTo>
                    <a:pt x="390567" y="328525"/>
                    <a:pt x="536329" y="294887"/>
                    <a:pt x="536329" y="294887"/>
                  </a:cubicBezTo>
                  <a:cubicBezTo>
                    <a:pt x="574451" y="304605"/>
                    <a:pt x="608089" y="364405"/>
                    <a:pt x="598371" y="402527"/>
                  </a:cubicBezTo>
                  <a:cubicBezTo>
                    <a:pt x="598371" y="402527"/>
                    <a:pt x="429063" y="525490"/>
                    <a:pt x="358051" y="509793"/>
                  </a:cubicBezTo>
                  <a:cubicBezTo>
                    <a:pt x="321797" y="501944"/>
                    <a:pt x="13829" y="246674"/>
                    <a:pt x="0" y="187248"/>
                  </a:cubicBezTo>
                  <a:lnTo>
                    <a:pt x="19435" y="0"/>
                  </a:lnTo>
                  <a:cubicBezTo>
                    <a:pt x="55689" y="10465"/>
                    <a:pt x="159964" y="44476"/>
                    <a:pt x="159964" y="44476"/>
                  </a:cubicBezTo>
                  <a:close/>
                </a:path>
              </a:pathLst>
            </a:custGeom>
            <a:solidFill>
              <a:schemeClr val="accent2"/>
            </a:solidFill>
            <a:ln w="3733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77" name="Freeform: Shape 1076">
            <a:extLst>
              <a:ext uri="{FF2B5EF4-FFF2-40B4-BE49-F238E27FC236}">
                <a16:creationId xmlns:a16="http://schemas.microsoft.com/office/drawing/2014/main" id="{9CF2BB5C-C606-4237-DAAD-74E15C7683DC}"/>
              </a:ext>
            </a:extLst>
          </p:cNvPr>
          <p:cNvSpPr/>
          <p:nvPr/>
        </p:nvSpPr>
        <p:spPr>
          <a:xfrm>
            <a:off x="2301395" y="2250268"/>
            <a:ext cx="65032" cy="66944"/>
          </a:xfrm>
          <a:custGeom>
            <a:avLst/>
            <a:gdLst>
              <a:gd name="connsiteX0" fmla="*/ 91418 w 112124"/>
              <a:gd name="connsiteY0" fmla="*/ 44529 h 112124"/>
              <a:gd name="connsiteX1" fmla="*/ 95870 w 112124"/>
              <a:gd name="connsiteY1" fmla="*/ 110827 h 112124"/>
              <a:gd name="connsiteX2" fmla="*/ 33441 w 112124"/>
              <a:gd name="connsiteY2" fmla="*/ 88069 h 112124"/>
              <a:gd name="connsiteX3" fmla="*/ 28988 w 112124"/>
              <a:gd name="connsiteY3" fmla="*/ 21771 h 112124"/>
              <a:gd name="connsiteX4" fmla="*/ 91418 w 112124"/>
              <a:gd name="connsiteY4" fmla="*/ 44529 h 11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124" h="112124">
                <a:moveTo>
                  <a:pt x="91418" y="44529"/>
                </a:moveTo>
                <a:cubicBezTo>
                  <a:pt x="109887" y="69121"/>
                  <a:pt x="111880" y="98804"/>
                  <a:pt x="95870" y="110827"/>
                </a:cubicBezTo>
                <a:cubicBezTo>
                  <a:pt x="79860" y="122851"/>
                  <a:pt x="51910" y="112662"/>
                  <a:pt x="33441" y="88069"/>
                </a:cubicBezTo>
                <a:cubicBezTo>
                  <a:pt x="14972" y="63477"/>
                  <a:pt x="12979" y="33794"/>
                  <a:pt x="28988" y="21771"/>
                </a:cubicBezTo>
                <a:cubicBezTo>
                  <a:pt x="44998" y="9747"/>
                  <a:pt x="72949" y="19936"/>
                  <a:pt x="91418" y="44529"/>
                </a:cubicBezTo>
                <a:close/>
              </a:path>
            </a:pathLst>
          </a:custGeom>
          <a:solidFill>
            <a:srgbClr val="E6E6E6"/>
          </a:solidFill>
          <a:ln w="37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2014" name="Group 2013">
            <a:extLst>
              <a:ext uri="{FF2B5EF4-FFF2-40B4-BE49-F238E27FC236}">
                <a16:creationId xmlns:a16="http://schemas.microsoft.com/office/drawing/2014/main" id="{0946C1B1-D19C-629F-B6AB-5A0D2EEE99B5}"/>
              </a:ext>
            </a:extLst>
          </p:cNvPr>
          <p:cNvGrpSpPr/>
          <p:nvPr/>
        </p:nvGrpSpPr>
        <p:grpSpPr>
          <a:xfrm>
            <a:off x="9202233" y="2086447"/>
            <a:ext cx="1153784" cy="705398"/>
            <a:chOff x="9143059" y="2209693"/>
            <a:chExt cx="1153784" cy="705398"/>
          </a:xfrm>
        </p:grpSpPr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B7C990F-B4A2-CE71-1E55-FD5097042304}"/>
                </a:ext>
              </a:extLst>
            </p:cNvPr>
            <p:cNvSpPr/>
            <p:nvPr/>
          </p:nvSpPr>
          <p:spPr>
            <a:xfrm>
              <a:off x="9481679" y="2635043"/>
              <a:ext cx="597312" cy="280048"/>
            </a:xfrm>
            <a:custGeom>
              <a:avLst/>
              <a:gdLst>
                <a:gd name="connsiteX0" fmla="*/ 3031998 w 3456507"/>
                <a:gd name="connsiteY0" fmla="*/ 1574292 h 1574291"/>
                <a:gd name="connsiteX1" fmla="*/ 3099625 w 3456507"/>
                <a:gd name="connsiteY1" fmla="*/ 1506855 h 1574291"/>
                <a:gd name="connsiteX2" fmla="*/ 3454908 w 3456507"/>
                <a:gd name="connsiteY2" fmla="*/ 66484 h 1574291"/>
                <a:gd name="connsiteX3" fmla="*/ 3402902 w 3456507"/>
                <a:gd name="connsiteY3" fmla="*/ 0 h 1574291"/>
                <a:gd name="connsiteX4" fmla="*/ 1392936 w 3456507"/>
                <a:gd name="connsiteY4" fmla="*/ 0 h 1574291"/>
                <a:gd name="connsiteX5" fmla="*/ 1325308 w 3456507"/>
                <a:gd name="connsiteY5" fmla="*/ 67437 h 1574291"/>
                <a:gd name="connsiteX6" fmla="*/ 988886 w 3456507"/>
                <a:gd name="connsiteY6" fmla="*/ 1423892 h 1574291"/>
                <a:gd name="connsiteX7" fmla="*/ 86011 w 3456507"/>
                <a:gd name="connsiteY7" fmla="*/ 1423892 h 1574291"/>
                <a:gd name="connsiteX8" fmla="*/ 0 w 3456507"/>
                <a:gd name="connsiteY8" fmla="*/ 1499235 h 1574291"/>
                <a:gd name="connsiteX9" fmla="*/ 0 w 3456507"/>
                <a:gd name="connsiteY9" fmla="*/ 1499235 h 1574291"/>
                <a:gd name="connsiteX10" fmla="*/ 75057 w 3456507"/>
                <a:gd name="connsiteY10" fmla="*/ 1574292 h 1574291"/>
                <a:gd name="connsiteX11" fmla="*/ 3032094 w 3456507"/>
                <a:gd name="connsiteY11" fmla="*/ 1574292 h 157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6507" h="1574291">
                  <a:moveTo>
                    <a:pt x="3031998" y="1574292"/>
                  </a:moveTo>
                  <a:cubicBezTo>
                    <a:pt x="3069336" y="1574292"/>
                    <a:pt x="3091148" y="1551337"/>
                    <a:pt x="3099625" y="1506855"/>
                  </a:cubicBezTo>
                  <a:lnTo>
                    <a:pt x="3454908" y="66484"/>
                  </a:lnTo>
                  <a:cubicBezTo>
                    <a:pt x="3463290" y="32671"/>
                    <a:pt x="3437668" y="0"/>
                    <a:pt x="3402902" y="0"/>
                  </a:cubicBezTo>
                  <a:lnTo>
                    <a:pt x="1392936" y="0"/>
                  </a:lnTo>
                  <a:cubicBezTo>
                    <a:pt x="1355598" y="0"/>
                    <a:pt x="1336262" y="25337"/>
                    <a:pt x="1325308" y="67437"/>
                  </a:cubicBezTo>
                  <a:lnTo>
                    <a:pt x="988886" y="1423892"/>
                  </a:lnTo>
                  <a:lnTo>
                    <a:pt x="86011" y="1423892"/>
                  </a:lnTo>
                  <a:cubicBezTo>
                    <a:pt x="33623" y="1424178"/>
                    <a:pt x="0" y="1457801"/>
                    <a:pt x="0" y="1499235"/>
                  </a:cubicBezTo>
                  <a:lnTo>
                    <a:pt x="0" y="1499235"/>
                  </a:lnTo>
                  <a:cubicBezTo>
                    <a:pt x="0" y="1540669"/>
                    <a:pt x="33623" y="1574292"/>
                    <a:pt x="75057" y="1574292"/>
                  </a:cubicBezTo>
                  <a:lnTo>
                    <a:pt x="3032094" y="1574292"/>
                  </a:ln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5135DAA5-1625-0C5C-CAA7-6CF0BFBB20DC}"/>
                </a:ext>
              </a:extLst>
            </p:cNvPr>
            <p:cNvSpPr/>
            <p:nvPr/>
          </p:nvSpPr>
          <p:spPr>
            <a:xfrm>
              <a:off x="9674412" y="2651716"/>
              <a:ext cx="385271" cy="220152"/>
            </a:xfrm>
            <a:custGeom>
              <a:avLst/>
              <a:gdLst>
                <a:gd name="connsiteX0" fmla="*/ 1936032 w 2229477"/>
                <a:gd name="connsiteY0" fmla="*/ 1218343 h 1237583"/>
                <a:gd name="connsiteX1" fmla="*/ 2228735 w 2229477"/>
                <a:gd name="connsiteY1" fmla="*/ 31147 h 1237583"/>
                <a:gd name="connsiteX2" fmla="*/ 2204351 w 2229477"/>
                <a:gd name="connsiteY2" fmla="*/ 0 h 1237583"/>
                <a:gd name="connsiteX3" fmla="*/ 319639 w 2229477"/>
                <a:gd name="connsiteY3" fmla="*/ 0 h 1237583"/>
                <a:gd name="connsiteX4" fmla="*/ 295255 w 2229477"/>
                <a:gd name="connsiteY4" fmla="*/ 19145 h 1237583"/>
                <a:gd name="connsiteX5" fmla="*/ 742 w 2229477"/>
                <a:gd name="connsiteY5" fmla="*/ 1206341 h 1237583"/>
                <a:gd name="connsiteX6" fmla="*/ 25126 w 2229477"/>
                <a:gd name="connsiteY6" fmla="*/ 1237583 h 1237583"/>
                <a:gd name="connsiteX7" fmla="*/ 1911648 w 2229477"/>
                <a:gd name="connsiteY7" fmla="*/ 1237583 h 1237583"/>
                <a:gd name="connsiteX8" fmla="*/ 1936032 w 2229477"/>
                <a:gd name="connsiteY8" fmla="*/ 1218438 h 1237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9477" h="1237583">
                  <a:moveTo>
                    <a:pt x="1936032" y="1218343"/>
                  </a:moveTo>
                  <a:lnTo>
                    <a:pt x="2228735" y="31147"/>
                  </a:lnTo>
                  <a:cubicBezTo>
                    <a:pt x="2232640" y="15335"/>
                    <a:pt x="2220639" y="0"/>
                    <a:pt x="2204351" y="0"/>
                  </a:cubicBezTo>
                  <a:lnTo>
                    <a:pt x="319639" y="0"/>
                  </a:lnTo>
                  <a:cubicBezTo>
                    <a:pt x="308114" y="0"/>
                    <a:pt x="298018" y="7906"/>
                    <a:pt x="295255" y="19145"/>
                  </a:cubicBezTo>
                  <a:lnTo>
                    <a:pt x="742" y="1206341"/>
                  </a:lnTo>
                  <a:cubicBezTo>
                    <a:pt x="-3163" y="1222248"/>
                    <a:pt x="8838" y="1237583"/>
                    <a:pt x="25126" y="1237583"/>
                  </a:cubicBezTo>
                  <a:lnTo>
                    <a:pt x="1911648" y="1237583"/>
                  </a:lnTo>
                  <a:cubicBezTo>
                    <a:pt x="1923268" y="1237583"/>
                    <a:pt x="1933270" y="1229678"/>
                    <a:pt x="1936032" y="121843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E2B65189-5E38-7F12-EA57-290C2862AE7A}"/>
                </a:ext>
              </a:extLst>
            </p:cNvPr>
            <p:cNvSpPr/>
            <p:nvPr/>
          </p:nvSpPr>
          <p:spPr>
            <a:xfrm>
              <a:off x="9650377" y="2886083"/>
              <a:ext cx="366860" cy="4473"/>
            </a:xfrm>
            <a:custGeom>
              <a:avLst/>
              <a:gdLst>
                <a:gd name="connsiteX0" fmla="*/ 2110359 w 2122932"/>
                <a:gd name="connsiteY0" fmla="*/ 25146 h 25145"/>
                <a:gd name="connsiteX1" fmla="*/ 12573 w 2122932"/>
                <a:gd name="connsiteY1" fmla="*/ 25146 h 25145"/>
                <a:gd name="connsiteX2" fmla="*/ 0 w 2122932"/>
                <a:gd name="connsiteY2" fmla="*/ 12573 h 25145"/>
                <a:gd name="connsiteX3" fmla="*/ 12573 w 2122932"/>
                <a:gd name="connsiteY3" fmla="*/ 0 h 25145"/>
                <a:gd name="connsiteX4" fmla="*/ 2110359 w 2122932"/>
                <a:gd name="connsiteY4" fmla="*/ 0 h 25145"/>
                <a:gd name="connsiteX5" fmla="*/ 2122932 w 2122932"/>
                <a:gd name="connsiteY5" fmla="*/ 12573 h 25145"/>
                <a:gd name="connsiteX6" fmla="*/ 2110359 w 2122932"/>
                <a:gd name="connsiteY6" fmla="*/ 25146 h 2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932" h="25145">
                  <a:moveTo>
                    <a:pt x="2110359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2110359" y="0"/>
                  </a:lnTo>
                  <a:cubicBezTo>
                    <a:pt x="2117312" y="0"/>
                    <a:pt x="2122932" y="5620"/>
                    <a:pt x="2122932" y="12573"/>
                  </a:cubicBezTo>
                  <a:cubicBezTo>
                    <a:pt x="2122932" y="19526"/>
                    <a:pt x="2117312" y="25146"/>
                    <a:pt x="2110359" y="25146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F5E9D44E-C632-9C6C-4636-582FD1E21BD4}"/>
                </a:ext>
              </a:extLst>
            </p:cNvPr>
            <p:cNvSpPr/>
            <p:nvPr/>
          </p:nvSpPr>
          <p:spPr>
            <a:xfrm>
              <a:off x="9722373" y="2668794"/>
              <a:ext cx="331586" cy="4473"/>
            </a:xfrm>
            <a:custGeom>
              <a:avLst/>
              <a:gdLst>
                <a:gd name="connsiteX0" fmla="*/ 1906238 w 1918811"/>
                <a:gd name="connsiteY0" fmla="*/ 25146 h 25146"/>
                <a:gd name="connsiteX1" fmla="*/ 12573 w 1918811"/>
                <a:gd name="connsiteY1" fmla="*/ 25146 h 25146"/>
                <a:gd name="connsiteX2" fmla="*/ 0 w 1918811"/>
                <a:gd name="connsiteY2" fmla="*/ 12573 h 25146"/>
                <a:gd name="connsiteX3" fmla="*/ 12573 w 1918811"/>
                <a:gd name="connsiteY3" fmla="*/ 0 h 25146"/>
                <a:gd name="connsiteX4" fmla="*/ 1906238 w 1918811"/>
                <a:gd name="connsiteY4" fmla="*/ 0 h 25146"/>
                <a:gd name="connsiteX5" fmla="*/ 1918811 w 1918811"/>
                <a:gd name="connsiteY5" fmla="*/ 12573 h 25146"/>
                <a:gd name="connsiteX6" fmla="*/ 1906238 w 1918811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11" h="25146">
                  <a:moveTo>
                    <a:pt x="1906238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1906238" y="0"/>
                  </a:lnTo>
                  <a:cubicBezTo>
                    <a:pt x="1913191" y="0"/>
                    <a:pt x="1918811" y="5620"/>
                    <a:pt x="1918811" y="12573"/>
                  </a:cubicBezTo>
                  <a:cubicBezTo>
                    <a:pt x="1918811" y="19526"/>
                    <a:pt x="1913191" y="25146"/>
                    <a:pt x="1906238" y="25146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E6DD8E72-AB18-B4F6-0D7B-AF18AE5C95C4}"/>
                </a:ext>
              </a:extLst>
            </p:cNvPr>
            <p:cNvSpPr/>
            <p:nvPr/>
          </p:nvSpPr>
          <p:spPr>
            <a:xfrm>
              <a:off x="9716217" y="2497103"/>
              <a:ext cx="178203" cy="145870"/>
            </a:xfrm>
            <a:custGeom>
              <a:avLst/>
              <a:gdLst>
                <a:gd name="connsiteX0" fmla="*/ 367284 w 1031222"/>
                <a:gd name="connsiteY0" fmla="*/ 820009 h 820008"/>
                <a:gd name="connsiteX1" fmla="*/ 478250 w 1031222"/>
                <a:gd name="connsiteY1" fmla="*/ 640653 h 820008"/>
                <a:gd name="connsiteX2" fmla="*/ 722852 w 1031222"/>
                <a:gd name="connsiteY2" fmla="*/ 495016 h 820008"/>
                <a:gd name="connsiteX3" fmla="*/ 903542 w 1031222"/>
                <a:gd name="connsiteY3" fmla="*/ 336520 h 820008"/>
                <a:gd name="connsiteX4" fmla="*/ 1027748 w 1031222"/>
                <a:gd name="connsiteY4" fmla="*/ 206027 h 820008"/>
                <a:gd name="connsiteX5" fmla="*/ 940499 w 1031222"/>
                <a:gd name="connsiteY5" fmla="*/ 135828 h 820008"/>
                <a:gd name="connsiteX6" fmla="*/ 989171 w 1031222"/>
                <a:gd name="connsiteY6" fmla="*/ 66391 h 820008"/>
                <a:gd name="connsiteX7" fmla="*/ 946404 w 1031222"/>
                <a:gd name="connsiteY7" fmla="*/ 382 h 820008"/>
                <a:gd name="connsiteX8" fmla="*/ 864680 w 1031222"/>
                <a:gd name="connsiteY8" fmla="*/ 45055 h 820008"/>
                <a:gd name="connsiteX9" fmla="*/ 724186 w 1031222"/>
                <a:gd name="connsiteY9" fmla="*/ 115920 h 820008"/>
                <a:gd name="connsiteX10" fmla="*/ 646271 w 1031222"/>
                <a:gd name="connsiteY10" fmla="*/ 128303 h 820008"/>
                <a:gd name="connsiteX11" fmla="*/ 584835 w 1031222"/>
                <a:gd name="connsiteY11" fmla="*/ 200122 h 820008"/>
                <a:gd name="connsiteX12" fmla="*/ 453295 w 1031222"/>
                <a:gd name="connsiteY12" fmla="*/ 223077 h 820008"/>
                <a:gd name="connsiteX13" fmla="*/ 300323 w 1031222"/>
                <a:gd name="connsiteY13" fmla="*/ 277750 h 820008"/>
                <a:gd name="connsiteX14" fmla="*/ 61151 w 1031222"/>
                <a:gd name="connsiteY14" fmla="*/ 414529 h 820008"/>
                <a:gd name="connsiteX15" fmla="*/ 0 w 1031222"/>
                <a:gd name="connsiteY15" fmla="*/ 659893 h 820008"/>
                <a:gd name="connsiteX16" fmla="*/ 367379 w 1031222"/>
                <a:gd name="connsiteY16" fmla="*/ 820009 h 820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1222" h="820008">
                  <a:moveTo>
                    <a:pt x="367284" y="820009"/>
                  </a:moveTo>
                  <a:cubicBezTo>
                    <a:pt x="384715" y="767335"/>
                    <a:pt x="390049" y="685801"/>
                    <a:pt x="478250" y="640653"/>
                  </a:cubicBezTo>
                  <a:cubicBezTo>
                    <a:pt x="566452" y="595409"/>
                    <a:pt x="667607" y="534830"/>
                    <a:pt x="722852" y="495016"/>
                  </a:cubicBezTo>
                  <a:cubicBezTo>
                    <a:pt x="792385" y="445009"/>
                    <a:pt x="840296" y="393003"/>
                    <a:pt x="903542" y="336520"/>
                  </a:cubicBezTo>
                  <a:cubicBezTo>
                    <a:pt x="966788" y="280036"/>
                    <a:pt x="1010031" y="230887"/>
                    <a:pt x="1027748" y="206027"/>
                  </a:cubicBezTo>
                  <a:cubicBezTo>
                    <a:pt x="1044417" y="182595"/>
                    <a:pt x="998792" y="125922"/>
                    <a:pt x="940499" y="135828"/>
                  </a:cubicBezTo>
                  <a:cubicBezTo>
                    <a:pt x="940499" y="135828"/>
                    <a:pt x="968217" y="103443"/>
                    <a:pt x="989171" y="66391"/>
                  </a:cubicBezTo>
                  <a:cubicBezTo>
                    <a:pt x="1009841" y="29815"/>
                    <a:pt x="996601" y="6002"/>
                    <a:pt x="946404" y="382"/>
                  </a:cubicBezTo>
                  <a:cubicBezTo>
                    <a:pt x="916496" y="-2951"/>
                    <a:pt x="890969" y="15813"/>
                    <a:pt x="864680" y="45055"/>
                  </a:cubicBezTo>
                  <a:cubicBezTo>
                    <a:pt x="812387" y="24195"/>
                    <a:pt x="759619" y="75439"/>
                    <a:pt x="724186" y="115920"/>
                  </a:cubicBezTo>
                  <a:cubicBezTo>
                    <a:pt x="707327" y="95823"/>
                    <a:pt x="688753" y="87250"/>
                    <a:pt x="646271" y="128303"/>
                  </a:cubicBezTo>
                  <a:cubicBezTo>
                    <a:pt x="620744" y="152973"/>
                    <a:pt x="623507" y="153163"/>
                    <a:pt x="584835" y="200122"/>
                  </a:cubicBezTo>
                  <a:cubicBezTo>
                    <a:pt x="555212" y="194407"/>
                    <a:pt x="517112" y="202789"/>
                    <a:pt x="453295" y="223077"/>
                  </a:cubicBezTo>
                  <a:cubicBezTo>
                    <a:pt x="348520" y="256510"/>
                    <a:pt x="380714" y="249270"/>
                    <a:pt x="300323" y="277750"/>
                  </a:cubicBezTo>
                  <a:cubicBezTo>
                    <a:pt x="196025" y="314707"/>
                    <a:pt x="97346" y="353855"/>
                    <a:pt x="61151" y="414529"/>
                  </a:cubicBezTo>
                  <a:cubicBezTo>
                    <a:pt x="24956" y="475204"/>
                    <a:pt x="0" y="659893"/>
                    <a:pt x="0" y="659893"/>
                  </a:cubicBezTo>
                  <a:lnTo>
                    <a:pt x="367379" y="820009"/>
                  </a:ln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1920D366-8AD8-CF46-0DE2-6D0C74F6DB66}"/>
                </a:ext>
              </a:extLst>
            </p:cNvPr>
            <p:cNvSpPr/>
            <p:nvPr/>
          </p:nvSpPr>
          <p:spPr>
            <a:xfrm>
              <a:off x="9795084" y="2530615"/>
              <a:ext cx="33450" cy="38533"/>
            </a:xfrm>
            <a:custGeom>
              <a:avLst/>
              <a:gdLst>
                <a:gd name="connsiteX0" fmla="*/ 12528 w 193566"/>
                <a:gd name="connsiteY0" fmla="*/ 216614 h 216614"/>
                <a:gd name="connsiteX1" fmla="*/ 1384 w 193566"/>
                <a:gd name="connsiteY1" fmla="*/ 209851 h 216614"/>
                <a:gd name="connsiteX2" fmla="*/ 6813 w 193566"/>
                <a:gd name="connsiteY2" fmla="*/ 192897 h 216614"/>
                <a:gd name="connsiteX3" fmla="*/ 167119 w 193566"/>
                <a:gd name="connsiteY3" fmla="*/ 63833 h 216614"/>
                <a:gd name="connsiteX4" fmla="*/ 166357 w 193566"/>
                <a:gd name="connsiteY4" fmla="*/ 46974 h 216614"/>
                <a:gd name="connsiteX5" fmla="*/ 133114 w 193566"/>
                <a:gd name="connsiteY5" fmla="*/ 24685 h 216614"/>
                <a:gd name="connsiteX6" fmla="*/ 124161 w 193566"/>
                <a:gd name="connsiteY6" fmla="*/ 9350 h 216614"/>
                <a:gd name="connsiteX7" fmla="*/ 139496 w 193566"/>
                <a:gd name="connsiteY7" fmla="*/ 397 h 216614"/>
                <a:gd name="connsiteX8" fmla="*/ 188455 w 193566"/>
                <a:gd name="connsiteY8" fmla="*/ 35163 h 216614"/>
                <a:gd name="connsiteX9" fmla="*/ 191026 w 193566"/>
                <a:gd name="connsiteY9" fmla="*/ 71263 h 216614"/>
                <a:gd name="connsiteX10" fmla="*/ 18243 w 193566"/>
                <a:gd name="connsiteY10" fmla="*/ 215090 h 216614"/>
                <a:gd name="connsiteX11" fmla="*/ 12528 w 193566"/>
                <a:gd name="connsiteY11" fmla="*/ 216519 h 216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566" h="216614">
                  <a:moveTo>
                    <a:pt x="12528" y="216614"/>
                  </a:moveTo>
                  <a:cubicBezTo>
                    <a:pt x="7956" y="216614"/>
                    <a:pt x="3574" y="214138"/>
                    <a:pt x="1384" y="209851"/>
                  </a:cubicBezTo>
                  <a:cubicBezTo>
                    <a:pt x="-1760" y="203660"/>
                    <a:pt x="622" y="196135"/>
                    <a:pt x="6813" y="192897"/>
                  </a:cubicBezTo>
                  <a:cubicBezTo>
                    <a:pt x="46627" y="172323"/>
                    <a:pt x="153022" y="108982"/>
                    <a:pt x="167119" y="63833"/>
                  </a:cubicBezTo>
                  <a:cubicBezTo>
                    <a:pt x="169214" y="57166"/>
                    <a:pt x="168929" y="51832"/>
                    <a:pt x="166357" y="46974"/>
                  </a:cubicBezTo>
                  <a:cubicBezTo>
                    <a:pt x="160547" y="36116"/>
                    <a:pt x="150355" y="29258"/>
                    <a:pt x="133114" y="24685"/>
                  </a:cubicBezTo>
                  <a:cubicBezTo>
                    <a:pt x="126447" y="22876"/>
                    <a:pt x="122447" y="16018"/>
                    <a:pt x="124161" y="9350"/>
                  </a:cubicBezTo>
                  <a:cubicBezTo>
                    <a:pt x="125971" y="2683"/>
                    <a:pt x="132829" y="-1318"/>
                    <a:pt x="139496" y="397"/>
                  </a:cubicBezTo>
                  <a:cubicBezTo>
                    <a:pt x="154736" y="4397"/>
                    <a:pt x="176358" y="12398"/>
                    <a:pt x="188455" y="35163"/>
                  </a:cubicBezTo>
                  <a:cubicBezTo>
                    <a:pt x="194265" y="46021"/>
                    <a:pt x="195122" y="58118"/>
                    <a:pt x="191026" y="71263"/>
                  </a:cubicBezTo>
                  <a:cubicBezTo>
                    <a:pt x="171310" y="134509"/>
                    <a:pt x="33864" y="207089"/>
                    <a:pt x="18243" y="215090"/>
                  </a:cubicBezTo>
                  <a:cubicBezTo>
                    <a:pt x="16433" y="216043"/>
                    <a:pt x="14433" y="216519"/>
                    <a:pt x="12528" y="216519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5DC67620-3C6A-B2F7-CA5A-70FC17CA919A}"/>
                </a:ext>
              </a:extLst>
            </p:cNvPr>
            <p:cNvSpPr/>
            <p:nvPr/>
          </p:nvSpPr>
          <p:spPr>
            <a:xfrm>
              <a:off x="9806272" y="2519517"/>
              <a:ext cx="72686" cy="43531"/>
            </a:xfrm>
            <a:custGeom>
              <a:avLst/>
              <a:gdLst>
                <a:gd name="connsiteX0" fmla="*/ 12555 w 420620"/>
                <a:gd name="connsiteY0" fmla="*/ 244711 h 244710"/>
                <a:gd name="connsiteX1" fmla="*/ 77 w 420620"/>
                <a:gd name="connsiteY1" fmla="*/ 233567 h 244710"/>
                <a:gd name="connsiteX2" fmla="*/ 11126 w 420620"/>
                <a:gd name="connsiteY2" fmla="*/ 219660 h 244710"/>
                <a:gd name="connsiteX3" fmla="*/ 289923 w 420620"/>
                <a:gd name="connsiteY3" fmla="*/ 69832 h 244710"/>
                <a:gd name="connsiteX4" fmla="*/ 404318 w 420620"/>
                <a:gd name="connsiteY4" fmla="*/ 585 h 244710"/>
                <a:gd name="connsiteX5" fmla="*/ 420035 w 420620"/>
                <a:gd name="connsiteY5" fmla="*/ 8777 h 244710"/>
                <a:gd name="connsiteX6" fmla="*/ 411843 w 420620"/>
                <a:gd name="connsiteY6" fmla="*/ 24493 h 244710"/>
                <a:gd name="connsiteX7" fmla="*/ 303734 w 420620"/>
                <a:gd name="connsiteY7" fmla="*/ 90692 h 244710"/>
                <a:gd name="connsiteX8" fmla="*/ 13889 w 420620"/>
                <a:gd name="connsiteY8" fmla="*/ 244616 h 244710"/>
                <a:gd name="connsiteX9" fmla="*/ 12460 w 420620"/>
                <a:gd name="connsiteY9" fmla="*/ 244616 h 24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0620" h="244710">
                  <a:moveTo>
                    <a:pt x="12555" y="244711"/>
                  </a:moveTo>
                  <a:cubicBezTo>
                    <a:pt x="6269" y="244711"/>
                    <a:pt x="840" y="239948"/>
                    <a:pt x="77" y="233567"/>
                  </a:cubicBezTo>
                  <a:cubicBezTo>
                    <a:pt x="-685" y="226709"/>
                    <a:pt x="4268" y="220422"/>
                    <a:pt x="11126" y="219660"/>
                  </a:cubicBezTo>
                  <a:cubicBezTo>
                    <a:pt x="75611" y="212326"/>
                    <a:pt x="199436" y="129935"/>
                    <a:pt x="289923" y="69832"/>
                  </a:cubicBezTo>
                  <a:cubicBezTo>
                    <a:pt x="344978" y="33256"/>
                    <a:pt x="384792" y="6777"/>
                    <a:pt x="404318" y="585"/>
                  </a:cubicBezTo>
                  <a:cubicBezTo>
                    <a:pt x="410891" y="-1510"/>
                    <a:pt x="417939" y="2205"/>
                    <a:pt x="420035" y="8777"/>
                  </a:cubicBezTo>
                  <a:cubicBezTo>
                    <a:pt x="422130" y="15349"/>
                    <a:pt x="418415" y="22398"/>
                    <a:pt x="411843" y="24493"/>
                  </a:cubicBezTo>
                  <a:cubicBezTo>
                    <a:pt x="395651" y="29637"/>
                    <a:pt x="350978" y="59259"/>
                    <a:pt x="303734" y="90692"/>
                  </a:cubicBezTo>
                  <a:cubicBezTo>
                    <a:pt x="206008" y="155652"/>
                    <a:pt x="84374" y="236520"/>
                    <a:pt x="13889" y="244616"/>
                  </a:cubicBezTo>
                  <a:cubicBezTo>
                    <a:pt x="13413" y="244616"/>
                    <a:pt x="12936" y="244616"/>
                    <a:pt x="12460" y="244616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98ED18E6-2316-3240-786E-8910876CB179}"/>
                </a:ext>
              </a:extLst>
            </p:cNvPr>
            <p:cNvSpPr/>
            <p:nvPr/>
          </p:nvSpPr>
          <p:spPr>
            <a:xfrm>
              <a:off x="9824164" y="2516809"/>
              <a:ext cx="18251" cy="22282"/>
            </a:xfrm>
            <a:custGeom>
              <a:avLst/>
              <a:gdLst>
                <a:gd name="connsiteX0" fmla="*/ 12555 w 105616"/>
                <a:gd name="connsiteY0" fmla="*/ 125256 h 125256"/>
                <a:gd name="connsiteX1" fmla="*/ 4839 w 105616"/>
                <a:gd name="connsiteY1" fmla="*/ 122589 h 125256"/>
                <a:gd name="connsiteX2" fmla="*/ 2649 w 105616"/>
                <a:gd name="connsiteY2" fmla="*/ 104968 h 125256"/>
                <a:gd name="connsiteX3" fmla="*/ 83516 w 105616"/>
                <a:gd name="connsiteY3" fmla="*/ 4384 h 125256"/>
                <a:gd name="connsiteX4" fmla="*/ 101232 w 105616"/>
                <a:gd name="connsiteY4" fmla="*/ 3050 h 125256"/>
                <a:gd name="connsiteX5" fmla="*/ 102566 w 105616"/>
                <a:gd name="connsiteY5" fmla="*/ 20767 h 125256"/>
                <a:gd name="connsiteX6" fmla="*/ 22461 w 105616"/>
                <a:gd name="connsiteY6" fmla="*/ 120398 h 125256"/>
                <a:gd name="connsiteX7" fmla="*/ 12555 w 105616"/>
                <a:gd name="connsiteY7" fmla="*/ 125256 h 12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616" h="125256">
                  <a:moveTo>
                    <a:pt x="12555" y="125256"/>
                  </a:moveTo>
                  <a:cubicBezTo>
                    <a:pt x="9888" y="125256"/>
                    <a:pt x="7125" y="124399"/>
                    <a:pt x="4839" y="122589"/>
                  </a:cubicBezTo>
                  <a:cubicBezTo>
                    <a:pt x="-590" y="118303"/>
                    <a:pt x="-1638" y="110492"/>
                    <a:pt x="2649" y="104968"/>
                  </a:cubicBezTo>
                  <a:cubicBezTo>
                    <a:pt x="28176" y="72107"/>
                    <a:pt x="64180" y="26958"/>
                    <a:pt x="83516" y="4384"/>
                  </a:cubicBezTo>
                  <a:cubicBezTo>
                    <a:pt x="87993" y="-855"/>
                    <a:pt x="95994" y="-1522"/>
                    <a:pt x="101232" y="3050"/>
                  </a:cubicBezTo>
                  <a:cubicBezTo>
                    <a:pt x="106471" y="7527"/>
                    <a:pt x="107138" y="15528"/>
                    <a:pt x="102566" y="20767"/>
                  </a:cubicBezTo>
                  <a:cubicBezTo>
                    <a:pt x="85992" y="40103"/>
                    <a:pt x="51512" y="82965"/>
                    <a:pt x="22461" y="120398"/>
                  </a:cubicBezTo>
                  <a:cubicBezTo>
                    <a:pt x="19984" y="123542"/>
                    <a:pt x="16269" y="125256"/>
                    <a:pt x="12555" y="125256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8A39442F-9A2D-A793-FE0D-36103FBF4FB2}"/>
                </a:ext>
              </a:extLst>
            </p:cNvPr>
            <p:cNvSpPr/>
            <p:nvPr/>
          </p:nvSpPr>
          <p:spPr>
            <a:xfrm>
              <a:off x="9830475" y="2503934"/>
              <a:ext cx="36578" cy="48034"/>
            </a:xfrm>
            <a:custGeom>
              <a:avLst/>
              <a:gdLst>
                <a:gd name="connsiteX0" fmla="*/ 12514 w 211671"/>
                <a:gd name="connsiteY0" fmla="*/ 270023 h 270023"/>
                <a:gd name="connsiteX1" fmla="*/ 4799 w 211671"/>
                <a:gd name="connsiteY1" fmla="*/ 267356 h 270023"/>
                <a:gd name="connsiteX2" fmla="*/ 2608 w 211671"/>
                <a:gd name="connsiteY2" fmla="*/ 249735 h 270023"/>
                <a:gd name="connsiteX3" fmla="*/ 77284 w 211671"/>
                <a:gd name="connsiteY3" fmla="*/ 148103 h 270023"/>
                <a:gd name="connsiteX4" fmla="*/ 137863 w 211671"/>
                <a:gd name="connsiteY4" fmla="*/ 67045 h 270023"/>
                <a:gd name="connsiteX5" fmla="*/ 160247 w 211671"/>
                <a:gd name="connsiteY5" fmla="*/ 39709 h 270023"/>
                <a:gd name="connsiteX6" fmla="*/ 189679 w 211671"/>
                <a:gd name="connsiteY6" fmla="*/ 4276 h 270023"/>
                <a:gd name="connsiteX7" fmla="*/ 207396 w 211671"/>
                <a:gd name="connsiteY7" fmla="*/ 3132 h 270023"/>
                <a:gd name="connsiteX8" fmla="*/ 208539 w 211671"/>
                <a:gd name="connsiteY8" fmla="*/ 20849 h 270023"/>
                <a:gd name="connsiteX9" fmla="*/ 179773 w 211671"/>
                <a:gd name="connsiteY9" fmla="*/ 55425 h 270023"/>
                <a:gd name="connsiteX10" fmla="*/ 157104 w 211671"/>
                <a:gd name="connsiteY10" fmla="*/ 83143 h 270023"/>
                <a:gd name="connsiteX11" fmla="*/ 97858 w 211671"/>
                <a:gd name="connsiteY11" fmla="*/ 162486 h 270023"/>
                <a:gd name="connsiteX12" fmla="*/ 22420 w 211671"/>
                <a:gd name="connsiteY12" fmla="*/ 265070 h 270023"/>
                <a:gd name="connsiteX13" fmla="*/ 12514 w 211671"/>
                <a:gd name="connsiteY13" fmla="*/ 269928 h 27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1671" h="270023">
                  <a:moveTo>
                    <a:pt x="12514" y="270023"/>
                  </a:moveTo>
                  <a:cubicBezTo>
                    <a:pt x="9847" y="270023"/>
                    <a:pt x="7085" y="269166"/>
                    <a:pt x="4799" y="267356"/>
                  </a:cubicBezTo>
                  <a:cubicBezTo>
                    <a:pt x="-630" y="263070"/>
                    <a:pt x="-1583" y="255164"/>
                    <a:pt x="2608" y="249735"/>
                  </a:cubicBezTo>
                  <a:cubicBezTo>
                    <a:pt x="33564" y="210206"/>
                    <a:pt x="56805" y="177249"/>
                    <a:pt x="77284" y="148103"/>
                  </a:cubicBezTo>
                  <a:cubicBezTo>
                    <a:pt x="98525" y="117909"/>
                    <a:pt x="116908" y="91906"/>
                    <a:pt x="137863" y="67045"/>
                  </a:cubicBezTo>
                  <a:cubicBezTo>
                    <a:pt x="145483" y="57997"/>
                    <a:pt x="153008" y="48662"/>
                    <a:pt x="160247" y="39709"/>
                  </a:cubicBezTo>
                  <a:cubicBezTo>
                    <a:pt x="170344" y="27136"/>
                    <a:pt x="179964" y="15324"/>
                    <a:pt x="189679" y="4276"/>
                  </a:cubicBezTo>
                  <a:cubicBezTo>
                    <a:pt x="194251" y="-963"/>
                    <a:pt x="202157" y="-1439"/>
                    <a:pt x="207396" y="3132"/>
                  </a:cubicBezTo>
                  <a:cubicBezTo>
                    <a:pt x="212635" y="7705"/>
                    <a:pt x="213111" y="15610"/>
                    <a:pt x="208539" y="20849"/>
                  </a:cubicBezTo>
                  <a:cubicBezTo>
                    <a:pt x="199204" y="31517"/>
                    <a:pt x="189774" y="43138"/>
                    <a:pt x="179773" y="55425"/>
                  </a:cubicBezTo>
                  <a:cubicBezTo>
                    <a:pt x="172439" y="64473"/>
                    <a:pt x="164914" y="73903"/>
                    <a:pt x="157104" y="83143"/>
                  </a:cubicBezTo>
                  <a:cubicBezTo>
                    <a:pt x="136911" y="107146"/>
                    <a:pt x="118813" y="132768"/>
                    <a:pt x="97858" y="162486"/>
                  </a:cubicBezTo>
                  <a:cubicBezTo>
                    <a:pt x="77189" y="191823"/>
                    <a:pt x="53757" y="225065"/>
                    <a:pt x="22420" y="265070"/>
                  </a:cubicBezTo>
                  <a:cubicBezTo>
                    <a:pt x="19944" y="268213"/>
                    <a:pt x="16229" y="269928"/>
                    <a:pt x="12514" y="269928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1703CED9-F8C8-23F4-07BC-7F0C099B0F2E}"/>
                </a:ext>
              </a:extLst>
            </p:cNvPr>
            <p:cNvSpPr/>
            <p:nvPr/>
          </p:nvSpPr>
          <p:spPr>
            <a:xfrm>
              <a:off x="9373444" y="2552493"/>
              <a:ext cx="415740" cy="360361"/>
            </a:xfrm>
            <a:custGeom>
              <a:avLst/>
              <a:gdLst>
                <a:gd name="connsiteX0" fmla="*/ 506318 w 2405793"/>
                <a:gd name="connsiteY0" fmla="*/ 2025777 h 2025776"/>
                <a:gd name="connsiteX1" fmla="*/ 1159638 w 2405793"/>
                <a:gd name="connsiteY1" fmla="*/ 2025777 h 2025776"/>
                <a:gd name="connsiteX2" fmla="*/ 1174402 w 2405793"/>
                <a:gd name="connsiteY2" fmla="*/ 1381697 h 2025776"/>
                <a:gd name="connsiteX3" fmla="*/ 1537399 w 2405793"/>
                <a:gd name="connsiteY3" fmla="*/ 1774698 h 2025776"/>
                <a:gd name="connsiteX4" fmla="*/ 2142618 w 2405793"/>
                <a:gd name="connsiteY4" fmla="*/ 1581817 h 2025776"/>
                <a:gd name="connsiteX5" fmla="*/ 2405794 w 2405793"/>
                <a:gd name="connsiteY5" fmla="*/ 430435 h 2025776"/>
                <a:gd name="connsiteX6" fmla="*/ 1942307 w 2405793"/>
                <a:gd name="connsiteY6" fmla="*/ 314706 h 2025776"/>
                <a:gd name="connsiteX7" fmla="*/ 1730947 w 2405793"/>
                <a:gd name="connsiteY7" fmla="*/ 1069277 h 2025776"/>
                <a:gd name="connsiteX8" fmla="*/ 1201929 w 2405793"/>
                <a:gd name="connsiteY8" fmla="*/ 223171 h 2025776"/>
                <a:gd name="connsiteX9" fmla="*/ 622142 w 2405793"/>
                <a:gd name="connsiteY9" fmla="*/ 8096 h 2025776"/>
                <a:gd name="connsiteX10" fmla="*/ 178658 w 2405793"/>
                <a:gd name="connsiteY10" fmla="*/ 0 h 2025776"/>
                <a:gd name="connsiteX11" fmla="*/ 27115 w 2405793"/>
                <a:gd name="connsiteY11" fmla="*/ 1413034 h 2025776"/>
                <a:gd name="connsiteX12" fmla="*/ 506223 w 2405793"/>
                <a:gd name="connsiteY12" fmla="*/ 2025682 h 202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05793" h="2025776">
                  <a:moveTo>
                    <a:pt x="506318" y="2025777"/>
                  </a:moveTo>
                  <a:lnTo>
                    <a:pt x="1159638" y="2025777"/>
                  </a:lnTo>
                  <a:cubicBezTo>
                    <a:pt x="1153447" y="1961674"/>
                    <a:pt x="1145922" y="1572006"/>
                    <a:pt x="1174402" y="1381697"/>
                  </a:cubicBezTo>
                  <a:cubicBezTo>
                    <a:pt x="1288130" y="1533620"/>
                    <a:pt x="1412527" y="1679257"/>
                    <a:pt x="1537399" y="1774698"/>
                  </a:cubicBezTo>
                  <a:cubicBezTo>
                    <a:pt x="1789240" y="1967294"/>
                    <a:pt x="2068037" y="1888522"/>
                    <a:pt x="2142618" y="1581817"/>
                  </a:cubicBezTo>
                  <a:cubicBezTo>
                    <a:pt x="2217199" y="1275398"/>
                    <a:pt x="2405794" y="430435"/>
                    <a:pt x="2405794" y="430435"/>
                  </a:cubicBezTo>
                  <a:lnTo>
                    <a:pt x="1942307" y="314706"/>
                  </a:lnTo>
                  <a:lnTo>
                    <a:pt x="1730947" y="1069277"/>
                  </a:lnTo>
                  <a:cubicBezTo>
                    <a:pt x="1608170" y="858964"/>
                    <a:pt x="1326230" y="382143"/>
                    <a:pt x="1201929" y="223171"/>
                  </a:cubicBezTo>
                  <a:cubicBezTo>
                    <a:pt x="1125824" y="125825"/>
                    <a:pt x="942849" y="18764"/>
                    <a:pt x="622142" y="8096"/>
                  </a:cubicBezTo>
                  <a:lnTo>
                    <a:pt x="178658" y="0"/>
                  </a:lnTo>
                  <a:cubicBezTo>
                    <a:pt x="178658" y="0"/>
                    <a:pt x="-83184" y="1214914"/>
                    <a:pt x="27115" y="1413034"/>
                  </a:cubicBezTo>
                  <a:cubicBezTo>
                    <a:pt x="137415" y="1611154"/>
                    <a:pt x="506223" y="2025682"/>
                    <a:pt x="506223" y="202568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50E86A18-9738-142B-5342-1F6722BA08A4}"/>
                </a:ext>
              </a:extLst>
            </p:cNvPr>
            <p:cNvSpPr/>
            <p:nvPr/>
          </p:nvSpPr>
          <p:spPr>
            <a:xfrm>
              <a:off x="9671396" y="2742230"/>
              <a:ext cx="13523" cy="20791"/>
            </a:xfrm>
            <a:custGeom>
              <a:avLst/>
              <a:gdLst>
                <a:gd name="connsiteX0" fmla="*/ 65726 w 78256"/>
                <a:gd name="connsiteY0" fmla="*/ 116780 h 116875"/>
                <a:gd name="connsiteX1" fmla="*/ 54867 w 78256"/>
                <a:gd name="connsiteY1" fmla="*/ 110493 h 116875"/>
                <a:gd name="connsiteX2" fmla="*/ 1718 w 78256"/>
                <a:gd name="connsiteY2" fmla="*/ 18863 h 116875"/>
                <a:gd name="connsiteX3" fmla="*/ 6195 w 78256"/>
                <a:gd name="connsiteY3" fmla="*/ 1718 h 116875"/>
                <a:gd name="connsiteX4" fmla="*/ 23340 w 78256"/>
                <a:gd name="connsiteY4" fmla="*/ 6195 h 116875"/>
                <a:gd name="connsiteX5" fmla="*/ 76584 w 78256"/>
                <a:gd name="connsiteY5" fmla="*/ 98016 h 116875"/>
                <a:gd name="connsiteX6" fmla="*/ 72013 w 78256"/>
                <a:gd name="connsiteY6" fmla="*/ 115161 h 116875"/>
                <a:gd name="connsiteX7" fmla="*/ 65726 w 78256"/>
                <a:gd name="connsiteY7" fmla="*/ 116875 h 1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56" h="116875">
                  <a:moveTo>
                    <a:pt x="65726" y="116780"/>
                  </a:moveTo>
                  <a:cubicBezTo>
                    <a:pt x="61345" y="116780"/>
                    <a:pt x="57154" y="114494"/>
                    <a:pt x="54867" y="110493"/>
                  </a:cubicBezTo>
                  <a:cubicBezTo>
                    <a:pt x="54677" y="110113"/>
                    <a:pt x="34389" y="74965"/>
                    <a:pt x="1718" y="18863"/>
                  </a:cubicBezTo>
                  <a:cubicBezTo>
                    <a:pt x="-1806" y="12862"/>
                    <a:pt x="289" y="5147"/>
                    <a:pt x="6195" y="1718"/>
                  </a:cubicBezTo>
                  <a:cubicBezTo>
                    <a:pt x="12196" y="-1806"/>
                    <a:pt x="19911" y="289"/>
                    <a:pt x="23340" y="6195"/>
                  </a:cubicBezTo>
                  <a:cubicBezTo>
                    <a:pt x="56106" y="62392"/>
                    <a:pt x="76394" y="97635"/>
                    <a:pt x="76584" y="98016"/>
                  </a:cubicBezTo>
                  <a:cubicBezTo>
                    <a:pt x="80014" y="104016"/>
                    <a:pt x="78013" y="111732"/>
                    <a:pt x="72013" y="115161"/>
                  </a:cubicBezTo>
                  <a:cubicBezTo>
                    <a:pt x="70012" y="116304"/>
                    <a:pt x="67917" y="116875"/>
                    <a:pt x="65726" y="116875"/>
                  </a:cubicBezTo>
                  <a:close/>
                </a:path>
              </a:pathLst>
            </a:custGeom>
            <a:solidFill>
              <a:srgbClr val="0679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90BD8A6-489E-AEFD-3CE7-947681FEA3DB}"/>
                </a:ext>
              </a:extLst>
            </p:cNvPr>
            <p:cNvSpPr/>
            <p:nvPr/>
          </p:nvSpPr>
          <p:spPr>
            <a:xfrm>
              <a:off x="9378146" y="2447325"/>
              <a:ext cx="103533" cy="108310"/>
            </a:xfrm>
            <a:custGeom>
              <a:avLst/>
              <a:gdLst>
                <a:gd name="connsiteX0" fmla="*/ 599125 w 599124"/>
                <a:gd name="connsiteY0" fmla="*/ 191914 h 608865"/>
                <a:gd name="connsiteX1" fmla="*/ 594934 w 599124"/>
                <a:gd name="connsiteY1" fmla="*/ 599299 h 608865"/>
                <a:gd name="connsiteX2" fmla="*/ 90966 w 599124"/>
                <a:gd name="connsiteY2" fmla="*/ 599299 h 608865"/>
                <a:gd name="connsiteX3" fmla="*/ 2 w 599124"/>
                <a:gd name="connsiteY3" fmla="*/ 38467 h 608865"/>
                <a:gd name="connsiteX4" fmla="*/ 599125 w 599124"/>
                <a:gd name="connsiteY4" fmla="*/ 191914 h 60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9124" h="608865">
                  <a:moveTo>
                    <a:pt x="599125" y="191914"/>
                  </a:moveTo>
                  <a:cubicBezTo>
                    <a:pt x="563882" y="282307"/>
                    <a:pt x="549595" y="479569"/>
                    <a:pt x="594934" y="599299"/>
                  </a:cubicBezTo>
                  <a:cubicBezTo>
                    <a:pt x="522734" y="620825"/>
                    <a:pt x="90966" y="599299"/>
                    <a:pt x="90966" y="599299"/>
                  </a:cubicBezTo>
                  <a:cubicBezTo>
                    <a:pt x="1050" y="100189"/>
                    <a:pt x="383" y="81805"/>
                    <a:pt x="2" y="38467"/>
                  </a:cubicBezTo>
                  <a:cubicBezTo>
                    <a:pt x="-1331" y="-103170"/>
                    <a:pt x="599125" y="191914"/>
                    <a:pt x="599125" y="191914"/>
                  </a:cubicBez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66CD07F6-5E4A-B82A-2C4B-BF71280CE6C2}"/>
                </a:ext>
              </a:extLst>
            </p:cNvPr>
            <p:cNvSpPr/>
            <p:nvPr/>
          </p:nvSpPr>
          <p:spPr>
            <a:xfrm>
              <a:off x="9207835" y="2583585"/>
              <a:ext cx="99418" cy="331506"/>
            </a:xfrm>
            <a:custGeom>
              <a:avLst/>
              <a:gdLst>
                <a:gd name="connsiteX0" fmla="*/ 100396 w 575312"/>
                <a:gd name="connsiteY0" fmla="*/ 1863471 h 1863566"/>
                <a:gd name="connsiteX1" fmla="*/ 93157 w 575312"/>
                <a:gd name="connsiteY1" fmla="*/ 1861185 h 1863566"/>
                <a:gd name="connsiteX2" fmla="*/ 1622 w 575312"/>
                <a:gd name="connsiteY2" fmla="*/ 1597248 h 1863566"/>
                <a:gd name="connsiteX3" fmla="*/ 77441 w 575312"/>
                <a:gd name="connsiteY3" fmla="*/ 1113663 h 1863566"/>
                <a:gd name="connsiteX4" fmla="*/ 105635 w 575312"/>
                <a:gd name="connsiteY4" fmla="*/ 905161 h 1863566"/>
                <a:gd name="connsiteX5" fmla="*/ 215744 w 575312"/>
                <a:gd name="connsiteY5" fmla="*/ 440912 h 1863566"/>
                <a:gd name="connsiteX6" fmla="*/ 218125 w 575312"/>
                <a:gd name="connsiteY6" fmla="*/ 436817 h 1863566"/>
                <a:gd name="connsiteX7" fmla="*/ 556453 w 575312"/>
                <a:gd name="connsiteY7" fmla="*/ 1715 h 1863566"/>
                <a:gd name="connsiteX8" fmla="*/ 573598 w 575312"/>
                <a:gd name="connsiteY8" fmla="*/ 6287 h 1863566"/>
                <a:gd name="connsiteX9" fmla="*/ 569026 w 575312"/>
                <a:gd name="connsiteY9" fmla="*/ 23432 h 1863566"/>
                <a:gd name="connsiteX10" fmla="*/ 239747 w 575312"/>
                <a:gd name="connsiteY10" fmla="*/ 449580 h 1863566"/>
                <a:gd name="connsiteX11" fmla="*/ 237366 w 575312"/>
                <a:gd name="connsiteY11" fmla="*/ 453676 h 1863566"/>
                <a:gd name="connsiteX12" fmla="*/ 130686 w 575312"/>
                <a:gd name="connsiteY12" fmla="*/ 906590 h 1863566"/>
                <a:gd name="connsiteX13" fmla="*/ 101158 w 575312"/>
                <a:gd name="connsiteY13" fmla="*/ 1122045 h 1863566"/>
                <a:gd name="connsiteX14" fmla="*/ 26673 w 575312"/>
                <a:gd name="connsiteY14" fmla="*/ 1595819 h 1863566"/>
                <a:gd name="connsiteX15" fmla="*/ 107540 w 575312"/>
                <a:gd name="connsiteY15" fmla="*/ 1840706 h 1863566"/>
                <a:gd name="connsiteX16" fmla="*/ 110588 w 575312"/>
                <a:gd name="connsiteY16" fmla="*/ 1858232 h 1863566"/>
                <a:gd name="connsiteX17" fmla="*/ 100301 w 575312"/>
                <a:gd name="connsiteY17" fmla="*/ 1863566 h 1863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5312" h="1863566">
                  <a:moveTo>
                    <a:pt x="100396" y="1863471"/>
                  </a:moveTo>
                  <a:cubicBezTo>
                    <a:pt x="97920" y="1863471"/>
                    <a:pt x="95348" y="1862709"/>
                    <a:pt x="93157" y="1861185"/>
                  </a:cubicBezTo>
                  <a:cubicBezTo>
                    <a:pt x="43532" y="1826324"/>
                    <a:pt x="9337" y="1727740"/>
                    <a:pt x="1622" y="1597248"/>
                  </a:cubicBezTo>
                  <a:cubicBezTo>
                    <a:pt x="-7141" y="1448753"/>
                    <a:pt x="19815" y="1277017"/>
                    <a:pt x="77441" y="1113663"/>
                  </a:cubicBezTo>
                  <a:cubicBezTo>
                    <a:pt x="97062" y="1058132"/>
                    <a:pt x="101063" y="987266"/>
                    <a:pt x="105635" y="905161"/>
                  </a:cubicBezTo>
                  <a:cubicBezTo>
                    <a:pt x="113255" y="769049"/>
                    <a:pt x="122685" y="599694"/>
                    <a:pt x="215744" y="440912"/>
                  </a:cubicBezTo>
                  <a:lnTo>
                    <a:pt x="218125" y="436817"/>
                  </a:lnTo>
                  <a:cubicBezTo>
                    <a:pt x="292134" y="310515"/>
                    <a:pt x="429866" y="75343"/>
                    <a:pt x="556453" y="1715"/>
                  </a:cubicBezTo>
                  <a:cubicBezTo>
                    <a:pt x="562454" y="-1810"/>
                    <a:pt x="570169" y="286"/>
                    <a:pt x="573598" y="6287"/>
                  </a:cubicBezTo>
                  <a:cubicBezTo>
                    <a:pt x="577122" y="12287"/>
                    <a:pt x="575027" y="20002"/>
                    <a:pt x="569026" y="23432"/>
                  </a:cubicBezTo>
                  <a:cubicBezTo>
                    <a:pt x="448154" y="93821"/>
                    <a:pt x="307374" y="334042"/>
                    <a:pt x="239747" y="449580"/>
                  </a:cubicBezTo>
                  <a:lnTo>
                    <a:pt x="237366" y="453676"/>
                  </a:lnTo>
                  <a:cubicBezTo>
                    <a:pt x="147450" y="607124"/>
                    <a:pt x="138591" y="766286"/>
                    <a:pt x="130686" y="906590"/>
                  </a:cubicBezTo>
                  <a:cubicBezTo>
                    <a:pt x="126018" y="990600"/>
                    <a:pt x="121923" y="1063085"/>
                    <a:pt x="101158" y="1122045"/>
                  </a:cubicBezTo>
                  <a:cubicBezTo>
                    <a:pt x="44580" y="1282351"/>
                    <a:pt x="18100" y="1450658"/>
                    <a:pt x="26673" y="1595819"/>
                  </a:cubicBezTo>
                  <a:cubicBezTo>
                    <a:pt x="33816" y="1716881"/>
                    <a:pt x="64773" y="1810703"/>
                    <a:pt x="107540" y="1840706"/>
                  </a:cubicBezTo>
                  <a:cubicBezTo>
                    <a:pt x="113255" y="1844707"/>
                    <a:pt x="114588" y="1852517"/>
                    <a:pt x="110588" y="1858232"/>
                  </a:cubicBezTo>
                  <a:cubicBezTo>
                    <a:pt x="108111" y="1861757"/>
                    <a:pt x="104301" y="1863566"/>
                    <a:pt x="100301" y="1863566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AAB32AD9-5D83-7094-C7D6-9EF66FD1B06D}"/>
                </a:ext>
              </a:extLst>
            </p:cNvPr>
            <p:cNvSpPr/>
            <p:nvPr/>
          </p:nvSpPr>
          <p:spPr>
            <a:xfrm>
              <a:off x="9285872" y="2795717"/>
              <a:ext cx="36050" cy="71609"/>
            </a:xfrm>
            <a:custGeom>
              <a:avLst/>
              <a:gdLst>
                <a:gd name="connsiteX0" fmla="*/ 196024 w 208615"/>
                <a:gd name="connsiteY0" fmla="*/ 402551 h 402551"/>
                <a:gd name="connsiteX1" fmla="*/ 188309 w 208615"/>
                <a:gd name="connsiteY1" fmla="*/ 399884 h 402551"/>
                <a:gd name="connsiteX2" fmla="*/ 6096 w 208615"/>
                <a:gd name="connsiteY2" fmla="*/ 245103 h 402551"/>
                <a:gd name="connsiteX3" fmla="*/ 0 w 208615"/>
                <a:gd name="connsiteY3" fmla="*/ 238435 h 402551"/>
                <a:gd name="connsiteX4" fmla="*/ 4477 w 208615"/>
                <a:gd name="connsiteY4" fmla="*/ 230530 h 402551"/>
                <a:gd name="connsiteX5" fmla="*/ 67532 w 208615"/>
                <a:gd name="connsiteY5" fmla="*/ 124898 h 402551"/>
                <a:gd name="connsiteX6" fmla="*/ 138970 w 208615"/>
                <a:gd name="connsiteY6" fmla="*/ 6216 h 402551"/>
                <a:gd name="connsiteX7" fmla="*/ 156115 w 208615"/>
                <a:gd name="connsiteY7" fmla="*/ 1739 h 402551"/>
                <a:gd name="connsiteX8" fmla="*/ 160591 w 208615"/>
                <a:gd name="connsiteY8" fmla="*/ 18884 h 402551"/>
                <a:gd name="connsiteX9" fmla="*/ 88964 w 208615"/>
                <a:gd name="connsiteY9" fmla="*/ 137947 h 402551"/>
                <a:gd name="connsiteX10" fmla="*/ 30861 w 208615"/>
                <a:gd name="connsiteY10" fmla="*/ 234721 h 402551"/>
                <a:gd name="connsiteX11" fmla="*/ 203835 w 208615"/>
                <a:gd name="connsiteY11" fmla="*/ 380072 h 402551"/>
                <a:gd name="connsiteX12" fmla="*/ 205931 w 208615"/>
                <a:gd name="connsiteY12" fmla="*/ 397693 h 402551"/>
                <a:gd name="connsiteX13" fmla="*/ 196024 w 208615"/>
                <a:gd name="connsiteY13" fmla="*/ 402551 h 40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615" h="402551">
                  <a:moveTo>
                    <a:pt x="196024" y="402551"/>
                  </a:moveTo>
                  <a:cubicBezTo>
                    <a:pt x="193357" y="402551"/>
                    <a:pt x="190595" y="401694"/>
                    <a:pt x="188309" y="399884"/>
                  </a:cubicBezTo>
                  <a:cubicBezTo>
                    <a:pt x="182404" y="395312"/>
                    <a:pt x="43815" y="286537"/>
                    <a:pt x="6096" y="245103"/>
                  </a:cubicBezTo>
                  <a:lnTo>
                    <a:pt x="0" y="238435"/>
                  </a:lnTo>
                  <a:lnTo>
                    <a:pt x="4477" y="230530"/>
                  </a:lnTo>
                  <a:cubicBezTo>
                    <a:pt x="19240" y="204145"/>
                    <a:pt x="41624" y="167379"/>
                    <a:pt x="67532" y="124898"/>
                  </a:cubicBezTo>
                  <a:cubicBezTo>
                    <a:pt x="89916" y="88131"/>
                    <a:pt x="115252" y="46507"/>
                    <a:pt x="138970" y="6216"/>
                  </a:cubicBezTo>
                  <a:cubicBezTo>
                    <a:pt x="142494" y="215"/>
                    <a:pt x="150209" y="-1785"/>
                    <a:pt x="156115" y="1739"/>
                  </a:cubicBezTo>
                  <a:cubicBezTo>
                    <a:pt x="162115" y="5264"/>
                    <a:pt x="164116" y="12979"/>
                    <a:pt x="160591" y="18884"/>
                  </a:cubicBezTo>
                  <a:cubicBezTo>
                    <a:pt x="136779" y="59366"/>
                    <a:pt x="111347" y="101085"/>
                    <a:pt x="88964" y="137947"/>
                  </a:cubicBezTo>
                  <a:cubicBezTo>
                    <a:pt x="65723" y="176047"/>
                    <a:pt x="45339" y="209480"/>
                    <a:pt x="30861" y="234721"/>
                  </a:cubicBezTo>
                  <a:cubicBezTo>
                    <a:pt x="74867" y="278917"/>
                    <a:pt x="202406" y="379025"/>
                    <a:pt x="203835" y="380072"/>
                  </a:cubicBezTo>
                  <a:cubicBezTo>
                    <a:pt x="209264" y="384359"/>
                    <a:pt x="210217" y="392264"/>
                    <a:pt x="205931" y="397693"/>
                  </a:cubicBezTo>
                  <a:cubicBezTo>
                    <a:pt x="203454" y="400837"/>
                    <a:pt x="199739" y="402551"/>
                    <a:pt x="196024" y="402551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E576A0A9-C94C-88D1-DC33-D27BAFE2E006}"/>
                </a:ext>
              </a:extLst>
            </p:cNvPr>
            <p:cNvSpPr/>
            <p:nvPr/>
          </p:nvSpPr>
          <p:spPr>
            <a:xfrm>
              <a:off x="9307618" y="2770072"/>
              <a:ext cx="20556" cy="142783"/>
            </a:xfrm>
            <a:custGeom>
              <a:avLst/>
              <a:gdLst>
                <a:gd name="connsiteX0" fmla="*/ 106378 w 118953"/>
                <a:gd name="connsiteY0" fmla="*/ 802560 h 802655"/>
                <a:gd name="connsiteX1" fmla="*/ 93900 w 118953"/>
                <a:gd name="connsiteY1" fmla="*/ 791606 h 802655"/>
                <a:gd name="connsiteX2" fmla="*/ 79 w 118953"/>
                <a:gd name="connsiteY2" fmla="*/ 13985 h 802655"/>
                <a:gd name="connsiteX3" fmla="*/ 11128 w 118953"/>
                <a:gd name="connsiteY3" fmla="*/ 79 h 802655"/>
                <a:gd name="connsiteX4" fmla="*/ 25034 w 118953"/>
                <a:gd name="connsiteY4" fmla="*/ 11128 h 802655"/>
                <a:gd name="connsiteX5" fmla="*/ 118855 w 118953"/>
                <a:gd name="connsiteY5" fmla="*/ 788463 h 802655"/>
                <a:gd name="connsiteX6" fmla="*/ 107997 w 118953"/>
                <a:gd name="connsiteY6" fmla="*/ 802560 h 802655"/>
                <a:gd name="connsiteX7" fmla="*/ 106378 w 118953"/>
                <a:gd name="connsiteY7" fmla="*/ 802655 h 80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953" h="802655">
                  <a:moveTo>
                    <a:pt x="106378" y="802560"/>
                  </a:moveTo>
                  <a:cubicBezTo>
                    <a:pt x="100186" y="802560"/>
                    <a:pt x="94757" y="797988"/>
                    <a:pt x="93900" y="791606"/>
                  </a:cubicBezTo>
                  <a:cubicBezTo>
                    <a:pt x="88756" y="751792"/>
                    <a:pt x="4841" y="55038"/>
                    <a:pt x="79" y="13985"/>
                  </a:cubicBezTo>
                  <a:cubicBezTo>
                    <a:pt x="-683" y="7127"/>
                    <a:pt x="4174" y="841"/>
                    <a:pt x="11128" y="79"/>
                  </a:cubicBezTo>
                  <a:cubicBezTo>
                    <a:pt x="17986" y="-683"/>
                    <a:pt x="24272" y="4175"/>
                    <a:pt x="25034" y="11128"/>
                  </a:cubicBezTo>
                  <a:cubicBezTo>
                    <a:pt x="29797" y="52180"/>
                    <a:pt x="113712" y="748744"/>
                    <a:pt x="118855" y="788463"/>
                  </a:cubicBezTo>
                  <a:cubicBezTo>
                    <a:pt x="119713" y="795321"/>
                    <a:pt x="114855" y="801608"/>
                    <a:pt x="107997" y="802560"/>
                  </a:cubicBezTo>
                  <a:cubicBezTo>
                    <a:pt x="107425" y="802560"/>
                    <a:pt x="106949" y="802655"/>
                    <a:pt x="106378" y="802655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7FDD4F3B-B7B7-93DD-AAFD-4238990AA570}"/>
                </a:ext>
              </a:extLst>
            </p:cNvPr>
            <p:cNvSpPr/>
            <p:nvPr/>
          </p:nvSpPr>
          <p:spPr>
            <a:xfrm>
              <a:off x="9513162" y="2340639"/>
              <a:ext cx="24463" cy="61833"/>
            </a:xfrm>
            <a:custGeom>
              <a:avLst/>
              <a:gdLst>
                <a:gd name="connsiteX0" fmla="*/ 50704 w 141560"/>
                <a:gd name="connsiteY0" fmla="*/ 347503 h 347597"/>
                <a:gd name="connsiteX1" fmla="*/ 38797 w 141560"/>
                <a:gd name="connsiteY1" fmla="*/ 339025 h 347597"/>
                <a:gd name="connsiteX2" fmla="*/ 46608 w 141560"/>
                <a:gd name="connsiteY2" fmla="*/ 323119 h 347597"/>
                <a:gd name="connsiteX3" fmla="*/ 115092 w 141560"/>
                <a:gd name="connsiteY3" fmla="*/ 166146 h 347597"/>
                <a:gd name="connsiteX4" fmla="*/ 11651 w 141560"/>
                <a:gd name="connsiteY4" fmla="*/ 25081 h 347597"/>
                <a:gd name="connsiteX5" fmla="*/ 31 w 141560"/>
                <a:gd name="connsiteY5" fmla="*/ 11651 h 347597"/>
                <a:gd name="connsiteX6" fmla="*/ 13461 w 141560"/>
                <a:gd name="connsiteY6" fmla="*/ 31 h 347597"/>
                <a:gd name="connsiteX7" fmla="*/ 95281 w 141560"/>
                <a:gd name="connsiteY7" fmla="*/ 50989 h 347597"/>
                <a:gd name="connsiteX8" fmla="*/ 140143 w 141560"/>
                <a:gd name="connsiteY8" fmla="*/ 163384 h 347597"/>
                <a:gd name="connsiteX9" fmla="*/ 121665 w 141560"/>
                <a:gd name="connsiteY9" fmla="*/ 280256 h 347597"/>
                <a:gd name="connsiteX10" fmla="*/ 54799 w 141560"/>
                <a:gd name="connsiteY10" fmla="*/ 346931 h 347597"/>
                <a:gd name="connsiteX11" fmla="*/ 50799 w 141560"/>
                <a:gd name="connsiteY11" fmla="*/ 347598 h 34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560" h="347597">
                  <a:moveTo>
                    <a:pt x="50704" y="347503"/>
                  </a:moveTo>
                  <a:cubicBezTo>
                    <a:pt x="45465" y="347503"/>
                    <a:pt x="40607" y="344169"/>
                    <a:pt x="38797" y="339025"/>
                  </a:cubicBezTo>
                  <a:cubicBezTo>
                    <a:pt x="36607" y="332453"/>
                    <a:pt x="40035" y="325309"/>
                    <a:pt x="46608" y="323119"/>
                  </a:cubicBezTo>
                  <a:cubicBezTo>
                    <a:pt x="86613" y="309498"/>
                    <a:pt x="123760" y="243108"/>
                    <a:pt x="115092" y="166146"/>
                  </a:cubicBezTo>
                  <a:cubicBezTo>
                    <a:pt x="106139" y="86803"/>
                    <a:pt x="53371" y="28129"/>
                    <a:pt x="11651" y="25081"/>
                  </a:cubicBezTo>
                  <a:cubicBezTo>
                    <a:pt x="4698" y="24605"/>
                    <a:pt x="-446" y="18604"/>
                    <a:pt x="31" y="11651"/>
                  </a:cubicBezTo>
                  <a:cubicBezTo>
                    <a:pt x="507" y="4698"/>
                    <a:pt x="6508" y="-446"/>
                    <a:pt x="13461" y="31"/>
                  </a:cubicBezTo>
                  <a:cubicBezTo>
                    <a:pt x="41655" y="2126"/>
                    <a:pt x="71468" y="20604"/>
                    <a:pt x="95281" y="50989"/>
                  </a:cubicBezTo>
                  <a:cubicBezTo>
                    <a:pt x="119474" y="81850"/>
                    <a:pt x="135476" y="121760"/>
                    <a:pt x="140143" y="163384"/>
                  </a:cubicBezTo>
                  <a:cubicBezTo>
                    <a:pt x="144715" y="204246"/>
                    <a:pt x="138143" y="245775"/>
                    <a:pt x="121665" y="280256"/>
                  </a:cubicBezTo>
                  <a:cubicBezTo>
                    <a:pt x="105663" y="313594"/>
                    <a:pt x="81279" y="337882"/>
                    <a:pt x="54799" y="346931"/>
                  </a:cubicBezTo>
                  <a:cubicBezTo>
                    <a:pt x="53466" y="347407"/>
                    <a:pt x="52132" y="347598"/>
                    <a:pt x="50799" y="347598"/>
                  </a:cubicBez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9B3CBDE3-1766-E98E-DCC1-52A1DA93D539}"/>
                </a:ext>
              </a:extLst>
            </p:cNvPr>
            <p:cNvSpPr/>
            <p:nvPr/>
          </p:nvSpPr>
          <p:spPr>
            <a:xfrm>
              <a:off x="9421426" y="2317601"/>
              <a:ext cx="101042" cy="164517"/>
            </a:xfrm>
            <a:custGeom>
              <a:avLst/>
              <a:gdLst>
                <a:gd name="connsiteX0" fmla="*/ 460684 w 584707"/>
                <a:gd name="connsiteY0" fmla="*/ 899541 h 924835"/>
                <a:gd name="connsiteX1" fmla="*/ 543361 w 584707"/>
                <a:gd name="connsiteY1" fmla="*/ 826389 h 924835"/>
                <a:gd name="connsiteX2" fmla="*/ 570888 w 584707"/>
                <a:gd name="connsiteY2" fmla="*/ 383000 h 924835"/>
                <a:gd name="connsiteX3" fmla="*/ 518215 w 584707"/>
                <a:gd name="connsiteY3" fmla="*/ 0 h 924835"/>
                <a:gd name="connsiteX4" fmla="*/ 196841 w 584707"/>
                <a:gd name="connsiteY4" fmla="*/ 220409 h 924835"/>
                <a:gd name="connsiteX5" fmla="*/ 105116 w 584707"/>
                <a:gd name="connsiteY5" fmla="*/ 833247 h 924835"/>
                <a:gd name="connsiteX6" fmla="*/ 460779 w 584707"/>
                <a:gd name="connsiteY6" fmla="*/ 899541 h 9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707" h="924835">
                  <a:moveTo>
                    <a:pt x="460684" y="899541"/>
                  </a:moveTo>
                  <a:cubicBezTo>
                    <a:pt x="514024" y="874014"/>
                    <a:pt x="535265" y="842201"/>
                    <a:pt x="543361" y="826389"/>
                  </a:cubicBezTo>
                  <a:cubicBezTo>
                    <a:pt x="592986" y="729043"/>
                    <a:pt x="592224" y="563309"/>
                    <a:pt x="570888" y="383000"/>
                  </a:cubicBezTo>
                  <a:cubicBezTo>
                    <a:pt x="559172" y="284226"/>
                    <a:pt x="538408" y="112109"/>
                    <a:pt x="518215" y="0"/>
                  </a:cubicBezTo>
                  <a:cubicBezTo>
                    <a:pt x="480591" y="58674"/>
                    <a:pt x="325334" y="10954"/>
                    <a:pt x="196841" y="220409"/>
                  </a:cubicBezTo>
                  <a:cubicBezTo>
                    <a:pt x="68349" y="429863"/>
                    <a:pt x="-120627" y="678180"/>
                    <a:pt x="105116" y="833247"/>
                  </a:cubicBezTo>
                  <a:cubicBezTo>
                    <a:pt x="330858" y="988314"/>
                    <a:pt x="460779" y="899541"/>
                    <a:pt x="460779" y="899541"/>
                  </a:cubicBez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971CD56E-6099-D4C0-DF9F-CCB531C9F712}"/>
                </a:ext>
              </a:extLst>
            </p:cNvPr>
            <p:cNvSpPr/>
            <p:nvPr/>
          </p:nvSpPr>
          <p:spPr>
            <a:xfrm>
              <a:off x="9463120" y="2387571"/>
              <a:ext cx="17711" cy="16511"/>
            </a:xfrm>
            <a:custGeom>
              <a:avLst/>
              <a:gdLst>
                <a:gd name="connsiteX0" fmla="*/ 12625 w 102489"/>
                <a:gd name="connsiteY0" fmla="*/ 92818 h 92818"/>
                <a:gd name="connsiteX1" fmla="*/ 52 w 102489"/>
                <a:gd name="connsiteY1" fmla="*/ 80626 h 92818"/>
                <a:gd name="connsiteX2" fmla="*/ 22055 w 102489"/>
                <a:gd name="connsiteY2" fmla="*/ 20428 h 92818"/>
                <a:gd name="connsiteX3" fmla="*/ 90921 w 102489"/>
                <a:gd name="connsiteY3" fmla="*/ 426 h 92818"/>
                <a:gd name="connsiteX4" fmla="*/ 102446 w 102489"/>
                <a:gd name="connsiteY4" fmla="*/ 13951 h 92818"/>
                <a:gd name="connsiteX5" fmla="*/ 88920 w 102489"/>
                <a:gd name="connsiteY5" fmla="*/ 25477 h 92818"/>
                <a:gd name="connsiteX6" fmla="*/ 39295 w 102489"/>
                <a:gd name="connsiteY6" fmla="*/ 38621 h 92818"/>
                <a:gd name="connsiteX7" fmla="*/ 25103 w 102489"/>
                <a:gd name="connsiteY7" fmla="*/ 79864 h 92818"/>
                <a:gd name="connsiteX8" fmla="*/ 12911 w 102489"/>
                <a:gd name="connsiteY8" fmla="*/ 92818 h 92818"/>
                <a:gd name="connsiteX9" fmla="*/ 12530 w 102489"/>
                <a:gd name="connsiteY9" fmla="*/ 92818 h 92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89" h="92818">
                  <a:moveTo>
                    <a:pt x="12625" y="92818"/>
                  </a:moveTo>
                  <a:cubicBezTo>
                    <a:pt x="5862" y="92818"/>
                    <a:pt x="243" y="87389"/>
                    <a:pt x="52" y="80626"/>
                  </a:cubicBezTo>
                  <a:cubicBezTo>
                    <a:pt x="-710" y="55576"/>
                    <a:pt x="6910" y="34811"/>
                    <a:pt x="22055" y="20428"/>
                  </a:cubicBezTo>
                  <a:cubicBezTo>
                    <a:pt x="38152" y="5093"/>
                    <a:pt x="61965" y="-1860"/>
                    <a:pt x="90921" y="426"/>
                  </a:cubicBezTo>
                  <a:cubicBezTo>
                    <a:pt x="97874" y="997"/>
                    <a:pt x="103017" y="6998"/>
                    <a:pt x="102446" y="13951"/>
                  </a:cubicBezTo>
                  <a:cubicBezTo>
                    <a:pt x="101874" y="20905"/>
                    <a:pt x="95874" y="26048"/>
                    <a:pt x="88920" y="25477"/>
                  </a:cubicBezTo>
                  <a:cubicBezTo>
                    <a:pt x="67299" y="23762"/>
                    <a:pt x="50154" y="28334"/>
                    <a:pt x="39295" y="38621"/>
                  </a:cubicBezTo>
                  <a:cubicBezTo>
                    <a:pt x="29484" y="47956"/>
                    <a:pt x="24627" y="62243"/>
                    <a:pt x="25103" y="79864"/>
                  </a:cubicBezTo>
                  <a:cubicBezTo>
                    <a:pt x="25293" y="86818"/>
                    <a:pt x="19864" y="92533"/>
                    <a:pt x="12911" y="92818"/>
                  </a:cubicBezTo>
                  <a:cubicBezTo>
                    <a:pt x="12816" y="92818"/>
                    <a:pt x="12625" y="92818"/>
                    <a:pt x="12530" y="92818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E92904BB-5814-4525-20FA-8C3A4D57EE4C}"/>
                </a:ext>
              </a:extLst>
            </p:cNvPr>
            <p:cNvSpPr/>
            <p:nvPr/>
          </p:nvSpPr>
          <p:spPr>
            <a:xfrm>
              <a:off x="9476078" y="2421048"/>
              <a:ext cx="12740" cy="6823"/>
            </a:xfrm>
            <a:custGeom>
              <a:avLst/>
              <a:gdLst>
                <a:gd name="connsiteX0" fmla="*/ 12508 w 73722"/>
                <a:gd name="connsiteY0" fmla="*/ 38354 h 38354"/>
                <a:gd name="connsiteX1" fmla="*/ 31 w 73722"/>
                <a:gd name="connsiteY1" fmla="*/ 26734 h 38354"/>
                <a:gd name="connsiteX2" fmla="*/ 11651 w 73722"/>
                <a:gd name="connsiteY2" fmla="*/ 13304 h 38354"/>
                <a:gd name="connsiteX3" fmla="*/ 55561 w 73722"/>
                <a:gd name="connsiteY3" fmla="*/ 1302 h 38354"/>
                <a:gd name="connsiteX4" fmla="*/ 72420 w 73722"/>
                <a:gd name="connsiteY4" fmla="*/ 6922 h 38354"/>
                <a:gd name="connsiteX5" fmla="*/ 66801 w 73722"/>
                <a:gd name="connsiteY5" fmla="*/ 23781 h 38354"/>
                <a:gd name="connsiteX6" fmla="*/ 13556 w 73722"/>
                <a:gd name="connsiteY6" fmla="*/ 38354 h 38354"/>
                <a:gd name="connsiteX7" fmla="*/ 12603 w 73722"/>
                <a:gd name="connsiteY7" fmla="*/ 38354 h 3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22" h="38354">
                  <a:moveTo>
                    <a:pt x="12508" y="38354"/>
                  </a:moveTo>
                  <a:cubicBezTo>
                    <a:pt x="6031" y="38354"/>
                    <a:pt x="507" y="33306"/>
                    <a:pt x="31" y="26734"/>
                  </a:cubicBezTo>
                  <a:cubicBezTo>
                    <a:pt x="-446" y="19781"/>
                    <a:pt x="4698" y="13780"/>
                    <a:pt x="11651" y="13304"/>
                  </a:cubicBezTo>
                  <a:cubicBezTo>
                    <a:pt x="27082" y="12161"/>
                    <a:pt x="41845" y="8160"/>
                    <a:pt x="55561" y="1302"/>
                  </a:cubicBezTo>
                  <a:cubicBezTo>
                    <a:pt x="61753" y="-1746"/>
                    <a:pt x="69277" y="731"/>
                    <a:pt x="72420" y="6922"/>
                  </a:cubicBezTo>
                  <a:cubicBezTo>
                    <a:pt x="75469" y="13113"/>
                    <a:pt x="72992" y="20638"/>
                    <a:pt x="66801" y="23781"/>
                  </a:cubicBezTo>
                  <a:cubicBezTo>
                    <a:pt x="50132" y="32068"/>
                    <a:pt x="32130" y="37021"/>
                    <a:pt x="13556" y="38354"/>
                  </a:cubicBezTo>
                  <a:cubicBezTo>
                    <a:pt x="13270" y="38354"/>
                    <a:pt x="12889" y="38354"/>
                    <a:pt x="12603" y="38354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E3CC92A5-8CED-0839-DC04-B12F5C725E29}"/>
                </a:ext>
              </a:extLst>
            </p:cNvPr>
            <p:cNvSpPr/>
            <p:nvPr/>
          </p:nvSpPr>
          <p:spPr>
            <a:xfrm>
              <a:off x="9250072" y="2234066"/>
              <a:ext cx="270659" cy="539130"/>
            </a:xfrm>
            <a:custGeom>
              <a:avLst/>
              <a:gdLst>
                <a:gd name="connsiteX0" fmla="*/ 1313018 w 1566242"/>
                <a:gd name="connsiteY0" fmla="*/ 1077190 h 3030726"/>
                <a:gd name="connsiteX1" fmla="*/ 884012 w 1566242"/>
                <a:gd name="connsiteY1" fmla="*/ 1474669 h 3030726"/>
                <a:gd name="connsiteX2" fmla="*/ 959831 w 1566242"/>
                <a:gd name="connsiteY2" fmla="*/ 2224858 h 3030726"/>
                <a:gd name="connsiteX3" fmla="*/ 512442 w 1566242"/>
                <a:gd name="connsiteY3" fmla="*/ 2933232 h 3030726"/>
                <a:gd name="connsiteX4" fmla="*/ 43336 w 1566242"/>
                <a:gd name="connsiteY4" fmla="*/ 2610430 h 3030726"/>
                <a:gd name="connsiteX5" fmla="*/ 637791 w 1566242"/>
                <a:gd name="connsiteY5" fmla="*/ 1466858 h 3030726"/>
                <a:gd name="connsiteX6" fmla="*/ 177257 w 1566242"/>
                <a:gd name="connsiteY6" fmla="*/ 935173 h 3030726"/>
                <a:gd name="connsiteX7" fmla="*/ 310036 w 1566242"/>
                <a:gd name="connsiteY7" fmla="*/ 261184 h 3030726"/>
                <a:gd name="connsiteX8" fmla="*/ 1117851 w 1566242"/>
                <a:gd name="connsiteY8" fmla="*/ 49538 h 3030726"/>
                <a:gd name="connsiteX9" fmla="*/ 1520187 w 1566242"/>
                <a:gd name="connsiteY9" fmla="*/ 212511 h 3030726"/>
                <a:gd name="connsiteX10" fmla="*/ 1561144 w 1566242"/>
                <a:gd name="connsiteY10" fmla="*/ 492260 h 3030726"/>
                <a:gd name="connsiteX11" fmla="*/ 1476848 w 1566242"/>
                <a:gd name="connsiteY11" fmla="*/ 523597 h 3030726"/>
                <a:gd name="connsiteX12" fmla="*/ 1399315 w 1566242"/>
                <a:gd name="connsiteY12" fmla="*/ 542838 h 3030726"/>
                <a:gd name="connsiteX13" fmla="*/ 1355119 w 1566242"/>
                <a:gd name="connsiteY13" fmla="*/ 566079 h 3030726"/>
                <a:gd name="connsiteX14" fmla="*/ 1344070 w 1566242"/>
                <a:gd name="connsiteY14" fmla="*/ 819634 h 3030726"/>
                <a:gd name="connsiteX15" fmla="*/ 1308541 w 1566242"/>
                <a:gd name="connsiteY15" fmla="*/ 815348 h 3030726"/>
                <a:gd name="connsiteX16" fmla="*/ 1179859 w 1566242"/>
                <a:gd name="connsiteY16" fmla="*/ 948508 h 3030726"/>
                <a:gd name="connsiteX17" fmla="*/ 1313018 w 1566242"/>
                <a:gd name="connsiteY17" fmla="*/ 1077190 h 30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6242" h="3030726">
                  <a:moveTo>
                    <a:pt x="1313018" y="1077190"/>
                  </a:moveTo>
                  <a:cubicBezTo>
                    <a:pt x="1287015" y="1218160"/>
                    <a:pt x="1001360" y="1349986"/>
                    <a:pt x="884012" y="1474669"/>
                  </a:cubicBezTo>
                  <a:cubicBezTo>
                    <a:pt x="946591" y="1587254"/>
                    <a:pt x="965641" y="2085697"/>
                    <a:pt x="959831" y="2224858"/>
                  </a:cubicBezTo>
                  <a:cubicBezTo>
                    <a:pt x="942781" y="2631956"/>
                    <a:pt x="778570" y="2763401"/>
                    <a:pt x="512442" y="2933232"/>
                  </a:cubicBezTo>
                  <a:cubicBezTo>
                    <a:pt x="197545" y="3134209"/>
                    <a:pt x="241932" y="3023434"/>
                    <a:pt x="43336" y="2610430"/>
                  </a:cubicBezTo>
                  <a:cubicBezTo>
                    <a:pt x="-182026" y="2141895"/>
                    <a:pt x="540160" y="1677646"/>
                    <a:pt x="637791" y="1466858"/>
                  </a:cubicBezTo>
                  <a:cubicBezTo>
                    <a:pt x="397094" y="1310267"/>
                    <a:pt x="226120" y="1171012"/>
                    <a:pt x="177257" y="935173"/>
                  </a:cubicBezTo>
                  <a:cubicBezTo>
                    <a:pt x="120298" y="659995"/>
                    <a:pt x="181829" y="437682"/>
                    <a:pt x="310036" y="261184"/>
                  </a:cubicBezTo>
                  <a:cubicBezTo>
                    <a:pt x="427193" y="99925"/>
                    <a:pt x="704371" y="-92480"/>
                    <a:pt x="1117851" y="49538"/>
                  </a:cubicBezTo>
                  <a:cubicBezTo>
                    <a:pt x="1302255" y="9819"/>
                    <a:pt x="1458751" y="67159"/>
                    <a:pt x="1520187" y="212511"/>
                  </a:cubicBezTo>
                  <a:cubicBezTo>
                    <a:pt x="1544476" y="269947"/>
                    <a:pt x="1579433" y="396153"/>
                    <a:pt x="1561144" y="492260"/>
                  </a:cubicBezTo>
                  <a:cubicBezTo>
                    <a:pt x="1541523" y="507405"/>
                    <a:pt x="1510567" y="515882"/>
                    <a:pt x="1476848" y="523597"/>
                  </a:cubicBezTo>
                  <a:cubicBezTo>
                    <a:pt x="1451321" y="529503"/>
                    <a:pt x="1424175" y="535027"/>
                    <a:pt x="1399315" y="542838"/>
                  </a:cubicBezTo>
                  <a:cubicBezTo>
                    <a:pt x="1378931" y="549220"/>
                    <a:pt x="1370454" y="555220"/>
                    <a:pt x="1355119" y="566079"/>
                  </a:cubicBezTo>
                  <a:cubicBezTo>
                    <a:pt x="1325686" y="625896"/>
                    <a:pt x="1358548" y="776486"/>
                    <a:pt x="1344070" y="819634"/>
                  </a:cubicBezTo>
                  <a:cubicBezTo>
                    <a:pt x="1332735" y="816682"/>
                    <a:pt x="1320829" y="815158"/>
                    <a:pt x="1308541" y="815348"/>
                  </a:cubicBezTo>
                  <a:cubicBezTo>
                    <a:pt x="1236247" y="816586"/>
                    <a:pt x="1178620" y="876213"/>
                    <a:pt x="1179859" y="948508"/>
                  </a:cubicBezTo>
                  <a:cubicBezTo>
                    <a:pt x="1181097" y="1020802"/>
                    <a:pt x="1240723" y="1078429"/>
                    <a:pt x="1313018" y="1077190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629BC9AB-B8FD-C2EE-F389-D016413918B2}"/>
                </a:ext>
              </a:extLst>
            </p:cNvPr>
            <p:cNvSpPr/>
            <p:nvPr/>
          </p:nvSpPr>
          <p:spPr>
            <a:xfrm>
              <a:off x="9145225" y="2642092"/>
              <a:ext cx="395463" cy="270745"/>
            </a:xfrm>
            <a:custGeom>
              <a:avLst/>
              <a:gdLst>
                <a:gd name="connsiteX0" fmla="*/ 241438 w 2288455"/>
                <a:gd name="connsiteY0" fmla="*/ 1521333 h 1521999"/>
                <a:gd name="connsiteX1" fmla="*/ 1693 w 2288455"/>
                <a:gd name="connsiteY1" fmla="*/ 121920 h 1521999"/>
                <a:gd name="connsiteX2" fmla="*/ 103516 w 2288455"/>
                <a:gd name="connsiteY2" fmla="*/ 0 h 1521999"/>
                <a:gd name="connsiteX3" fmla="*/ 1877547 w 2288455"/>
                <a:gd name="connsiteY3" fmla="*/ 0 h 1521999"/>
                <a:gd name="connsiteX4" fmla="*/ 2033090 w 2288455"/>
                <a:gd name="connsiteY4" fmla="*/ 129826 h 1521999"/>
                <a:gd name="connsiteX5" fmla="*/ 2288456 w 2288455"/>
                <a:gd name="connsiteY5" fmla="*/ 1522000 h 1521999"/>
                <a:gd name="connsiteX6" fmla="*/ 241533 w 2288455"/>
                <a:gd name="connsiteY6" fmla="*/ 1521238 h 152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8455" h="1521999">
                  <a:moveTo>
                    <a:pt x="241438" y="1521333"/>
                  </a:moveTo>
                  <a:lnTo>
                    <a:pt x="1693" y="121920"/>
                  </a:lnTo>
                  <a:cubicBezTo>
                    <a:pt x="-9832" y="58388"/>
                    <a:pt x="38936" y="0"/>
                    <a:pt x="103516" y="0"/>
                  </a:cubicBezTo>
                  <a:lnTo>
                    <a:pt x="1877547" y="0"/>
                  </a:lnTo>
                  <a:cubicBezTo>
                    <a:pt x="1953937" y="0"/>
                    <a:pt x="2019374" y="54673"/>
                    <a:pt x="2033090" y="129826"/>
                  </a:cubicBezTo>
                  <a:lnTo>
                    <a:pt x="2288456" y="1522000"/>
                  </a:lnTo>
                  <a:lnTo>
                    <a:pt x="241533" y="1521238"/>
                  </a:lnTo>
                  <a:close/>
                </a:path>
              </a:pathLst>
            </a:custGeom>
            <a:solidFill>
              <a:schemeClr val="tx2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CB46FC6-B110-3F02-16B8-A1E86A520425}"/>
                </a:ext>
              </a:extLst>
            </p:cNvPr>
            <p:cNvSpPr/>
            <p:nvPr/>
          </p:nvSpPr>
          <p:spPr>
            <a:xfrm>
              <a:off x="9143059" y="2639855"/>
              <a:ext cx="112345" cy="275100"/>
            </a:xfrm>
            <a:custGeom>
              <a:avLst/>
              <a:gdLst>
                <a:gd name="connsiteX0" fmla="*/ 253974 w 650118"/>
                <a:gd name="connsiteY0" fmla="*/ 1546479 h 1546478"/>
                <a:gd name="connsiteX1" fmla="*/ 241592 w 650118"/>
                <a:gd name="connsiteY1" fmla="*/ 1536002 h 1546478"/>
                <a:gd name="connsiteX2" fmla="*/ 1848 w 650118"/>
                <a:gd name="connsiteY2" fmla="*/ 136588 h 1546478"/>
                <a:gd name="connsiteX3" fmla="*/ 26994 w 650118"/>
                <a:gd name="connsiteY3" fmla="*/ 41624 h 1546478"/>
                <a:gd name="connsiteX4" fmla="*/ 116052 w 650118"/>
                <a:gd name="connsiteY4" fmla="*/ 0 h 1546478"/>
                <a:gd name="connsiteX5" fmla="*/ 637546 w 650118"/>
                <a:gd name="connsiteY5" fmla="*/ 0 h 1546478"/>
                <a:gd name="connsiteX6" fmla="*/ 650119 w 650118"/>
                <a:gd name="connsiteY6" fmla="*/ 12573 h 1546478"/>
                <a:gd name="connsiteX7" fmla="*/ 637546 w 650118"/>
                <a:gd name="connsiteY7" fmla="*/ 25146 h 1546478"/>
                <a:gd name="connsiteX8" fmla="*/ 116052 w 650118"/>
                <a:gd name="connsiteY8" fmla="*/ 25146 h 1546478"/>
                <a:gd name="connsiteX9" fmla="*/ 46234 w 650118"/>
                <a:gd name="connsiteY9" fmla="*/ 57817 h 1546478"/>
                <a:gd name="connsiteX10" fmla="*/ 26517 w 650118"/>
                <a:gd name="connsiteY10" fmla="*/ 132302 h 1546478"/>
                <a:gd name="connsiteX11" fmla="*/ 266357 w 650118"/>
                <a:gd name="connsiteY11" fmla="*/ 1531811 h 1546478"/>
                <a:gd name="connsiteX12" fmla="*/ 256070 w 650118"/>
                <a:gd name="connsiteY12" fmla="*/ 1546289 h 1546478"/>
                <a:gd name="connsiteX13" fmla="*/ 253974 w 650118"/>
                <a:gd name="connsiteY13" fmla="*/ 1546479 h 154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0118" h="1546478">
                  <a:moveTo>
                    <a:pt x="253974" y="1546479"/>
                  </a:moveTo>
                  <a:cubicBezTo>
                    <a:pt x="247974" y="1546479"/>
                    <a:pt x="242640" y="1542193"/>
                    <a:pt x="241592" y="1536002"/>
                  </a:cubicBezTo>
                  <a:lnTo>
                    <a:pt x="1848" y="136588"/>
                  </a:lnTo>
                  <a:cubicBezTo>
                    <a:pt x="-4248" y="102775"/>
                    <a:pt x="4896" y="68104"/>
                    <a:pt x="26994" y="41624"/>
                  </a:cubicBezTo>
                  <a:cubicBezTo>
                    <a:pt x="49092" y="15145"/>
                    <a:pt x="81572" y="0"/>
                    <a:pt x="116052" y="0"/>
                  </a:cubicBezTo>
                  <a:lnTo>
                    <a:pt x="637546" y="0"/>
                  </a:lnTo>
                  <a:cubicBezTo>
                    <a:pt x="644499" y="0"/>
                    <a:pt x="650119" y="5620"/>
                    <a:pt x="650119" y="12573"/>
                  </a:cubicBezTo>
                  <a:cubicBezTo>
                    <a:pt x="650119" y="19526"/>
                    <a:pt x="644499" y="25146"/>
                    <a:pt x="637546" y="25146"/>
                  </a:cubicBezTo>
                  <a:lnTo>
                    <a:pt x="116052" y="25146"/>
                  </a:lnTo>
                  <a:cubicBezTo>
                    <a:pt x="89001" y="25146"/>
                    <a:pt x="63570" y="37052"/>
                    <a:pt x="46234" y="57817"/>
                  </a:cubicBezTo>
                  <a:cubicBezTo>
                    <a:pt x="28899" y="78581"/>
                    <a:pt x="21755" y="105728"/>
                    <a:pt x="26517" y="132302"/>
                  </a:cubicBezTo>
                  <a:lnTo>
                    <a:pt x="266357" y="1531811"/>
                  </a:lnTo>
                  <a:cubicBezTo>
                    <a:pt x="267500" y="1538669"/>
                    <a:pt x="262928" y="1545146"/>
                    <a:pt x="256070" y="1546289"/>
                  </a:cubicBezTo>
                  <a:cubicBezTo>
                    <a:pt x="255308" y="1546384"/>
                    <a:pt x="254641" y="1546479"/>
                    <a:pt x="253974" y="1546479"/>
                  </a:cubicBezTo>
                  <a:close/>
                </a:path>
              </a:pathLst>
            </a:custGeom>
            <a:solidFill>
              <a:schemeClr val="tx2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C167C2E4-4FC9-AA7D-8D69-10AE0AFF940A}"/>
                </a:ext>
              </a:extLst>
            </p:cNvPr>
            <p:cNvSpPr/>
            <p:nvPr/>
          </p:nvSpPr>
          <p:spPr>
            <a:xfrm>
              <a:off x="9442175" y="2641685"/>
              <a:ext cx="74780" cy="273389"/>
            </a:xfrm>
            <a:custGeom>
              <a:avLst/>
              <a:gdLst>
                <a:gd name="connsiteX0" fmla="*/ 420148 w 432735"/>
                <a:gd name="connsiteY0" fmla="*/ 1536859 h 1536858"/>
                <a:gd name="connsiteX1" fmla="*/ 407861 w 432735"/>
                <a:gd name="connsiteY1" fmla="*/ 1526572 h 1536858"/>
                <a:gd name="connsiteX2" fmla="*/ 155734 w 432735"/>
                <a:gd name="connsiteY2" fmla="*/ 144685 h 1536858"/>
                <a:gd name="connsiteX3" fmla="*/ 12573 w 432735"/>
                <a:gd name="connsiteY3" fmla="*/ 25146 h 1536858"/>
                <a:gd name="connsiteX4" fmla="*/ 0 w 432735"/>
                <a:gd name="connsiteY4" fmla="*/ 12573 h 1536858"/>
                <a:gd name="connsiteX5" fmla="*/ 12573 w 432735"/>
                <a:gd name="connsiteY5" fmla="*/ 0 h 1536858"/>
                <a:gd name="connsiteX6" fmla="*/ 180404 w 432735"/>
                <a:gd name="connsiteY6" fmla="*/ 140113 h 1536858"/>
                <a:gd name="connsiteX7" fmla="*/ 432530 w 432735"/>
                <a:gd name="connsiteY7" fmla="*/ 1522000 h 1536858"/>
                <a:gd name="connsiteX8" fmla="*/ 422434 w 432735"/>
                <a:gd name="connsiteY8" fmla="*/ 1536573 h 1536858"/>
                <a:gd name="connsiteX9" fmla="*/ 420148 w 432735"/>
                <a:gd name="connsiteY9" fmla="*/ 1536764 h 1536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2735" h="1536858">
                  <a:moveTo>
                    <a:pt x="420148" y="1536859"/>
                  </a:moveTo>
                  <a:cubicBezTo>
                    <a:pt x="414242" y="1536859"/>
                    <a:pt x="408908" y="1532573"/>
                    <a:pt x="407861" y="1526572"/>
                  </a:cubicBezTo>
                  <a:lnTo>
                    <a:pt x="155734" y="144685"/>
                  </a:lnTo>
                  <a:cubicBezTo>
                    <a:pt x="143161" y="75438"/>
                    <a:pt x="82963" y="25146"/>
                    <a:pt x="12573" y="25146"/>
                  </a:cubicBez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cubicBezTo>
                    <a:pt x="95155" y="0"/>
                    <a:pt x="165735" y="58960"/>
                    <a:pt x="180404" y="140113"/>
                  </a:cubicBezTo>
                  <a:lnTo>
                    <a:pt x="432530" y="1522000"/>
                  </a:lnTo>
                  <a:cubicBezTo>
                    <a:pt x="433769" y="1528858"/>
                    <a:pt x="429292" y="1535335"/>
                    <a:pt x="422434" y="1536573"/>
                  </a:cubicBezTo>
                  <a:cubicBezTo>
                    <a:pt x="421672" y="1536668"/>
                    <a:pt x="420910" y="1536764"/>
                    <a:pt x="420148" y="1536764"/>
                  </a:cubicBezTo>
                  <a:close/>
                </a:path>
              </a:pathLst>
            </a:custGeom>
            <a:solidFill>
              <a:srgbClr val="051C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62E19B2E-953A-DFCB-15AA-8E9E56C0581C}"/>
                </a:ext>
              </a:extLst>
            </p:cNvPr>
            <p:cNvSpPr/>
            <p:nvPr/>
          </p:nvSpPr>
          <p:spPr>
            <a:xfrm>
              <a:off x="9540659" y="2747046"/>
              <a:ext cx="36599" cy="51692"/>
            </a:xfrm>
            <a:custGeom>
              <a:avLst/>
              <a:gdLst>
                <a:gd name="connsiteX0" fmla="*/ 199336 w 211792"/>
                <a:gd name="connsiteY0" fmla="*/ 290585 h 290585"/>
                <a:gd name="connsiteX1" fmla="*/ 189239 w 211792"/>
                <a:gd name="connsiteY1" fmla="*/ 285537 h 290585"/>
                <a:gd name="connsiteX2" fmla="*/ 2168 w 211792"/>
                <a:gd name="connsiteY2" fmla="*/ 19599 h 290585"/>
                <a:gd name="connsiteX3" fmla="*/ 5502 w 211792"/>
                <a:gd name="connsiteY3" fmla="*/ 2168 h 290585"/>
                <a:gd name="connsiteX4" fmla="*/ 22933 w 211792"/>
                <a:gd name="connsiteY4" fmla="*/ 5502 h 290585"/>
                <a:gd name="connsiteX5" fmla="*/ 209337 w 211792"/>
                <a:gd name="connsiteY5" fmla="*/ 270488 h 290585"/>
                <a:gd name="connsiteX6" fmla="*/ 206765 w 211792"/>
                <a:gd name="connsiteY6" fmla="*/ 288014 h 290585"/>
                <a:gd name="connsiteX7" fmla="*/ 199241 w 211792"/>
                <a:gd name="connsiteY7" fmla="*/ 290490 h 29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792" h="290585">
                  <a:moveTo>
                    <a:pt x="199336" y="290585"/>
                  </a:moveTo>
                  <a:cubicBezTo>
                    <a:pt x="195526" y="290585"/>
                    <a:pt x="191716" y="288871"/>
                    <a:pt x="189239" y="285537"/>
                  </a:cubicBezTo>
                  <a:cubicBezTo>
                    <a:pt x="120088" y="192668"/>
                    <a:pt x="55889" y="98942"/>
                    <a:pt x="2168" y="19599"/>
                  </a:cubicBezTo>
                  <a:cubicBezTo>
                    <a:pt x="-1737" y="13884"/>
                    <a:pt x="-213" y="6074"/>
                    <a:pt x="5502" y="2168"/>
                  </a:cubicBezTo>
                  <a:cubicBezTo>
                    <a:pt x="11217" y="-1737"/>
                    <a:pt x="19027" y="-213"/>
                    <a:pt x="22933" y="5502"/>
                  </a:cubicBezTo>
                  <a:cubicBezTo>
                    <a:pt x="76463" y="84655"/>
                    <a:pt x="140471" y="178095"/>
                    <a:pt x="209337" y="270488"/>
                  </a:cubicBezTo>
                  <a:cubicBezTo>
                    <a:pt x="213433" y="276012"/>
                    <a:pt x="212290" y="283918"/>
                    <a:pt x="206765" y="288014"/>
                  </a:cubicBezTo>
                  <a:cubicBezTo>
                    <a:pt x="204479" y="289728"/>
                    <a:pt x="201908" y="290490"/>
                    <a:pt x="199241" y="290490"/>
                  </a:cubicBezTo>
                  <a:close/>
                </a:path>
              </a:pathLst>
            </a:custGeom>
            <a:solidFill>
              <a:srgbClr val="0679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FCF4D737-B8EA-714F-F6EA-E8037B8CB058}"/>
                </a:ext>
              </a:extLst>
            </p:cNvPr>
            <p:cNvSpPr/>
            <p:nvPr/>
          </p:nvSpPr>
          <p:spPr>
            <a:xfrm>
              <a:off x="9458568" y="2476735"/>
              <a:ext cx="22672" cy="9456"/>
            </a:xfrm>
            <a:custGeom>
              <a:avLst/>
              <a:gdLst>
                <a:gd name="connsiteX0" fmla="*/ 118501 w 131199"/>
                <a:gd name="connsiteY0" fmla="*/ 53160 h 53159"/>
                <a:gd name="connsiteX1" fmla="*/ 117644 w 131199"/>
                <a:gd name="connsiteY1" fmla="*/ 53160 h 53159"/>
                <a:gd name="connsiteX2" fmla="*/ 6582 w 131199"/>
                <a:gd name="connsiteY2" fmla="*/ 23632 h 53159"/>
                <a:gd name="connsiteX3" fmla="*/ 1534 w 131199"/>
                <a:gd name="connsiteY3" fmla="*/ 6582 h 53159"/>
                <a:gd name="connsiteX4" fmla="*/ 18584 w 131199"/>
                <a:gd name="connsiteY4" fmla="*/ 1534 h 53159"/>
                <a:gd name="connsiteX5" fmla="*/ 119549 w 131199"/>
                <a:gd name="connsiteY5" fmla="*/ 28109 h 53159"/>
                <a:gd name="connsiteX6" fmla="*/ 131169 w 131199"/>
                <a:gd name="connsiteY6" fmla="*/ 41539 h 53159"/>
                <a:gd name="connsiteX7" fmla="*/ 118692 w 131199"/>
                <a:gd name="connsiteY7" fmla="*/ 53160 h 5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99" h="53159">
                  <a:moveTo>
                    <a:pt x="118501" y="53160"/>
                  </a:moveTo>
                  <a:cubicBezTo>
                    <a:pt x="118501" y="53160"/>
                    <a:pt x="117930" y="53160"/>
                    <a:pt x="117644" y="53160"/>
                  </a:cubicBezTo>
                  <a:cubicBezTo>
                    <a:pt x="74591" y="50112"/>
                    <a:pt x="37158" y="40206"/>
                    <a:pt x="6582" y="23632"/>
                  </a:cubicBezTo>
                  <a:cubicBezTo>
                    <a:pt x="486" y="20298"/>
                    <a:pt x="-1799" y="12678"/>
                    <a:pt x="1534" y="6582"/>
                  </a:cubicBezTo>
                  <a:cubicBezTo>
                    <a:pt x="4868" y="486"/>
                    <a:pt x="12488" y="-1800"/>
                    <a:pt x="18584" y="1534"/>
                  </a:cubicBezTo>
                  <a:cubicBezTo>
                    <a:pt x="46111" y="16393"/>
                    <a:pt x="80020" y="25347"/>
                    <a:pt x="119549" y="28109"/>
                  </a:cubicBezTo>
                  <a:cubicBezTo>
                    <a:pt x="126502" y="28585"/>
                    <a:pt x="131646" y="34586"/>
                    <a:pt x="131169" y="41539"/>
                  </a:cubicBezTo>
                  <a:cubicBezTo>
                    <a:pt x="130693" y="48111"/>
                    <a:pt x="125169" y="53160"/>
                    <a:pt x="118692" y="53160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68E3F1DD-8288-8D72-8F55-D6FF64BE84FB}"/>
                </a:ext>
              </a:extLst>
            </p:cNvPr>
            <p:cNvSpPr/>
            <p:nvPr/>
          </p:nvSpPr>
          <p:spPr>
            <a:xfrm>
              <a:off x="9354852" y="2489425"/>
              <a:ext cx="54900" cy="12609"/>
            </a:xfrm>
            <a:custGeom>
              <a:avLst/>
              <a:gdLst>
                <a:gd name="connsiteX0" fmla="*/ 286339 w 317693"/>
                <a:gd name="connsiteY0" fmla="*/ 70883 h 70883"/>
                <a:gd name="connsiteX1" fmla="*/ 285291 w 317693"/>
                <a:gd name="connsiteY1" fmla="*/ 70883 h 70883"/>
                <a:gd name="connsiteX2" fmla="*/ 30402 w 317693"/>
                <a:gd name="connsiteY2" fmla="*/ 62787 h 70883"/>
                <a:gd name="connsiteX3" fmla="*/ 17 w 317693"/>
                <a:gd name="connsiteY3" fmla="*/ 30402 h 70883"/>
                <a:gd name="connsiteX4" fmla="*/ 32402 w 317693"/>
                <a:gd name="connsiteY4" fmla="*/ 17 h 70883"/>
                <a:gd name="connsiteX5" fmla="*/ 287291 w 317693"/>
                <a:gd name="connsiteY5" fmla="*/ 8114 h 70883"/>
                <a:gd name="connsiteX6" fmla="*/ 317676 w 317693"/>
                <a:gd name="connsiteY6" fmla="*/ 40499 h 70883"/>
                <a:gd name="connsiteX7" fmla="*/ 286339 w 317693"/>
                <a:gd name="connsiteY7" fmla="*/ 70883 h 70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693" h="70883">
                  <a:moveTo>
                    <a:pt x="286339" y="70883"/>
                  </a:moveTo>
                  <a:cubicBezTo>
                    <a:pt x="286339" y="70883"/>
                    <a:pt x="285672" y="70883"/>
                    <a:pt x="285291" y="70883"/>
                  </a:cubicBezTo>
                  <a:lnTo>
                    <a:pt x="30402" y="62787"/>
                  </a:lnTo>
                  <a:cubicBezTo>
                    <a:pt x="13067" y="62216"/>
                    <a:pt x="-554" y="47738"/>
                    <a:pt x="17" y="30402"/>
                  </a:cubicBezTo>
                  <a:cubicBezTo>
                    <a:pt x="589" y="13067"/>
                    <a:pt x="15067" y="-554"/>
                    <a:pt x="32402" y="17"/>
                  </a:cubicBezTo>
                  <a:lnTo>
                    <a:pt x="287291" y="8114"/>
                  </a:lnTo>
                  <a:cubicBezTo>
                    <a:pt x="304627" y="8685"/>
                    <a:pt x="318248" y="23163"/>
                    <a:pt x="317676" y="40499"/>
                  </a:cubicBezTo>
                  <a:cubicBezTo>
                    <a:pt x="317105" y="57453"/>
                    <a:pt x="303198" y="70883"/>
                    <a:pt x="286339" y="7088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2F62FCA8-B684-68AA-B368-A16789FC58DC}"/>
                </a:ext>
              </a:extLst>
            </p:cNvPr>
            <p:cNvSpPr>
              <a:spLocks/>
            </p:cNvSpPr>
            <p:nvPr/>
          </p:nvSpPr>
          <p:spPr>
            <a:xfrm>
              <a:off x="9143059" y="2910056"/>
              <a:ext cx="1153784" cy="5035"/>
            </a:xfrm>
            <a:custGeom>
              <a:avLst/>
              <a:gdLst>
                <a:gd name="connsiteX0" fmla="*/ 6266783 w 6279356"/>
                <a:gd name="connsiteY0" fmla="*/ 25146 h 25146"/>
                <a:gd name="connsiteX1" fmla="*/ 12573 w 6279356"/>
                <a:gd name="connsiteY1" fmla="*/ 25146 h 25146"/>
                <a:gd name="connsiteX2" fmla="*/ 0 w 6279356"/>
                <a:gd name="connsiteY2" fmla="*/ 12573 h 25146"/>
                <a:gd name="connsiteX3" fmla="*/ 12573 w 6279356"/>
                <a:gd name="connsiteY3" fmla="*/ 0 h 25146"/>
                <a:gd name="connsiteX4" fmla="*/ 6266783 w 6279356"/>
                <a:gd name="connsiteY4" fmla="*/ 0 h 25146"/>
                <a:gd name="connsiteX5" fmla="*/ 6279356 w 6279356"/>
                <a:gd name="connsiteY5" fmla="*/ 12573 h 25146"/>
                <a:gd name="connsiteX6" fmla="*/ 6266783 w 6279356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79356" h="25146">
                  <a:moveTo>
                    <a:pt x="6266783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6266783" y="0"/>
                  </a:lnTo>
                  <a:cubicBezTo>
                    <a:pt x="6273736" y="0"/>
                    <a:pt x="6279356" y="5620"/>
                    <a:pt x="6279356" y="12573"/>
                  </a:cubicBezTo>
                  <a:cubicBezTo>
                    <a:pt x="6279356" y="19526"/>
                    <a:pt x="6273736" y="25146"/>
                    <a:pt x="6266783" y="25146"/>
                  </a:cubicBez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C4FEFA1B-1472-F617-A9E0-AB67481646DE}"/>
                </a:ext>
              </a:extLst>
            </p:cNvPr>
            <p:cNvSpPr/>
            <p:nvPr/>
          </p:nvSpPr>
          <p:spPr>
            <a:xfrm flipH="1">
              <a:off x="9736752" y="2516853"/>
              <a:ext cx="560091" cy="398227"/>
            </a:xfrm>
            <a:custGeom>
              <a:avLst/>
              <a:gdLst>
                <a:gd name="connsiteX0" fmla="*/ 1559085 w 3113184"/>
                <a:gd name="connsiteY0" fmla="*/ 1790289 h 2150270"/>
                <a:gd name="connsiteX1" fmla="*/ 1581469 w 3113184"/>
                <a:gd name="connsiteY1" fmla="*/ 2145190 h 2150270"/>
                <a:gd name="connsiteX2" fmla="*/ 354458 w 3113184"/>
                <a:gd name="connsiteY2" fmla="*/ 2145190 h 2150270"/>
                <a:gd name="connsiteX3" fmla="*/ 4986 w 3113184"/>
                <a:gd name="connsiteY3" fmla="*/ 1859059 h 2150270"/>
                <a:gd name="connsiteX4" fmla="*/ 390558 w 3113184"/>
                <a:gd name="connsiteY4" fmla="*/ 428023 h 2150270"/>
                <a:gd name="connsiteX5" fmla="*/ 1034829 w 3113184"/>
                <a:gd name="connsiteY5" fmla="*/ 121794 h 2150270"/>
                <a:gd name="connsiteX6" fmla="*/ 1056165 w 3113184"/>
                <a:gd name="connsiteY6" fmla="*/ 116460 h 2150270"/>
                <a:gd name="connsiteX7" fmla="*/ 1231901 w 3113184"/>
                <a:gd name="connsiteY7" fmla="*/ 84552 h 2150270"/>
                <a:gd name="connsiteX8" fmla="*/ 1845502 w 3113184"/>
                <a:gd name="connsiteY8" fmla="*/ 3303 h 2150270"/>
                <a:gd name="connsiteX9" fmla="*/ 1890364 w 3113184"/>
                <a:gd name="connsiteY9" fmla="*/ 12162 h 2150270"/>
                <a:gd name="connsiteX10" fmla="*/ 1916177 w 3113184"/>
                <a:gd name="connsiteY10" fmla="*/ 17877 h 2150270"/>
                <a:gd name="connsiteX11" fmla="*/ 2669128 w 3113184"/>
                <a:gd name="connsiteY11" fmla="*/ 302103 h 2150270"/>
                <a:gd name="connsiteX12" fmla="*/ 3113184 w 3113184"/>
                <a:gd name="connsiteY12" fmla="*/ 1733139 h 2150270"/>
                <a:gd name="connsiteX13" fmla="*/ 1558989 w 3113184"/>
                <a:gd name="connsiteY13" fmla="*/ 1790384 h 215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13184" h="2150270">
                  <a:moveTo>
                    <a:pt x="1559085" y="1790289"/>
                  </a:moveTo>
                  <a:lnTo>
                    <a:pt x="1581469" y="2145190"/>
                  </a:lnTo>
                  <a:cubicBezTo>
                    <a:pt x="1581469" y="2145190"/>
                    <a:pt x="483046" y="2156620"/>
                    <a:pt x="354458" y="2145190"/>
                  </a:cubicBezTo>
                  <a:cubicBezTo>
                    <a:pt x="225966" y="2133760"/>
                    <a:pt x="-39591" y="2153001"/>
                    <a:pt x="4986" y="1859059"/>
                  </a:cubicBezTo>
                  <a:cubicBezTo>
                    <a:pt x="25560" y="1723137"/>
                    <a:pt x="273686" y="611094"/>
                    <a:pt x="390558" y="428023"/>
                  </a:cubicBezTo>
                  <a:cubicBezTo>
                    <a:pt x="473425" y="298102"/>
                    <a:pt x="809086" y="179707"/>
                    <a:pt x="1034829" y="121794"/>
                  </a:cubicBezTo>
                  <a:cubicBezTo>
                    <a:pt x="1042068" y="119985"/>
                    <a:pt x="1049212" y="118080"/>
                    <a:pt x="1056165" y="116460"/>
                  </a:cubicBezTo>
                  <a:cubicBezTo>
                    <a:pt x="1138651" y="96077"/>
                    <a:pt x="1203707" y="84552"/>
                    <a:pt x="1231901" y="84552"/>
                  </a:cubicBezTo>
                  <a:cubicBezTo>
                    <a:pt x="1337057" y="84552"/>
                    <a:pt x="1705294" y="-19652"/>
                    <a:pt x="1845502" y="3303"/>
                  </a:cubicBezTo>
                  <a:cubicBezTo>
                    <a:pt x="1857218" y="5208"/>
                    <a:pt x="1872457" y="8161"/>
                    <a:pt x="1890364" y="12162"/>
                  </a:cubicBezTo>
                  <a:cubicBezTo>
                    <a:pt x="1898461" y="13876"/>
                    <a:pt x="1907033" y="15876"/>
                    <a:pt x="1916177" y="17877"/>
                  </a:cubicBezTo>
                  <a:cubicBezTo>
                    <a:pt x="2129156" y="67121"/>
                    <a:pt x="2617789" y="211520"/>
                    <a:pt x="2669128" y="302103"/>
                  </a:cubicBezTo>
                  <a:cubicBezTo>
                    <a:pt x="2727517" y="405163"/>
                    <a:pt x="3113184" y="1733139"/>
                    <a:pt x="3113184" y="1733139"/>
                  </a:cubicBezTo>
                  <a:lnTo>
                    <a:pt x="1558989" y="1790384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094CB416-4FF7-0B15-AE94-B4991BE5E50C}"/>
                </a:ext>
              </a:extLst>
            </p:cNvPr>
            <p:cNvSpPr/>
            <p:nvPr/>
          </p:nvSpPr>
          <p:spPr>
            <a:xfrm rot="4800" flipH="1">
              <a:off x="9904031" y="2716094"/>
              <a:ext cx="239361" cy="3670"/>
            </a:xfrm>
            <a:custGeom>
              <a:avLst/>
              <a:gdLst>
                <a:gd name="connsiteX0" fmla="*/ 0 w 1330451"/>
                <a:gd name="connsiteY0" fmla="*/ 0 h 19811"/>
                <a:gd name="connsiteX1" fmla="*/ 1330452 w 1330451"/>
                <a:gd name="connsiteY1" fmla="*/ 0 h 19811"/>
                <a:gd name="connsiteX2" fmla="*/ 1330452 w 1330451"/>
                <a:gd name="connsiteY2" fmla="*/ 19812 h 19811"/>
                <a:gd name="connsiteX3" fmla="*/ 0 w 1330451"/>
                <a:gd name="connsiteY3" fmla="*/ 19812 h 1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0451" h="19811">
                  <a:moveTo>
                    <a:pt x="0" y="0"/>
                  </a:moveTo>
                  <a:lnTo>
                    <a:pt x="1330452" y="0"/>
                  </a:lnTo>
                  <a:lnTo>
                    <a:pt x="1330452" y="19812"/>
                  </a:lnTo>
                  <a:lnTo>
                    <a:pt x="0" y="198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BD7DEE2E-FF34-1FEB-BD39-8F295664F86F}"/>
                </a:ext>
              </a:extLst>
            </p:cNvPr>
            <p:cNvSpPr/>
            <p:nvPr/>
          </p:nvSpPr>
          <p:spPr>
            <a:xfrm flipH="1">
              <a:off x="9909384" y="2741547"/>
              <a:ext cx="241333" cy="3670"/>
            </a:xfrm>
            <a:custGeom>
              <a:avLst/>
              <a:gdLst>
                <a:gd name="connsiteX0" fmla="*/ 1341406 w 1341405"/>
                <a:gd name="connsiteY0" fmla="*/ 0 h 19812"/>
                <a:gd name="connsiteX1" fmla="*/ 1341406 w 1341405"/>
                <a:gd name="connsiteY1" fmla="*/ 19812 h 19812"/>
                <a:gd name="connsiteX2" fmla="*/ 0 w 1341405"/>
                <a:gd name="connsiteY2" fmla="*/ 19812 h 19812"/>
                <a:gd name="connsiteX3" fmla="*/ 3048 w 1341405"/>
                <a:gd name="connsiteY3" fmla="*/ 0 h 19812"/>
                <a:gd name="connsiteX4" fmla="*/ 1341406 w 1341405"/>
                <a:gd name="connsiteY4" fmla="*/ 0 h 19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1405" h="19812">
                  <a:moveTo>
                    <a:pt x="1341406" y="0"/>
                  </a:moveTo>
                  <a:lnTo>
                    <a:pt x="1341406" y="19812"/>
                  </a:lnTo>
                  <a:lnTo>
                    <a:pt x="0" y="19812"/>
                  </a:lnTo>
                  <a:lnTo>
                    <a:pt x="3048" y="0"/>
                  </a:lnTo>
                  <a:lnTo>
                    <a:pt x="1341406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693096C5-287F-BF87-1934-442156796062}"/>
                </a:ext>
              </a:extLst>
            </p:cNvPr>
            <p:cNvSpPr/>
            <p:nvPr/>
          </p:nvSpPr>
          <p:spPr>
            <a:xfrm flipH="1">
              <a:off x="9914713" y="2767196"/>
              <a:ext cx="239789" cy="3670"/>
            </a:xfrm>
            <a:custGeom>
              <a:avLst/>
              <a:gdLst>
                <a:gd name="connsiteX0" fmla="*/ 1332833 w 1332833"/>
                <a:gd name="connsiteY0" fmla="*/ 0 h 19811"/>
                <a:gd name="connsiteX1" fmla="*/ 1332833 w 1332833"/>
                <a:gd name="connsiteY1" fmla="*/ 19812 h 19811"/>
                <a:gd name="connsiteX2" fmla="*/ 0 w 1332833"/>
                <a:gd name="connsiteY2" fmla="*/ 19812 h 19811"/>
                <a:gd name="connsiteX3" fmla="*/ 3048 w 1332833"/>
                <a:gd name="connsiteY3" fmla="*/ 0 h 19811"/>
                <a:gd name="connsiteX4" fmla="*/ 1332833 w 1332833"/>
                <a:gd name="connsiteY4" fmla="*/ 0 h 1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833" h="19811">
                  <a:moveTo>
                    <a:pt x="1332833" y="0"/>
                  </a:moveTo>
                  <a:lnTo>
                    <a:pt x="1332833" y="19812"/>
                  </a:lnTo>
                  <a:lnTo>
                    <a:pt x="0" y="19812"/>
                  </a:lnTo>
                  <a:lnTo>
                    <a:pt x="3048" y="0"/>
                  </a:lnTo>
                  <a:lnTo>
                    <a:pt x="133283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4E6219BC-E3DF-0AEE-8A95-F0B5A33AB161}"/>
                </a:ext>
              </a:extLst>
            </p:cNvPr>
            <p:cNvSpPr/>
            <p:nvPr/>
          </p:nvSpPr>
          <p:spPr>
            <a:xfrm flipH="1">
              <a:off x="10120999" y="2670000"/>
              <a:ext cx="38643" cy="135565"/>
            </a:xfrm>
            <a:custGeom>
              <a:avLst/>
              <a:gdLst>
                <a:gd name="connsiteX0" fmla="*/ 214789 w 214788"/>
                <a:gd name="connsiteY0" fmla="*/ 731996 h 731996"/>
                <a:gd name="connsiteX1" fmla="*/ 0 w 214788"/>
                <a:gd name="connsiteY1" fmla="*/ 731996 h 731996"/>
                <a:gd name="connsiteX2" fmla="*/ 28575 w 214788"/>
                <a:gd name="connsiteY2" fmla="*/ 544639 h 731996"/>
                <a:gd name="connsiteX3" fmla="*/ 31623 w 214788"/>
                <a:gd name="connsiteY3" fmla="*/ 524828 h 731996"/>
                <a:gd name="connsiteX4" fmla="*/ 49625 w 214788"/>
                <a:gd name="connsiteY4" fmla="*/ 406146 h 731996"/>
                <a:gd name="connsiteX5" fmla="*/ 52673 w 214788"/>
                <a:gd name="connsiteY5" fmla="*/ 386334 h 731996"/>
                <a:gd name="connsiteX6" fmla="*/ 111538 w 214788"/>
                <a:gd name="connsiteY6" fmla="*/ 0 h 731996"/>
                <a:gd name="connsiteX7" fmla="*/ 92773 w 214788"/>
                <a:gd name="connsiteY7" fmla="*/ 386334 h 731996"/>
                <a:gd name="connsiteX8" fmla="*/ 93440 w 214788"/>
                <a:gd name="connsiteY8" fmla="*/ 406146 h 731996"/>
                <a:gd name="connsiteX9" fmla="*/ 104013 w 214788"/>
                <a:gd name="connsiteY9" fmla="*/ 524828 h 731996"/>
                <a:gd name="connsiteX10" fmla="*/ 107156 w 214788"/>
                <a:gd name="connsiteY10" fmla="*/ 544639 h 731996"/>
                <a:gd name="connsiteX11" fmla="*/ 214694 w 214788"/>
                <a:gd name="connsiteY11" fmla="*/ 731996 h 73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788" h="731996">
                  <a:moveTo>
                    <a:pt x="214789" y="731996"/>
                  </a:moveTo>
                  <a:lnTo>
                    <a:pt x="0" y="731996"/>
                  </a:lnTo>
                  <a:lnTo>
                    <a:pt x="28575" y="544639"/>
                  </a:lnTo>
                  <a:lnTo>
                    <a:pt x="31623" y="524828"/>
                  </a:lnTo>
                  <a:lnTo>
                    <a:pt x="49625" y="406146"/>
                  </a:lnTo>
                  <a:lnTo>
                    <a:pt x="52673" y="386334"/>
                  </a:lnTo>
                  <a:lnTo>
                    <a:pt x="111538" y="0"/>
                  </a:lnTo>
                  <a:cubicBezTo>
                    <a:pt x="94488" y="161925"/>
                    <a:pt x="89726" y="288036"/>
                    <a:pt x="92773" y="386334"/>
                  </a:cubicBezTo>
                  <a:cubicBezTo>
                    <a:pt x="92964" y="393097"/>
                    <a:pt x="93154" y="399669"/>
                    <a:pt x="93440" y="406146"/>
                  </a:cubicBezTo>
                  <a:cubicBezTo>
                    <a:pt x="95440" y="451866"/>
                    <a:pt x="99060" y="491109"/>
                    <a:pt x="104013" y="524828"/>
                  </a:cubicBezTo>
                  <a:cubicBezTo>
                    <a:pt x="104965" y="531686"/>
                    <a:pt x="106013" y="538258"/>
                    <a:pt x="107156" y="544639"/>
                  </a:cubicBezTo>
                  <a:cubicBezTo>
                    <a:pt x="136779" y="717709"/>
                    <a:pt x="200501" y="731234"/>
                    <a:pt x="214694" y="731996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5C7DFDD-A3A4-C14D-C679-6FC6BCB17B42}"/>
                </a:ext>
              </a:extLst>
            </p:cNvPr>
            <p:cNvSpPr/>
            <p:nvPr/>
          </p:nvSpPr>
          <p:spPr>
            <a:xfrm flipH="1">
              <a:off x="10120488" y="2805563"/>
              <a:ext cx="514" cy="9"/>
            </a:xfrm>
            <a:custGeom>
              <a:avLst/>
              <a:gdLst>
                <a:gd name="connsiteX0" fmla="*/ 2858 w 2857"/>
                <a:gd name="connsiteY0" fmla="*/ 0 h 42"/>
                <a:gd name="connsiteX1" fmla="*/ 0 w 2857"/>
                <a:gd name="connsiteY1" fmla="*/ 0 h 42"/>
                <a:gd name="connsiteX2" fmla="*/ 2858 w 2857"/>
                <a:gd name="connsiteY2" fmla="*/ 0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" h="42">
                  <a:moveTo>
                    <a:pt x="2858" y="0"/>
                  </a:moveTo>
                  <a:cubicBezTo>
                    <a:pt x="2858" y="0"/>
                    <a:pt x="1905" y="95"/>
                    <a:pt x="0" y="0"/>
                  </a:cubicBezTo>
                  <a:lnTo>
                    <a:pt x="2858" y="0"/>
                  </a:lnTo>
                  <a:close/>
                </a:path>
              </a:pathLst>
            </a:custGeom>
            <a:solidFill>
              <a:srgbClr val="0C1A51">
                <a:alpha val="88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02E412BF-8BA7-0DDE-2CE9-24ABEB697DA1}"/>
                </a:ext>
              </a:extLst>
            </p:cNvPr>
            <p:cNvSpPr/>
            <p:nvPr/>
          </p:nvSpPr>
          <p:spPr>
            <a:xfrm flipH="1">
              <a:off x="9947222" y="2519158"/>
              <a:ext cx="163620" cy="84232"/>
            </a:xfrm>
            <a:custGeom>
              <a:avLst/>
              <a:gdLst>
                <a:gd name="connsiteX0" fmla="*/ 873835 w 909453"/>
                <a:gd name="connsiteY0" fmla="*/ 268129 h 454818"/>
                <a:gd name="connsiteX1" fmla="*/ 565511 w 909453"/>
                <a:gd name="connsiteY1" fmla="*/ 452724 h 454818"/>
                <a:gd name="connsiteX2" fmla="*/ 520076 w 909453"/>
                <a:gd name="connsiteY2" fmla="*/ 454819 h 454818"/>
                <a:gd name="connsiteX3" fmla="*/ 208704 w 909453"/>
                <a:gd name="connsiteY3" fmla="*/ 375952 h 454818"/>
                <a:gd name="connsiteX4" fmla="*/ 43826 w 909453"/>
                <a:gd name="connsiteY4" fmla="*/ 254413 h 454818"/>
                <a:gd name="connsiteX5" fmla="*/ 964 w 909453"/>
                <a:gd name="connsiteY5" fmla="*/ 109538 h 454818"/>
                <a:gd name="connsiteX6" fmla="*/ 22300 w 909453"/>
                <a:gd name="connsiteY6" fmla="*/ 104204 h 454818"/>
                <a:gd name="connsiteX7" fmla="*/ 60209 w 909453"/>
                <a:gd name="connsiteY7" fmla="*/ 242316 h 454818"/>
                <a:gd name="connsiteX8" fmla="*/ 217467 w 909453"/>
                <a:gd name="connsiteY8" fmla="*/ 357664 h 454818"/>
                <a:gd name="connsiteX9" fmla="*/ 563701 w 909453"/>
                <a:gd name="connsiteY9" fmla="*/ 432626 h 454818"/>
                <a:gd name="connsiteX10" fmla="*/ 856118 w 909453"/>
                <a:gd name="connsiteY10" fmla="*/ 258413 h 454818"/>
                <a:gd name="connsiteX11" fmla="*/ 856499 w 909453"/>
                <a:gd name="connsiteY11" fmla="*/ 0 h 454818"/>
                <a:gd name="connsiteX12" fmla="*/ 882312 w 909453"/>
                <a:gd name="connsiteY12" fmla="*/ 5715 h 454818"/>
                <a:gd name="connsiteX13" fmla="*/ 873835 w 909453"/>
                <a:gd name="connsiteY13" fmla="*/ 268415 h 45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09453" h="454818">
                  <a:moveTo>
                    <a:pt x="873835" y="268129"/>
                  </a:moveTo>
                  <a:cubicBezTo>
                    <a:pt x="816875" y="369856"/>
                    <a:pt x="698765" y="440627"/>
                    <a:pt x="565511" y="452724"/>
                  </a:cubicBezTo>
                  <a:cubicBezTo>
                    <a:pt x="550556" y="454057"/>
                    <a:pt x="535412" y="454819"/>
                    <a:pt x="520076" y="454819"/>
                  </a:cubicBezTo>
                  <a:cubicBezTo>
                    <a:pt x="423874" y="454819"/>
                    <a:pt x="319385" y="428339"/>
                    <a:pt x="208704" y="375952"/>
                  </a:cubicBezTo>
                  <a:cubicBezTo>
                    <a:pt x="155173" y="350616"/>
                    <a:pt x="88022" y="313849"/>
                    <a:pt x="43826" y="254413"/>
                  </a:cubicBezTo>
                  <a:cubicBezTo>
                    <a:pt x="10774" y="209836"/>
                    <a:pt x="-4085" y="157353"/>
                    <a:pt x="964" y="109538"/>
                  </a:cubicBezTo>
                  <a:cubicBezTo>
                    <a:pt x="8203" y="107728"/>
                    <a:pt x="15346" y="105823"/>
                    <a:pt x="22300" y="104204"/>
                  </a:cubicBezTo>
                  <a:cubicBezTo>
                    <a:pt x="14680" y="153734"/>
                    <a:pt x="33349" y="206216"/>
                    <a:pt x="60209" y="242316"/>
                  </a:cubicBezTo>
                  <a:cubicBezTo>
                    <a:pt x="101738" y="298133"/>
                    <a:pt x="166032" y="333280"/>
                    <a:pt x="217467" y="357664"/>
                  </a:cubicBezTo>
                  <a:cubicBezTo>
                    <a:pt x="342530" y="416814"/>
                    <a:pt x="459021" y="442055"/>
                    <a:pt x="563701" y="432626"/>
                  </a:cubicBezTo>
                  <a:cubicBezTo>
                    <a:pt x="690383" y="421196"/>
                    <a:pt x="802397" y="354425"/>
                    <a:pt x="856118" y="258413"/>
                  </a:cubicBezTo>
                  <a:cubicBezTo>
                    <a:pt x="901553" y="177070"/>
                    <a:pt x="899076" y="74486"/>
                    <a:pt x="856499" y="0"/>
                  </a:cubicBezTo>
                  <a:cubicBezTo>
                    <a:pt x="864596" y="1715"/>
                    <a:pt x="873168" y="3715"/>
                    <a:pt x="882312" y="5715"/>
                  </a:cubicBezTo>
                  <a:cubicBezTo>
                    <a:pt x="920031" y="84582"/>
                    <a:pt x="919555" y="186595"/>
                    <a:pt x="873835" y="268415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34CCDEB-13C9-89CE-5748-4EB424326E76}"/>
                </a:ext>
              </a:extLst>
            </p:cNvPr>
            <p:cNvSpPr/>
            <p:nvPr/>
          </p:nvSpPr>
          <p:spPr>
            <a:xfrm flipH="1">
              <a:off x="10158410" y="2803681"/>
              <a:ext cx="41504" cy="22682"/>
            </a:xfrm>
            <a:custGeom>
              <a:avLst/>
              <a:gdLst>
                <a:gd name="connsiteX0" fmla="*/ 8668 w 230695"/>
                <a:gd name="connsiteY0" fmla="*/ 122378 h 122472"/>
                <a:gd name="connsiteX1" fmla="*/ 0 w 230695"/>
                <a:gd name="connsiteY1" fmla="*/ 116948 h 122472"/>
                <a:gd name="connsiteX2" fmla="*/ 230696 w 230695"/>
                <a:gd name="connsiteY2" fmla="*/ 648 h 122472"/>
                <a:gd name="connsiteX3" fmla="*/ 229934 w 230695"/>
                <a:gd name="connsiteY3" fmla="*/ 10840 h 122472"/>
                <a:gd name="connsiteX4" fmla="*/ 8668 w 230695"/>
                <a:gd name="connsiteY4" fmla="*/ 122473 h 12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695" h="122472">
                  <a:moveTo>
                    <a:pt x="8668" y="122378"/>
                  </a:moveTo>
                  <a:lnTo>
                    <a:pt x="0" y="116948"/>
                  </a:lnTo>
                  <a:cubicBezTo>
                    <a:pt x="48006" y="40558"/>
                    <a:pt x="140684" y="-6115"/>
                    <a:pt x="230696" y="648"/>
                  </a:cubicBezTo>
                  <a:lnTo>
                    <a:pt x="229934" y="10840"/>
                  </a:lnTo>
                  <a:cubicBezTo>
                    <a:pt x="143732" y="4458"/>
                    <a:pt x="54769" y="49226"/>
                    <a:pt x="8668" y="122473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3718338C-2804-ADD8-9133-22095D0D66E7}"/>
                </a:ext>
              </a:extLst>
            </p:cNvPr>
            <p:cNvSpPr/>
            <p:nvPr/>
          </p:nvSpPr>
          <p:spPr>
            <a:xfrm rot="28200" flipH="1">
              <a:off x="10171378" y="2794523"/>
              <a:ext cx="37202" cy="1887"/>
            </a:xfrm>
            <a:custGeom>
              <a:avLst/>
              <a:gdLst>
                <a:gd name="connsiteX0" fmla="*/ 0 w 206787"/>
                <a:gd name="connsiteY0" fmla="*/ 0 h 10191"/>
                <a:gd name="connsiteX1" fmla="*/ 206788 w 206787"/>
                <a:gd name="connsiteY1" fmla="*/ 0 h 10191"/>
                <a:gd name="connsiteX2" fmla="*/ 206788 w 206787"/>
                <a:gd name="connsiteY2" fmla="*/ 10192 h 10191"/>
                <a:gd name="connsiteX3" fmla="*/ 0 w 206787"/>
                <a:gd name="connsiteY3" fmla="*/ 10192 h 10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787" h="10191">
                  <a:moveTo>
                    <a:pt x="0" y="0"/>
                  </a:moveTo>
                  <a:lnTo>
                    <a:pt x="206788" y="0"/>
                  </a:lnTo>
                  <a:lnTo>
                    <a:pt x="206788" y="10192"/>
                  </a:lnTo>
                  <a:lnTo>
                    <a:pt x="0" y="10192"/>
                  </a:ln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BF9B6E0-35C0-58D4-5A90-22D25F36A68E}"/>
                </a:ext>
              </a:extLst>
            </p:cNvPr>
            <p:cNvSpPr/>
            <p:nvPr/>
          </p:nvSpPr>
          <p:spPr>
            <a:xfrm flipH="1">
              <a:off x="10137643" y="2600091"/>
              <a:ext cx="38367" cy="48087"/>
            </a:xfrm>
            <a:custGeom>
              <a:avLst/>
              <a:gdLst>
                <a:gd name="connsiteX0" fmla="*/ 203073 w 213264"/>
                <a:gd name="connsiteY0" fmla="*/ 259652 h 259651"/>
                <a:gd name="connsiteX1" fmla="*/ 0 w 213264"/>
                <a:gd name="connsiteY1" fmla="*/ 9716 h 259651"/>
                <a:gd name="connsiteX2" fmla="*/ 3143 w 213264"/>
                <a:gd name="connsiteY2" fmla="*/ 0 h 259651"/>
                <a:gd name="connsiteX3" fmla="*/ 213265 w 213264"/>
                <a:gd name="connsiteY3" fmla="*/ 258604 h 259651"/>
                <a:gd name="connsiteX4" fmla="*/ 203073 w 213264"/>
                <a:gd name="connsiteY4" fmla="*/ 259652 h 25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64" h="259651">
                  <a:moveTo>
                    <a:pt x="203073" y="259652"/>
                  </a:moveTo>
                  <a:cubicBezTo>
                    <a:pt x="191071" y="147257"/>
                    <a:pt x="107537" y="44482"/>
                    <a:pt x="0" y="9716"/>
                  </a:cubicBezTo>
                  <a:lnTo>
                    <a:pt x="3143" y="0"/>
                  </a:lnTo>
                  <a:cubicBezTo>
                    <a:pt x="114395" y="36004"/>
                    <a:pt x="200787" y="142304"/>
                    <a:pt x="213265" y="258604"/>
                  </a:cubicBezTo>
                  <a:lnTo>
                    <a:pt x="203073" y="259652"/>
                  </a:ln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371ADBFD-19CE-DA37-303F-6B5B8246E4B0}"/>
                </a:ext>
              </a:extLst>
            </p:cNvPr>
            <p:cNvSpPr/>
            <p:nvPr/>
          </p:nvSpPr>
          <p:spPr>
            <a:xfrm flipH="1">
              <a:off x="9833230" y="2582469"/>
              <a:ext cx="28533" cy="40626"/>
            </a:xfrm>
            <a:custGeom>
              <a:avLst/>
              <a:gdLst>
                <a:gd name="connsiteX0" fmla="*/ 10192 w 158591"/>
                <a:gd name="connsiteY0" fmla="*/ 219361 h 219360"/>
                <a:gd name="connsiteX1" fmla="*/ 0 w 158591"/>
                <a:gd name="connsiteY1" fmla="*/ 218504 h 219360"/>
                <a:gd name="connsiteX2" fmla="*/ 154400 w 158591"/>
                <a:gd name="connsiteY2" fmla="*/ 0 h 219360"/>
                <a:gd name="connsiteX3" fmla="*/ 158591 w 158591"/>
                <a:gd name="connsiteY3" fmla="*/ 9335 h 219360"/>
                <a:gd name="connsiteX4" fmla="*/ 10192 w 158591"/>
                <a:gd name="connsiteY4" fmla="*/ 219265 h 219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591" h="219360">
                  <a:moveTo>
                    <a:pt x="10192" y="219361"/>
                  </a:moveTo>
                  <a:lnTo>
                    <a:pt x="0" y="218504"/>
                  </a:lnTo>
                  <a:cubicBezTo>
                    <a:pt x="7429" y="125730"/>
                    <a:pt x="69533" y="38005"/>
                    <a:pt x="154400" y="0"/>
                  </a:cubicBezTo>
                  <a:lnTo>
                    <a:pt x="158591" y="9335"/>
                  </a:lnTo>
                  <a:cubicBezTo>
                    <a:pt x="76962" y="45815"/>
                    <a:pt x="17336" y="130207"/>
                    <a:pt x="10192" y="219265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0A2BE6CB-395F-6A43-CC8C-EE0C0E3A9ABF}"/>
                </a:ext>
              </a:extLst>
            </p:cNvPr>
            <p:cNvSpPr/>
            <p:nvPr/>
          </p:nvSpPr>
          <p:spPr>
            <a:xfrm flipH="1">
              <a:off x="9927593" y="2209693"/>
              <a:ext cx="195383" cy="153066"/>
            </a:xfrm>
            <a:custGeom>
              <a:avLst/>
              <a:gdLst>
                <a:gd name="connsiteX0" fmla="*/ 1085782 w 1086001"/>
                <a:gd name="connsiteY0" fmla="*/ 372447 h 826493"/>
                <a:gd name="connsiteX1" fmla="*/ 1001771 w 1086001"/>
                <a:gd name="connsiteY1" fmla="*/ 511797 h 826493"/>
                <a:gd name="connsiteX2" fmla="*/ 1033870 w 1086001"/>
                <a:gd name="connsiteY2" fmla="*/ 575234 h 826493"/>
                <a:gd name="connsiteX3" fmla="*/ 1033394 w 1086001"/>
                <a:gd name="connsiteY3" fmla="*/ 652672 h 826493"/>
                <a:gd name="connsiteX4" fmla="*/ 924428 w 1086001"/>
                <a:gd name="connsiteY4" fmla="*/ 754494 h 826493"/>
                <a:gd name="connsiteX5" fmla="*/ 789268 w 1086001"/>
                <a:gd name="connsiteY5" fmla="*/ 666769 h 826493"/>
                <a:gd name="connsiteX6" fmla="*/ 622486 w 1086001"/>
                <a:gd name="connsiteY6" fmla="*/ 601332 h 826493"/>
                <a:gd name="connsiteX7" fmla="*/ 373121 w 1086001"/>
                <a:gd name="connsiteY7" fmla="*/ 658292 h 826493"/>
                <a:gd name="connsiteX8" fmla="*/ 244534 w 1086001"/>
                <a:gd name="connsiteY8" fmla="*/ 762019 h 826493"/>
                <a:gd name="connsiteX9" fmla="*/ 87180 w 1086001"/>
                <a:gd name="connsiteY9" fmla="*/ 819836 h 826493"/>
                <a:gd name="connsiteX10" fmla="*/ 37746 w 1086001"/>
                <a:gd name="connsiteY10" fmla="*/ 741922 h 826493"/>
                <a:gd name="connsiteX11" fmla="*/ 17172 w 1086001"/>
                <a:gd name="connsiteY11" fmla="*/ 689153 h 826493"/>
                <a:gd name="connsiteX12" fmla="*/ 8504 w 1086001"/>
                <a:gd name="connsiteY12" fmla="*/ 656197 h 826493"/>
                <a:gd name="connsiteX13" fmla="*/ 694 w 1086001"/>
                <a:gd name="connsiteY13" fmla="*/ 553422 h 826493"/>
                <a:gd name="connsiteX14" fmla="*/ 20791 w 1086001"/>
                <a:gd name="connsiteY14" fmla="*/ 481984 h 826493"/>
                <a:gd name="connsiteX15" fmla="*/ 85085 w 1086001"/>
                <a:gd name="connsiteY15" fmla="*/ 452743 h 826493"/>
                <a:gd name="connsiteX16" fmla="*/ 209291 w 1086001"/>
                <a:gd name="connsiteY16" fmla="*/ 234620 h 826493"/>
                <a:gd name="connsiteX17" fmla="*/ 460275 w 1086001"/>
                <a:gd name="connsiteY17" fmla="*/ 237668 h 826493"/>
                <a:gd name="connsiteX18" fmla="*/ 556382 w 1086001"/>
                <a:gd name="connsiteY18" fmla="*/ 60027 h 826493"/>
                <a:gd name="connsiteX19" fmla="*/ 754788 w 1086001"/>
                <a:gd name="connsiteY19" fmla="*/ 210 h 826493"/>
                <a:gd name="connsiteX20" fmla="*/ 950146 w 1086001"/>
                <a:gd name="connsiteY20" fmla="*/ 56788 h 826493"/>
                <a:gd name="connsiteX21" fmla="*/ 1005010 w 1086001"/>
                <a:gd name="connsiteY21" fmla="*/ 162516 h 826493"/>
                <a:gd name="connsiteX22" fmla="*/ 985960 w 1086001"/>
                <a:gd name="connsiteY22" fmla="*/ 243573 h 826493"/>
                <a:gd name="connsiteX23" fmla="*/ 1085591 w 1086001"/>
                <a:gd name="connsiteY23" fmla="*/ 372351 h 82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86001" h="826493">
                  <a:moveTo>
                    <a:pt x="1085782" y="372447"/>
                  </a:moveTo>
                  <a:cubicBezTo>
                    <a:pt x="1089115" y="429978"/>
                    <a:pt x="1054254" y="487985"/>
                    <a:pt x="1001771" y="511797"/>
                  </a:cubicBezTo>
                  <a:cubicBezTo>
                    <a:pt x="1010534" y="507892"/>
                    <a:pt x="1032442" y="568852"/>
                    <a:pt x="1033870" y="575234"/>
                  </a:cubicBezTo>
                  <a:cubicBezTo>
                    <a:pt x="1039871" y="600570"/>
                    <a:pt x="1039680" y="627431"/>
                    <a:pt x="1033394" y="652672"/>
                  </a:cubicBezTo>
                  <a:cubicBezTo>
                    <a:pt x="1021012" y="702583"/>
                    <a:pt x="978339" y="750875"/>
                    <a:pt x="924428" y="754494"/>
                  </a:cubicBezTo>
                  <a:cubicBezTo>
                    <a:pt x="860134" y="758876"/>
                    <a:pt x="835369" y="699440"/>
                    <a:pt x="789268" y="666769"/>
                  </a:cubicBezTo>
                  <a:cubicBezTo>
                    <a:pt x="740024" y="631908"/>
                    <a:pt x="682303" y="609048"/>
                    <a:pt x="622486" y="601332"/>
                  </a:cubicBezTo>
                  <a:cubicBezTo>
                    <a:pt x="536189" y="590093"/>
                    <a:pt x="446083" y="610762"/>
                    <a:pt x="373121" y="658292"/>
                  </a:cubicBezTo>
                  <a:cubicBezTo>
                    <a:pt x="327020" y="688391"/>
                    <a:pt x="288158" y="728301"/>
                    <a:pt x="244534" y="762019"/>
                  </a:cubicBezTo>
                  <a:cubicBezTo>
                    <a:pt x="213387" y="786022"/>
                    <a:pt x="127471" y="846506"/>
                    <a:pt x="87180" y="819836"/>
                  </a:cubicBezTo>
                  <a:cubicBezTo>
                    <a:pt x="65654" y="805548"/>
                    <a:pt x="48509" y="764496"/>
                    <a:pt x="37746" y="741922"/>
                  </a:cubicBezTo>
                  <a:cubicBezTo>
                    <a:pt x="29554" y="724967"/>
                    <a:pt x="22696" y="707250"/>
                    <a:pt x="17172" y="689153"/>
                  </a:cubicBezTo>
                  <a:cubicBezTo>
                    <a:pt x="13743" y="678294"/>
                    <a:pt x="10885" y="667341"/>
                    <a:pt x="8504" y="656197"/>
                  </a:cubicBezTo>
                  <a:cubicBezTo>
                    <a:pt x="1265" y="622383"/>
                    <a:pt x="-1402" y="587807"/>
                    <a:pt x="694" y="553422"/>
                  </a:cubicBezTo>
                  <a:cubicBezTo>
                    <a:pt x="2313" y="528371"/>
                    <a:pt x="6694" y="502653"/>
                    <a:pt x="20791" y="481984"/>
                  </a:cubicBezTo>
                  <a:cubicBezTo>
                    <a:pt x="34793" y="461220"/>
                    <a:pt x="60796" y="446932"/>
                    <a:pt x="85085" y="452743"/>
                  </a:cubicBezTo>
                  <a:cubicBezTo>
                    <a:pt x="83752" y="364922"/>
                    <a:pt x="133186" y="278244"/>
                    <a:pt x="209291" y="234620"/>
                  </a:cubicBezTo>
                  <a:cubicBezTo>
                    <a:pt x="285396" y="190900"/>
                    <a:pt x="385218" y="192234"/>
                    <a:pt x="460275" y="237668"/>
                  </a:cubicBezTo>
                  <a:cubicBezTo>
                    <a:pt x="458465" y="167564"/>
                    <a:pt x="499327" y="100698"/>
                    <a:pt x="556382" y="60027"/>
                  </a:cubicBezTo>
                  <a:cubicBezTo>
                    <a:pt x="613532" y="19355"/>
                    <a:pt x="684779" y="2400"/>
                    <a:pt x="754788" y="210"/>
                  </a:cubicBezTo>
                  <a:cubicBezTo>
                    <a:pt x="824130" y="-1886"/>
                    <a:pt x="897663" y="11354"/>
                    <a:pt x="950146" y="56788"/>
                  </a:cubicBezTo>
                  <a:cubicBezTo>
                    <a:pt x="980721" y="83268"/>
                    <a:pt x="1001104" y="122796"/>
                    <a:pt x="1005010" y="162516"/>
                  </a:cubicBezTo>
                  <a:cubicBezTo>
                    <a:pt x="1007867" y="190995"/>
                    <a:pt x="1002343" y="219666"/>
                    <a:pt x="985960" y="243573"/>
                  </a:cubicBezTo>
                  <a:cubicBezTo>
                    <a:pt x="1040919" y="261385"/>
                    <a:pt x="1082162" y="314820"/>
                    <a:pt x="1085591" y="372351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084CE896-4C8E-8F51-3055-226F8DB78AB5}"/>
                </a:ext>
              </a:extLst>
            </p:cNvPr>
            <p:cNvSpPr/>
            <p:nvPr/>
          </p:nvSpPr>
          <p:spPr>
            <a:xfrm flipH="1">
              <a:off x="10040830" y="2281480"/>
              <a:ext cx="56173" cy="48475"/>
            </a:xfrm>
            <a:custGeom>
              <a:avLst/>
              <a:gdLst>
                <a:gd name="connsiteX0" fmla="*/ 2632 w 312228"/>
                <a:gd name="connsiteY0" fmla="*/ 261717 h 261746"/>
                <a:gd name="connsiteX1" fmla="*/ 60 w 312228"/>
                <a:gd name="connsiteY1" fmla="*/ 259908 h 261746"/>
                <a:gd name="connsiteX2" fmla="*/ 1774 w 312228"/>
                <a:gd name="connsiteY2" fmla="*/ 257145 h 261746"/>
                <a:gd name="connsiteX3" fmla="*/ 103787 w 312228"/>
                <a:gd name="connsiteY3" fmla="*/ 144465 h 261746"/>
                <a:gd name="connsiteX4" fmla="*/ 104168 w 312228"/>
                <a:gd name="connsiteY4" fmla="*/ 140464 h 261746"/>
                <a:gd name="connsiteX5" fmla="*/ 84356 w 312228"/>
                <a:gd name="connsiteY5" fmla="*/ 139131 h 261746"/>
                <a:gd name="connsiteX6" fmla="*/ 62830 w 312228"/>
                <a:gd name="connsiteY6" fmla="*/ 116175 h 261746"/>
                <a:gd name="connsiteX7" fmla="*/ 70640 w 312228"/>
                <a:gd name="connsiteY7" fmla="*/ 102745 h 261746"/>
                <a:gd name="connsiteX8" fmla="*/ 97882 w 312228"/>
                <a:gd name="connsiteY8" fmla="*/ 105317 h 261746"/>
                <a:gd name="connsiteX9" fmla="*/ 108931 w 312228"/>
                <a:gd name="connsiteY9" fmla="*/ 135702 h 261746"/>
                <a:gd name="connsiteX10" fmla="*/ 215706 w 312228"/>
                <a:gd name="connsiteY10" fmla="*/ 86267 h 261746"/>
                <a:gd name="connsiteX11" fmla="*/ 199228 w 312228"/>
                <a:gd name="connsiteY11" fmla="*/ 77599 h 261746"/>
                <a:gd name="connsiteX12" fmla="*/ 178178 w 312228"/>
                <a:gd name="connsiteY12" fmla="*/ 42738 h 261746"/>
                <a:gd name="connsiteX13" fmla="*/ 203323 w 312228"/>
                <a:gd name="connsiteY13" fmla="*/ 12543 h 261746"/>
                <a:gd name="connsiteX14" fmla="*/ 232184 w 312228"/>
                <a:gd name="connsiteY14" fmla="*/ 36261 h 261746"/>
                <a:gd name="connsiteX15" fmla="*/ 231803 w 312228"/>
                <a:gd name="connsiteY15" fmla="*/ 75123 h 261746"/>
                <a:gd name="connsiteX16" fmla="*/ 224279 w 312228"/>
                <a:gd name="connsiteY16" fmla="*/ 84076 h 261746"/>
                <a:gd name="connsiteX17" fmla="*/ 278762 w 312228"/>
                <a:gd name="connsiteY17" fmla="*/ 74837 h 261746"/>
                <a:gd name="connsiteX18" fmla="*/ 305717 w 312228"/>
                <a:gd name="connsiteY18" fmla="*/ 2828 h 261746"/>
                <a:gd name="connsiteX19" fmla="*/ 307337 w 312228"/>
                <a:gd name="connsiteY19" fmla="*/ 66 h 261746"/>
                <a:gd name="connsiteX20" fmla="*/ 310099 w 312228"/>
                <a:gd name="connsiteY20" fmla="*/ 1685 h 261746"/>
                <a:gd name="connsiteX21" fmla="*/ 281333 w 312228"/>
                <a:gd name="connsiteY21" fmla="*/ 78647 h 261746"/>
                <a:gd name="connsiteX22" fmla="*/ 220564 w 312228"/>
                <a:gd name="connsiteY22" fmla="*/ 87886 h 261746"/>
                <a:gd name="connsiteX23" fmla="*/ 108740 w 312228"/>
                <a:gd name="connsiteY23" fmla="*/ 140178 h 261746"/>
                <a:gd name="connsiteX24" fmla="*/ 108264 w 312228"/>
                <a:gd name="connsiteY24" fmla="*/ 145036 h 261746"/>
                <a:gd name="connsiteX25" fmla="*/ 2632 w 312228"/>
                <a:gd name="connsiteY25" fmla="*/ 261717 h 261746"/>
                <a:gd name="connsiteX26" fmla="*/ 2537 w 312228"/>
                <a:gd name="connsiteY26" fmla="*/ 261717 h 261746"/>
                <a:gd name="connsiteX27" fmla="*/ 78832 w 312228"/>
                <a:gd name="connsiteY27" fmla="*/ 104841 h 261746"/>
                <a:gd name="connsiteX28" fmla="*/ 72736 w 312228"/>
                <a:gd name="connsiteY28" fmla="*/ 106746 h 261746"/>
                <a:gd name="connsiteX29" fmla="*/ 67402 w 312228"/>
                <a:gd name="connsiteY29" fmla="*/ 115604 h 261746"/>
                <a:gd name="connsiteX30" fmla="*/ 85499 w 312228"/>
                <a:gd name="connsiteY30" fmla="*/ 134749 h 261746"/>
                <a:gd name="connsiteX31" fmla="*/ 104359 w 312228"/>
                <a:gd name="connsiteY31" fmla="*/ 136083 h 261746"/>
                <a:gd name="connsiteX32" fmla="*/ 94834 w 312228"/>
                <a:gd name="connsiteY32" fmla="*/ 108746 h 261746"/>
                <a:gd name="connsiteX33" fmla="*/ 78832 w 312228"/>
                <a:gd name="connsiteY33" fmla="*/ 104936 h 261746"/>
                <a:gd name="connsiteX34" fmla="*/ 201609 w 312228"/>
                <a:gd name="connsiteY34" fmla="*/ 17211 h 261746"/>
                <a:gd name="connsiteX35" fmla="*/ 182749 w 312228"/>
                <a:gd name="connsiteY35" fmla="*/ 42547 h 261746"/>
                <a:gd name="connsiteX36" fmla="*/ 201895 w 312228"/>
                <a:gd name="connsiteY36" fmla="*/ 73884 h 261746"/>
                <a:gd name="connsiteX37" fmla="*/ 219325 w 312228"/>
                <a:gd name="connsiteY37" fmla="*/ 82743 h 261746"/>
                <a:gd name="connsiteX38" fmla="*/ 228089 w 312228"/>
                <a:gd name="connsiteY38" fmla="*/ 72551 h 261746"/>
                <a:gd name="connsiteX39" fmla="*/ 227803 w 312228"/>
                <a:gd name="connsiteY39" fmla="*/ 37594 h 261746"/>
                <a:gd name="connsiteX40" fmla="*/ 203514 w 312228"/>
                <a:gd name="connsiteY40" fmla="*/ 17115 h 261746"/>
                <a:gd name="connsiteX41" fmla="*/ 201514 w 312228"/>
                <a:gd name="connsiteY41" fmla="*/ 17306 h 2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12228" h="261746">
                  <a:moveTo>
                    <a:pt x="2632" y="261717"/>
                  </a:moveTo>
                  <a:cubicBezTo>
                    <a:pt x="1489" y="261908"/>
                    <a:pt x="346" y="261146"/>
                    <a:pt x="60" y="259908"/>
                  </a:cubicBezTo>
                  <a:cubicBezTo>
                    <a:pt x="-226" y="258669"/>
                    <a:pt x="536" y="257431"/>
                    <a:pt x="1774" y="257145"/>
                  </a:cubicBezTo>
                  <a:cubicBezTo>
                    <a:pt x="54733" y="245620"/>
                    <a:pt x="97596" y="198186"/>
                    <a:pt x="103787" y="144465"/>
                  </a:cubicBezTo>
                  <a:cubicBezTo>
                    <a:pt x="103978" y="143226"/>
                    <a:pt x="104073" y="141893"/>
                    <a:pt x="104168" y="140464"/>
                  </a:cubicBezTo>
                  <a:cubicBezTo>
                    <a:pt x="96739" y="140940"/>
                    <a:pt x="90071" y="140464"/>
                    <a:pt x="84356" y="139131"/>
                  </a:cubicBezTo>
                  <a:cubicBezTo>
                    <a:pt x="71783" y="135892"/>
                    <a:pt x="64258" y="127986"/>
                    <a:pt x="62830" y="116175"/>
                  </a:cubicBezTo>
                  <a:cubicBezTo>
                    <a:pt x="62163" y="110556"/>
                    <a:pt x="64925" y="105698"/>
                    <a:pt x="70640" y="102745"/>
                  </a:cubicBezTo>
                  <a:cubicBezTo>
                    <a:pt x="78070" y="98840"/>
                    <a:pt x="90547" y="98745"/>
                    <a:pt x="97882" y="105317"/>
                  </a:cubicBezTo>
                  <a:cubicBezTo>
                    <a:pt x="105216" y="111889"/>
                    <a:pt x="108931" y="122271"/>
                    <a:pt x="108931" y="135702"/>
                  </a:cubicBezTo>
                  <a:cubicBezTo>
                    <a:pt x="142935" y="131987"/>
                    <a:pt x="189227" y="110841"/>
                    <a:pt x="215706" y="86267"/>
                  </a:cubicBezTo>
                  <a:cubicBezTo>
                    <a:pt x="209896" y="84171"/>
                    <a:pt x="204276" y="81219"/>
                    <a:pt x="199228" y="77599"/>
                  </a:cubicBezTo>
                  <a:cubicBezTo>
                    <a:pt x="186274" y="68265"/>
                    <a:pt x="178654" y="55596"/>
                    <a:pt x="178178" y="42738"/>
                  </a:cubicBezTo>
                  <a:cubicBezTo>
                    <a:pt x="177701" y="28926"/>
                    <a:pt x="187798" y="13115"/>
                    <a:pt x="203323" y="12543"/>
                  </a:cubicBezTo>
                  <a:cubicBezTo>
                    <a:pt x="217421" y="11972"/>
                    <a:pt x="228470" y="24069"/>
                    <a:pt x="232184" y="36261"/>
                  </a:cubicBezTo>
                  <a:cubicBezTo>
                    <a:pt x="236375" y="50262"/>
                    <a:pt x="239328" y="64740"/>
                    <a:pt x="231803" y="75123"/>
                  </a:cubicBezTo>
                  <a:cubicBezTo>
                    <a:pt x="229613" y="78171"/>
                    <a:pt x="227136" y="81123"/>
                    <a:pt x="224279" y="84076"/>
                  </a:cubicBezTo>
                  <a:cubicBezTo>
                    <a:pt x="242662" y="88553"/>
                    <a:pt x="263140" y="85505"/>
                    <a:pt x="278762" y="74837"/>
                  </a:cubicBezTo>
                  <a:cubicBezTo>
                    <a:pt x="301240" y="59502"/>
                    <a:pt x="312575" y="29117"/>
                    <a:pt x="305717" y="2828"/>
                  </a:cubicBezTo>
                  <a:cubicBezTo>
                    <a:pt x="305431" y="1590"/>
                    <a:pt x="306098" y="351"/>
                    <a:pt x="307337" y="66"/>
                  </a:cubicBezTo>
                  <a:cubicBezTo>
                    <a:pt x="308480" y="-220"/>
                    <a:pt x="309813" y="447"/>
                    <a:pt x="310099" y="1685"/>
                  </a:cubicBezTo>
                  <a:cubicBezTo>
                    <a:pt x="317433" y="29879"/>
                    <a:pt x="305336" y="62264"/>
                    <a:pt x="281333" y="78647"/>
                  </a:cubicBezTo>
                  <a:cubicBezTo>
                    <a:pt x="263903" y="90553"/>
                    <a:pt x="240852" y="93601"/>
                    <a:pt x="220564" y="87886"/>
                  </a:cubicBezTo>
                  <a:cubicBezTo>
                    <a:pt x="193513" y="113794"/>
                    <a:pt x="144554" y="136368"/>
                    <a:pt x="108740" y="140178"/>
                  </a:cubicBezTo>
                  <a:cubicBezTo>
                    <a:pt x="108740" y="141798"/>
                    <a:pt x="108550" y="143417"/>
                    <a:pt x="108264" y="145036"/>
                  </a:cubicBezTo>
                  <a:cubicBezTo>
                    <a:pt x="101882" y="200757"/>
                    <a:pt x="57400" y="249811"/>
                    <a:pt x="2632" y="261717"/>
                  </a:cubicBezTo>
                  <a:cubicBezTo>
                    <a:pt x="2632" y="261717"/>
                    <a:pt x="2537" y="261717"/>
                    <a:pt x="2537" y="261717"/>
                  </a:cubicBezTo>
                  <a:close/>
                  <a:moveTo>
                    <a:pt x="78832" y="104841"/>
                  </a:moveTo>
                  <a:cubicBezTo>
                    <a:pt x="76641" y="105222"/>
                    <a:pt x="74546" y="105793"/>
                    <a:pt x="72736" y="106746"/>
                  </a:cubicBezTo>
                  <a:cubicBezTo>
                    <a:pt x="69973" y="108174"/>
                    <a:pt x="66830" y="110937"/>
                    <a:pt x="67402" y="115604"/>
                  </a:cubicBezTo>
                  <a:cubicBezTo>
                    <a:pt x="68640" y="125605"/>
                    <a:pt x="74736" y="131987"/>
                    <a:pt x="85499" y="134749"/>
                  </a:cubicBezTo>
                  <a:cubicBezTo>
                    <a:pt x="90929" y="136083"/>
                    <a:pt x="97310" y="136559"/>
                    <a:pt x="104359" y="136083"/>
                  </a:cubicBezTo>
                  <a:cubicBezTo>
                    <a:pt x="104359" y="126272"/>
                    <a:pt x="102358" y="115509"/>
                    <a:pt x="94834" y="108746"/>
                  </a:cubicBezTo>
                  <a:cubicBezTo>
                    <a:pt x="90738" y="105126"/>
                    <a:pt x="84356" y="104079"/>
                    <a:pt x="78832" y="104936"/>
                  </a:cubicBezTo>
                  <a:close/>
                  <a:moveTo>
                    <a:pt x="201609" y="17211"/>
                  </a:moveTo>
                  <a:cubicBezTo>
                    <a:pt x="190274" y="18925"/>
                    <a:pt x="182369" y="31498"/>
                    <a:pt x="182749" y="42547"/>
                  </a:cubicBezTo>
                  <a:cubicBezTo>
                    <a:pt x="183131" y="53977"/>
                    <a:pt x="190179" y="65312"/>
                    <a:pt x="201895" y="73884"/>
                  </a:cubicBezTo>
                  <a:cubicBezTo>
                    <a:pt x="207229" y="77694"/>
                    <a:pt x="213134" y="80647"/>
                    <a:pt x="219325" y="82743"/>
                  </a:cubicBezTo>
                  <a:cubicBezTo>
                    <a:pt x="222659" y="79409"/>
                    <a:pt x="225612" y="75980"/>
                    <a:pt x="228089" y="72551"/>
                  </a:cubicBezTo>
                  <a:cubicBezTo>
                    <a:pt x="234375" y="63693"/>
                    <a:pt x="231708" y="50548"/>
                    <a:pt x="227803" y="37594"/>
                  </a:cubicBezTo>
                  <a:cubicBezTo>
                    <a:pt x="224660" y="27307"/>
                    <a:pt x="215135" y="16639"/>
                    <a:pt x="203514" y="17115"/>
                  </a:cubicBezTo>
                  <a:cubicBezTo>
                    <a:pt x="202847" y="17115"/>
                    <a:pt x="202181" y="17115"/>
                    <a:pt x="201514" y="17306"/>
                  </a:cubicBezTo>
                  <a:close/>
                </a:path>
              </a:pathLst>
            </a:custGeom>
            <a:solidFill>
              <a:srgbClr val="995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6D2FB271-AE23-E38E-836C-3F6A2E1E5A3B}"/>
                </a:ext>
              </a:extLst>
            </p:cNvPr>
            <p:cNvSpPr/>
            <p:nvPr/>
          </p:nvSpPr>
          <p:spPr>
            <a:xfrm flipH="1">
              <a:off x="9950712" y="2262529"/>
              <a:ext cx="66951" cy="32826"/>
            </a:xfrm>
            <a:custGeom>
              <a:avLst/>
              <a:gdLst>
                <a:gd name="connsiteX0" fmla="*/ 181999 w 372135"/>
                <a:gd name="connsiteY0" fmla="*/ 175927 h 177246"/>
                <a:gd name="connsiteX1" fmla="*/ 160759 w 372135"/>
                <a:gd name="connsiteY1" fmla="*/ 177165 h 177246"/>
                <a:gd name="connsiteX2" fmla="*/ 105133 w 372135"/>
                <a:gd name="connsiteY2" fmla="*/ 150876 h 177246"/>
                <a:gd name="connsiteX3" fmla="*/ 263 w 372135"/>
                <a:gd name="connsiteY3" fmla="*/ 85249 h 177246"/>
                <a:gd name="connsiteX4" fmla="*/ 1215 w 372135"/>
                <a:gd name="connsiteY4" fmla="*/ 82201 h 177246"/>
                <a:gd name="connsiteX5" fmla="*/ 4263 w 372135"/>
                <a:gd name="connsiteY5" fmla="*/ 83153 h 177246"/>
                <a:gd name="connsiteX6" fmla="*/ 101704 w 372135"/>
                <a:gd name="connsiteY6" fmla="*/ 146209 h 177246"/>
                <a:gd name="connsiteX7" fmla="*/ 110943 w 372135"/>
                <a:gd name="connsiteY7" fmla="*/ 83153 h 177246"/>
                <a:gd name="connsiteX8" fmla="*/ 147043 w 372135"/>
                <a:gd name="connsiteY8" fmla="*/ 79534 h 177246"/>
                <a:gd name="connsiteX9" fmla="*/ 167617 w 372135"/>
                <a:gd name="connsiteY9" fmla="*/ 102680 h 177246"/>
                <a:gd name="connsiteX10" fmla="*/ 149900 w 372135"/>
                <a:gd name="connsiteY10" fmla="*/ 140589 h 177246"/>
                <a:gd name="connsiteX11" fmla="*/ 111133 w 372135"/>
                <a:gd name="connsiteY11" fmla="*/ 151067 h 177246"/>
                <a:gd name="connsiteX12" fmla="*/ 160949 w 372135"/>
                <a:gd name="connsiteY12" fmla="*/ 172688 h 177246"/>
                <a:gd name="connsiteX13" fmla="*/ 224672 w 372135"/>
                <a:gd name="connsiteY13" fmla="*/ 158210 h 177246"/>
                <a:gd name="connsiteX14" fmla="*/ 255818 w 372135"/>
                <a:gd name="connsiteY14" fmla="*/ 140589 h 177246"/>
                <a:gd name="connsiteX15" fmla="*/ 241245 w 372135"/>
                <a:gd name="connsiteY15" fmla="*/ 131064 h 177246"/>
                <a:gd name="connsiteX16" fmla="*/ 224195 w 372135"/>
                <a:gd name="connsiteY16" fmla="*/ 99441 h 177246"/>
                <a:gd name="connsiteX17" fmla="*/ 230482 w 372135"/>
                <a:gd name="connsiteY17" fmla="*/ 80867 h 177246"/>
                <a:gd name="connsiteX18" fmla="*/ 251437 w 372135"/>
                <a:gd name="connsiteY18" fmla="*/ 74009 h 177246"/>
                <a:gd name="connsiteX19" fmla="*/ 274297 w 372135"/>
                <a:gd name="connsiteY19" fmla="*/ 89059 h 177246"/>
                <a:gd name="connsiteX20" fmla="*/ 266867 w 372135"/>
                <a:gd name="connsiteY20" fmla="*/ 136017 h 177246"/>
                <a:gd name="connsiteX21" fmla="*/ 264010 w 372135"/>
                <a:gd name="connsiteY21" fmla="*/ 139256 h 177246"/>
                <a:gd name="connsiteX22" fmla="*/ 302586 w 372135"/>
                <a:gd name="connsiteY22" fmla="*/ 143542 h 177246"/>
                <a:gd name="connsiteX23" fmla="*/ 355069 w 372135"/>
                <a:gd name="connsiteY23" fmla="*/ 113443 h 177246"/>
                <a:gd name="connsiteX24" fmla="*/ 365546 w 372135"/>
                <a:gd name="connsiteY24" fmla="*/ 53816 h 177246"/>
                <a:gd name="connsiteX25" fmla="*/ 330780 w 372135"/>
                <a:gd name="connsiteY25" fmla="*/ 4286 h 177246"/>
                <a:gd name="connsiteX26" fmla="*/ 329923 w 372135"/>
                <a:gd name="connsiteY26" fmla="*/ 1143 h 177246"/>
                <a:gd name="connsiteX27" fmla="*/ 333066 w 372135"/>
                <a:gd name="connsiteY27" fmla="*/ 286 h 177246"/>
                <a:gd name="connsiteX28" fmla="*/ 370023 w 372135"/>
                <a:gd name="connsiteY28" fmla="*/ 52768 h 177246"/>
                <a:gd name="connsiteX29" fmla="*/ 358783 w 372135"/>
                <a:gd name="connsiteY29" fmla="*/ 116014 h 177246"/>
                <a:gd name="connsiteX30" fmla="*/ 303157 w 372135"/>
                <a:gd name="connsiteY30" fmla="*/ 148114 h 177246"/>
                <a:gd name="connsiteX31" fmla="*/ 260390 w 372135"/>
                <a:gd name="connsiteY31" fmla="*/ 142780 h 177246"/>
                <a:gd name="connsiteX32" fmla="*/ 226386 w 372135"/>
                <a:gd name="connsiteY32" fmla="*/ 162497 h 177246"/>
                <a:gd name="connsiteX33" fmla="*/ 181904 w 372135"/>
                <a:gd name="connsiteY33" fmla="*/ 176022 h 177246"/>
                <a:gd name="connsiteX34" fmla="*/ 244388 w 372135"/>
                <a:gd name="connsiteY34" fmla="*/ 78581 h 177246"/>
                <a:gd name="connsiteX35" fmla="*/ 233815 w 372135"/>
                <a:gd name="connsiteY35" fmla="*/ 84010 h 177246"/>
                <a:gd name="connsiteX36" fmla="*/ 228767 w 372135"/>
                <a:gd name="connsiteY36" fmla="*/ 99251 h 177246"/>
                <a:gd name="connsiteX37" fmla="*/ 244198 w 372135"/>
                <a:gd name="connsiteY37" fmla="*/ 127635 h 177246"/>
                <a:gd name="connsiteX38" fmla="*/ 259533 w 372135"/>
                <a:gd name="connsiteY38" fmla="*/ 137351 h 177246"/>
                <a:gd name="connsiteX39" fmla="*/ 263438 w 372135"/>
                <a:gd name="connsiteY39" fmla="*/ 133064 h 177246"/>
                <a:gd name="connsiteX40" fmla="*/ 270296 w 372135"/>
                <a:gd name="connsiteY40" fmla="*/ 91249 h 177246"/>
                <a:gd name="connsiteX41" fmla="*/ 250865 w 372135"/>
                <a:gd name="connsiteY41" fmla="*/ 78581 h 177246"/>
                <a:gd name="connsiteX42" fmla="*/ 244388 w 372135"/>
                <a:gd name="connsiteY42" fmla="*/ 78581 h 177246"/>
                <a:gd name="connsiteX43" fmla="*/ 107419 w 372135"/>
                <a:gd name="connsiteY43" fmla="*/ 146399 h 177246"/>
                <a:gd name="connsiteX44" fmla="*/ 108848 w 372135"/>
                <a:gd name="connsiteY44" fmla="*/ 146399 h 177246"/>
                <a:gd name="connsiteX45" fmla="*/ 147329 w 372135"/>
                <a:gd name="connsiteY45" fmla="*/ 136684 h 177246"/>
                <a:gd name="connsiteX46" fmla="*/ 163140 w 372135"/>
                <a:gd name="connsiteY46" fmla="*/ 103346 h 177246"/>
                <a:gd name="connsiteX47" fmla="*/ 145424 w 372135"/>
                <a:gd name="connsiteY47" fmla="*/ 83630 h 177246"/>
                <a:gd name="connsiteX48" fmla="*/ 113705 w 372135"/>
                <a:gd name="connsiteY48" fmla="*/ 86678 h 177246"/>
                <a:gd name="connsiteX49" fmla="*/ 105704 w 372135"/>
                <a:gd name="connsiteY49" fmla="*/ 143827 h 177246"/>
                <a:gd name="connsiteX50" fmla="*/ 107419 w 372135"/>
                <a:gd name="connsiteY50" fmla="*/ 146304 h 17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72135" h="177246">
                  <a:moveTo>
                    <a:pt x="181999" y="175927"/>
                  </a:moveTo>
                  <a:cubicBezTo>
                    <a:pt x="175046" y="176975"/>
                    <a:pt x="167998" y="177451"/>
                    <a:pt x="160759" y="177165"/>
                  </a:cubicBezTo>
                  <a:cubicBezTo>
                    <a:pt x="137899" y="176213"/>
                    <a:pt x="117134" y="166306"/>
                    <a:pt x="105133" y="150876"/>
                  </a:cubicBezTo>
                  <a:cubicBezTo>
                    <a:pt x="62365" y="148971"/>
                    <a:pt x="20551" y="122968"/>
                    <a:pt x="263" y="85249"/>
                  </a:cubicBezTo>
                  <a:cubicBezTo>
                    <a:pt x="-309" y="84106"/>
                    <a:pt x="72" y="82772"/>
                    <a:pt x="1215" y="82201"/>
                  </a:cubicBezTo>
                  <a:cubicBezTo>
                    <a:pt x="2263" y="81629"/>
                    <a:pt x="3691" y="82010"/>
                    <a:pt x="4263" y="83153"/>
                  </a:cubicBezTo>
                  <a:cubicBezTo>
                    <a:pt x="23218" y="118396"/>
                    <a:pt x="61794" y="143065"/>
                    <a:pt x="101704" y="146209"/>
                  </a:cubicBezTo>
                  <a:cubicBezTo>
                    <a:pt x="88750" y="125254"/>
                    <a:pt x="92941" y="96488"/>
                    <a:pt x="110943" y="83153"/>
                  </a:cubicBezTo>
                  <a:cubicBezTo>
                    <a:pt x="120658" y="75914"/>
                    <a:pt x="134565" y="74581"/>
                    <a:pt x="147043" y="79534"/>
                  </a:cubicBezTo>
                  <a:cubicBezTo>
                    <a:pt x="158187" y="83915"/>
                    <a:pt x="165712" y="92393"/>
                    <a:pt x="167617" y="102680"/>
                  </a:cubicBezTo>
                  <a:cubicBezTo>
                    <a:pt x="170189" y="116396"/>
                    <a:pt x="163045" y="131635"/>
                    <a:pt x="149900" y="140589"/>
                  </a:cubicBezTo>
                  <a:cubicBezTo>
                    <a:pt x="139899" y="147447"/>
                    <a:pt x="126850" y="150971"/>
                    <a:pt x="111133" y="151067"/>
                  </a:cubicBezTo>
                  <a:cubicBezTo>
                    <a:pt x="122659" y="163735"/>
                    <a:pt x="140852" y="171831"/>
                    <a:pt x="160949" y="172688"/>
                  </a:cubicBezTo>
                  <a:cubicBezTo>
                    <a:pt x="184666" y="173641"/>
                    <a:pt x="207431" y="165544"/>
                    <a:pt x="224672" y="158210"/>
                  </a:cubicBezTo>
                  <a:cubicBezTo>
                    <a:pt x="235625" y="153638"/>
                    <a:pt x="246674" y="148304"/>
                    <a:pt x="255818" y="140589"/>
                  </a:cubicBezTo>
                  <a:cubicBezTo>
                    <a:pt x="250580" y="138017"/>
                    <a:pt x="245627" y="134779"/>
                    <a:pt x="241245" y="131064"/>
                  </a:cubicBezTo>
                  <a:cubicBezTo>
                    <a:pt x="231530" y="122872"/>
                    <a:pt x="224862" y="110490"/>
                    <a:pt x="224195" y="99441"/>
                  </a:cubicBezTo>
                  <a:cubicBezTo>
                    <a:pt x="223719" y="92202"/>
                    <a:pt x="225910" y="85725"/>
                    <a:pt x="230482" y="80867"/>
                  </a:cubicBezTo>
                  <a:cubicBezTo>
                    <a:pt x="235530" y="75438"/>
                    <a:pt x="243150" y="72962"/>
                    <a:pt x="251437" y="74009"/>
                  </a:cubicBezTo>
                  <a:cubicBezTo>
                    <a:pt x="261248" y="75247"/>
                    <a:pt x="270011" y="80962"/>
                    <a:pt x="274297" y="89059"/>
                  </a:cubicBezTo>
                  <a:cubicBezTo>
                    <a:pt x="282869" y="104965"/>
                    <a:pt x="276773" y="124111"/>
                    <a:pt x="266867" y="136017"/>
                  </a:cubicBezTo>
                  <a:cubicBezTo>
                    <a:pt x="265915" y="137160"/>
                    <a:pt x="264962" y="138208"/>
                    <a:pt x="264010" y="139256"/>
                  </a:cubicBezTo>
                  <a:cubicBezTo>
                    <a:pt x="275821" y="143732"/>
                    <a:pt x="289061" y="145256"/>
                    <a:pt x="302586" y="143542"/>
                  </a:cubicBezTo>
                  <a:cubicBezTo>
                    <a:pt x="324303" y="140684"/>
                    <a:pt x="343639" y="129731"/>
                    <a:pt x="355069" y="113443"/>
                  </a:cubicBezTo>
                  <a:cubicBezTo>
                    <a:pt x="366499" y="97060"/>
                    <a:pt x="370404" y="75343"/>
                    <a:pt x="365546" y="53816"/>
                  </a:cubicBezTo>
                  <a:cubicBezTo>
                    <a:pt x="360784" y="32290"/>
                    <a:pt x="348116" y="14192"/>
                    <a:pt x="330780" y="4286"/>
                  </a:cubicBezTo>
                  <a:cubicBezTo>
                    <a:pt x="329732" y="3620"/>
                    <a:pt x="329351" y="2286"/>
                    <a:pt x="329923" y="1143"/>
                  </a:cubicBezTo>
                  <a:cubicBezTo>
                    <a:pt x="330494" y="0"/>
                    <a:pt x="331923" y="-286"/>
                    <a:pt x="333066" y="286"/>
                  </a:cubicBezTo>
                  <a:cubicBezTo>
                    <a:pt x="351449" y="10858"/>
                    <a:pt x="364975" y="30004"/>
                    <a:pt x="370023" y="52768"/>
                  </a:cubicBezTo>
                  <a:cubicBezTo>
                    <a:pt x="375071" y="75629"/>
                    <a:pt x="370975" y="98679"/>
                    <a:pt x="358783" y="116014"/>
                  </a:cubicBezTo>
                  <a:cubicBezTo>
                    <a:pt x="346591" y="133445"/>
                    <a:pt x="326208" y="145066"/>
                    <a:pt x="303157" y="148114"/>
                  </a:cubicBezTo>
                  <a:cubicBezTo>
                    <a:pt x="288108" y="150019"/>
                    <a:pt x="273344" y="148114"/>
                    <a:pt x="260390" y="142780"/>
                  </a:cubicBezTo>
                  <a:cubicBezTo>
                    <a:pt x="250580" y="151638"/>
                    <a:pt x="238388" y="157543"/>
                    <a:pt x="226386" y="162497"/>
                  </a:cubicBezTo>
                  <a:cubicBezTo>
                    <a:pt x="213908" y="167735"/>
                    <a:pt x="198573" y="173450"/>
                    <a:pt x="181904" y="176022"/>
                  </a:cubicBezTo>
                  <a:close/>
                  <a:moveTo>
                    <a:pt x="244388" y="78581"/>
                  </a:moveTo>
                  <a:cubicBezTo>
                    <a:pt x="240197" y="79248"/>
                    <a:pt x="236482" y="81058"/>
                    <a:pt x="233815" y="84010"/>
                  </a:cubicBezTo>
                  <a:cubicBezTo>
                    <a:pt x="230101" y="88011"/>
                    <a:pt x="228386" y="93155"/>
                    <a:pt x="228767" y="99251"/>
                  </a:cubicBezTo>
                  <a:cubicBezTo>
                    <a:pt x="229339" y="109061"/>
                    <a:pt x="235435" y="120206"/>
                    <a:pt x="244198" y="127635"/>
                  </a:cubicBezTo>
                  <a:cubicBezTo>
                    <a:pt x="248770" y="131540"/>
                    <a:pt x="253913" y="134779"/>
                    <a:pt x="259533" y="137351"/>
                  </a:cubicBezTo>
                  <a:cubicBezTo>
                    <a:pt x="260866" y="136017"/>
                    <a:pt x="262200" y="134588"/>
                    <a:pt x="263438" y="133064"/>
                  </a:cubicBezTo>
                  <a:cubicBezTo>
                    <a:pt x="272011" y="122682"/>
                    <a:pt x="277916" y="105156"/>
                    <a:pt x="270296" y="91249"/>
                  </a:cubicBezTo>
                  <a:cubicBezTo>
                    <a:pt x="266677" y="84582"/>
                    <a:pt x="259057" y="79629"/>
                    <a:pt x="250865" y="78581"/>
                  </a:cubicBezTo>
                  <a:cubicBezTo>
                    <a:pt x="248579" y="78295"/>
                    <a:pt x="246484" y="78295"/>
                    <a:pt x="244388" y="78581"/>
                  </a:cubicBezTo>
                  <a:close/>
                  <a:moveTo>
                    <a:pt x="107419" y="146399"/>
                  </a:moveTo>
                  <a:cubicBezTo>
                    <a:pt x="107895" y="146399"/>
                    <a:pt x="108371" y="146399"/>
                    <a:pt x="108848" y="146399"/>
                  </a:cubicBezTo>
                  <a:cubicBezTo>
                    <a:pt x="124659" y="146590"/>
                    <a:pt x="137613" y="143351"/>
                    <a:pt x="147329" y="136684"/>
                  </a:cubicBezTo>
                  <a:cubicBezTo>
                    <a:pt x="159044" y="128683"/>
                    <a:pt x="165331" y="115252"/>
                    <a:pt x="163140" y="103346"/>
                  </a:cubicBezTo>
                  <a:cubicBezTo>
                    <a:pt x="161521" y="94583"/>
                    <a:pt x="155044" y="87439"/>
                    <a:pt x="145424" y="83630"/>
                  </a:cubicBezTo>
                  <a:cubicBezTo>
                    <a:pt x="134470" y="79343"/>
                    <a:pt x="122087" y="80486"/>
                    <a:pt x="113705" y="86678"/>
                  </a:cubicBezTo>
                  <a:cubicBezTo>
                    <a:pt x="97417" y="98679"/>
                    <a:pt x="93798" y="124873"/>
                    <a:pt x="105704" y="143827"/>
                  </a:cubicBezTo>
                  <a:cubicBezTo>
                    <a:pt x="106276" y="144685"/>
                    <a:pt x="106752" y="145542"/>
                    <a:pt x="107419" y="146304"/>
                  </a:cubicBezTo>
                  <a:close/>
                </a:path>
              </a:pathLst>
            </a:custGeom>
            <a:solidFill>
              <a:srgbClr val="995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9E112925-EFC3-04F3-2903-17F557BEEE81}"/>
                </a:ext>
              </a:extLst>
            </p:cNvPr>
            <p:cNvSpPr/>
            <p:nvPr/>
          </p:nvSpPr>
          <p:spPr>
            <a:xfrm flipH="1">
              <a:off x="9931552" y="2288090"/>
              <a:ext cx="193134" cy="294853"/>
            </a:xfrm>
            <a:custGeom>
              <a:avLst/>
              <a:gdLst>
                <a:gd name="connsiteX0" fmla="*/ 1062519 w 1073497"/>
                <a:gd name="connsiteY0" fmla="*/ 452342 h 1592087"/>
                <a:gd name="connsiteX1" fmla="*/ 998226 w 1073497"/>
                <a:gd name="connsiteY1" fmla="*/ 554927 h 1592087"/>
                <a:gd name="connsiteX2" fmla="*/ 997082 w 1073497"/>
                <a:gd name="connsiteY2" fmla="*/ 578453 h 1592087"/>
                <a:gd name="connsiteX3" fmla="*/ 866590 w 1073497"/>
                <a:gd name="connsiteY3" fmla="*/ 963835 h 1592087"/>
                <a:gd name="connsiteX4" fmla="*/ 875448 w 1073497"/>
                <a:gd name="connsiteY4" fmla="*/ 1323404 h 1592087"/>
                <a:gd name="connsiteX5" fmla="*/ 673613 w 1073497"/>
                <a:gd name="connsiteY5" fmla="*/ 1576483 h 1592087"/>
                <a:gd name="connsiteX6" fmla="*/ 185934 w 1073497"/>
                <a:gd name="connsiteY6" fmla="*/ 1399604 h 1592087"/>
                <a:gd name="connsiteX7" fmla="*/ 194887 w 1073497"/>
                <a:gd name="connsiteY7" fmla="*/ 687515 h 1592087"/>
                <a:gd name="connsiteX8" fmla="*/ 23151 w 1073497"/>
                <a:gd name="connsiteY8" fmla="*/ 593598 h 1592087"/>
                <a:gd name="connsiteX9" fmla="*/ 103923 w 1073497"/>
                <a:gd name="connsiteY9" fmla="*/ 396145 h 1592087"/>
                <a:gd name="connsiteX10" fmla="*/ 100780 w 1073497"/>
                <a:gd name="connsiteY10" fmla="*/ 375380 h 1592087"/>
                <a:gd name="connsiteX11" fmla="*/ 91445 w 1073497"/>
                <a:gd name="connsiteY11" fmla="*/ 314801 h 1592087"/>
                <a:gd name="connsiteX12" fmla="*/ 259752 w 1073497"/>
                <a:gd name="connsiteY12" fmla="*/ 248126 h 1592087"/>
                <a:gd name="connsiteX13" fmla="*/ 308520 w 1073497"/>
                <a:gd name="connsiteY13" fmla="*/ 161258 h 1592087"/>
                <a:gd name="connsiteX14" fmla="*/ 515118 w 1073497"/>
                <a:gd name="connsiteY14" fmla="*/ 0 h 1592087"/>
                <a:gd name="connsiteX15" fmla="*/ 952505 w 1073497"/>
                <a:gd name="connsiteY15" fmla="*/ 16193 h 1592087"/>
                <a:gd name="connsiteX16" fmla="*/ 983747 w 1073497"/>
                <a:gd name="connsiteY16" fmla="*/ 159449 h 1592087"/>
                <a:gd name="connsiteX17" fmla="*/ 989272 w 1073497"/>
                <a:gd name="connsiteY17" fmla="*/ 315944 h 1592087"/>
                <a:gd name="connsiteX18" fmla="*/ 1065758 w 1073497"/>
                <a:gd name="connsiteY18" fmla="*/ 331946 h 1592087"/>
                <a:gd name="connsiteX19" fmla="*/ 1062519 w 1073497"/>
                <a:gd name="connsiteY19" fmla="*/ 452533 h 159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3497" h="1592087">
                  <a:moveTo>
                    <a:pt x="1062519" y="452342"/>
                  </a:moveTo>
                  <a:cubicBezTo>
                    <a:pt x="1051661" y="486823"/>
                    <a:pt x="1031563" y="523113"/>
                    <a:pt x="998226" y="554927"/>
                  </a:cubicBezTo>
                  <a:cubicBezTo>
                    <a:pt x="998226" y="554927"/>
                    <a:pt x="998035" y="563594"/>
                    <a:pt x="997082" y="578453"/>
                  </a:cubicBezTo>
                  <a:cubicBezTo>
                    <a:pt x="992606" y="653225"/>
                    <a:pt x="970508" y="886016"/>
                    <a:pt x="866590" y="963835"/>
                  </a:cubicBezTo>
                  <a:lnTo>
                    <a:pt x="875448" y="1323404"/>
                  </a:lnTo>
                  <a:cubicBezTo>
                    <a:pt x="875448" y="1323404"/>
                    <a:pt x="905928" y="1522286"/>
                    <a:pt x="673613" y="1576483"/>
                  </a:cubicBezTo>
                  <a:cubicBezTo>
                    <a:pt x="441299" y="1630585"/>
                    <a:pt x="301662" y="1537335"/>
                    <a:pt x="185934" y="1399604"/>
                  </a:cubicBezTo>
                  <a:lnTo>
                    <a:pt x="194887" y="687515"/>
                  </a:lnTo>
                  <a:cubicBezTo>
                    <a:pt x="194887" y="687515"/>
                    <a:pt x="77348" y="705517"/>
                    <a:pt x="23151" y="593598"/>
                  </a:cubicBezTo>
                  <a:cubicBezTo>
                    <a:pt x="-31046" y="481584"/>
                    <a:pt x="15627" y="363379"/>
                    <a:pt x="103923" y="396145"/>
                  </a:cubicBezTo>
                  <a:lnTo>
                    <a:pt x="100780" y="375380"/>
                  </a:lnTo>
                  <a:cubicBezTo>
                    <a:pt x="96113" y="344710"/>
                    <a:pt x="91445" y="314801"/>
                    <a:pt x="91445" y="314801"/>
                  </a:cubicBezTo>
                  <a:cubicBezTo>
                    <a:pt x="91445" y="314801"/>
                    <a:pt x="195363" y="303657"/>
                    <a:pt x="259752" y="248126"/>
                  </a:cubicBezTo>
                  <a:cubicBezTo>
                    <a:pt x="284803" y="226504"/>
                    <a:pt x="303853" y="198215"/>
                    <a:pt x="308520" y="161258"/>
                  </a:cubicBezTo>
                  <a:cubicBezTo>
                    <a:pt x="308520" y="161258"/>
                    <a:pt x="499782" y="141161"/>
                    <a:pt x="515118" y="0"/>
                  </a:cubicBezTo>
                  <a:cubicBezTo>
                    <a:pt x="515118" y="0"/>
                    <a:pt x="775817" y="191357"/>
                    <a:pt x="952505" y="16193"/>
                  </a:cubicBezTo>
                  <a:cubicBezTo>
                    <a:pt x="952505" y="16193"/>
                    <a:pt x="980319" y="76676"/>
                    <a:pt x="983747" y="159449"/>
                  </a:cubicBezTo>
                  <a:cubicBezTo>
                    <a:pt x="986414" y="224123"/>
                    <a:pt x="989272" y="315944"/>
                    <a:pt x="989272" y="315944"/>
                  </a:cubicBezTo>
                  <a:cubicBezTo>
                    <a:pt x="989272" y="315944"/>
                    <a:pt x="1049756" y="288131"/>
                    <a:pt x="1065758" y="331946"/>
                  </a:cubicBezTo>
                  <a:cubicBezTo>
                    <a:pt x="1075187" y="357664"/>
                    <a:pt x="1078045" y="403479"/>
                    <a:pt x="1062519" y="452533"/>
                  </a:cubicBezTo>
                  <a:close/>
                </a:path>
              </a:pathLst>
            </a:custGeom>
            <a:solidFill>
              <a:srgbClr val="DAA87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30FE46F-D82F-F8FD-F4B8-2BE647B4D2F7}"/>
                </a:ext>
              </a:extLst>
            </p:cNvPr>
            <p:cNvSpPr/>
            <p:nvPr/>
          </p:nvSpPr>
          <p:spPr>
            <a:xfrm flipH="1">
              <a:off x="9968246" y="2457401"/>
              <a:ext cx="83506" cy="36939"/>
            </a:xfrm>
            <a:custGeom>
              <a:avLst/>
              <a:gdLst>
                <a:gd name="connsiteX0" fmla="*/ 95 w 464153"/>
                <a:gd name="connsiteY0" fmla="*/ 0 h 199456"/>
                <a:gd name="connsiteX1" fmla="*/ 461105 w 464153"/>
                <a:gd name="connsiteY1" fmla="*/ 49625 h 199456"/>
                <a:gd name="connsiteX2" fmla="*/ 464153 w 464153"/>
                <a:gd name="connsiteY2" fmla="*/ 173926 h 199456"/>
                <a:gd name="connsiteX3" fmla="*/ 0 w 464153"/>
                <a:gd name="connsiteY3" fmla="*/ 0 h 199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153" h="199456">
                  <a:moveTo>
                    <a:pt x="95" y="0"/>
                  </a:moveTo>
                  <a:cubicBezTo>
                    <a:pt x="95" y="0"/>
                    <a:pt x="257270" y="228886"/>
                    <a:pt x="461105" y="49625"/>
                  </a:cubicBezTo>
                  <a:lnTo>
                    <a:pt x="464153" y="173926"/>
                  </a:lnTo>
                  <a:cubicBezTo>
                    <a:pt x="464153" y="173926"/>
                    <a:pt x="230791" y="297751"/>
                    <a:pt x="0" y="0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646053C0-5C80-27F9-B892-A40965C1B02B}"/>
                </a:ext>
              </a:extLst>
            </p:cNvPr>
            <p:cNvSpPr/>
            <p:nvPr/>
          </p:nvSpPr>
          <p:spPr>
            <a:xfrm flipH="1">
              <a:off x="10077954" y="2333990"/>
              <a:ext cx="30520" cy="43271"/>
            </a:xfrm>
            <a:custGeom>
              <a:avLst/>
              <a:gdLst>
                <a:gd name="connsiteX0" fmla="*/ 166402 w 169640"/>
                <a:gd name="connsiteY0" fmla="*/ 218504 h 233648"/>
                <a:gd name="connsiteX1" fmla="*/ 119539 w 169640"/>
                <a:gd name="connsiteY1" fmla="*/ 233648 h 233648"/>
                <a:gd name="connsiteX2" fmla="*/ 13907 w 169640"/>
                <a:gd name="connsiteY2" fmla="*/ 148018 h 233648"/>
                <a:gd name="connsiteX3" fmla="*/ 0 w 169640"/>
                <a:gd name="connsiteY3" fmla="*/ 57626 h 233648"/>
                <a:gd name="connsiteX4" fmla="*/ 169641 w 169640"/>
                <a:gd name="connsiteY4" fmla="*/ 0 h 233648"/>
                <a:gd name="connsiteX5" fmla="*/ 166402 w 169640"/>
                <a:gd name="connsiteY5" fmla="*/ 218504 h 23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640" h="233648">
                  <a:moveTo>
                    <a:pt x="166402" y="218504"/>
                  </a:moveTo>
                  <a:cubicBezTo>
                    <a:pt x="153543" y="223552"/>
                    <a:pt x="132302" y="228695"/>
                    <a:pt x="119539" y="233648"/>
                  </a:cubicBezTo>
                  <a:cubicBezTo>
                    <a:pt x="76486" y="194024"/>
                    <a:pt x="45149" y="171069"/>
                    <a:pt x="13907" y="148018"/>
                  </a:cubicBezTo>
                  <a:cubicBezTo>
                    <a:pt x="9239" y="117348"/>
                    <a:pt x="0" y="57626"/>
                    <a:pt x="0" y="57626"/>
                  </a:cubicBezTo>
                  <a:cubicBezTo>
                    <a:pt x="0" y="57626"/>
                    <a:pt x="105251" y="55531"/>
                    <a:pt x="169641" y="0"/>
                  </a:cubicBezTo>
                  <a:cubicBezTo>
                    <a:pt x="144399" y="71533"/>
                    <a:pt x="136970" y="144494"/>
                    <a:pt x="166402" y="218504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DC0D3C40-09D4-3BBD-2269-2F20FDB81ACE}"/>
                </a:ext>
              </a:extLst>
            </p:cNvPr>
            <p:cNvSpPr/>
            <p:nvPr/>
          </p:nvSpPr>
          <p:spPr>
            <a:xfrm flipH="1">
              <a:off x="10009894" y="2332451"/>
              <a:ext cx="48458" cy="18423"/>
            </a:xfrm>
            <a:custGeom>
              <a:avLst/>
              <a:gdLst>
                <a:gd name="connsiteX0" fmla="*/ 5919 w 269347"/>
                <a:gd name="connsiteY0" fmla="*/ 67553 h 99474"/>
                <a:gd name="connsiteX1" fmla="*/ 244902 w 269347"/>
                <a:gd name="connsiteY1" fmla="*/ 8117 h 99474"/>
                <a:gd name="connsiteX2" fmla="*/ 245949 w 269347"/>
                <a:gd name="connsiteY2" fmla="*/ 65934 h 99474"/>
                <a:gd name="connsiteX3" fmla="*/ 127554 w 269347"/>
                <a:gd name="connsiteY3" fmla="*/ 76792 h 99474"/>
                <a:gd name="connsiteX4" fmla="*/ 15159 w 269347"/>
                <a:gd name="connsiteY4" fmla="*/ 99176 h 99474"/>
                <a:gd name="connsiteX5" fmla="*/ 5919 w 269347"/>
                <a:gd name="connsiteY5" fmla="*/ 67553 h 9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47" h="99474">
                  <a:moveTo>
                    <a:pt x="5919" y="67553"/>
                  </a:moveTo>
                  <a:cubicBezTo>
                    <a:pt x="5919" y="67553"/>
                    <a:pt x="160320" y="-27887"/>
                    <a:pt x="244902" y="8117"/>
                  </a:cubicBezTo>
                  <a:cubicBezTo>
                    <a:pt x="287002" y="26024"/>
                    <a:pt x="266142" y="62695"/>
                    <a:pt x="245949" y="65934"/>
                  </a:cubicBezTo>
                  <a:cubicBezTo>
                    <a:pt x="225756" y="69172"/>
                    <a:pt x="159177" y="67553"/>
                    <a:pt x="127554" y="76792"/>
                  </a:cubicBezTo>
                  <a:cubicBezTo>
                    <a:pt x="95931" y="86032"/>
                    <a:pt x="23826" y="101843"/>
                    <a:pt x="15159" y="99176"/>
                  </a:cubicBezTo>
                  <a:cubicBezTo>
                    <a:pt x="6396" y="96414"/>
                    <a:pt x="-8273" y="82221"/>
                    <a:pt x="5919" y="67553"/>
                  </a:cubicBezTo>
                  <a:close/>
                </a:path>
              </a:pathLst>
            </a:custGeom>
            <a:solidFill>
              <a:srgbClr val="A37E5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4147B267-1CD0-231C-0C1D-83266C3C2E69}"/>
                </a:ext>
              </a:extLst>
            </p:cNvPr>
            <p:cNvSpPr/>
            <p:nvPr/>
          </p:nvSpPr>
          <p:spPr>
            <a:xfrm flipH="1">
              <a:off x="9957350" y="2328819"/>
              <a:ext cx="35857" cy="11268"/>
            </a:xfrm>
            <a:custGeom>
              <a:avLst/>
              <a:gdLst>
                <a:gd name="connsiteX0" fmla="*/ 29965 w 199304"/>
                <a:gd name="connsiteY0" fmla="*/ 60685 h 60840"/>
                <a:gd name="connsiteX1" fmla="*/ 1867 w 199304"/>
                <a:gd name="connsiteY1" fmla="*/ 51541 h 60840"/>
                <a:gd name="connsiteX2" fmla="*/ 14820 w 199304"/>
                <a:gd name="connsiteY2" fmla="*/ 21442 h 60840"/>
                <a:gd name="connsiteX3" fmla="*/ 95688 w 199304"/>
                <a:gd name="connsiteY3" fmla="*/ 201 h 60840"/>
                <a:gd name="connsiteX4" fmla="*/ 177984 w 199304"/>
                <a:gd name="connsiteY4" fmla="*/ 20775 h 60840"/>
                <a:gd name="connsiteX5" fmla="*/ 199034 w 199304"/>
                <a:gd name="connsiteY5" fmla="*/ 44492 h 60840"/>
                <a:gd name="connsiteX6" fmla="*/ 170459 w 199304"/>
                <a:gd name="connsiteY6" fmla="*/ 58684 h 60840"/>
                <a:gd name="connsiteX7" fmla="*/ 29965 w 199304"/>
                <a:gd name="connsiteY7" fmla="*/ 60685 h 60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9304" h="60840">
                  <a:moveTo>
                    <a:pt x="29965" y="60685"/>
                  </a:moveTo>
                  <a:cubicBezTo>
                    <a:pt x="19583" y="61256"/>
                    <a:pt x="7010" y="60685"/>
                    <a:pt x="1867" y="51541"/>
                  </a:cubicBezTo>
                  <a:cubicBezTo>
                    <a:pt x="-4039" y="41063"/>
                    <a:pt x="5105" y="28490"/>
                    <a:pt x="14820" y="21442"/>
                  </a:cubicBezTo>
                  <a:cubicBezTo>
                    <a:pt x="37871" y="4868"/>
                    <a:pt x="67303" y="-1228"/>
                    <a:pt x="95688" y="201"/>
                  </a:cubicBezTo>
                  <a:cubicBezTo>
                    <a:pt x="124072" y="1725"/>
                    <a:pt x="151600" y="10297"/>
                    <a:pt x="177984" y="20775"/>
                  </a:cubicBezTo>
                  <a:cubicBezTo>
                    <a:pt x="188652" y="25061"/>
                    <a:pt x="201320" y="33158"/>
                    <a:pt x="199034" y="44492"/>
                  </a:cubicBezTo>
                  <a:cubicBezTo>
                    <a:pt x="196843" y="55827"/>
                    <a:pt x="181984" y="58494"/>
                    <a:pt x="170459" y="58684"/>
                  </a:cubicBezTo>
                  <a:cubicBezTo>
                    <a:pt x="123310" y="59351"/>
                    <a:pt x="77114" y="57922"/>
                    <a:pt x="29965" y="60685"/>
                  </a:cubicBezTo>
                  <a:close/>
                </a:path>
              </a:pathLst>
            </a:custGeom>
            <a:solidFill>
              <a:srgbClr val="A37E5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8AD096A9-EB90-18B9-F76D-CBFB08BA6067}"/>
                </a:ext>
              </a:extLst>
            </p:cNvPr>
            <p:cNvSpPr/>
            <p:nvPr/>
          </p:nvSpPr>
          <p:spPr>
            <a:xfrm flipH="1">
              <a:off x="9985281" y="2350741"/>
              <a:ext cx="16034" cy="43684"/>
            </a:xfrm>
            <a:custGeom>
              <a:avLst/>
              <a:gdLst>
                <a:gd name="connsiteX0" fmla="*/ 5307 w 89120"/>
                <a:gd name="connsiteY0" fmla="*/ 235778 h 235873"/>
                <a:gd name="connsiteX1" fmla="*/ 164 w 89120"/>
                <a:gd name="connsiteY1" fmla="*/ 232444 h 235873"/>
                <a:gd name="connsiteX2" fmla="*/ 3402 w 89120"/>
                <a:gd name="connsiteY2" fmla="*/ 226825 h 235873"/>
                <a:gd name="connsiteX3" fmla="*/ 78935 w 89120"/>
                <a:gd name="connsiteY3" fmla="*/ 182438 h 235873"/>
                <a:gd name="connsiteX4" fmla="*/ 79602 w 89120"/>
                <a:gd name="connsiteY4" fmla="*/ 177961 h 235873"/>
                <a:gd name="connsiteX5" fmla="*/ 26929 w 89120"/>
                <a:gd name="connsiteY5" fmla="*/ 5273 h 235873"/>
                <a:gd name="connsiteX6" fmla="*/ 30643 w 89120"/>
                <a:gd name="connsiteY6" fmla="*/ 34 h 235873"/>
                <a:gd name="connsiteX7" fmla="*/ 35882 w 89120"/>
                <a:gd name="connsiteY7" fmla="*/ 3749 h 235873"/>
                <a:gd name="connsiteX8" fmla="*/ 87889 w 89120"/>
                <a:gd name="connsiteY8" fmla="*/ 174246 h 235873"/>
                <a:gd name="connsiteX9" fmla="*/ 85508 w 89120"/>
                <a:gd name="connsiteY9" fmla="*/ 188915 h 235873"/>
                <a:gd name="connsiteX10" fmla="*/ 5783 w 89120"/>
                <a:gd name="connsiteY10" fmla="*/ 235778 h 235873"/>
                <a:gd name="connsiteX11" fmla="*/ 5307 w 89120"/>
                <a:gd name="connsiteY11" fmla="*/ 235873 h 23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20" h="235873">
                  <a:moveTo>
                    <a:pt x="5307" y="235778"/>
                  </a:moveTo>
                  <a:cubicBezTo>
                    <a:pt x="3021" y="236159"/>
                    <a:pt x="830" y="234730"/>
                    <a:pt x="164" y="232444"/>
                  </a:cubicBezTo>
                  <a:cubicBezTo>
                    <a:pt x="-503" y="229968"/>
                    <a:pt x="926" y="227491"/>
                    <a:pt x="3402" y="226825"/>
                  </a:cubicBezTo>
                  <a:cubicBezTo>
                    <a:pt x="32072" y="219204"/>
                    <a:pt x="58266" y="203869"/>
                    <a:pt x="78935" y="182438"/>
                  </a:cubicBezTo>
                  <a:cubicBezTo>
                    <a:pt x="80078" y="181295"/>
                    <a:pt x="80269" y="179485"/>
                    <a:pt x="79602" y="177961"/>
                  </a:cubicBezTo>
                  <a:cubicBezTo>
                    <a:pt x="54742" y="122907"/>
                    <a:pt x="36930" y="64804"/>
                    <a:pt x="26929" y="5273"/>
                  </a:cubicBezTo>
                  <a:cubicBezTo>
                    <a:pt x="26548" y="2796"/>
                    <a:pt x="28167" y="415"/>
                    <a:pt x="30643" y="34"/>
                  </a:cubicBezTo>
                  <a:cubicBezTo>
                    <a:pt x="33501" y="-251"/>
                    <a:pt x="35501" y="1273"/>
                    <a:pt x="35882" y="3749"/>
                  </a:cubicBezTo>
                  <a:cubicBezTo>
                    <a:pt x="45788" y="62518"/>
                    <a:pt x="63314" y="119859"/>
                    <a:pt x="87889" y="174246"/>
                  </a:cubicBezTo>
                  <a:cubicBezTo>
                    <a:pt x="90175" y="179295"/>
                    <a:pt x="89222" y="185010"/>
                    <a:pt x="85508" y="188915"/>
                  </a:cubicBezTo>
                  <a:cubicBezTo>
                    <a:pt x="63600" y="211585"/>
                    <a:pt x="36073" y="227777"/>
                    <a:pt x="5783" y="235778"/>
                  </a:cubicBezTo>
                  <a:cubicBezTo>
                    <a:pt x="5593" y="235778"/>
                    <a:pt x="5498" y="235778"/>
                    <a:pt x="5307" y="235873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77397496-310C-EBF6-7611-C38EA0676BBC}"/>
                </a:ext>
              </a:extLst>
            </p:cNvPr>
            <p:cNvSpPr/>
            <p:nvPr/>
          </p:nvSpPr>
          <p:spPr>
            <a:xfrm flipH="1">
              <a:off x="10098445" y="2370490"/>
              <a:ext cx="22568" cy="17240"/>
            </a:xfrm>
            <a:custGeom>
              <a:avLst/>
              <a:gdLst>
                <a:gd name="connsiteX0" fmla="*/ 121512 w 125442"/>
                <a:gd name="connsiteY0" fmla="*/ 93044 h 93090"/>
                <a:gd name="connsiteX1" fmla="*/ 116654 w 125442"/>
                <a:gd name="connsiteY1" fmla="*/ 90377 h 93090"/>
                <a:gd name="connsiteX2" fmla="*/ 66362 w 125442"/>
                <a:gd name="connsiteY2" fmla="*/ 22082 h 93090"/>
                <a:gd name="connsiteX3" fmla="*/ 37216 w 125442"/>
                <a:gd name="connsiteY3" fmla="*/ 9319 h 93090"/>
                <a:gd name="connsiteX4" fmla="*/ 36835 w 125442"/>
                <a:gd name="connsiteY4" fmla="*/ 9319 h 93090"/>
                <a:gd name="connsiteX5" fmla="*/ 18452 w 125442"/>
                <a:gd name="connsiteY5" fmla="*/ 22654 h 93090"/>
                <a:gd name="connsiteX6" fmla="*/ 9022 w 125442"/>
                <a:gd name="connsiteY6" fmla="*/ 47038 h 93090"/>
                <a:gd name="connsiteX7" fmla="*/ 3402 w 125442"/>
                <a:gd name="connsiteY7" fmla="*/ 50276 h 93090"/>
                <a:gd name="connsiteX8" fmla="*/ 164 w 125442"/>
                <a:gd name="connsiteY8" fmla="*/ 44657 h 93090"/>
                <a:gd name="connsiteX9" fmla="*/ 10832 w 125442"/>
                <a:gd name="connsiteY9" fmla="*/ 17701 h 93090"/>
                <a:gd name="connsiteX10" fmla="*/ 36073 w 125442"/>
                <a:gd name="connsiteY10" fmla="*/ 270 h 93090"/>
                <a:gd name="connsiteX11" fmla="*/ 72363 w 125442"/>
                <a:gd name="connsiteY11" fmla="*/ 15129 h 93090"/>
                <a:gd name="connsiteX12" fmla="*/ 125037 w 125442"/>
                <a:gd name="connsiteY12" fmla="*/ 86757 h 93090"/>
                <a:gd name="connsiteX13" fmla="*/ 122655 w 125442"/>
                <a:gd name="connsiteY13" fmla="*/ 92758 h 93090"/>
                <a:gd name="connsiteX14" fmla="*/ 121512 w 125442"/>
                <a:gd name="connsiteY14" fmla="*/ 93044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442" h="93090">
                  <a:moveTo>
                    <a:pt x="121512" y="93044"/>
                  </a:moveTo>
                  <a:cubicBezTo>
                    <a:pt x="119512" y="93329"/>
                    <a:pt x="117512" y="92282"/>
                    <a:pt x="116654" y="90377"/>
                  </a:cubicBezTo>
                  <a:cubicBezTo>
                    <a:pt x="105320" y="64278"/>
                    <a:pt x="87889" y="40656"/>
                    <a:pt x="66362" y="22082"/>
                  </a:cubicBezTo>
                  <a:cubicBezTo>
                    <a:pt x="54932" y="12272"/>
                    <a:pt x="45693" y="8176"/>
                    <a:pt x="37216" y="9319"/>
                  </a:cubicBezTo>
                  <a:cubicBezTo>
                    <a:pt x="37121" y="9319"/>
                    <a:pt x="36930" y="9319"/>
                    <a:pt x="36835" y="9319"/>
                  </a:cubicBezTo>
                  <a:cubicBezTo>
                    <a:pt x="29977" y="10367"/>
                    <a:pt x="23214" y="15224"/>
                    <a:pt x="18452" y="22654"/>
                  </a:cubicBezTo>
                  <a:cubicBezTo>
                    <a:pt x="13880" y="29702"/>
                    <a:pt x="11308" y="38275"/>
                    <a:pt x="9022" y="47038"/>
                  </a:cubicBezTo>
                  <a:cubicBezTo>
                    <a:pt x="8355" y="49514"/>
                    <a:pt x="5879" y="50943"/>
                    <a:pt x="3402" y="50276"/>
                  </a:cubicBezTo>
                  <a:cubicBezTo>
                    <a:pt x="926" y="49610"/>
                    <a:pt x="-503" y="47133"/>
                    <a:pt x="164" y="44657"/>
                  </a:cubicBezTo>
                  <a:cubicBezTo>
                    <a:pt x="2735" y="35132"/>
                    <a:pt x="5498" y="25892"/>
                    <a:pt x="10832" y="17701"/>
                  </a:cubicBezTo>
                  <a:cubicBezTo>
                    <a:pt x="17213" y="7890"/>
                    <a:pt x="26262" y="1413"/>
                    <a:pt x="36073" y="270"/>
                  </a:cubicBezTo>
                  <a:cubicBezTo>
                    <a:pt x="50837" y="-1730"/>
                    <a:pt x="63886" y="7795"/>
                    <a:pt x="72363" y="15129"/>
                  </a:cubicBezTo>
                  <a:cubicBezTo>
                    <a:pt x="94937" y="34655"/>
                    <a:pt x="113130" y="59420"/>
                    <a:pt x="125037" y="86757"/>
                  </a:cubicBezTo>
                  <a:cubicBezTo>
                    <a:pt x="126084" y="89043"/>
                    <a:pt x="125037" y="91805"/>
                    <a:pt x="122655" y="92758"/>
                  </a:cubicBezTo>
                  <a:cubicBezTo>
                    <a:pt x="122274" y="92948"/>
                    <a:pt x="121893" y="93044"/>
                    <a:pt x="121512" y="93044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FAB867BA-8394-6F11-404B-18F4C391B563}"/>
                </a:ext>
              </a:extLst>
            </p:cNvPr>
            <p:cNvSpPr/>
            <p:nvPr/>
          </p:nvSpPr>
          <p:spPr>
            <a:xfrm flipH="1">
              <a:off x="10110788" y="2372675"/>
              <a:ext cx="4487" cy="22184"/>
            </a:xfrm>
            <a:custGeom>
              <a:avLst/>
              <a:gdLst>
                <a:gd name="connsiteX0" fmla="*/ 20943 w 24941"/>
                <a:gd name="connsiteY0" fmla="*/ 119727 h 119785"/>
                <a:gd name="connsiteX1" fmla="*/ 16371 w 24941"/>
                <a:gd name="connsiteY1" fmla="*/ 117631 h 119785"/>
                <a:gd name="connsiteX2" fmla="*/ 16562 w 24941"/>
                <a:gd name="connsiteY2" fmla="*/ 2093 h 119785"/>
                <a:gd name="connsiteX3" fmla="*/ 22848 w 24941"/>
                <a:gd name="connsiteY3" fmla="*/ 759 h 119785"/>
                <a:gd name="connsiteX4" fmla="*/ 24182 w 24941"/>
                <a:gd name="connsiteY4" fmla="*/ 7046 h 119785"/>
                <a:gd name="connsiteX5" fmla="*/ 23991 w 24941"/>
                <a:gd name="connsiteY5" fmla="*/ 112678 h 119785"/>
                <a:gd name="connsiteX6" fmla="*/ 22658 w 24941"/>
                <a:gd name="connsiteY6" fmla="*/ 118965 h 119785"/>
                <a:gd name="connsiteX7" fmla="*/ 20848 w 24941"/>
                <a:gd name="connsiteY7" fmla="*/ 119631 h 119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41" h="119785">
                  <a:moveTo>
                    <a:pt x="20943" y="119727"/>
                  </a:moveTo>
                  <a:cubicBezTo>
                    <a:pt x="19229" y="120012"/>
                    <a:pt x="17419" y="119250"/>
                    <a:pt x="16371" y="117631"/>
                  </a:cubicBezTo>
                  <a:cubicBezTo>
                    <a:pt x="-5536" y="83627"/>
                    <a:pt x="-5441" y="36097"/>
                    <a:pt x="16562" y="2093"/>
                  </a:cubicBezTo>
                  <a:cubicBezTo>
                    <a:pt x="17895" y="-2"/>
                    <a:pt x="20753" y="-669"/>
                    <a:pt x="22848" y="759"/>
                  </a:cubicBezTo>
                  <a:cubicBezTo>
                    <a:pt x="24944" y="2093"/>
                    <a:pt x="25610" y="4950"/>
                    <a:pt x="24182" y="7046"/>
                  </a:cubicBezTo>
                  <a:cubicBezTo>
                    <a:pt x="4084" y="38098"/>
                    <a:pt x="3989" y="81531"/>
                    <a:pt x="23991" y="112678"/>
                  </a:cubicBezTo>
                  <a:cubicBezTo>
                    <a:pt x="25325" y="114774"/>
                    <a:pt x="24753" y="117631"/>
                    <a:pt x="22658" y="118965"/>
                  </a:cubicBezTo>
                  <a:cubicBezTo>
                    <a:pt x="22086" y="119346"/>
                    <a:pt x="21515" y="119536"/>
                    <a:pt x="20848" y="119631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B7D21F8A-E18A-7257-4D9B-1D069A0AF920}"/>
                </a:ext>
              </a:extLst>
            </p:cNvPr>
            <p:cNvSpPr/>
            <p:nvPr/>
          </p:nvSpPr>
          <p:spPr>
            <a:xfrm rot="252000" flipH="1">
              <a:off x="10021725" y="2357706"/>
              <a:ext cx="11515" cy="22015"/>
            </a:xfrm>
            <a:custGeom>
              <a:avLst/>
              <a:gdLst>
                <a:gd name="connsiteX0" fmla="*/ 64008 w 64007"/>
                <a:gd name="connsiteY0" fmla="*/ 59436 h 118871"/>
                <a:gd name="connsiteX1" fmla="*/ 32004 w 64007"/>
                <a:gd name="connsiteY1" fmla="*/ 118872 h 118871"/>
                <a:gd name="connsiteX2" fmla="*/ 0 w 64007"/>
                <a:gd name="connsiteY2" fmla="*/ 59436 h 118871"/>
                <a:gd name="connsiteX3" fmla="*/ 32004 w 64007"/>
                <a:gd name="connsiteY3" fmla="*/ 0 h 118871"/>
                <a:gd name="connsiteX4" fmla="*/ 64008 w 64007"/>
                <a:gd name="connsiteY4" fmla="*/ 59436 h 11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118871">
                  <a:moveTo>
                    <a:pt x="64008" y="59436"/>
                  </a:moveTo>
                  <a:cubicBezTo>
                    <a:pt x="64008" y="92262"/>
                    <a:pt x="49679" y="118872"/>
                    <a:pt x="32004" y="118872"/>
                  </a:cubicBezTo>
                  <a:cubicBezTo>
                    <a:pt x="14329" y="118872"/>
                    <a:pt x="0" y="92262"/>
                    <a:pt x="0" y="59436"/>
                  </a:cubicBezTo>
                  <a:cubicBezTo>
                    <a:pt x="0" y="26610"/>
                    <a:pt x="14329" y="0"/>
                    <a:pt x="32004" y="0"/>
                  </a:cubicBezTo>
                  <a:cubicBezTo>
                    <a:pt x="49680" y="0"/>
                    <a:pt x="64008" y="26610"/>
                    <a:pt x="64008" y="594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981F448E-478F-B862-1ABE-9755436E00D3}"/>
                </a:ext>
              </a:extLst>
            </p:cNvPr>
            <p:cNvSpPr/>
            <p:nvPr/>
          </p:nvSpPr>
          <p:spPr>
            <a:xfrm flipH="1">
              <a:off x="10023748" y="2364026"/>
              <a:ext cx="1702" cy="3362"/>
            </a:xfrm>
            <a:custGeom>
              <a:avLst/>
              <a:gdLst>
                <a:gd name="connsiteX0" fmla="*/ 9254 w 9459"/>
                <a:gd name="connsiteY0" fmla="*/ 8409 h 18151"/>
                <a:gd name="connsiteX1" fmla="*/ 6111 w 9459"/>
                <a:gd name="connsiteY1" fmla="*/ 18124 h 18151"/>
                <a:gd name="connsiteX2" fmla="*/ 205 w 9459"/>
                <a:gd name="connsiteY2" fmla="*/ 9742 h 18151"/>
                <a:gd name="connsiteX3" fmla="*/ 3349 w 9459"/>
                <a:gd name="connsiteY3" fmla="*/ 27 h 18151"/>
                <a:gd name="connsiteX4" fmla="*/ 9254 w 9459"/>
                <a:gd name="connsiteY4" fmla="*/ 8409 h 1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9" h="18151">
                  <a:moveTo>
                    <a:pt x="9254" y="8409"/>
                  </a:moveTo>
                  <a:cubicBezTo>
                    <a:pt x="10016" y="13362"/>
                    <a:pt x="8587" y="17743"/>
                    <a:pt x="6111" y="18124"/>
                  </a:cubicBezTo>
                  <a:cubicBezTo>
                    <a:pt x="3634" y="18505"/>
                    <a:pt x="967" y="14791"/>
                    <a:pt x="205" y="9742"/>
                  </a:cubicBezTo>
                  <a:cubicBezTo>
                    <a:pt x="-557" y="4789"/>
                    <a:pt x="872" y="408"/>
                    <a:pt x="3349" y="27"/>
                  </a:cubicBezTo>
                  <a:cubicBezTo>
                    <a:pt x="5825" y="-354"/>
                    <a:pt x="8492" y="3361"/>
                    <a:pt x="9254" y="840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82D5F000-086E-D1E7-0CF3-CB22937805CC}"/>
                </a:ext>
              </a:extLst>
            </p:cNvPr>
            <p:cNvSpPr/>
            <p:nvPr/>
          </p:nvSpPr>
          <p:spPr>
            <a:xfrm rot="252000" flipH="1">
              <a:off x="9969652" y="2349481"/>
              <a:ext cx="11515" cy="22015"/>
            </a:xfrm>
            <a:custGeom>
              <a:avLst/>
              <a:gdLst>
                <a:gd name="connsiteX0" fmla="*/ 64008 w 64007"/>
                <a:gd name="connsiteY0" fmla="*/ 59436 h 118871"/>
                <a:gd name="connsiteX1" fmla="*/ 32004 w 64007"/>
                <a:gd name="connsiteY1" fmla="*/ 118872 h 118871"/>
                <a:gd name="connsiteX2" fmla="*/ 0 w 64007"/>
                <a:gd name="connsiteY2" fmla="*/ 59436 h 118871"/>
                <a:gd name="connsiteX3" fmla="*/ 32004 w 64007"/>
                <a:gd name="connsiteY3" fmla="*/ 0 h 118871"/>
                <a:gd name="connsiteX4" fmla="*/ 64008 w 64007"/>
                <a:gd name="connsiteY4" fmla="*/ 59436 h 11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118871">
                  <a:moveTo>
                    <a:pt x="64008" y="59436"/>
                  </a:moveTo>
                  <a:cubicBezTo>
                    <a:pt x="64008" y="92261"/>
                    <a:pt x="49679" y="118872"/>
                    <a:pt x="32004" y="118872"/>
                  </a:cubicBezTo>
                  <a:cubicBezTo>
                    <a:pt x="14329" y="118872"/>
                    <a:pt x="0" y="92261"/>
                    <a:pt x="0" y="59436"/>
                  </a:cubicBezTo>
                  <a:cubicBezTo>
                    <a:pt x="0" y="26610"/>
                    <a:pt x="14329" y="0"/>
                    <a:pt x="32004" y="0"/>
                  </a:cubicBezTo>
                  <a:cubicBezTo>
                    <a:pt x="49679" y="0"/>
                    <a:pt x="64008" y="26610"/>
                    <a:pt x="64008" y="594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326928ED-24ED-95DC-C6B1-DBBF812D69E7}"/>
                </a:ext>
              </a:extLst>
            </p:cNvPr>
            <p:cNvSpPr/>
            <p:nvPr/>
          </p:nvSpPr>
          <p:spPr>
            <a:xfrm flipH="1">
              <a:off x="9971448" y="2357481"/>
              <a:ext cx="1702" cy="3362"/>
            </a:xfrm>
            <a:custGeom>
              <a:avLst/>
              <a:gdLst>
                <a:gd name="connsiteX0" fmla="*/ 9254 w 9459"/>
                <a:gd name="connsiteY0" fmla="*/ 8409 h 18151"/>
                <a:gd name="connsiteX1" fmla="*/ 6111 w 9459"/>
                <a:gd name="connsiteY1" fmla="*/ 18124 h 18151"/>
                <a:gd name="connsiteX2" fmla="*/ 205 w 9459"/>
                <a:gd name="connsiteY2" fmla="*/ 9742 h 18151"/>
                <a:gd name="connsiteX3" fmla="*/ 3348 w 9459"/>
                <a:gd name="connsiteY3" fmla="*/ 27 h 18151"/>
                <a:gd name="connsiteX4" fmla="*/ 9254 w 9459"/>
                <a:gd name="connsiteY4" fmla="*/ 8409 h 1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9" h="18151">
                  <a:moveTo>
                    <a:pt x="9254" y="8409"/>
                  </a:moveTo>
                  <a:cubicBezTo>
                    <a:pt x="10016" y="13362"/>
                    <a:pt x="8587" y="17743"/>
                    <a:pt x="6111" y="18124"/>
                  </a:cubicBezTo>
                  <a:cubicBezTo>
                    <a:pt x="3634" y="18505"/>
                    <a:pt x="967" y="14791"/>
                    <a:pt x="205" y="9742"/>
                  </a:cubicBezTo>
                  <a:cubicBezTo>
                    <a:pt x="-557" y="4789"/>
                    <a:pt x="872" y="408"/>
                    <a:pt x="3348" y="27"/>
                  </a:cubicBezTo>
                  <a:cubicBezTo>
                    <a:pt x="5825" y="-354"/>
                    <a:pt x="8492" y="3361"/>
                    <a:pt x="9254" y="840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38A3A73E-3646-DAD0-B3F5-489413E28828}"/>
                </a:ext>
              </a:extLst>
            </p:cNvPr>
            <p:cNvSpPr/>
            <p:nvPr/>
          </p:nvSpPr>
          <p:spPr>
            <a:xfrm flipH="1">
              <a:off x="9935292" y="2352141"/>
              <a:ext cx="9117" cy="20455"/>
            </a:xfrm>
            <a:custGeom>
              <a:avLst/>
              <a:gdLst>
                <a:gd name="connsiteX0" fmla="*/ 45911 w 50673"/>
                <a:gd name="connsiteY0" fmla="*/ 0 h 110447"/>
                <a:gd name="connsiteX1" fmla="*/ 0 w 50673"/>
                <a:gd name="connsiteY1" fmla="*/ 45815 h 110447"/>
                <a:gd name="connsiteX2" fmla="*/ 4572 w 50673"/>
                <a:gd name="connsiteY2" fmla="*/ 50387 h 110447"/>
                <a:gd name="connsiteX3" fmla="*/ 5334 w 50673"/>
                <a:gd name="connsiteY3" fmla="*/ 50387 h 110447"/>
                <a:gd name="connsiteX4" fmla="*/ 9239 w 50673"/>
                <a:gd name="connsiteY4" fmla="*/ 45911 h 110447"/>
                <a:gd name="connsiteX5" fmla="*/ 22765 w 50673"/>
                <a:gd name="connsiteY5" fmla="*/ 18574 h 110447"/>
                <a:gd name="connsiteX6" fmla="*/ 31813 w 50673"/>
                <a:gd name="connsiteY6" fmla="*/ 104108 h 110447"/>
                <a:gd name="connsiteX7" fmla="*/ 34290 w 50673"/>
                <a:gd name="connsiteY7" fmla="*/ 110109 h 110447"/>
                <a:gd name="connsiteX8" fmla="*/ 36766 w 50673"/>
                <a:gd name="connsiteY8" fmla="*/ 110395 h 110447"/>
                <a:gd name="connsiteX9" fmla="*/ 40291 w 50673"/>
                <a:gd name="connsiteY9" fmla="*/ 107633 h 110447"/>
                <a:gd name="connsiteX10" fmla="*/ 30385 w 50673"/>
                <a:gd name="connsiteY10" fmla="*/ 13430 h 110447"/>
                <a:gd name="connsiteX11" fmla="*/ 46101 w 50673"/>
                <a:gd name="connsiteY11" fmla="*/ 9239 h 110447"/>
                <a:gd name="connsiteX12" fmla="*/ 50673 w 50673"/>
                <a:gd name="connsiteY12" fmla="*/ 4667 h 110447"/>
                <a:gd name="connsiteX13" fmla="*/ 46101 w 50673"/>
                <a:gd name="connsiteY13" fmla="*/ 95 h 110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673" h="110447">
                  <a:moveTo>
                    <a:pt x="45911" y="0"/>
                  </a:moveTo>
                  <a:cubicBezTo>
                    <a:pt x="21622" y="0"/>
                    <a:pt x="190" y="21527"/>
                    <a:pt x="0" y="45815"/>
                  </a:cubicBezTo>
                  <a:cubicBezTo>
                    <a:pt x="0" y="48292"/>
                    <a:pt x="2000" y="50387"/>
                    <a:pt x="4572" y="50387"/>
                  </a:cubicBezTo>
                  <a:cubicBezTo>
                    <a:pt x="4858" y="50387"/>
                    <a:pt x="5048" y="50387"/>
                    <a:pt x="5334" y="50387"/>
                  </a:cubicBezTo>
                  <a:cubicBezTo>
                    <a:pt x="7525" y="50006"/>
                    <a:pt x="9239" y="48197"/>
                    <a:pt x="9239" y="45911"/>
                  </a:cubicBezTo>
                  <a:cubicBezTo>
                    <a:pt x="9239" y="35338"/>
                    <a:pt x="14764" y="25432"/>
                    <a:pt x="22765" y="18574"/>
                  </a:cubicBezTo>
                  <a:cubicBezTo>
                    <a:pt x="39719" y="43148"/>
                    <a:pt x="43339" y="76581"/>
                    <a:pt x="31813" y="104108"/>
                  </a:cubicBezTo>
                  <a:cubicBezTo>
                    <a:pt x="30861" y="106394"/>
                    <a:pt x="31909" y="109157"/>
                    <a:pt x="34290" y="110109"/>
                  </a:cubicBezTo>
                  <a:cubicBezTo>
                    <a:pt x="35052" y="110490"/>
                    <a:pt x="35909" y="110490"/>
                    <a:pt x="36766" y="110395"/>
                  </a:cubicBezTo>
                  <a:cubicBezTo>
                    <a:pt x="38290" y="110204"/>
                    <a:pt x="39624" y="109157"/>
                    <a:pt x="40291" y="107633"/>
                  </a:cubicBezTo>
                  <a:cubicBezTo>
                    <a:pt x="53054" y="77343"/>
                    <a:pt x="49054" y="40481"/>
                    <a:pt x="30385" y="13430"/>
                  </a:cubicBezTo>
                  <a:cubicBezTo>
                    <a:pt x="35242" y="10859"/>
                    <a:pt x="40576" y="9239"/>
                    <a:pt x="46101" y="9239"/>
                  </a:cubicBezTo>
                  <a:cubicBezTo>
                    <a:pt x="48673" y="9239"/>
                    <a:pt x="50673" y="7144"/>
                    <a:pt x="50673" y="4667"/>
                  </a:cubicBezTo>
                  <a:cubicBezTo>
                    <a:pt x="50673" y="2191"/>
                    <a:pt x="48578" y="95"/>
                    <a:pt x="46101" y="95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4A0B63E1-A212-5269-B5D5-3E21BA87EA8E}"/>
                </a:ext>
              </a:extLst>
            </p:cNvPr>
            <p:cNvSpPr/>
            <p:nvPr/>
          </p:nvSpPr>
          <p:spPr>
            <a:xfrm flipH="1">
              <a:off x="9938046" y="2349062"/>
              <a:ext cx="167412" cy="40313"/>
            </a:xfrm>
            <a:custGeom>
              <a:avLst/>
              <a:gdLst>
                <a:gd name="connsiteX0" fmla="*/ 773906 w 930526"/>
                <a:gd name="connsiteY0" fmla="*/ 3294 h 217676"/>
                <a:gd name="connsiteX1" fmla="*/ 641604 w 930526"/>
                <a:gd name="connsiteY1" fmla="*/ 86924 h 217676"/>
                <a:gd name="connsiteX2" fmla="*/ 596360 w 930526"/>
                <a:gd name="connsiteY2" fmla="*/ 80828 h 217676"/>
                <a:gd name="connsiteX3" fmla="*/ 556451 w 930526"/>
                <a:gd name="connsiteY3" fmla="*/ 104450 h 217676"/>
                <a:gd name="connsiteX4" fmla="*/ 398717 w 930526"/>
                <a:gd name="connsiteY4" fmla="*/ 60730 h 217676"/>
                <a:gd name="connsiteX5" fmla="*/ 277559 w 930526"/>
                <a:gd name="connsiteY5" fmla="*/ 115975 h 217676"/>
                <a:gd name="connsiteX6" fmla="*/ 1810 w 930526"/>
                <a:gd name="connsiteY6" fmla="*/ 57111 h 217676"/>
                <a:gd name="connsiteX7" fmla="*/ 0 w 930526"/>
                <a:gd name="connsiteY7" fmla="*/ 65778 h 217676"/>
                <a:gd name="connsiteX8" fmla="*/ 271463 w 930526"/>
                <a:gd name="connsiteY8" fmla="*/ 123786 h 217676"/>
                <a:gd name="connsiteX9" fmla="*/ 261461 w 930526"/>
                <a:gd name="connsiteY9" fmla="*/ 160362 h 217676"/>
                <a:gd name="connsiteX10" fmla="*/ 422243 w 930526"/>
                <a:gd name="connsiteY10" fmla="*/ 214178 h 217676"/>
                <a:gd name="connsiteX11" fmla="*/ 559498 w 930526"/>
                <a:gd name="connsiteY11" fmla="*/ 114927 h 217676"/>
                <a:gd name="connsiteX12" fmla="*/ 598075 w 930526"/>
                <a:gd name="connsiteY12" fmla="*/ 89496 h 217676"/>
                <a:gd name="connsiteX13" fmla="*/ 640842 w 930526"/>
                <a:gd name="connsiteY13" fmla="*/ 96544 h 217676"/>
                <a:gd name="connsiteX14" fmla="*/ 641128 w 930526"/>
                <a:gd name="connsiteY14" fmla="*/ 102069 h 217676"/>
                <a:gd name="connsiteX15" fmla="*/ 797338 w 930526"/>
                <a:gd name="connsiteY15" fmla="*/ 156552 h 217676"/>
                <a:gd name="connsiteX16" fmla="*/ 930021 w 930526"/>
                <a:gd name="connsiteY16" fmla="*/ 57777 h 217676"/>
                <a:gd name="connsiteX17" fmla="*/ 773811 w 930526"/>
                <a:gd name="connsiteY17" fmla="*/ 3294 h 217676"/>
                <a:gd name="connsiteX18" fmla="*/ 420910 w 930526"/>
                <a:gd name="connsiteY18" fmla="*/ 205415 h 217676"/>
                <a:gd name="connsiteX19" fmla="*/ 270224 w 930526"/>
                <a:gd name="connsiteY19" fmla="*/ 159028 h 217676"/>
                <a:gd name="connsiteX20" fmla="*/ 400050 w 930526"/>
                <a:gd name="connsiteY20" fmla="*/ 69588 h 217676"/>
                <a:gd name="connsiteX21" fmla="*/ 550736 w 930526"/>
                <a:gd name="connsiteY21" fmla="*/ 115975 h 217676"/>
                <a:gd name="connsiteX22" fmla="*/ 420910 w 930526"/>
                <a:gd name="connsiteY22" fmla="*/ 205415 h 217676"/>
                <a:gd name="connsiteX23" fmla="*/ 796100 w 930526"/>
                <a:gd name="connsiteY23" fmla="*/ 147979 h 217676"/>
                <a:gd name="connsiteX24" fmla="*/ 649891 w 930526"/>
                <a:gd name="connsiteY24" fmla="*/ 100830 h 217676"/>
                <a:gd name="connsiteX25" fmla="*/ 649891 w 930526"/>
                <a:gd name="connsiteY25" fmla="*/ 91686 h 217676"/>
                <a:gd name="connsiteX26" fmla="*/ 649891 w 930526"/>
                <a:gd name="connsiteY26" fmla="*/ 91686 h 217676"/>
                <a:gd name="connsiteX27" fmla="*/ 649891 w 930526"/>
                <a:gd name="connsiteY27" fmla="*/ 91686 h 217676"/>
                <a:gd name="connsiteX28" fmla="*/ 775335 w 930526"/>
                <a:gd name="connsiteY28" fmla="*/ 11962 h 217676"/>
                <a:gd name="connsiteX29" fmla="*/ 921544 w 930526"/>
                <a:gd name="connsiteY29" fmla="*/ 59111 h 217676"/>
                <a:gd name="connsiteX30" fmla="*/ 796195 w 930526"/>
                <a:gd name="connsiteY30" fmla="*/ 147979 h 21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30526" h="217676">
                  <a:moveTo>
                    <a:pt x="773906" y="3294"/>
                  </a:moveTo>
                  <a:cubicBezTo>
                    <a:pt x="702469" y="14248"/>
                    <a:pt x="648748" y="49300"/>
                    <a:pt x="641604" y="86924"/>
                  </a:cubicBezTo>
                  <a:cubicBezTo>
                    <a:pt x="627697" y="80066"/>
                    <a:pt x="611696" y="77780"/>
                    <a:pt x="596360" y="80828"/>
                  </a:cubicBezTo>
                  <a:cubicBezTo>
                    <a:pt x="580835" y="83971"/>
                    <a:pt x="566642" y="92448"/>
                    <a:pt x="556451" y="104450"/>
                  </a:cubicBezTo>
                  <a:cubicBezTo>
                    <a:pt x="541020" y="67969"/>
                    <a:pt x="475393" y="49014"/>
                    <a:pt x="398717" y="60730"/>
                  </a:cubicBezTo>
                  <a:cubicBezTo>
                    <a:pt x="344614" y="69017"/>
                    <a:pt x="300323" y="90353"/>
                    <a:pt x="277559" y="115975"/>
                  </a:cubicBezTo>
                  <a:lnTo>
                    <a:pt x="1810" y="57111"/>
                  </a:lnTo>
                  <a:lnTo>
                    <a:pt x="0" y="65778"/>
                  </a:lnTo>
                  <a:lnTo>
                    <a:pt x="271463" y="123786"/>
                  </a:lnTo>
                  <a:cubicBezTo>
                    <a:pt x="263271" y="135501"/>
                    <a:pt x="259556" y="147979"/>
                    <a:pt x="261461" y="160362"/>
                  </a:cubicBezTo>
                  <a:cubicBezTo>
                    <a:pt x="268034" y="203415"/>
                    <a:pt x="338709" y="227037"/>
                    <a:pt x="422243" y="214178"/>
                  </a:cubicBezTo>
                  <a:cubicBezTo>
                    <a:pt x="505587" y="201414"/>
                    <a:pt x="565785" y="157885"/>
                    <a:pt x="559498" y="114927"/>
                  </a:cubicBezTo>
                  <a:cubicBezTo>
                    <a:pt x="568452" y="102069"/>
                    <a:pt x="582739" y="92544"/>
                    <a:pt x="598075" y="89496"/>
                  </a:cubicBezTo>
                  <a:cubicBezTo>
                    <a:pt x="612458" y="86733"/>
                    <a:pt x="628079" y="89305"/>
                    <a:pt x="640842" y="96544"/>
                  </a:cubicBezTo>
                  <a:cubicBezTo>
                    <a:pt x="640842" y="98354"/>
                    <a:pt x="640842" y="100259"/>
                    <a:pt x="641128" y="102069"/>
                  </a:cubicBezTo>
                  <a:cubicBezTo>
                    <a:pt x="647700" y="145026"/>
                    <a:pt x="716375" y="169029"/>
                    <a:pt x="797338" y="156552"/>
                  </a:cubicBezTo>
                  <a:cubicBezTo>
                    <a:pt x="878300" y="144169"/>
                    <a:pt x="936593" y="100735"/>
                    <a:pt x="930021" y="57777"/>
                  </a:cubicBezTo>
                  <a:cubicBezTo>
                    <a:pt x="923449" y="14820"/>
                    <a:pt x="854773" y="-9183"/>
                    <a:pt x="773811" y="3294"/>
                  </a:cubicBezTo>
                  <a:close/>
                  <a:moveTo>
                    <a:pt x="420910" y="205415"/>
                  </a:moveTo>
                  <a:cubicBezTo>
                    <a:pt x="343567" y="217321"/>
                    <a:pt x="275939" y="196461"/>
                    <a:pt x="270224" y="159028"/>
                  </a:cubicBezTo>
                  <a:cubicBezTo>
                    <a:pt x="264509" y="121595"/>
                    <a:pt x="322707" y="81399"/>
                    <a:pt x="400050" y="69588"/>
                  </a:cubicBezTo>
                  <a:cubicBezTo>
                    <a:pt x="477393" y="57682"/>
                    <a:pt x="545021" y="78542"/>
                    <a:pt x="550736" y="115975"/>
                  </a:cubicBezTo>
                  <a:cubicBezTo>
                    <a:pt x="556451" y="153408"/>
                    <a:pt x="498253" y="193604"/>
                    <a:pt x="420910" y="205415"/>
                  </a:cubicBezTo>
                  <a:close/>
                  <a:moveTo>
                    <a:pt x="796100" y="147979"/>
                  </a:moveTo>
                  <a:cubicBezTo>
                    <a:pt x="721233" y="159504"/>
                    <a:pt x="655606" y="138264"/>
                    <a:pt x="649891" y="100830"/>
                  </a:cubicBezTo>
                  <a:cubicBezTo>
                    <a:pt x="649414" y="97782"/>
                    <a:pt x="649510" y="94734"/>
                    <a:pt x="649891" y="91686"/>
                  </a:cubicBezTo>
                  <a:lnTo>
                    <a:pt x="649891" y="91686"/>
                  </a:lnTo>
                  <a:cubicBezTo>
                    <a:pt x="649891" y="91686"/>
                    <a:pt x="649891" y="91686"/>
                    <a:pt x="649891" y="91686"/>
                  </a:cubicBezTo>
                  <a:cubicBezTo>
                    <a:pt x="653605" y="57015"/>
                    <a:pt x="706564" y="22535"/>
                    <a:pt x="775335" y="11962"/>
                  </a:cubicBezTo>
                  <a:cubicBezTo>
                    <a:pt x="850202" y="437"/>
                    <a:pt x="915829" y="21678"/>
                    <a:pt x="921544" y="59111"/>
                  </a:cubicBezTo>
                  <a:cubicBezTo>
                    <a:pt x="927259" y="96639"/>
                    <a:pt x="871061" y="136454"/>
                    <a:pt x="796195" y="14797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5AE482FA-5E0D-16D6-A949-4F679F42F99C}"/>
                </a:ext>
              </a:extLst>
            </p:cNvPr>
            <p:cNvSpPr/>
            <p:nvPr/>
          </p:nvSpPr>
          <p:spPr>
            <a:xfrm flipH="1">
              <a:off x="9975475" y="2411039"/>
              <a:ext cx="39458" cy="10164"/>
            </a:xfrm>
            <a:custGeom>
              <a:avLst/>
              <a:gdLst>
                <a:gd name="connsiteX0" fmla="*/ 98432 w 219320"/>
                <a:gd name="connsiteY0" fmla="*/ 54881 h 54880"/>
                <a:gd name="connsiteX1" fmla="*/ 2515 w 219320"/>
                <a:gd name="connsiteY1" fmla="*/ 26496 h 54880"/>
                <a:gd name="connsiteX2" fmla="*/ 991 w 219320"/>
                <a:gd name="connsiteY2" fmla="*/ 18495 h 54880"/>
                <a:gd name="connsiteX3" fmla="*/ 8897 w 219320"/>
                <a:gd name="connsiteY3" fmla="*/ 16971 h 54880"/>
                <a:gd name="connsiteX4" fmla="*/ 209684 w 219320"/>
                <a:gd name="connsiteY4" fmla="*/ 1541 h 54880"/>
                <a:gd name="connsiteX5" fmla="*/ 217780 w 219320"/>
                <a:gd name="connsiteY5" fmla="*/ 1826 h 54880"/>
                <a:gd name="connsiteX6" fmla="*/ 217495 w 219320"/>
                <a:gd name="connsiteY6" fmla="*/ 9923 h 54880"/>
                <a:gd name="connsiteX7" fmla="*/ 98432 w 219320"/>
                <a:gd name="connsiteY7" fmla="*/ 54881 h 5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320" h="54880">
                  <a:moveTo>
                    <a:pt x="98432" y="54881"/>
                  </a:moveTo>
                  <a:cubicBezTo>
                    <a:pt x="64428" y="54881"/>
                    <a:pt x="30519" y="45546"/>
                    <a:pt x="2515" y="26496"/>
                  </a:cubicBezTo>
                  <a:cubicBezTo>
                    <a:pt x="-56" y="24686"/>
                    <a:pt x="-819" y="21162"/>
                    <a:pt x="991" y="18495"/>
                  </a:cubicBezTo>
                  <a:cubicBezTo>
                    <a:pt x="2801" y="15923"/>
                    <a:pt x="6325" y="15257"/>
                    <a:pt x="8897" y="16971"/>
                  </a:cubicBezTo>
                  <a:cubicBezTo>
                    <a:pt x="68619" y="57548"/>
                    <a:pt x="156820" y="50785"/>
                    <a:pt x="209684" y="1541"/>
                  </a:cubicBezTo>
                  <a:cubicBezTo>
                    <a:pt x="211970" y="-650"/>
                    <a:pt x="215589" y="-460"/>
                    <a:pt x="217780" y="1826"/>
                  </a:cubicBezTo>
                  <a:cubicBezTo>
                    <a:pt x="219971" y="4112"/>
                    <a:pt x="219780" y="7732"/>
                    <a:pt x="217495" y="9923"/>
                  </a:cubicBezTo>
                  <a:cubicBezTo>
                    <a:pt x="185681" y="39545"/>
                    <a:pt x="141961" y="54881"/>
                    <a:pt x="98432" y="54881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0451A1EA-CCA4-963F-A86D-1E93AB710777}"/>
                </a:ext>
              </a:extLst>
            </p:cNvPr>
            <p:cNvSpPr/>
            <p:nvPr/>
          </p:nvSpPr>
          <p:spPr>
            <a:xfrm flipH="1">
              <a:off x="9982741" y="2423716"/>
              <a:ext cx="17479" cy="6448"/>
            </a:xfrm>
            <a:custGeom>
              <a:avLst/>
              <a:gdLst>
                <a:gd name="connsiteX0" fmla="*/ 37035 w 97154"/>
                <a:gd name="connsiteY0" fmla="*/ 34722 h 34816"/>
                <a:gd name="connsiteX1" fmla="*/ 3221 w 97154"/>
                <a:gd name="connsiteY1" fmla="*/ 27102 h 34816"/>
                <a:gd name="connsiteX2" fmla="*/ 554 w 97154"/>
                <a:gd name="connsiteY2" fmla="*/ 19482 h 34816"/>
                <a:gd name="connsiteX3" fmla="*/ 8174 w 97154"/>
                <a:gd name="connsiteY3" fmla="*/ 16815 h 34816"/>
                <a:gd name="connsiteX4" fmla="*/ 87232 w 97154"/>
                <a:gd name="connsiteY4" fmla="*/ 1860 h 34816"/>
                <a:gd name="connsiteX5" fmla="*/ 95328 w 97154"/>
                <a:gd name="connsiteY5" fmla="*/ 1575 h 34816"/>
                <a:gd name="connsiteX6" fmla="*/ 95614 w 97154"/>
                <a:gd name="connsiteY6" fmla="*/ 9671 h 34816"/>
                <a:gd name="connsiteX7" fmla="*/ 36940 w 97154"/>
                <a:gd name="connsiteY7" fmla="*/ 34817 h 3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154" h="34816">
                  <a:moveTo>
                    <a:pt x="37035" y="34722"/>
                  </a:moveTo>
                  <a:cubicBezTo>
                    <a:pt x="25415" y="34722"/>
                    <a:pt x="13889" y="32245"/>
                    <a:pt x="3221" y="27102"/>
                  </a:cubicBezTo>
                  <a:cubicBezTo>
                    <a:pt x="364" y="25673"/>
                    <a:pt x="-779" y="22339"/>
                    <a:pt x="554" y="19482"/>
                  </a:cubicBezTo>
                  <a:cubicBezTo>
                    <a:pt x="1888" y="16624"/>
                    <a:pt x="5317" y="15481"/>
                    <a:pt x="8174" y="16815"/>
                  </a:cubicBezTo>
                  <a:cubicBezTo>
                    <a:pt x="33892" y="29292"/>
                    <a:pt x="67896" y="22911"/>
                    <a:pt x="87232" y="1860"/>
                  </a:cubicBezTo>
                  <a:cubicBezTo>
                    <a:pt x="89423" y="-521"/>
                    <a:pt x="93042" y="-616"/>
                    <a:pt x="95328" y="1575"/>
                  </a:cubicBezTo>
                  <a:cubicBezTo>
                    <a:pt x="97614" y="3670"/>
                    <a:pt x="97804" y="7290"/>
                    <a:pt x="95614" y="9671"/>
                  </a:cubicBezTo>
                  <a:cubicBezTo>
                    <a:pt x="80564" y="25959"/>
                    <a:pt x="58752" y="34817"/>
                    <a:pt x="36940" y="34817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12" name="Group 2011">
            <a:extLst>
              <a:ext uri="{FF2B5EF4-FFF2-40B4-BE49-F238E27FC236}">
                <a16:creationId xmlns:a16="http://schemas.microsoft.com/office/drawing/2014/main" id="{E658534E-38C9-6CAE-773A-16C2BF75B57A}"/>
              </a:ext>
            </a:extLst>
          </p:cNvPr>
          <p:cNvGrpSpPr/>
          <p:nvPr/>
        </p:nvGrpSpPr>
        <p:grpSpPr>
          <a:xfrm>
            <a:off x="4515856" y="1986777"/>
            <a:ext cx="1365182" cy="805068"/>
            <a:chOff x="4405540" y="2110023"/>
            <a:chExt cx="1365182" cy="805068"/>
          </a:xfrm>
        </p:grpSpPr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C45148ED-A730-91F2-7B4A-3F59EDD80DB2}"/>
                </a:ext>
              </a:extLst>
            </p:cNvPr>
            <p:cNvSpPr/>
            <p:nvPr/>
          </p:nvSpPr>
          <p:spPr>
            <a:xfrm>
              <a:off x="4405540" y="2910204"/>
              <a:ext cx="1221441" cy="4887"/>
            </a:xfrm>
            <a:custGeom>
              <a:avLst/>
              <a:gdLst>
                <a:gd name="connsiteX0" fmla="*/ 6266783 w 6279356"/>
                <a:gd name="connsiteY0" fmla="*/ 25146 h 25146"/>
                <a:gd name="connsiteX1" fmla="*/ 12573 w 6279356"/>
                <a:gd name="connsiteY1" fmla="*/ 25146 h 25146"/>
                <a:gd name="connsiteX2" fmla="*/ 0 w 6279356"/>
                <a:gd name="connsiteY2" fmla="*/ 12573 h 25146"/>
                <a:gd name="connsiteX3" fmla="*/ 12573 w 6279356"/>
                <a:gd name="connsiteY3" fmla="*/ 0 h 25146"/>
                <a:gd name="connsiteX4" fmla="*/ 6266783 w 6279356"/>
                <a:gd name="connsiteY4" fmla="*/ 0 h 25146"/>
                <a:gd name="connsiteX5" fmla="*/ 6279356 w 6279356"/>
                <a:gd name="connsiteY5" fmla="*/ 12573 h 25146"/>
                <a:gd name="connsiteX6" fmla="*/ 6266783 w 6279356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79356" h="25146">
                  <a:moveTo>
                    <a:pt x="6266783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6266783" y="0"/>
                  </a:lnTo>
                  <a:cubicBezTo>
                    <a:pt x="6273736" y="0"/>
                    <a:pt x="6279356" y="5620"/>
                    <a:pt x="6279356" y="12573"/>
                  </a:cubicBezTo>
                  <a:cubicBezTo>
                    <a:pt x="6279356" y="19526"/>
                    <a:pt x="6273736" y="25146"/>
                    <a:pt x="6266783" y="25146"/>
                  </a:cubicBez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253618B6-BDA3-0029-BB9E-C68B0C8FD946}"/>
                </a:ext>
              </a:extLst>
            </p:cNvPr>
            <p:cNvSpPr/>
            <p:nvPr/>
          </p:nvSpPr>
          <p:spPr>
            <a:xfrm>
              <a:off x="4549281" y="2792337"/>
              <a:ext cx="1221441" cy="4887"/>
            </a:xfrm>
            <a:custGeom>
              <a:avLst/>
              <a:gdLst>
                <a:gd name="connsiteX0" fmla="*/ 6266783 w 6279356"/>
                <a:gd name="connsiteY0" fmla="*/ 25146 h 25146"/>
                <a:gd name="connsiteX1" fmla="*/ 12573 w 6279356"/>
                <a:gd name="connsiteY1" fmla="*/ 25146 h 25146"/>
                <a:gd name="connsiteX2" fmla="*/ 0 w 6279356"/>
                <a:gd name="connsiteY2" fmla="*/ 12573 h 25146"/>
                <a:gd name="connsiteX3" fmla="*/ 12573 w 6279356"/>
                <a:gd name="connsiteY3" fmla="*/ 0 h 25146"/>
                <a:gd name="connsiteX4" fmla="*/ 6266783 w 6279356"/>
                <a:gd name="connsiteY4" fmla="*/ 0 h 25146"/>
                <a:gd name="connsiteX5" fmla="*/ 6279356 w 6279356"/>
                <a:gd name="connsiteY5" fmla="*/ 12573 h 25146"/>
                <a:gd name="connsiteX6" fmla="*/ 6266783 w 6279356"/>
                <a:gd name="connsiteY6" fmla="*/ 25146 h 2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79356" h="25146">
                  <a:moveTo>
                    <a:pt x="6266783" y="25146"/>
                  </a:moveTo>
                  <a:lnTo>
                    <a:pt x="12573" y="25146"/>
                  </a:ln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lnTo>
                    <a:pt x="6266783" y="0"/>
                  </a:lnTo>
                  <a:cubicBezTo>
                    <a:pt x="6273736" y="0"/>
                    <a:pt x="6279356" y="5620"/>
                    <a:pt x="6279356" y="12573"/>
                  </a:cubicBezTo>
                  <a:cubicBezTo>
                    <a:pt x="6279356" y="19526"/>
                    <a:pt x="6273736" y="25146"/>
                    <a:pt x="6266783" y="25146"/>
                  </a:cubicBezTo>
                  <a:close/>
                </a:path>
              </a:pathLst>
            </a:custGeom>
            <a:solidFill>
              <a:srgbClr val="757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74980C50-416F-A879-4CAA-013506FEE92C}"/>
                </a:ext>
              </a:extLst>
            </p:cNvPr>
            <p:cNvSpPr/>
            <p:nvPr/>
          </p:nvSpPr>
          <p:spPr>
            <a:xfrm>
              <a:off x="5039941" y="2508637"/>
              <a:ext cx="178203" cy="141580"/>
            </a:xfrm>
            <a:custGeom>
              <a:avLst/>
              <a:gdLst>
                <a:gd name="connsiteX0" fmla="*/ 367284 w 1031222"/>
                <a:gd name="connsiteY0" fmla="*/ 820009 h 820008"/>
                <a:gd name="connsiteX1" fmla="*/ 478250 w 1031222"/>
                <a:gd name="connsiteY1" fmla="*/ 640653 h 820008"/>
                <a:gd name="connsiteX2" fmla="*/ 722852 w 1031222"/>
                <a:gd name="connsiteY2" fmla="*/ 495016 h 820008"/>
                <a:gd name="connsiteX3" fmla="*/ 903542 w 1031222"/>
                <a:gd name="connsiteY3" fmla="*/ 336520 h 820008"/>
                <a:gd name="connsiteX4" fmla="*/ 1027748 w 1031222"/>
                <a:gd name="connsiteY4" fmla="*/ 206027 h 820008"/>
                <a:gd name="connsiteX5" fmla="*/ 940499 w 1031222"/>
                <a:gd name="connsiteY5" fmla="*/ 135828 h 820008"/>
                <a:gd name="connsiteX6" fmla="*/ 989171 w 1031222"/>
                <a:gd name="connsiteY6" fmla="*/ 66391 h 820008"/>
                <a:gd name="connsiteX7" fmla="*/ 946404 w 1031222"/>
                <a:gd name="connsiteY7" fmla="*/ 382 h 820008"/>
                <a:gd name="connsiteX8" fmla="*/ 864680 w 1031222"/>
                <a:gd name="connsiteY8" fmla="*/ 45055 h 820008"/>
                <a:gd name="connsiteX9" fmla="*/ 724186 w 1031222"/>
                <a:gd name="connsiteY9" fmla="*/ 115920 h 820008"/>
                <a:gd name="connsiteX10" fmla="*/ 646271 w 1031222"/>
                <a:gd name="connsiteY10" fmla="*/ 128303 h 820008"/>
                <a:gd name="connsiteX11" fmla="*/ 584835 w 1031222"/>
                <a:gd name="connsiteY11" fmla="*/ 200122 h 820008"/>
                <a:gd name="connsiteX12" fmla="*/ 453295 w 1031222"/>
                <a:gd name="connsiteY12" fmla="*/ 223077 h 820008"/>
                <a:gd name="connsiteX13" fmla="*/ 300323 w 1031222"/>
                <a:gd name="connsiteY13" fmla="*/ 277750 h 820008"/>
                <a:gd name="connsiteX14" fmla="*/ 61151 w 1031222"/>
                <a:gd name="connsiteY14" fmla="*/ 414529 h 820008"/>
                <a:gd name="connsiteX15" fmla="*/ 0 w 1031222"/>
                <a:gd name="connsiteY15" fmla="*/ 659893 h 820008"/>
                <a:gd name="connsiteX16" fmla="*/ 367379 w 1031222"/>
                <a:gd name="connsiteY16" fmla="*/ 820009 h 820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1222" h="820008">
                  <a:moveTo>
                    <a:pt x="367284" y="820009"/>
                  </a:moveTo>
                  <a:cubicBezTo>
                    <a:pt x="384715" y="767335"/>
                    <a:pt x="390049" y="685801"/>
                    <a:pt x="478250" y="640653"/>
                  </a:cubicBezTo>
                  <a:cubicBezTo>
                    <a:pt x="566452" y="595409"/>
                    <a:pt x="667607" y="534830"/>
                    <a:pt x="722852" y="495016"/>
                  </a:cubicBezTo>
                  <a:cubicBezTo>
                    <a:pt x="792385" y="445009"/>
                    <a:pt x="840296" y="393003"/>
                    <a:pt x="903542" y="336520"/>
                  </a:cubicBezTo>
                  <a:cubicBezTo>
                    <a:pt x="966788" y="280036"/>
                    <a:pt x="1010031" y="230887"/>
                    <a:pt x="1027748" y="206027"/>
                  </a:cubicBezTo>
                  <a:cubicBezTo>
                    <a:pt x="1044417" y="182595"/>
                    <a:pt x="998792" y="125922"/>
                    <a:pt x="940499" y="135828"/>
                  </a:cubicBezTo>
                  <a:cubicBezTo>
                    <a:pt x="940499" y="135828"/>
                    <a:pt x="968217" y="103443"/>
                    <a:pt x="989171" y="66391"/>
                  </a:cubicBezTo>
                  <a:cubicBezTo>
                    <a:pt x="1009841" y="29815"/>
                    <a:pt x="996601" y="6002"/>
                    <a:pt x="946404" y="382"/>
                  </a:cubicBezTo>
                  <a:cubicBezTo>
                    <a:pt x="916496" y="-2951"/>
                    <a:pt x="890969" y="15813"/>
                    <a:pt x="864680" y="45055"/>
                  </a:cubicBezTo>
                  <a:cubicBezTo>
                    <a:pt x="812387" y="24195"/>
                    <a:pt x="759619" y="75439"/>
                    <a:pt x="724186" y="115920"/>
                  </a:cubicBezTo>
                  <a:cubicBezTo>
                    <a:pt x="707327" y="95823"/>
                    <a:pt x="688753" y="87250"/>
                    <a:pt x="646271" y="128303"/>
                  </a:cubicBezTo>
                  <a:cubicBezTo>
                    <a:pt x="620744" y="152973"/>
                    <a:pt x="623507" y="153163"/>
                    <a:pt x="584835" y="200122"/>
                  </a:cubicBezTo>
                  <a:cubicBezTo>
                    <a:pt x="555212" y="194407"/>
                    <a:pt x="517112" y="202789"/>
                    <a:pt x="453295" y="223077"/>
                  </a:cubicBezTo>
                  <a:cubicBezTo>
                    <a:pt x="348520" y="256510"/>
                    <a:pt x="380714" y="249270"/>
                    <a:pt x="300323" y="277750"/>
                  </a:cubicBezTo>
                  <a:cubicBezTo>
                    <a:pt x="196025" y="314707"/>
                    <a:pt x="97346" y="353855"/>
                    <a:pt x="61151" y="414529"/>
                  </a:cubicBezTo>
                  <a:cubicBezTo>
                    <a:pt x="24956" y="475204"/>
                    <a:pt x="0" y="659893"/>
                    <a:pt x="0" y="659893"/>
                  </a:cubicBezTo>
                  <a:lnTo>
                    <a:pt x="367379" y="820009"/>
                  </a:ln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BB659D0B-35AC-6517-A183-38C77B3AA41F}"/>
                </a:ext>
              </a:extLst>
            </p:cNvPr>
            <p:cNvSpPr/>
            <p:nvPr/>
          </p:nvSpPr>
          <p:spPr>
            <a:xfrm>
              <a:off x="4697168" y="2562398"/>
              <a:ext cx="415740" cy="349763"/>
            </a:xfrm>
            <a:custGeom>
              <a:avLst/>
              <a:gdLst>
                <a:gd name="connsiteX0" fmla="*/ 506318 w 2405793"/>
                <a:gd name="connsiteY0" fmla="*/ 2025777 h 2025776"/>
                <a:gd name="connsiteX1" fmla="*/ 1159638 w 2405793"/>
                <a:gd name="connsiteY1" fmla="*/ 2025777 h 2025776"/>
                <a:gd name="connsiteX2" fmla="*/ 1174402 w 2405793"/>
                <a:gd name="connsiteY2" fmla="*/ 1381697 h 2025776"/>
                <a:gd name="connsiteX3" fmla="*/ 1537399 w 2405793"/>
                <a:gd name="connsiteY3" fmla="*/ 1774698 h 2025776"/>
                <a:gd name="connsiteX4" fmla="*/ 2142618 w 2405793"/>
                <a:gd name="connsiteY4" fmla="*/ 1581817 h 2025776"/>
                <a:gd name="connsiteX5" fmla="*/ 2405794 w 2405793"/>
                <a:gd name="connsiteY5" fmla="*/ 430435 h 2025776"/>
                <a:gd name="connsiteX6" fmla="*/ 1942307 w 2405793"/>
                <a:gd name="connsiteY6" fmla="*/ 314706 h 2025776"/>
                <a:gd name="connsiteX7" fmla="*/ 1730947 w 2405793"/>
                <a:gd name="connsiteY7" fmla="*/ 1069277 h 2025776"/>
                <a:gd name="connsiteX8" fmla="*/ 1201929 w 2405793"/>
                <a:gd name="connsiteY8" fmla="*/ 223171 h 2025776"/>
                <a:gd name="connsiteX9" fmla="*/ 622142 w 2405793"/>
                <a:gd name="connsiteY9" fmla="*/ 8096 h 2025776"/>
                <a:gd name="connsiteX10" fmla="*/ 178658 w 2405793"/>
                <a:gd name="connsiteY10" fmla="*/ 0 h 2025776"/>
                <a:gd name="connsiteX11" fmla="*/ 27115 w 2405793"/>
                <a:gd name="connsiteY11" fmla="*/ 1413034 h 2025776"/>
                <a:gd name="connsiteX12" fmla="*/ 506223 w 2405793"/>
                <a:gd name="connsiteY12" fmla="*/ 2025682 h 202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05793" h="2025776">
                  <a:moveTo>
                    <a:pt x="506318" y="2025777"/>
                  </a:moveTo>
                  <a:lnTo>
                    <a:pt x="1159638" y="2025777"/>
                  </a:lnTo>
                  <a:cubicBezTo>
                    <a:pt x="1153447" y="1961674"/>
                    <a:pt x="1145922" y="1572006"/>
                    <a:pt x="1174402" y="1381697"/>
                  </a:cubicBezTo>
                  <a:cubicBezTo>
                    <a:pt x="1288130" y="1533620"/>
                    <a:pt x="1412527" y="1679257"/>
                    <a:pt x="1537399" y="1774698"/>
                  </a:cubicBezTo>
                  <a:cubicBezTo>
                    <a:pt x="1789240" y="1967294"/>
                    <a:pt x="2068037" y="1888522"/>
                    <a:pt x="2142618" y="1581817"/>
                  </a:cubicBezTo>
                  <a:cubicBezTo>
                    <a:pt x="2217199" y="1275398"/>
                    <a:pt x="2405794" y="430435"/>
                    <a:pt x="2405794" y="430435"/>
                  </a:cubicBezTo>
                  <a:lnTo>
                    <a:pt x="1942307" y="314706"/>
                  </a:lnTo>
                  <a:lnTo>
                    <a:pt x="1730947" y="1069277"/>
                  </a:lnTo>
                  <a:cubicBezTo>
                    <a:pt x="1608170" y="858964"/>
                    <a:pt x="1326230" y="382143"/>
                    <a:pt x="1201929" y="223171"/>
                  </a:cubicBezTo>
                  <a:cubicBezTo>
                    <a:pt x="1125824" y="125825"/>
                    <a:pt x="942849" y="18764"/>
                    <a:pt x="622142" y="8096"/>
                  </a:cubicBezTo>
                  <a:lnTo>
                    <a:pt x="178658" y="0"/>
                  </a:lnTo>
                  <a:cubicBezTo>
                    <a:pt x="178658" y="0"/>
                    <a:pt x="-83184" y="1214914"/>
                    <a:pt x="27115" y="1413034"/>
                  </a:cubicBezTo>
                  <a:cubicBezTo>
                    <a:pt x="137415" y="1611154"/>
                    <a:pt x="506223" y="2025682"/>
                    <a:pt x="506223" y="202568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5FCA81DB-4625-F2E0-8EC2-9E6C5BF7FC68}"/>
                </a:ext>
              </a:extLst>
            </p:cNvPr>
            <p:cNvSpPr/>
            <p:nvPr/>
          </p:nvSpPr>
          <p:spPr>
            <a:xfrm>
              <a:off x="4995120" y="2746554"/>
              <a:ext cx="13523" cy="20179"/>
            </a:xfrm>
            <a:custGeom>
              <a:avLst/>
              <a:gdLst>
                <a:gd name="connsiteX0" fmla="*/ 65726 w 78256"/>
                <a:gd name="connsiteY0" fmla="*/ 116780 h 116875"/>
                <a:gd name="connsiteX1" fmla="*/ 54867 w 78256"/>
                <a:gd name="connsiteY1" fmla="*/ 110493 h 116875"/>
                <a:gd name="connsiteX2" fmla="*/ 1718 w 78256"/>
                <a:gd name="connsiteY2" fmla="*/ 18863 h 116875"/>
                <a:gd name="connsiteX3" fmla="*/ 6195 w 78256"/>
                <a:gd name="connsiteY3" fmla="*/ 1718 h 116875"/>
                <a:gd name="connsiteX4" fmla="*/ 23340 w 78256"/>
                <a:gd name="connsiteY4" fmla="*/ 6195 h 116875"/>
                <a:gd name="connsiteX5" fmla="*/ 76584 w 78256"/>
                <a:gd name="connsiteY5" fmla="*/ 98016 h 116875"/>
                <a:gd name="connsiteX6" fmla="*/ 72013 w 78256"/>
                <a:gd name="connsiteY6" fmla="*/ 115161 h 116875"/>
                <a:gd name="connsiteX7" fmla="*/ 65726 w 78256"/>
                <a:gd name="connsiteY7" fmla="*/ 116875 h 1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56" h="116875">
                  <a:moveTo>
                    <a:pt x="65726" y="116780"/>
                  </a:moveTo>
                  <a:cubicBezTo>
                    <a:pt x="61345" y="116780"/>
                    <a:pt x="57154" y="114494"/>
                    <a:pt x="54867" y="110493"/>
                  </a:cubicBezTo>
                  <a:cubicBezTo>
                    <a:pt x="54677" y="110113"/>
                    <a:pt x="34389" y="74965"/>
                    <a:pt x="1718" y="18863"/>
                  </a:cubicBezTo>
                  <a:cubicBezTo>
                    <a:pt x="-1806" y="12862"/>
                    <a:pt x="289" y="5147"/>
                    <a:pt x="6195" y="1718"/>
                  </a:cubicBezTo>
                  <a:cubicBezTo>
                    <a:pt x="12196" y="-1806"/>
                    <a:pt x="19911" y="289"/>
                    <a:pt x="23340" y="6195"/>
                  </a:cubicBezTo>
                  <a:cubicBezTo>
                    <a:pt x="56106" y="62392"/>
                    <a:pt x="76394" y="97635"/>
                    <a:pt x="76584" y="98016"/>
                  </a:cubicBezTo>
                  <a:cubicBezTo>
                    <a:pt x="80014" y="104016"/>
                    <a:pt x="78013" y="111732"/>
                    <a:pt x="72013" y="115161"/>
                  </a:cubicBezTo>
                  <a:cubicBezTo>
                    <a:pt x="70012" y="116304"/>
                    <a:pt x="67917" y="116875"/>
                    <a:pt x="65726" y="116875"/>
                  </a:cubicBezTo>
                  <a:close/>
                </a:path>
              </a:pathLst>
            </a:custGeom>
            <a:solidFill>
              <a:srgbClr val="0679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08D170D3-DDB2-4E2E-A1DD-2565B837FC11}"/>
                </a:ext>
              </a:extLst>
            </p:cNvPr>
            <p:cNvSpPr/>
            <p:nvPr/>
          </p:nvSpPr>
          <p:spPr>
            <a:xfrm>
              <a:off x="4701870" y="2460323"/>
              <a:ext cx="103533" cy="105124"/>
            </a:xfrm>
            <a:custGeom>
              <a:avLst/>
              <a:gdLst>
                <a:gd name="connsiteX0" fmla="*/ 599125 w 599124"/>
                <a:gd name="connsiteY0" fmla="*/ 191914 h 608865"/>
                <a:gd name="connsiteX1" fmla="*/ 594934 w 599124"/>
                <a:gd name="connsiteY1" fmla="*/ 599299 h 608865"/>
                <a:gd name="connsiteX2" fmla="*/ 90966 w 599124"/>
                <a:gd name="connsiteY2" fmla="*/ 599299 h 608865"/>
                <a:gd name="connsiteX3" fmla="*/ 2 w 599124"/>
                <a:gd name="connsiteY3" fmla="*/ 38467 h 608865"/>
                <a:gd name="connsiteX4" fmla="*/ 599125 w 599124"/>
                <a:gd name="connsiteY4" fmla="*/ 191914 h 60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9124" h="608865">
                  <a:moveTo>
                    <a:pt x="599125" y="191914"/>
                  </a:moveTo>
                  <a:cubicBezTo>
                    <a:pt x="563882" y="282307"/>
                    <a:pt x="549595" y="479569"/>
                    <a:pt x="594934" y="599299"/>
                  </a:cubicBezTo>
                  <a:cubicBezTo>
                    <a:pt x="522734" y="620825"/>
                    <a:pt x="90966" y="599299"/>
                    <a:pt x="90966" y="599299"/>
                  </a:cubicBezTo>
                  <a:cubicBezTo>
                    <a:pt x="1050" y="100189"/>
                    <a:pt x="383" y="81805"/>
                    <a:pt x="2" y="38467"/>
                  </a:cubicBezTo>
                  <a:cubicBezTo>
                    <a:pt x="-1331" y="-103170"/>
                    <a:pt x="599125" y="191914"/>
                    <a:pt x="599125" y="191914"/>
                  </a:cubicBez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01358390-E03A-0849-49DF-FDC3EAEA75DF}"/>
                </a:ext>
              </a:extLst>
            </p:cNvPr>
            <p:cNvSpPr/>
            <p:nvPr/>
          </p:nvSpPr>
          <p:spPr>
            <a:xfrm>
              <a:off x="4531559" y="2592576"/>
              <a:ext cx="99418" cy="321756"/>
            </a:xfrm>
            <a:custGeom>
              <a:avLst/>
              <a:gdLst>
                <a:gd name="connsiteX0" fmla="*/ 100396 w 575312"/>
                <a:gd name="connsiteY0" fmla="*/ 1863471 h 1863566"/>
                <a:gd name="connsiteX1" fmla="*/ 93157 w 575312"/>
                <a:gd name="connsiteY1" fmla="*/ 1861185 h 1863566"/>
                <a:gd name="connsiteX2" fmla="*/ 1622 w 575312"/>
                <a:gd name="connsiteY2" fmla="*/ 1597248 h 1863566"/>
                <a:gd name="connsiteX3" fmla="*/ 77441 w 575312"/>
                <a:gd name="connsiteY3" fmla="*/ 1113663 h 1863566"/>
                <a:gd name="connsiteX4" fmla="*/ 105635 w 575312"/>
                <a:gd name="connsiteY4" fmla="*/ 905161 h 1863566"/>
                <a:gd name="connsiteX5" fmla="*/ 215744 w 575312"/>
                <a:gd name="connsiteY5" fmla="*/ 440912 h 1863566"/>
                <a:gd name="connsiteX6" fmla="*/ 218125 w 575312"/>
                <a:gd name="connsiteY6" fmla="*/ 436817 h 1863566"/>
                <a:gd name="connsiteX7" fmla="*/ 556453 w 575312"/>
                <a:gd name="connsiteY7" fmla="*/ 1715 h 1863566"/>
                <a:gd name="connsiteX8" fmla="*/ 573598 w 575312"/>
                <a:gd name="connsiteY8" fmla="*/ 6287 h 1863566"/>
                <a:gd name="connsiteX9" fmla="*/ 569026 w 575312"/>
                <a:gd name="connsiteY9" fmla="*/ 23432 h 1863566"/>
                <a:gd name="connsiteX10" fmla="*/ 239747 w 575312"/>
                <a:gd name="connsiteY10" fmla="*/ 449580 h 1863566"/>
                <a:gd name="connsiteX11" fmla="*/ 237366 w 575312"/>
                <a:gd name="connsiteY11" fmla="*/ 453676 h 1863566"/>
                <a:gd name="connsiteX12" fmla="*/ 130686 w 575312"/>
                <a:gd name="connsiteY12" fmla="*/ 906590 h 1863566"/>
                <a:gd name="connsiteX13" fmla="*/ 101158 w 575312"/>
                <a:gd name="connsiteY13" fmla="*/ 1122045 h 1863566"/>
                <a:gd name="connsiteX14" fmla="*/ 26673 w 575312"/>
                <a:gd name="connsiteY14" fmla="*/ 1595819 h 1863566"/>
                <a:gd name="connsiteX15" fmla="*/ 107540 w 575312"/>
                <a:gd name="connsiteY15" fmla="*/ 1840706 h 1863566"/>
                <a:gd name="connsiteX16" fmla="*/ 110588 w 575312"/>
                <a:gd name="connsiteY16" fmla="*/ 1858232 h 1863566"/>
                <a:gd name="connsiteX17" fmla="*/ 100301 w 575312"/>
                <a:gd name="connsiteY17" fmla="*/ 1863566 h 1863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5312" h="1863566">
                  <a:moveTo>
                    <a:pt x="100396" y="1863471"/>
                  </a:moveTo>
                  <a:cubicBezTo>
                    <a:pt x="97920" y="1863471"/>
                    <a:pt x="95348" y="1862709"/>
                    <a:pt x="93157" y="1861185"/>
                  </a:cubicBezTo>
                  <a:cubicBezTo>
                    <a:pt x="43532" y="1826324"/>
                    <a:pt x="9337" y="1727740"/>
                    <a:pt x="1622" y="1597248"/>
                  </a:cubicBezTo>
                  <a:cubicBezTo>
                    <a:pt x="-7141" y="1448753"/>
                    <a:pt x="19815" y="1277017"/>
                    <a:pt x="77441" y="1113663"/>
                  </a:cubicBezTo>
                  <a:cubicBezTo>
                    <a:pt x="97062" y="1058132"/>
                    <a:pt x="101063" y="987266"/>
                    <a:pt x="105635" y="905161"/>
                  </a:cubicBezTo>
                  <a:cubicBezTo>
                    <a:pt x="113255" y="769049"/>
                    <a:pt x="122685" y="599694"/>
                    <a:pt x="215744" y="440912"/>
                  </a:cubicBezTo>
                  <a:lnTo>
                    <a:pt x="218125" y="436817"/>
                  </a:lnTo>
                  <a:cubicBezTo>
                    <a:pt x="292134" y="310515"/>
                    <a:pt x="429866" y="75343"/>
                    <a:pt x="556453" y="1715"/>
                  </a:cubicBezTo>
                  <a:cubicBezTo>
                    <a:pt x="562454" y="-1810"/>
                    <a:pt x="570169" y="286"/>
                    <a:pt x="573598" y="6287"/>
                  </a:cubicBezTo>
                  <a:cubicBezTo>
                    <a:pt x="577122" y="12287"/>
                    <a:pt x="575027" y="20002"/>
                    <a:pt x="569026" y="23432"/>
                  </a:cubicBezTo>
                  <a:cubicBezTo>
                    <a:pt x="448154" y="93821"/>
                    <a:pt x="307374" y="334042"/>
                    <a:pt x="239747" y="449580"/>
                  </a:cubicBezTo>
                  <a:lnTo>
                    <a:pt x="237366" y="453676"/>
                  </a:lnTo>
                  <a:cubicBezTo>
                    <a:pt x="147450" y="607124"/>
                    <a:pt x="138591" y="766286"/>
                    <a:pt x="130686" y="906590"/>
                  </a:cubicBezTo>
                  <a:cubicBezTo>
                    <a:pt x="126018" y="990600"/>
                    <a:pt x="121923" y="1063085"/>
                    <a:pt x="101158" y="1122045"/>
                  </a:cubicBezTo>
                  <a:cubicBezTo>
                    <a:pt x="44580" y="1282351"/>
                    <a:pt x="18100" y="1450658"/>
                    <a:pt x="26673" y="1595819"/>
                  </a:cubicBezTo>
                  <a:cubicBezTo>
                    <a:pt x="33816" y="1716881"/>
                    <a:pt x="64773" y="1810703"/>
                    <a:pt x="107540" y="1840706"/>
                  </a:cubicBezTo>
                  <a:cubicBezTo>
                    <a:pt x="113255" y="1844707"/>
                    <a:pt x="114588" y="1852517"/>
                    <a:pt x="110588" y="1858232"/>
                  </a:cubicBezTo>
                  <a:cubicBezTo>
                    <a:pt x="108111" y="1861757"/>
                    <a:pt x="104301" y="1863566"/>
                    <a:pt x="100301" y="1863566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A8E7E6C2-6937-1C59-AA3E-ADE508F6D3F6}"/>
                </a:ext>
              </a:extLst>
            </p:cNvPr>
            <p:cNvSpPr/>
            <p:nvPr/>
          </p:nvSpPr>
          <p:spPr>
            <a:xfrm>
              <a:off x="4609596" y="2798469"/>
              <a:ext cx="36050" cy="69503"/>
            </a:xfrm>
            <a:custGeom>
              <a:avLst/>
              <a:gdLst>
                <a:gd name="connsiteX0" fmla="*/ 196024 w 208615"/>
                <a:gd name="connsiteY0" fmla="*/ 402551 h 402551"/>
                <a:gd name="connsiteX1" fmla="*/ 188309 w 208615"/>
                <a:gd name="connsiteY1" fmla="*/ 399884 h 402551"/>
                <a:gd name="connsiteX2" fmla="*/ 6096 w 208615"/>
                <a:gd name="connsiteY2" fmla="*/ 245103 h 402551"/>
                <a:gd name="connsiteX3" fmla="*/ 0 w 208615"/>
                <a:gd name="connsiteY3" fmla="*/ 238435 h 402551"/>
                <a:gd name="connsiteX4" fmla="*/ 4477 w 208615"/>
                <a:gd name="connsiteY4" fmla="*/ 230530 h 402551"/>
                <a:gd name="connsiteX5" fmla="*/ 67532 w 208615"/>
                <a:gd name="connsiteY5" fmla="*/ 124898 h 402551"/>
                <a:gd name="connsiteX6" fmla="*/ 138970 w 208615"/>
                <a:gd name="connsiteY6" fmla="*/ 6216 h 402551"/>
                <a:gd name="connsiteX7" fmla="*/ 156115 w 208615"/>
                <a:gd name="connsiteY7" fmla="*/ 1739 h 402551"/>
                <a:gd name="connsiteX8" fmla="*/ 160591 w 208615"/>
                <a:gd name="connsiteY8" fmla="*/ 18884 h 402551"/>
                <a:gd name="connsiteX9" fmla="*/ 88964 w 208615"/>
                <a:gd name="connsiteY9" fmla="*/ 137947 h 402551"/>
                <a:gd name="connsiteX10" fmla="*/ 30861 w 208615"/>
                <a:gd name="connsiteY10" fmla="*/ 234721 h 402551"/>
                <a:gd name="connsiteX11" fmla="*/ 203835 w 208615"/>
                <a:gd name="connsiteY11" fmla="*/ 380072 h 402551"/>
                <a:gd name="connsiteX12" fmla="*/ 205931 w 208615"/>
                <a:gd name="connsiteY12" fmla="*/ 397693 h 402551"/>
                <a:gd name="connsiteX13" fmla="*/ 196024 w 208615"/>
                <a:gd name="connsiteY13" fmla="*/ 402551 h 40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615" h="402551">
                  <a:moveTo>
                    <a:pt x="196024" y="402551"/>
                  </a:moveTo>
                  <a:cubicBezTo>
                    <a:pt x="193357" y="402551"/>
                    <a:pt x="190595" y="401694"/>
                    <a:pt x="188309" y="399884"/>
                  </a:cubicBezTo>
                  <a:cubicBezTo>
                    <a:pt x="182404" y="395312"/>
                    <a:pt x="43815" y="286537"/>
                    <a:pt x="6096" y="245103"/>
                  </a:cubicBezTo>
                  <a:lnTo>
                    <a:pt x="0" y="238435"/>
                  </a:lnTo>
                  <a:lnTo>
                    <a:pt x="4477" y="230530"/>
                  </a:lnTo>
                  <a:cubicBezTo>
                    <a:pt x="19240" y="204145"/>
                    <a:pt x="41624" y="167379"/>
                    <a:pt x="67532" y="124898"/>
                  </a:cubicBezTo>
                  <a:cubicBezTo>
                    <a:pt x="89916" y="88131"/>
                    <a:pt x="115252" y="46507"/>
                    <a:pt x="138970" y="6216"/>
                  </a:cubicBezTo>
                  <a:cubicBezTo>
                    <a:pt x="142494" y="215"/>
                    <a:pt x="150209" y="-1785"/>
                    <a:pt x="156115" y="1739"/>
                  </a:cubicBezTo>
                  <a:cubicBezTo>
                    <a:pt x="162115" y="5264"/>
                    <a:pt x="164116" y="12979"/>
                    <a:pt x="160591" y="18884"/>
                  </a:cubicBezTo>
                  <a:cubicBezTo>
                    <a:pt x="136779" y="59366"/>
                    <a:pt x="111347" y="101085"/>
                    <a:pt x="88964" y="137947"/>
                  </a:cubicBezTo>
                  <a:cubicBezTo>
                    <a:pt x="65723" y="176047"/>
                    <a:pt x="45339" y="209480"/>
                    <a:pt x="30861" y="234721"/>
                  </a:cubicBezTo>
                  <a:cubicBezTo>
                    <a:pt x="74867" y="278917"/>
                    <a:pt x="202406" y="379025"/>
                    <a:pt x="203835" y="380072"/>
                  </a:cubicBezTo>
                  <a:cubicBezTo>
                    <a:pt x="209264" y="384359"/>
                    <a:pt x="210217" y="392264"/>
                    <a:pt x="205931" y="397693"/>
                  </a:cubicBezTo>
                  <a:cubicBezTo>
                    <a:pt x="203454" y="400837"/>
                    <a:pt x="199739" y="402551"/>
                    <a:pt x="196024" y="402551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BB5A3844-2E23-31E9-10B9-DB5F04753DE7}"/>
                </a:ext>
              </a:extLst>
            </p:cNvPr>
            <p:cNvSpPr/>
            <p:nvPr/>
          </p:nvSpPr>
          <p:spPr>
            <a:xfrm>
              <a:off x="4631342" y="2773578"/>
              <a:ext cx="20556" cy="138583"/>
            </a:xfrm>
            <a:custGeom>
              <a:avLst/>
              <a:gdLst>
                <a:gd name="connsiteX0" fmla="*/ 106378 w 118953"/>
                <a:gd name="connsiteY0" fmla="*/ 802560 h 802655"/>
                <a:gd name="connsiteX1" fmla="*/ 93900 w 118953"/>
                <a:gd name="connsiteY1" fmla="*/ 791606 h 802655"/>
                <a:gd name="connsiteX2" fmla="*/ 79 w 118953"/>
                <a:gd name="connsiteY2" fmla="*/ 13985 h 802655"/>
                <a:gd name="connsiteX3" fmla="*/ 11128 w 118953"/>
                <a:gd name="connsiteY3" fmla="*/ 79 h 802655"/>
                <a:gd name="connsiteX4" fmla="*/ 25034 w 118953"/>
                <a:gd name="connsiteY4" fmla="*/ 11128 h 802655"/>
                <a:gd name="connsiteX5" fmla="*/ 118855 w 118953"/>
                <a:gd name="connsiteY5" fmla="*/ 788463 h 802655"/>
                <a:gd name="connsiteX6" fmla="*/ 107997 w 118953"/>
                <a:gd name="connsiteY6" fmla="*/ 802560 h 802655"/>
                <a:gd name="connsiteX7" fmla="*/ 106378 w 118953"/>
                <a:gd name="connsiteY7" fmla="*/ 802655 h 80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953" h="802655">
                  <a:moveTo>
                    <a:pt x="106378" y="802560"/>
                  </a:moveTo>
                  <a:cubicBezTo>
                    <a:pt x="100186" y="802560"/>
                    <a:pt x="94757" y="797988"/>
                    <a:pt x="93900" y="791606"/>
                  </a:cubicBezTo>
                  <a:cubicBezTo>
                    <a:pt x="88756" y="751792"/>
                    <a:pt x="4841" y="55038"/>
                    <a:pt x="79" y="13985"/>
                  </a:cubicBezTo>
                  <a:cubicBezTo>
                    <a:pt x="-683" y="7127"/>
                    <a:pt x="4174" y="841"/>
                    <a:pt x="11128" y="79"/>
                  </a:cubicBezTo>
                  <a:cubicBezTo>
                    <a:pt x="17986" y="-683"/>
                    <a:pt x="24272" y="4175"/>
                    <a:pt x="25034" y="11128"/>
                  </a:cubicBezTo>
                  <a:cubicBezTo>
                    <a:pt x="29797" y="52180"/>
                    <a:pt x="113712" y="748744"/>
                    <a:pt x="118855" y="788463"/>
                  </a:cubicBezTo>
                  <a:cubicBezTo>
                    <a:pt x="119713" y="795321"/>
                    <a:pt x="114855" y="801608"/>
                    <a:pt x="107997" y="802560"/>
                  </a:cubicBezTo>
                  <a:cubicBezTo>
                    <a:pt x="107425" y="802560"/>
                    <a:pt x="106949" y="802655"/>
                    <a:pt x="106378" y="802655"/>
                  </a:cubicBezTo>
                  <a:close/>
                </a:path>
              </a:pathLst>
            </a:custGeom>
            <a:solidFill>
              <a:srgbClr val="1537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5B470CF0-5612-DA9A-AB77-13E46184DB6E}"/>
                </a:ext>
              </a:extLst>
            </p:cNvPr>
            <p:cNvSpPr/>
            <p:nvPr/>
          </p:nvSpPr>
          <p:spPr>
            <a:xfrm>
              <a:off x="4836886" y="2356774"/>
              <a:ext cx="24463" cy="60015"/>
            </a:xfrm>
            <a:custGeom>
              <a:avLst/>
              <a:gdLst>
                <a:gd name="connsiteX0" fmla="*/ 50704 w 141560"/>
                <a:gd name="connsiteY0" fmla="*/ 347503 h 347597"/>
                <a:gd name="connsiteX1" fmla="*/ 38797 w 141560"/>
                <a:gd name="connsiteY1" fmla="*/ 339025 h 347597"/>
                <a:gd name="connsiteX2" fmla="*/ 46608 w 141560"/>
                <a:gd name="connsiteY2" fmla="*/ 323119 h 347597"/>
                <a:gd name="connsiteX3" fmla="*/ 115092 w 141560"/>
                <a:gd name="connsiteY3" fmla="*/ 166146 h 347597"/>
                <a:gd name="connsiteX4" fmla="*/ 11651 w 141560"/>
                <a:gd name="connsiteY4" fmla="*/ 25081 h 347597"/>
                <a:gd name="connsiteX5" fmla="*/ 31 w 141560"/>
                <a:gd name="connsiteY5" fmla="*/ 11651 h 347597"/>
                <a:gd name="connsiteX6" fmla="*/ 13461 w 141560"/>
                <a:gd name="connsiteY6" fmla="*/ 31 h 347597"/>
                <a:gd name="connsiteX7" fmla="*/ 95281 w 141560"/>
                <a:gd name="connsiteY7" fmla="*/ 50989 h 347597"/>
                <a:gd name="connsiteX8" fmla="*/ 140143 w 141560"/>
                <a:gd name="connsiteY8" fmla="*/ 163384 h 347597"/>
                <a:gd name="connsiteX9" fmla="*/ 121665 w 141560"/>
                <a:gd name="connsiteY9" fmla="*/ 280256 h 347597"/>
                <a:gd name="connsiteX10" fmla="*/ 54799 w 141560"/>
                <a:gd name="connsiteY10" fmla="*/ 346931 h 347597"/>
                <a:gd name="connsiteX11" fmla="*/ 50799 w 141560"/>
                <a:gd name="connsiteY11" fmla="*/ 347598 h 34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560" h="347597">
                  <a:moveTo>
                    <a:pt x="50704" y="347503"/>
                  </a:moveTo>
                  <a:cubicBezTo>
                    <a:pt x="45465" y="347503"/>
                    <a:pt x="40607" y="344169"/>
                    <a:pt x="38797" y="339025"/>
                  </a:cubicBezTo>
                  <a:cubicBezTo>
                    <a:pt x="36607" y="332453"/>
                    <a:pt x="40035" y="325309"/>
                    <a:pt x="46608" y="323119"/>
                  </a:cubicBezTo>
                  <a:cubicBezTo>
                    <a:pt x="86613" y="309498"/>
                    <a:pt x="123760" y="243108"/>
                    <a:pt x="115092" y="166146"/>
                  </a:cubicBezTo>
                  <a:cubicBezTo>
                    <a:pt x="106139" y="86803"/>
                    <a:pt x="53371" y="28129"/>
                    <a:pt x="11651" y="25081"/>
                  </a:cubicBezTo>
                  <a:cubicBezTo>
                    <a:pt x="4698" y="24605"/>
                    <a:pt x="-446" y="18604"/>
                    <a:pt x="31" y="11651"/>
                  </a:cubicBezTo>
                  <a:cubicBezTo>
                    <a:pt x="507" y="4698"/>
                    <a:pt x="6508" y="-446"/>
                    <a:pt x="13461" y="31"/>
                  </a:cubicBezTo>
                  <a:cubicBezTo>
                    <a:pt x="41655" y="2126"/>
                    <a:pt x="71468" y="20604"/>
                    <a:pt x="95281" y="50989"/>
                  </a:cubicBezTo>
                  <a:cubicBezTo>
                    <a:pt x="119474" y="81850"/>
                    <a:pt x="135476" y="121760"/>
                    <a:pt x="140143" y="163384"/>
                  </a:cubicBezTo>
                  <a:cubicBezTo>
                    <a:pt x="144715" y="204246"/>
                    <a:pt x="138143" y="245775"/>
                    <a:pt x="121665" y="280256"/>
                  </a:cubicBezTo>
                  <a:cubicBezTo>
                    <a:pt x="105663" y="313594"/>
                    <a:pt x="81279" y="337882"/>
                    <a:pt x="54799" y="346931"/>
                  </a:cubicBezTo>
                  <a:cubicBezTo>
                    <a:pt x="53466" y="347407"/>
                    <a:pt x="52132" y="347598"/>
                    <a:pt x="50799" y="347598"/>
                  </a:cubicBezTo>
                  <a:close/>
                </a:path>
              </a:pathLst>
            </a:custGeom>
            <a:solidFill>
              <a:srgbClr val="6565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ECA4DF6B-2390-DD99-6BD0-678B06450096}"/>
                </a:ext>
              </a:extLst>
            </p:cNvPr>
            <p:cNvSpPr/>
            <p:nvPr/>
          </p:nvSpPr>
          <p:spPr>
            <a:xfrm>
              <a:off x="4745150" y="2334414"/>
              <a:ext cx="101042" cy="159679"/>
            </a:xfrm>
            <a:custGeom>
              <a:avLst/>
              <a:gdLst>
                <a:gd name="connsiteX0" fmla="*/ 460684 w 584707"/>
                <a:gd name="connsiteY0" fmla="*/ 899541 h 924835"/>
                <a:gd name="connsiteX1" fmla="*/ 543361 w 584707"/>
                <a:gd name="connsiteY1" fmla="*/ 826389 h 924835"/>
                <a:gd name="connsiteX2" fmla="*/ 570888 w 584707"/>
                <a:gd name="connsiteY2" fmla="*/ 383000 h 924835"/>
                <a:gd name="connsiteX3" fmla="*/ 518215 w 584707"/>
                <a:gd name="connsiteY3" fmla="*/ 0 h 924835"/>
                <a:gd name="connsiteX4" fmla="*/ 196841 w 584707"/>
                <a:gd name="connsiteY4" fmla="*/ 220409 h 924835"/>
                <a:gd name="connsiteX5" fmla="*/ 105116 w 584707"/>
                <a:gd name="connsiteY5" fmla="*/ 833247 h 924835"/>
                <a:gd name="connsiteX6" fmla="*/ 460779 w 584707"/>
                <a:gd name="connsiteY6" fmla="*/ 899541 h 9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707" h="924835">
                  <a:moveTo>
                    <a:pt x="460684" y="899541"/>
                  </a:moveTo>
                  <a:cubicBezTo>
                    <a:pt x="514024" y="874014"/>
                    <a:pt x="535265" y="842201"/>
                    <a:pt x="543361" y="826389"/>
                  </a:cubicBezTo>
                  <a:cubicBezTo>
                    <a:pt x="592986" y="729043"/>
                    <a:pt x="592224" y="563309"/>
                    <a:pt x="570888" y="383000"/>
                  </a:cubicBezTo>
                  <a:cubicBezTo>
                    <a:pt x="559172" y="284226"/>
                    <a:pt x="538408" y="112109"/>
                    <a:pt x="518215" y="0"/>
                  </a:cubicBezTo>
                  <a:cubicBezTo>
                    <a:pt x="480591" y="58674"/>
                    <a:pt x="325334" y="10954"/>
                    <a:pt x="196841" y="220409"/>
                  </a:cubicBezTo>
                  <a:cubicBezTo>
                    <a:pt x="68349" y="429863"/>
                    <a:pt x="-120627" y="678180"/>
                    <a:pt x="105116" y="833247"/>
                  </a:cubicBezTo>
                  <a:cubicBezTo>
                    <a:pt x="330858" y="988314"/>
                    <a:pt x="460779" y="899541"/>
                    <a:pt x="460779" y="899541"/>
                  </a:cubicBezTo>
                  <a:close/>
                </a:path>
              </a:pathLst>
            </a:custGeom>
            <a:solidFill>
              <a:srgbClr val="D9B09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0ABF53F5-F22A-7737-9539-427D2445D954}"/>
                </a:ext>
              </a:extLst>
            </p:cNvPr>
            <p:cNvSpPr/>
            <p:nvPr/>
          </p:nvSpPr>
          <p:spPr>
            <a:xfrm>
              <a:off x="4786844" y="2402326"/>
              <a:ext cx="17711" cy="16026"/>
            </a:xfrm>
            <a:custGeom>
              <a:avLst/>
              <a:gdLst>
                <a:gd name="connsiteX0" fmla="*/ 12625 w 102489"/>
                <a:gd name="connsiteY0" fmla="*/ 92818 h 92818"/>
                <a:gd name="connsiteX1" fmla="*/ 52 w 102489"/>
                <a:gd name="connsiteY1" fmla="*/ 80626 h 92818"/>
                <a:gd name="connsiteX2" fmla="*/ 22055 w 102489"/>
                <a:gd name="connsiteY2" fmla="*/ 20428 h 92818"/>
                <a:gd name="connsiteX3" fmla="*/ 90921 w 102489"/>
                <a:gd name="connsiteY3" fmla="*/ 426 h 92818"/>
                <a:gd name="connsiteX4" fmla="*/ 102446 w 102489"/>
                <a:gd name="connsiteY4" fmla="*/ 13951 h 92818"/>
                <a:gd name="connsiteX5" fmla="*/ 88920 w 102489"/>
                <a:gd name="connsiteY5" fmla="*/ 25477 h 92818"/>
                <a:gd name="connsiteX6" fmla="*/ 39295 w 102489"/>
                <a:gd name="connsiteY6" fmla="*/ 38621 h 92818"/>
                <a:gd name="connsiteX7" fmla="*/ 25103 w 102489"/>
                <a:gd name="connsiteY7" fmla="*/ 79864 h 92818"/>
                <a:gd name="connsiteX8" fmla="*/ 12911 w 102489"/>
                <a:gd name="connsiteY8" fmla="*/ 92818 h 92818"/>
                <a:gd name="connsiteX9" fmla="*/ 12530 w 102489"/>
                <a:gd name="connsiteY9" fmla="*/ 92818 h 92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89" h="92818">
                  <a:moveTo>
                    <a:pt x="12625" y="92818"/>
                  </a:moveTo>
                  <a:cubicBezTo>
                    <a:pt x="5862" y="92818"/>
                    <a:pt x="243" y="87389"/>
                    <a:pt x="52" y="80626"/>
                  </a:cubicBezTo>
                  <a:cubicBezTo>
                    <a:pt x="-710" y="55576"/>
                    <a:pt x="6910" y="34811"/>
                    <a:pt x="22055" y="20428"/>
                  </a:cubicBezTo>
                  <a:cubicBezTo>
                    <a:pt x="38152" y="5093"/>
                    <a:pt x="61965" y="-1860"/>
                    <a:pt x="90921" y="426"/>
                  </a:cubicBezTo>
                  <a:cubicBezTo>
                    <a:pt x="97874" y="997"/>
                    <a:pt x="103017" y="6998"/>
                    <a:pt x="102446" y="13951"/>
                  </a:cubicBezTo>
                  <a:cubicBezTo>
                    <a:pt x="101874" y="20905"/>
                    <a:pt x="95874" y="26048"/>
                    <a:pt x="88920" y="25477"/>
                  </a:cubicBezTo>
                  <a:cubicBezTo>
                    <a:pt x="67299" y="23762"/>
                    <a:pt x="50154" y="28334"/>
                    <a:pt x="39295" y="38621"/>
                  </a:cubicBezTo>
                  <a:cubicBezTo>
                    <a:pt x="29484" y="47956"/>
                    <a:pt x="24627" y="62243"/>
                    <a:pt x="25103" y="79864"/>
                  </a:cubicBezTo>
                  <a:cubicBezTo>
                    <a:pt x="25293" y="86818"/>
                    <a:pt x="19864" y="92533"/>
                    <a:pt x="12911" y="92818"/>
                  </a:cubicBezTo>
                  <a:cubicBezTo>
                    <a:pt x="12816" y="92818"/>
                    <a:pt x="12625" y="92818"/>
                    <a:pt x="12530" y="92818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340EB0F4-AFC9-F534-51FE-AAA14CA7AB62}"/>
                </a:ext>
              </a:extLst>
            </p:cNvPr>
            <p:cNvSpPr/>
            <p:nvPr/>
          </p:nvSpPr>
          <p:spPr>
            <a:xfrm>
              <a:off x="4799802" y="2434819"/>
              <a:ext cx="12740" cy="6622"/>
            </a:xfrm>
            <a:custGeom>
              <a:avLst/>
              <a:gdLst>
                <a:gd name="connsiteX0" fmla="*/ 12508 w 73722"/>
                <a:gd name="connsiteY0" fmla="*/ 38354 h 38354"/>
                <a:gd name="connsiteX1" fmla="*/ 31 w 73722"/>
                <a:gd name="connsiteY1" fmla="*/ 26734 h 38354"/>
                <a:gd name="connsiteX2" fmla="*/ 11651 w 73722"/>
                <a:gd name="connsiteY2" fmla="*/ 13304 h 38354"/>
                <a:gd name="connsiteX3" fmla="*/ 55561 w 73722"/>
                <a:gd name="connsiteY3" fmla="*/ 1302 h 38354"/>
                <a:gd name="connsiteX4" fmla="*/ 72420 w 73722"/>
                <a:gd name="connsiteY4" fmla="*/ 6922 h 38354"/>
                <a:gd name="connsiteX5" fmla="*/ 66801 w 73722"/>
                <a:gd name="connsiteY5" fmla="*/ 23781 h 38354"/>
                <a:gd name="connsiteX6" fmla="*/ 13556 w 73722"/>
                <a:gd name="connsiteY6" fmla="*/ 38354 h 38354"/>
                <a:gd name="connsiteX7" fmla="*/ 12603 w 73722"/>
                <a:gd name="connsiteY7" fmla="*/ 38354 h 3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22" h="38354">
                  <a:moveTo>
                    <a:pt x="12508" y="38354"/>
                  </a:moveTo>
                  <a:cubicBezTo>
                    <a:pt x="6031" y="38354"/>
                    <a:pt x="507" y="33306"/>
                    <a:pt x="31" y="26734"/>
                  </a:cubicBezTo>
                  <a:cubicBezTo>
                    <a:pt x="-446" y="19781"/>
                    <a:pt x="4698" y="13780"/>
                    <a:pt x="11651" y="13304"/>
                  </a:cubicBezTo>
                  <a:cubicBezTo>
                    <a:pt x="27082" y="12161"/>
                    <a:pt x="41845" y="8160"/>
                    <a:pt x="55561" y="1302"/>
                  </a:cubicBezTo>
                  <a:cubicBezTo>
                    <a:pt x="61753" y="-1746"/>
                    <a:pt x="69277" y="731"/>
                    <a:pt x="72420" y="6922"/>
                  </a:cubicBezTo>
                  <a:cubicBezTo>
                    <a:pt x="75469" y="13113"/>
                    <a:pt x="72992" y="20638"/>
                    <a:pt x="66801" y="23781"/>
                  </a:cubicBezTo>
                  <a:cubicBezTo>
                    <a:pt x="50132" y="32068"/>
                    <a:pt x="32130" y="37021"/>
                    <a:pt x="13556" y="38354"/>
                  </a:cubicBezTo>
                  <a:cubicBezTo>
                    <a:pt x="13270" y="38354"/>
                    <a:pt x="12889" y="38354"/>
                    <a:pt x="12603" y="38354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D138748B-C20E-C401-DDF1-568E3BD8B4CD}"/>
                </a:ext>
              </a:extLst>
            </p:cNvPr>
            <p:cNvSpPr/>
            <p:nvPr/>
          </p:nvSpPr>
          <p:spPr>
            <a:xfrm>
              <a:off x="4573796" y="2253336"/>
              <a:ext cx="270659" cy="523274"/>
            </a:xfrm>
            <a:custGeom>
              <a:avLst/>
              <a:gdLst>
                <a:gd name="connsiteX0" fmla="*/ 1313018 w 1566242"/>
                <a:gd name="connsiteY0" fmla="*/ 1077190 h 3030726"/>
                <a:gd name="connsiteX1" fmla="*/ 884012 w 1566242"/>
                <a:gd name="connsiteY1" fmla="*/ 1474669 h 3030726"/>
                <a:gd name="connsiteX2" fmla="*/ 959831 w 1566242"/>
                <a:gd name="connsiteY2" fmla="*/ 2224858 h 3030726"/>
                <a:gd name="connsiteX3" fmla="*/ 512442 w 1566242"/>
                <a:gd name="connsiteY3" fmla="*/ 2933232 h 3030726"/>
                <a:gd name="connsiteX4" fmla="*/ 43336 w 1566242"/>
                <a:gd name="connsiteY4" fmla="*/ 2610430 h 3030726"/>
                <a:gd name="connsiteX5" fmla="*/ 637791 w 1566242"/>
                <a:gd name="connsiteY5" fmla="*/ 1466858 h 3030726"/>
                <a:gd name="connsiteX6" fmla="*/ 177257 w 1566242"/>
                <a:gd name="connsiteY6" fmla="*/ 935173 h 3030726"/>
                <a:gd name="connsiteX7" fmla="*/ 310036 w 1566242"/>
                <a:gd name="connsiteY7" fmla="*/ 261184 h 3030726"/>
                <a:gd name="connsiteX8" fmla="*/ 1117851 w 1566242"/>
                <a:gd name="connsiteY8" fmla="*/ 49538 h 3030726"/>
                <a:gd name="connsiteX9" fmla="*/ 1520187 w 1566242"/>
                <a:gd name="connsiteY9" fmla="*/ 212511 h 3030726"/>
                <a:gd name="connsiteX10" fmla="*/ 1561144 w 1566242"/>
                <a:gd name="connsiteY10" fmla="*/ 492260 h 3030726"/>
                <a:gd name="connsiteX11" fmla="*/ 1476848 w 1566242"/>
                <a:gd name="connsiteY11" fmla="*/ 523597 h 3030726"/>
                <a:gd name="connsiteX12" fmla="*/ 1399315 w 1566242"/>
                <a:gd name="connsiteY12" fmla="*/ 542838 h 3030726"/>
                <a:gd name="connsiteX13" fmla="*/ 1355119 w 1566242"/>
                <a:gd name="connsiteY13" fmla="*/ 566079 h 3030726"/>
                <a:gd name="connsiteX14" fmla="*/ 1344070 w 1566242"/>
                <a:gd name="connsiteY14" fmla="*/ 819634 h 3030726"/>
                <a:gd name="connsiteX15" fmla="*/ 1308541 w 1566242"/>
                <a:gd name="connsiteY15" fmla="*/ 815348 h 3030726"/>
                <a:gd name="connsiteX16" fmla="*/ 1179859 w 1566242"/>
                <a:gd name="connsiteY16" fmla="*/ 948508 h 3030726"/>
                <a:gd name="connsiteX17" fmla="*/ 1313018 w 1566242"/>
                <a:gd name="connsiteY17" fmla="*/ 1077190 h 30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6242" h="3030726">
                  <a:moveTo>
                    <a:pt x="1313018" y="1077190"/>
                  </a:moveTo>
                  <a:cubicBezTo>
                    <a:pt x="1287015" y="1218160"/>
                    <a:pt x="1001360" y="1349986"/>
                    <a:pt x="884012" y="1474669"/>
                  </a:cubicBezTo>
                  <a:cubicBezTo>
                    <a:pt x="946591" y="1587254"/>
                    <a:pt x="965641" y="2085697"/>
                    <a:pt x="959831" y="2224858"/>
                  </a:cubicBezTo>
                  <a:cubicBezTo>
                    <a:pt x="942781" y="2631956"/>
                    <a:pt x="778570" y="2763401"/>
                    <a:pt x="512442" y="2933232"/>
                  </a:cubicBezTo>
                  <a:cubicBezTo>
                    <a:pt x="197545" y="3134209"/>
                    <a:pt x="241932" y="3023434"/>
                    <a:pt x="43336" y="2610430"/>
                  </a:cubicBezTo>
                  <a:cubicBezTo>
                    <a:pt x="-182026" y="2141895"/>
                    <a:pt x="540160" y="1677646"/>
                    <a:pt x="637791" y="1466858"/>
                  </a:cubicBezTo>
                  <a:cubicBezTo>
                    <a:pt x="397094" y="1310267"/>
                    <a:pt x="226120" y="1171012"/>
                    <a:pt x="177257" y="935173"/>
                  </a:cubicBezTo>
                  <a:cubicBezTo>
                    <a:pt x="120298" y="659995"/>
                    <a:pt x="181829" y="437682"/>
                    <a:pt x="310036" y="261184"/>
                  </a:cubicBezTo>
                  <a:cubicBezTo>
                    <a:pt x="427193" y="99925"/>
                    <a:pt x="704371" y="-92480"/>
                    <a:pt x="1117851" y="49538"/>
                  </a:cubicBezTo>
                  <a:cubicBezTo>
                    <a:pt x="1302255" y="9819"/>
                    <a:pt x="1458751" y="67159"/>
                    <a:pt x="1520187" y="212511"/>
                  </a:cubicBezTo>
                  <a:cubicBezTo>
                    <a:pt x="1544476" y="269947"/>
                    <a:pt x="1579433" y="396153"/>
                    <a:pt x="1561144" y="492260"/>
                  </a:cubicBezTo>
                  <a:cubicBezTo>
                    <a:pt x="1541523" y="507405"/>
                    <a:pt x="1510567" y="515882"/>
                    <a:pt x="1476848" y="523597"/>
                  </a:cubicBezTo>
                  <a:cubicBezTo>
                    <a:pt x="1451321" y="529503"/>
                    <a:pt x="1424175" y="535027"/>
                    <a:pt x="1399315" y="542838"/>
                  </a:cubicBezTo>
                  <a:cubicBezTo>
                    <a:pt x="1378931" y="549220"/>
                    <a:pt x="1370454" y="555220"/>
                    <a:pt x="1355119" y="566079"/>
                  </a:cubicBezTo>
                  <a:cubicBezTo>
                    <a:pt x="1325686" y="625896"/>
                    <a:pt x="1358548" y="776486"/>
                    <a:pt x="1344070" y="819634"/>
                  </a:cubicBezTo>
                  <a:cubicBezTo>
                    <a:pt x="1332735" y="816682"/>
                    <a:pt x="1320829" y="815158"/>
                    <a:pt x="1308541" y="815348"/>
                  </a:cubicBezTo>
                  <a:cubicBezTo>
                    <a:pt x="1236247" y="816586"/>
                    <a:pt x="1178620" y="876213"/>
                    <a:pt x="1179859" y="948508"/>
                  </a:cubicBezTo>
                  <a:cubicBezTo>
                    <a:pt x="1181097" y="1020802"/>
                    <a:pt x="1240723" y="1078429"/>
                    <a:pt x="1313018" y="1077190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F9544134-048B-C0A3-6B53-7A16403F92B1}"/>
                </a:ext>
              </a:extLst>
            </p:cNvPr>
            <p:cNvSpPr/>
            <p:nvPr/>
          </p:nvSpPr>
          <p:spPr>
            <a:xfrm>
              <a:off x="4468949" y="2649362"/>
              <a:ext cx="395463" cy="262783"/>
            </a:xfrm>
            <a:custGeom>
              <a:avLst/>
              <a:gdLst>
                <a:gd name="connsiteX0" fmla="*/ 241438 w 2288455"/>
                <a:gd name="connsiteY0" fmla="*/ 1521333 h 1521999"/>
                <a:gd name="connsiteX1" fmla="*/ 1693 w 2288455"/>
                <a:gd name="connsiteY1" fmla="*/ 121920 h 1521999"/>
                <a:gd name="connsiteX2" fmla="*/ 103516 w 2288455"/>
                <a:gd name="connsiteY2" fmla="*/ 0 h 1521999"/>
                <a:gd name="connsiteX3" fmla="*/ 1877547 w 2288455"/>
                <a:gd name="connsiteY3" fmla="*/ 0 h 1521999"/>
                <a:gd name="connsiteX4" fmla="*/ 2033090 w 2288455"/>
                <a:gd name="connsiteY4" fmla="*/ 129826 h 1521999"/>
                <a:gd name="connsiteX5" fmla="*/ 2288456 w 2288455"/>
                <a:gd name="connsiteY5" fmla="*/ 1522000 h 1521999"/>
                <a:gd name="connsiteX6" fmla="*/ 241533 w 2288455"/>
                <a:gd name="connsiteY6" fmla="*/ 1521238 h 152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8455" h="1521999">
                  <a:moveTo>
                    <a:pt x="241438" y="1521333"/>
                  </a:moveTo>
                  <a:lnTo>
                    <a:pt x="1693" y="121920"/>
                  </a:lnTo>
                  <a:cubicBezTo>
                    <a:pt x="-9832" y="58388"/>
                    <a:pt x="38936" y="0"/>
                    <a:pt x="103516" y="0"/>
                  </a:cubicBezTo>
                  <a:lnTo>
                    <a:pt x="1877547" y="0"/>
                  </a:lnTo>
                  <a:cubicBezTo>
                    <a:pt x="1953937" y="0"/>
                    <a:pt x="2019374" y="54673"/>
                    <a:pt x="2033090" y="129826"/>
                  </a:cubicBezTo>
                  <a:lnTo>
                    <a:pt x="2288456" y="1522000"/>
                  </a:lnTo>
                  <a:lnTo>
                    <a:pt x="241533" y="1521238"/>
                  </a:lnTo>
                  <a:close/>
                </a:path>
              </a:pathLst>
            </a:custGeom>
            <a:solidFill>
              <a:schemeClr val="tx2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D7DDB27B-4630-D8D4-9420-FB8A7299A7AA}"/>
                </a:ext>
              </a:extLst>
            </p:cNvPr>
            <p:cNvSpPr/>
            <p:nvPr/>
          </p:nvSpPr>
          <p:spPr>
            <a:xfrm>
              <a:off x="4466783" y="2647191"/>
              <a:ext cx="112345" cy="267009"/>
            </a:xfrm>
            <a:custGeom>
              <a:avLst/>
              <a:gdLst>
                <a:gd name="connsiteX0" fmla="*/ 253974 w 650118"/>
                <a:gd name="connsiteY0" fmla="*/ 1546479 h 1546478"/>
                <a:gd name="connsiteX1" fmla="*/ 241592 w 650118"/>
                <a:gd name="connsiteY1" fmla="*/ 1536002 h 1546478"/>
                <a:gd name="connsiteX2" fmla="*/ 1848 w 650118"/>
                <a:gd name="connsiteY2" fmla="*/ 136588 h 1546478"/>
                <a:gd name="connsiteX3" fmla="*/ 26994 w 650118"/>
                <a:gd name="connsiteY3" fmla="*/ 41624 h 1546478"/>
                <a:gd name="connsiteX4" fmla="*/ 116052 w 650118"/>
                <a:gd name="connsiteY4" fmla="*/ 0 h 1546478"/>
                <a:gd name="connsiteX5" fmla="*/ 637546 w 650118"/>
                <a:gd name="connsiteY5" fmla="*/ 0 h 1546478"/>
                <a:gd name="connsiteX6" fmla="*/ 650119 w 650118"/>
                <a:gd name="connsiteY6" fmla="*/ 12573 h 1546478"/>
                <a:gd name="connsiteX7" fmla="*/ 637546 w 650118"/>
                <a:gd name="connsiteY7" fmla="*/ 25146 h 1546478"/>
                <a:gd name="connsiteX8" fmla="*/ 116052 w 650118"/>
                <a:gd name="connsiteY8" fmla="*/ 25146 h 1546478"/>
                <a:gd name="connsiteX9" fmla="*/ 46234 w 650118"/>
                <a:gd name="connsiteY9" fmla="*/ 57817 h 1546478"/>
                <a:gd name="connsiteX10" fmla="*/ 26517 w 650118"/>
                <a:gd name="connsiteY10" fmla="*/ 132302 h 1546478"/>
                <a:gd name="connsiteX11" fmla="*/ 266357 w 650118"/>
                <a:gd name="connsiteY11" fmla="*/ 1531811 h 1546478"/>
                <a:gd name="connsiteX12" fmla="*/ 256070 w 650118"/>
                <a:gd name="connsiteY12" fmla="*/ 1546289 h 1546478"/>
                <a:gd name="connsiteX13" fmla="*/ 253974 w 650118"/>
                <a:gd name="connsiteY13" fmla="*/ 1546479 h 154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0118" h="1546478">
                  <a:moveTo>
                    <a:pt x="253974" y="1546479"/>
                  </a:moveTo>
                  <a:cubicBezTo>
                    <a:pt x="247974" y="1546479"/>
                    <a:pt x="242640" y="1542193"/>
                    <a:pt x="241592" y="1536002"/>
                  </a:cubicBezTo>
                  <a:lnTo>
                    <a:pt x="1848" y="136588"/>
                  </a:lnTo>
                  <a:cubicBezTo>
                    <a:pt x="-4248" y="102775"/>
                    <a:pt x="4896" y="68104"/>
                    <a:pt x="26994" y="41624"/>
                  </a:cubicBezTo>
                  <a:cubicBezTo>
                    <a:pt x="49092" y="15145"/>
                    <a:pt x="81572" y="0"/>
                    <a:pt x="116052" y="0"/>
                  </a:cubicBezTo>
                  <a:lnTo>
                    <a:pt x="637546" y="0"/>
                  </a:lnTo>
                  <a:cubicBezTo>
                    <a:pt x="644499" y="0"/>
                    <a:pt x="650119" y="5620"/>
                    <a:pt x="650119" y="12573"/>
                  </a:cubicBezTo>
                  <a:cubicBezTo>
                    <a:pt x="650119" y="19526"/>
                    <a:pt x="644499" y="25146"/>
                    <a:pt x="637546" y="25146"/>
                  </a:cubicBezTo>
                  <a:lnTo>
                    <a:pt x="116052" y="25146"/>
                  </a:lnTo>
                  <a:cubicBezTo>
                    <a:pt x="89001" y="25146"/>
                    <a:pt x="63570" y="37052"/>
                    <a:pt x="46234" y="57817"/>
                  </a:cubicBezTo>
                  <a:cubicBezTo>
                    <a:pt x="28899" y="78581"/>
                    <a:pt x="21755" y="105728"/>
                    <a:pt x="26517" y="132302"/>
                  </a:cubicBezTo>
                  <a:lnTo>
                    <a:pt x="266357" y="1531811"/>
                  </a:lnTo>
                  <a:cubicBezTo>
                    <a:pt x="267500" y="1538669"/>
                    <a:pt x="262928" y="1545146"/>
                    <a:pt x="256070" y="1546289"/>
                  </a:cubicBezTo>
                  <a:cubicBezTo>
                    <a:pt x="255308" y="1546384"/>
                    <a:pt x="254641" y="1546479"/>
                    <a:pt x="253974" y="1546479"/>
                  </a:cubicBezTo>
                  <a:close/>
                </a:path>
              </a:pathLst>
            </a:custGeom>
            <a:solidFill>
              <a:schemeClr val="tx2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D4C62015-417F-73F4-35F2-F857151775F4}"/>
                </a:ext>
              </a:extLst>
            </p:cNvPr>
            <p:cNvSpPr/>
            <p:nvPr/>
          </p:nvSpPr>
          <p:spPr>
            <a:xfrm>
              <a:off x="4765899" y="2648967"/>
              <a:ext cx="74780" cy="265348"/>
            </a:xfrm>
            <a:custGeom>
              <a:avLst/>
              <a:gdLst>
                <a:gd name="connsiteX0" fmla="*/ 420148 w 432735"/>
                <a:gd name="connsiteY0" fmla="*/ 1536859 h 1536858"/>
                <a:gd name="connsiteX1" fmla="*/ 407861 w 432735"/>
                <a:gd name="connsiteY1" fmla="*/ 1526572 h 1536858"/>
                <a:gd name="connsiteX2" fmla="*/ 155734 w 432735"/>
                <a:gd name="connsiteY2" fmla="*/ 144685 h 1536858"/>
                <a:gd name="connsiteX3" fmla="*/ 12573 w 432735"/>
                <a:gd name="connsiteY3" fmla="*/ 25146 h 1536858"/>
                <a:gd name="connsiteX4" fmla="*/ 0 w 432735"/>
                <a:gd name="connsiteY4" fmla="*/ 12573 h 1536858"/>
                <a:gd name="connsiteX5" fmla="*/ 12573 w 432735"/>
                <a:gd name="connsiteY5" fmla="*/ 0 h 1536858"/>
                <a:gd name="connsiteX6" fmla="*/ 180404 w 432735"/>
                <a:gd name="connsiteY6" fmla="*/ 140113 h 1536858"/>
                <a:gd name="connsiteX7" fmla="*/ 432530 w 432735"/>
                <a:gd name="connsiteY7" fmla="*/ 1522000 h 1536858"/>
                <a:gd name="connsiteX8" fmla="*/ 422434 w 432735"/>
                <a:gd name="connsiteY8" fmla="*/ 1536573 h 1536858"/>
                <a:gd name="connsiteX9" fmla="*/ 420148 w 432735"/>
                <a:gd name="connsiteY9" fmla="*/ 1536764 h 1536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2735" h="1536858">
                  <a:moveTo>
                    <a:pt x="420148" y="1536859"/>
                  </a:moveTo>
                  <a:cubicBezTo>
                    <a:pt x="414242" y="1536859"/>
                    <a:pt x="408908" y="1532573"/>
                    <a:pt x="407861" y="1526572"/>
                  </a:cubicBezTo>
                  <a:lnTo>
                    <a:pt x="155734" y="144685"/>
                  </a:lnTo>
                  <a:cubicBezTo>
                    <a:pt x="143161" y="75438"/>
                    <a:pt x="82963" y="25146"/>
                    <a:pt x="12573" y="25146"/>
                  </a:cubicBezTo>
                  <a:cubicBezTo>
                    <a:pt x="5620" y="25146"/>
                    <a:pt x="0" y="19526"/>
                    <a:pt x="0" y="12573"/>
                  </a:cubicBezTo>
                  <a:cubicBezTo>
                    <a:pt x="0" y="5620"/>
                    <a:pt x="5620" y="0"/>
                    <a:pt x="12573" y="0"/>
                  </a:cubicBezTo>
                  <a:cubicBezTo>
                    <a:pt x="95155" y="0"/>
                    <a:pt x="165735" y="58960"/>
                    <a:pt x="180404" y="140113"/>
                  </a:cubicBezTo>
                  <a:lnTo>
                    <a:pt x="432530" y="1522000"/>
                  </a:lnTo>
                  <a:cubicBezTo>
                    <a:pt x="433769" y="1528858"/>
                    <a:pt x="429292" y="1535335"/>
                    <a:pt x="422434" y="1536573"/>
                  </a:cubicBezTo>
                  <a:cubicBezTo>
                    <a:pt x="421672" y="1536668"/>
                    <a:pt x="420910" y="1536764"/>
                    <a:pt x="420148" y="1536764"/>
                  </a:cubicBezTo>
                  <a:close/>
                </a:path>
              </a:pathLst>
            </a:custGeom>
            <a:solidFill>
              <a:srgbClr val="051C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B9690081-7DF9-C792-B193-5C375EB7BB7E}"/>
                </a:ext>
              </a:extLst>
            </p:cNvPr>
            <p:cNvSpPr/>
            <p:nvPr/>
          </p:nvSpPr>
          <p:spPr>
            <a:xfrm>
              <a:off x="4864383" y="2751229"/>
              <a:ext cx="36599" cy="50171"/>
            </a:xfrm>
            <a:custGeom>
              <a:avLst/>
              <a:gdLst>
                <a:gd name="connsiteX0" fmla="*/ 199336 w 211792"/>
                <a:gd name="connsiteY0" fmla="*/ 290585 h 290585"/>
                <a:gd name="connsiteX1" fmla="*/ 189239 w 211792"/>
                <a:gd name="connsiteY1" fmla="*/ 285537 h 290585"/>
                <a:gd name="connsiteX2" fmla="*/ 2168 w 211792"/>
                <a:gd name="connsiteY2" fmla="*/ 19599 h 290585"/>
                <a:gd name="connsiteX3" fmla="*/ 5502 w 211792"/>
                <a:gd name="connsiteY3" fmla="*/ 2168 h 290585"/>
                <a:gd name="connsiteX4" fmla="*/ 22933 w 211792"/>
                <a:gd name="connsiteY4" fmla="*/ 5502 h 290585"/>
                <a:gd name="connsiteX5" fmla="*/ 209337 w 211792"/>
                <a:gd name="connsiteY5" fmla="*/ 270488 h 290585"/>
                <a:gd name="connsiteX6" fmla="*/ 206765 w 211792"/>
                <a:gd name="connsiteY6" fmla="*/ 288014 h 290585"/>
                <a:gd name="connsiteX7" fmla="*/ 199241 w 211792"/>
                <a:gd name="connsiteY7" fmla="*/ 290490 h 29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792" h="290585">
                  <a:moveTo>
                    <a:pt x="199336" y="290585"/>
                  </a:moveTo>
                  <a:cubicBezTo>
                    <a:pt x="195526" y="290585"/>
                    <a:pt x="191716" y="288871"/>
                    <a:pt x="189239" y="285537"/>
                  </a:cubicBezTo>
                  <a:cubicBezTo>
                    <a:pt x="120088" y="192668"/>
                    <a:pt x="55889" y="98942"/>
                    <a:pt x="2168" y="19599"/>
                  </a:cubicBezTo>
                  <a:cubicBezTo>
                    <a:pt x="-1737" y="13884"/>
                    <a:pt x="-213" y="6074"/>
                    <a:pt x="5502" y="2168"/>
                  </a:cubicBezTo>
                  <a:cubicBezTo>
                    <a:pt x="11217" y="-1737"/>
                    <a:pt x="19027" y="-213"/>
                    <a:pt x="22933" y="5502"/>
                  </a:cubicBezTo>
                  <a:cubicBezTo>
                    <a:pt x="76463" y="84655"/>
                    <a:pt x="140471" y="178095"/>
                    <a:pt x="209337" y="270488"/>
                  </a:cubicBezTo>
                  <a:cubicBezTo>
                    <a:pt x="213433" y="276012"/>
                    <a:pt x="212290" y="283918"/>
                    <a:pt x="206765" y="288014"/>
                  </a:cubicBezTo>
                  <a:cubicBezTo>
                    <a:pt x="204479" y="289728"/>
                    <a:pt x="201908" y="290490"/>
                    <a:pt x="199241" y="290490"/>
                  </a:cubicBezTo>
                  <a:close/>
                </a:path>
              </a:pathLst>
            </a:custGeom>
            <a:solidFill>
              <a:srgbClr val="0679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B3BA9967-CAF7-76B7-83CD-8BC5CEE4E223}"/>
                </a:ext>
              </a:extLst>
            </p:cNvPr>
            <p:cNvSpPr/>
            <p:nvPr/>
          </p:nvSpPr>
          <p:spPr>
            <a:xfrm>
              <a:off x="4782292" y="2488868"/>
              <a:ext cx="22672" cy="9178"/>
            </a:xfrm>
            <a:custGeom>
              <a:avLst/>
              <a:gdLst>
                <a:gd name="connsiteX0" fmla="*/ 118501 w 131199"/>
                <a:gd name="connsiteY0" fmla="*/ 53160 h 53159"/>
                <a:gd name="connsiteX1" fmla="*/ 117644 w 131199"/>
                <a:gd name="connsiteY1" fmla="*/ 53160 h 53159"/>
                <a:gd name="connsiteX2" fmla="*/ 6582 w 131199"/>
                <a:gd name="connsiteY2" fmla="*/ 23632 h 53159"/>
                <a:gd name="connsiteX3" fmla="*/ 1534 w 131199"/>
                <a:gd name="connsiteY3" fmla="*/ 6582 h 53159"/>
                <a:gd name="connsiteX4" fmla="*/ 18584 w 131199"/>
                <a:gd name="connsiteY4" fmla="*/ 1534 h 53159"/>
                <a:gd name="connsiteX5" fmla="*/ 119549 w 131199"/>
                <a:gd name="connsiteY5" fmla="*/ 28109 h 53159"/>
                <a:gd name="connsiteX6" fmla="*/ 131169 w 131199"/>
                <a:gd name="connsiteY6" fmla="*/ 41539 h 53159"/>
                <a:gd name="connsiteX7" fmla="*/ 118692 w 131199"/>
                <a:gd name="connsiteY7" fmla="*/ 53160 h 5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199" h="53159">
                  <a:moveTo>
                    <a:pt x="118501" y="53160"/>
                  </a:moveTo>
                  <a:cubicBezTo>
                    <a:pt x="118501" y="53160"/>
                    <a:pt x="117930" y="53160"/>
                    <a:pt x="117644" y="53160"/>
                  </a:cubicBezTo>
                  <a:cubicBezTo>
                    <a:pt x="74591" y="50112"/>
                    <a:pt x="37158" y="40206"/>
                    <a:pt x="6582" y="23632"/>
                  </a:cubicBezTo>
                  <a:cubicBezTo>
                    <a:pt x="486" y="20298"/>
                    <a:pt x="-1799" y="12678"/>
                    <a:pt x="1534" y="6582"/>
                  </a:cubicBezTo>
                  <a:cubicBezTo>
                    <a:pt x="4868" y="486"/>
                    <a:pt x="12488" y="-1800"/>
                    <a:pt x="18584" y="1534"/>
                  </a:cubicBezTo>
                  <a:cubicBezTo>
                    <a:pt x="46111" y="16393"/>
                    <a:pt x="80020" y="25347"/>
                    <a:pt x="119549" y="28109"/>
                  </a:cubicBezTo>
                  <a:cubicBezTo>
                    <a:pt x="126502" y="28585"/>
                    <a:pt x="131646" y="34586"/>
                    <a:pt x="131169" y="41539"/>
                  </a:cubicBezTo>
                  <a:cubicBezTo>
                    <a:pt x="130693" y="48111"/>
                    <a:pt x="125169" y="53160"/>
                    <a:pt x="118692" y="53160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DF1E1106-F81C-BA78-AFA0-E1454D25B946}"/>
                </a:ext>
              </a:extLst>
            </p:cNvPr>
            <p:cNvSpPr/>
            <p:nvPr/>
          </p:nvSpPr>
          <p:spPr>
            <a:xfrm>
              <a:off x="4678576" y="2501185"/>
              <a:ext cx="54900" cy="12238"/>
            </a:xfrm>
            <a:custGeom>
              <a:avLst/>
              <a:gdLst>
                <a:gd name="connsiteX0" fmla="*/ 286339 w 317693"/>
                <a:gd name="connsiteY0" fmla="*/ 70883 h 70883"/>
                <a:gd name="connsiteX1" fmla="*/ 285291 w 317693"/>
                <a:gd name="connsiteY1" fmla="*/ 70883 h 70883"/>
                <a:gd name="connsiteX2" fmla="*/ 30402 w 317693"/>
                <a:gd name="connsiteY2" fmla="*/ 62787 h 70883"/>
                <a:gd name="connsiteX3" fmla="*/ 17 w 317693"/>
                <a:gd name="connsiteY3" fmla="*/ 30402 h 70883"/>
                <a:gd name="connsiteX4" fmla="*/ 32402 w 317693"/>
                <a:gd name="connsiteY4" fmla="*/ 17 h 70883"/>
                <a:gd name="connsiteX5" fmla="*/ 287291 w 317693"/>
                <a:gd name="connsiteY5" fmla="*/ 8114 h 70883"/>
                <a:gd name="connsiteX6" fmla="*/ 317676 w 317693"/>
                <a:gd name="connsiteY6" fmla="*/ 40499 h 70883"/>
                <a:gd name="connsiteX7" fmla="*/ 286339 w 317693"/>
                <a:gd name="connsiteY7" fmla="*/ 70883 h 70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693" h="70883">
                  <a:moveTo>
                    <a:pt x="286339" y="70883"/>
                  </a:moveTo>
                  <a:cubicBezTo>
                    <a:pt x="286339" y="70883"/>
                    <a:pt x="285672" y="70883"/>
                    <a:pt x="285291" y="70883"/>
                  </a:cubicBezTo>
                  <a:lnTo>
                    <a:pt x="30402" y="62787"/>
                  </a:lnTo>
                  <a:cubicBezTo>
                    <a:pt x="13067" y="62216"/>
                    <a:pt x="-554" y="47738"/>
                    <a:pt x="17" y="30402"/>
                  </a:cubicBezTo>
                  <a:cubicBezTo>
                    <a:pt x="589" y="13067"/>
                    <a:pt x="15067" y="-554"/>
                    <a:pt x="32402" y="17"/>
                  </a:cubicBezTo>
                  <a:lnTo>
                    <a:pt x="287291" y="8114"/>
                  </a:lnTo>
                  <a:cubicBezTo>
                    <a:pt x="304627" y="8685"/>
                    <a:pt x="318248" y="23163"/>
                    <a:pt x="317676" y="40499"/>
                  </a:cubicBezTo>
                  <a:cubicBezTo>
                    <a:pt x="317105" y="57453"/>
                    <a:pt x="303198" y="70883"/>
                    <a:pt x="286339" y="7088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B39A1B9B-4088-CF7B-064B-B3F93F498972}"/>
                </a:ext>
              </a:extLst>
            </p:cNvPr>
            <p:cNvSpPr/>
            <p:nvPr/>
          </p:nvSpPr>
          <p:spPr>
            <a:xfrm>
              <a:off x="5118808" y="2541164"/>
              <a:ext cx="33450" cy="37400"/>
            </a:xfrm>
            <a:custGeom>
              <a:avLst/>
              <a:gdLst>
                <a:gd name="connsiteX0" fmla="*/ 12528 w 193566"/>
                <a:gd name="connsiteY0" fmla="*/ 216614 h 216614"/>
                <a:gd name="connsiteX1" fmla="*/ 1384 w 193566"/>
                <a:gd name="connsiteY1" fmla="*/ 209851 h 216614"/>
                <a:gd name="connsiteX2" fmla="*/ 6813 w 193566"/>
                <a:gd name="connsiteY2" fmla="*/ 192897 h 216614"/>
                <a:gd name="connsiteX3" fmla="*/ 167119 w 193566"/>
                <a:gd name="connsiteY3" fmla="*/ 63833 h 216614"/>
                <a:gd name="connsiteX4" fmla="*/ 166357 w 193566"/>
                <a:gd name="connsiteY4" fmla="*/ 46974 h 216614"/>
                <a:gd name="connsiteX5" fmla="*/ 133114 w 193566"/>
                <a:gd name="connsiteY5" fmla="*/ 24685 h 216614"/>
                <a:gd name="connsiteX6" fmla="*/ 124161 w 193566"/>
                <a:gd name="connsiteY6" fmla="*/ 9350 h 216614"/>
                <a:gd name="connsiteX7" fmla="*/ 139496 w 193566"/>
                <a:gd name="connsiteY7" fmla="*/ 397 h 216614"/>
                <a:gd name="connsiteX8" fmla="*/ 188455 w 193566"/>
                <a:gd name="connsiteY8" fmla="*/ 35163 h 216614"/>
                <a:gd name="connsiteX9" fmla="*/ 191026 w 193566"/>
                <a:gd name="connsiteY9" fmla="*/ 71263 h 216614"/>
                <a:gd name="connsiteX10" fmla="*/ 18243 w 193566"/>
                <a:gd name="connsiteY10" fmla="*/ 215090 h 216614"/>
                <a:gd name="connsiteX11" fmla="*/ 12528 w 193566"/>
                <a:gd name="connsiteY11" fmla="*/ 216519 h 216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566" h="216614">
                  <a:moveTo>
                    <a:pt x="12528" y="216614"/>
                  </a:moveTo>
                  <a:cubicBezTo>
                    <a:pt x="7956" y="216614"/>
                    <a:pt x="3574" y="214138"/>
                    <a:pt x="1384" y="209851"/>
                  </a:cubicBezTo>
                  <a:cubicBezTo>
                    <a:pt x="-1760" y="203660"/>
                    <a:pt x="622" y="196135"/>
                    <a:pt x="6813" y="192897"/>
                  </a:cubicBezTo>
                  <a:cubicBezTo>
                    <a:pt x="46627" y="172323"/>
                    <a:pt x="153022" y="108982"/>
                    <a:pt x="167119" y="63833"/>
                  </a:cubicBezTo>
                  <a:cubicBezTo>
                    <a:pt x="169214" y="57166"/>
                    <a:pt x="168929" y="51832"/>
                    <a:pt x="166357" y="46974"/>
                  </a:cubicBezTo>
                  <a:cubicBezTo>
                    <a:pt x="160547" y="36116"/>
                    <a:pt x="150355" y="29258"/>
                    <a:pt x="133114" y="24685"/>
                  </a:cubicBezTo>
                  <a:cubicBezTo>
                    <a:pt x="126447" y="22876"/>
                    <a:pt x="122447" y="16018"/>
                    <a:pt x="124161" y="9350"/>
                  </a:cubicBezTo>
                  <a:cubicBezTo>
                    <a:pt x="125971" y="2683"/>
                    <a:pt x="132829" y="-1318"/>
                    <a:pt x="139496" y="397"/>
                  </a:cubicBezTo>
                  <a:cubicBezTo>
                    <a:pt x="154736" y="4397"/>
                    <a:pt x="176358" y="12398"/>
                    <a:pt x="188455" y="35163"/>
                  </a:cubicBezTo>
                  <a:cubicBezTo>
                    <a:pt x="194265" y="46021"/>
                    <a:pt x="195122" y="58118"/>
                    <a:pt x="191026" y="71263"/>
                  </a:cubicBezTo>
                  <a:cubicBezTo>
                    <a:pt x="171310" y="134509"/>
                    <a:pt x="33864" y="207089"/>
                    <a:pt x="18243" y="215090"/>
                  </a:cubicBezTo>
                  <a:cubicBezTo>
                    <a:pt x="16433" y="216043"/>
                    <a:pt x="14433" y="216519"/>
                    <a:pt x="12528" y="216519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CD9E3D0D-2BA7-5EB8-B426-BADE790153FB}"/>
                </a:ext>
              </a:extLst>
            </p:cNvPr>
            <p:cNvSpPr/>
            <p:nvPr/>
          </p:nvSpPr>
          <p:spPr>
            <a:xfrm>
              <a:off x="5129996" y="2530392"/>
              <a:ext cx="72686" cy="42251"/>
            </a:xfrm>
            <a:custGeom>
              <a:avLst/>
              <a:gdLst>
                <a:gd name="connsiteX0" fmla="*/ 12555 w 420620"/>
                <a:gd name="connsiteY0" fmla="*/ 244711 h 244710"/>
                <a:gd name="connsiteX1" fmla="*/ 77 w 420620"/>
                <a:gd name="connsiteY1" fmla="*/ 233567 h 244710"/>
                <a:gd name="connsiteX2" fmla="*/ 11126 w 420620"/>
                <a:gd name="connsiteY2" fmla="*/ 219660 h 244710"/>
                <a:gd name="connsiteX3" fmla="*/ 289923 w 420620"/>
                <a:gd name="connsiteY3" fmla="*/ 69832 h 244710"/>
                <a:gd name="connsiteX4" fmla="*/ 404318 w 420620"/>
                <a:gd name="connsiteY4" fmla="*/ 585 h 244710"/>
                <a:gd name="connsiteX5" fmla="*/ 420035 w 420620"/>
                <a:gd name="connsiteY5" fmla="*/ 8777 h 244710"/>
                <a:gd name="connsiteX6" fmla="*/ 411843 w 420620"/>
                <a:gd name="connsiteY6" fmla="*/ 24493 h 244710"/>
                <a:gd name="connsiteX7" fmla="*/ 303734 w 420620"/>
                <a:gd name="connsiteY7" fmla="*/ 90692 h 244710"/>
                <a:gd name="connsiteX8" fmla="*/ 13889 w 420620"/>
                <a:gd name="connsiteY8" fmla="*/ 244616 h 244710"/>
                <a:gd name="connsiteX9" fmla="*/ 12460 w 420620"/>
                <a:gd name="connsiteY9" fmla="*/ 244616 h 24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0620" h="244710">
                  <a:moveTo>
                    <a:pt x="12555" y="244711"/>
                  </a:moveTo>
                  <a:cubicBezTo>
                    <a:pt x="6269" y="244711"/>
                    <a:pt x="840" y="239948"/>
                    <a:pt x="77" y="233567"/>
                  </a:cubicBezTo>
                  <a:cubicBezTo>
                    <a:pt x="-685" y="226709"/>
                    <a:pt x="4268" y="220422"/>
                    <a:pt x="11126" y="219660"/>
                  </a:cubicBezTo>
                  <a:cubicBezTo>
                    <a:pt x="75611" y="212326"/>
                    <a:pt x="199436" y="129935"/>
                    <a:pt x="289923" y="69832"/>
                  </a:cubicBezTo>
                  <a:cubicBezTo>
                    <a:pt x="344978" y="33256"/>
                    <a:pt x="384792" y="6777"/>
                    <a:pt x="404318" y="585"/>
                  </a:cubicBezTo>
                  <a:cubicBezTo>
                    <a:pt x="410891" y="-1510"/>
                    <a:pt x="417939" y="2205"/>
                    <a:pt x="420035" y="8777"/>
                  </a:cubicBezTo>
                  <a:cubicBezTo>
                    <a:pt x="422130" y="15349"/>
                    <a:pt x="418415" y="22398"/>
                    <a:pt x="411843" y="24493"/>
                  </a:cubicBezTo>
                  <a:cubicBezTo>
                    <a:pt x="395651" y="29637"/>
                    <a:pt x="350978" y="59259"/>
                    <a:pt x="303734" y="90692"/>
                  </a:cubicBezTo>
                  <a:cubicBezTo>
                    <a:pt x="206008" y="155652"/>
                    <a:pt x="84374" y="236520"/>
                    <a:pt x="13889" y="244616"/>
                  </a:cubicBezTo>
                  <a:cubicBezTo>
                    <a:pt x="13413" y="244616"/>
                    <a:pt x="12936" y="244616"/>
                    <a:pt x="12460" y="244616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94D32441-4C85-CFE2-37D8-F21080047E7B}"/>
                </a:ext>
              </a:extLst>
            </p:cNvPr>
            <p:cNvSpPr/>
            <p:nvPr/>
          </p:nvSpPr>
          <p:spPr>
            <a:xfrm>
              <a:off x="5154199" y="2515267"/>
              <a:ext cx="36578" cy="46621"/>
            </a:xfrm>
            <a:custGeom>
              <a:avLst/>
              <a:gdLst>
                <a:gd name="connsiteX0" fmla="*/ 12514 w 211671"/>
                <a:gd name="connsiteY0" fmla="*/ 270023 h 270023"/>
                <a:gd name="connsiteX1" fmla="*/ 4799 w 211671"/>
                <a:gd name="connsiteY1" fmla="*/ 267356 h 270023"/>
                <a:gd name="connsiteX2" fmla="*/ 2608 w 211671"/>
                <a:gd name="connsiteY2" fmla="*/ 249735 h 270023"/>
                <a:gd name="connsiteX3" fmla="*/ 77284 w 211671"/>
                <a:gd name="connsiteY3" fmla="*/ 148103 h 270023"/>
                <a:gd name="connsiteX4" fmla="*/ 137863 w 211671"/>
                <a:gd name="connsiteY4" fmla="*/ 67045 h 270023"/>
                <a:gd name="connsiteX5" fmla="*/ 160247 w 211671"/>
                <a:gd name="connsiteY5" fmla="*/ 39709 h 270023"/>
                <a:gd name="connsiteX6" fmla="*/ 189679 w 211671"/>
                <a:gd name="connsiteY6" fmla="*/ 4276 h 270023"/>
                <a:gd name="connsiteX7" fmla="*/ 207396 w 211671"/>
                <a:gd name="connsiteY7" fmla="*/ 3132 h 270023"/>
                <a:gd name="connsiteX8" fmla="*/ 208539 w 211671"/>
                <a:gd name="connsiteY8" fmla="*/ 20849 h 270023"/>
                <a:gd name="connsiteX9" fmla="*/ 179773 w 211671"/>
                <a:gd name="connsiteY9" fmla="*/ 55425 h 270023"/>
                <a:gd name="connsiteX10" fmla="*/ 157104 w 211671"/>
                <a:gd name="connsiteY10" fmla="*/ 83143 h 270023"/>
                <a:gd name="connsiteX11" fmla="*/ 97858 w 211671"/>
                <a:gd name="connsiteY11" fmla="*/ 162486 h 270023"/>
                <a:gd name="connsiteX12" fmla="*/ 22420 w 211671"/>
                <a:gd name="connsiteY12" fmla="*/ 265070 h 270023"/>
                <a:gd name="connsiteX13" fmla="*/ 12514 w 211671"/>
                <a:gd name="connsiteY13" fmla="*/ 269928 h 27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1671" h="270023">
                  <a:moveTo>
                    <a:pt x="12514" y="270023"/>
                  </a:moveTo>
                  <a:cubicBezTo>
                    <a:pt x="9847" y="270023"/>
                    <a:pt x="7085" y="269166"/>
                    <a:pt x="4799" y="267356"/>
                  </a:cubicBezTo>
                  <a:cubicBezTo>
                    <a:pt x="-630" y="263070"/>
                    <a:pt x="-1583" y="255164"/>
                    <a:pt x="2608" y="249735"/>
                  </a:cubicBezTo>
                  <a:cubicBezTo>
                    <a:pt x="33564" y="210206"/>
                    <a:pt x="56805" y="177249"/>
                    <a:pt x="77284" y="148103"/>
                  </a:cubicBezTo>
                  <a:cubicBezTo>
                    <a:pt x="98525" y="117909"/>
                    <a:pt x="116908" y="91906"/>
                    <a:pt x="137863" y="67045"/>
                  </a:cubicBezTo>
                  <a:cubicBezTo>
                    <a:pt x="145483" y="57997"/>
                    <a:pt x="153008" y="48662"/>
                    <a:pt x="160247" y="39709"/>
                  </a:cubicBezTo>
                  <a:cubicBezTo>
                    <a:pt x="170344" y="27136"/>
                    <a:pt x="179964" y="15324"/>
                    <a:pt x="189679" y="4276"/>
                  </a:cubicBezTo>
                  <a:cubicBezTo>
                    <a:pt x="194251" y="-963"/>
                    <a:pt x="202157" y="-1439"/>
                    <a:pt x="207396" y="3132"/>
                  </a:cubicBezTo>
                  <a:cubicBezTo>
                    <a:pt x="212635" y="7705"/>
                    <a:pt x="213111" y="15610"/>
                    <a:pt x="208539" y="20849"/>
                  </a:cubicBezTo>
                  <a:cubicBezTo>
                    <a:pt x="199204" y="31517"/>
                    <a:pt x="189774" y="43138"/>
                    <a:pt x="179773" y="55425"/>
                  </a:cubicBezTo>
                  <a:cubicBezTo>
                    <a:pt x="172439" y="64473"/>
                    <a:pt x="164914" y="73903"/>
                    <a:pt x="157104" y="83143"/>
                  </a:cubicBezTo>
                  <a:cubicBezTo>
                    <a:pt x="136911" y="107146"/>
                    <a:pt x="118813" y="132768"/>
                    <a:pt x="97858" y="162486"/>
                  </a:cubicBezTo>
                  <a:cubicBezTo>
                    <a:pt x="77189" y="191823"/>
                    <a:pt x="53757" y="225065"/>
                    <a:pt x="22420" y="265070"/>
                  </a:cubicBezTo>
                  <a:cubicBezTo>
                    <a:pt x="19944" y="268213"/>
                    <a:pt x="16229" y="269928"/>
                    <a:pt x="12514" y="269928"/>
                  </a:cubicBezTo>
                  <a:close/>
                </a:path>
              </a:pathLst>
            </a:custGeom>
            <a:solidFill>
              <a:srgbClr val="A37F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BCE064F7-44F9-DEED-6036-AA00C3DB0844}"/>
                </a:ext>
              </a:extLst>
            </p:cNvPr>
            <p:cNvSpPr/>
            <p:nvPr/>
          </p:nvSpPr>
          <p:spPr>
            <a:xfrm flipH="1">
              <a:off x="5169093" y="2408150"/>
              <a:ext cx="560091" cy="386515"/>
            </a:xfrm>
            <a:custGeom>
              <a:avLst/>
              <a:gdLst>
                <a:gd name="connsiteX0" fmla="*/ 1559085 w 3113184"/>
                <a:gd name="connsiteY0" fmla="*/ 1790289 h 2150270"/>
                <a:gd name="connsiteX1" fmla="*/ 1581469 w 3113184"/>
                <a:gd name="connsiteY1" fmla="*/ 2145190 h 2150270"/>
                <a:gd name="connsiteX2" fmla="*/ 354458 w 3113184"/>
                <a:gd name="connsiteY2" fmla="*/ 2145190 h 2150270"/>
                <a:gd name="connsiteX3" fmla="*/ 4986 w 3113184"/>
                <a:gd name="connsiteY3" fmla="*/ 1859059 h 2150270"/>
                <a:gd name="connsiteX4" fmla="*/ 390558 w 3113184"/>
                <a:gd name="connsiteY4" fmla="*/ 428023 h 2150270"/>
                <a:gd name="connsiteX5" fmla="*/ 1034829 w 3113184"/>
                <a:gd name="connsiteY5" fmla="*/ 121794 h 2150270"/>
                <a:gd name="connsiteX6" fmla="*/ 1056165 w 3113184"/>
                <a:gd name="connsiteY6" fmla="*/ 116460 h 2150270"/>
                <a:gd name="connsiteX7" fmla="*/ 1231901 w 3113184"/>
                <a:gd name="connsiteY7" fmla="*/ 84552 h 2150270"/>
                <a:gd name="connsiteX8" fmla="*/ 1845502 w 3113184"/>
                <a:gd name="connsiteY8" fmla="*/ 3303 h 2150270"/>
                <a:gd name="connsiteX9" fmla="*/ 1890364 w 3113184"/>
                <a:gd name="connsiteY9" fmla="*/ 12162 h 2150270"/>
                <a:gd name="connsiteX10" fmla="*/ 1916177 w 3113184"/>
                <a:gd name="connsiteY10" fmla="*/ 17877 h 2150270"/>
                <a:gd name="connsiteX11" fmla="*/ 2669128 w 3113184"/>
                <a:gd name="connsiteY11" fmla="*/ 302103 h 2150270"/>
                <a:gd name="connsiteX12" fmla="*/ 3113184 w 3113184"/>
                <a:gd name="connsiteY12" fmla="*/ 1733139 h 2150270"/>
                <a:gd name="connsiteX13" fmla="*/ 1558989 w 3113184"/>
                <a:gd name="connsiteY13" fmla="*/ 1790384 h 215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13184" h="2150270">
                  <a:moveTo>
                    <a:pt x="1559085" y="1790289"/>
                  </a:moveTo>
                  <a:lnTo>
                    <a:pt x="1581469" y="2145190"/>
                  </a:lnTo>
                  <a:cubicBezTo>
                    <a:pt x="1581469" y="2145190"/>
                    <a:pt x="483046" y="2156620"/>
                    <a:pt x="354458" y="2145190"/>
                  </a:cubicBezTo>
                  <a:cubicBezTo>
                    <a:pt x="225966" y="2133760"/>
                    <a:pt x="-39591" y="2153001"/>
                    <a:pt x="4986" y="1859059"/>
                  </a:cubicBezTo>
                  <a:cubicBezTo>
                    <a:pt x="25560" y="1723137"/>
                    <a:pt x="273686" y="611094"/>
                    <a:pt x="390558" y="428023"/>
                  </a:cubicBezTo>
                  <a:cubicBezTo>
                    <a:pt x="473425" y="298102"/>
                    <a:pt x="809086" y="179707"/>
                    <a:pt x="1034829" y="121794"/>
                  </a:cubicBezTo>
                  <a:cubicBezTo>
                    <a:pt x="1042068" y="119985"/>
                    <a:pt x="1049212" y="118080"/>
                    <a:pt x="1056165" y="116460"/>
                  </a:cubicBezTo>
                  <a:cubicBezTo>
                    <a:pt x="1138651" y="96077"/>
                    <a:pt x="1203707" y="84552"/>
                    <a:pt x="1231901" y="84552"/>
                  </a:cubicBezTo>
                  <a:cubicBezTo>
                    <a:pt x="1337057" y="84552"/>
                    <a:pt x="1705294" y="-19652"/>
                    <a:pt x="1845502" y="3303"/>
                  </a:cubicBezTo>
                  <a:cubicBezTo>
                    <a:pt x="1857218" y="5208"/>
                    <a:pt x="1872457" y="8161"/>
                    <a:pt x="1890364" y="12162"/>
                  </a:cubicBezTo>
                  <a:cubicBezTo>
                    <a:pt x="1898461" y="13876"/>
                    <a:pt x="1907033" y="15876"/>
                    <a:pt x="1916177" y="17877"/>
                  </a:cubicBezTo>
                  <a:cubicBezTo>
                    <a:pt x="2129156" y="67121"/>
                    <a:pt x="2617789" y="211520"/>
                    <a:pt x="2669128" y="302103"/>
                  </a:cubicBezTo>
                  <a:cubicBezTo>
                    <a:pt x="2727517" y="405163"/>
                    <a:pt x="3113184" y="1733139"/>
                    <a:pt x="3113184" y="1733139"/>
                  </a:cubicBezTo>
                  <a:lnTo>
                    <a:pt x="1558989" y="1790384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B35D0B9E-3A43-A538-EFCE-3CBC2800BB98}"/>
                </a:ext>
              </a:extLst>
            </p:cNvPr>
            <p:cNvSpPr/>
            <p:nvPr/>
          </p:nvSpPr>
          <p:spPr>
            <a:xfrm rot="4800" flipH="1">
              <a:off x="5336372" y="2601531"/>
              <a:ext cx="239360" cy="3562"/>
            </a:xfrm>
            <a:custGeom>
              <a:avLst/>
              <a:gdLst>
                <a:gd name="connsiteX0" fmla="*/ 0 w 1330451"/>
                <a:gd name="connsiteY0" fmla="*/ 0 h 19811"/>
                <a:gd name="connsiteX1" fmla="*/ 1330452 w 1330451"/>
                <a:gd name="connsiteY1" fmla="*/ 0 h 19811"/>
                <a:gd name="connsiteX2" fmla="*/ 1330452 w 1330451"/>
                <a:gd name="connsiteY2" fmla="*/ 19812 h 19811"/>
                <a:gd name="connsiteX3" fmla="*/ 0 w 1330451"/>
                <a:gd name="connsiteY3" fmla="*/ 19812 h 1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0451" h="19811">
                  <a:moveTo>
                    <a:pt x="0" y="0"/>
                  </a:moveTo>
                  <a:lnTo>
                    <a:pt x="1330452" y="0"/>
                  </a:lnTo>
                  <a:lnTo>
                    <a:pt x="1330452" y="19812"/>
                  </a:lnTo>
                  <a:lnTo>
                    <a:pt x="0" y="198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28585F98-B445-C051-7DF6-3C95F7413E38}"/>
                </a:ext>
              </a:extLst>
            </p:cNvPr>
            <p:cNvSpPr/>
            <p:nvPr/>
          </p:nvSpPr>
          <p:spPr>
            <a:xfrm flipH="1">
              <a:off x="5341725" y="2626236"/>
              <a:ext cx="241332" cy="3562"/>
            </a:xfrm>
            <a:custGeom>
              <a:avLst/>
              <a:gdLst>
                <a:gd name="connsiteX0" fmla="*/ 1341406 w 1341405"/>
                <a:gd name="connsiteY0" fmla="*/ 0 h 19812"/>
                <a:gd name="connsiteX1" fmla="*/ 1341406 w 1341405"/>
                <a:gd name="connsiteY1" fmla="*/ 19812 h 19812"/>
                <a:gd name="connsiteX2" fmla="*/ 0 w 1341405"/>
                <a:gd name="connsiteY2" fmla="*/ 19812 h 19812"/>
                <a:gd name="connsiteX3" fmla="*/ 3048 w 1341405"/>
                <a:gd name="connsiteY3" fmla="*/ 0 h 19812"/>
                <a:gd name="connsiteX4" fmla="*/ 1341406 w 1341405"/>
                <a:gd name="connsiteY4" fmla="*/ 0 h 19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1405" h="19812">
                  <a:moveTo>
                    <a:pt x="1341406" y="0"/>
                  </a:moveTo>
                  <a:lnTo>
                    <a:pt x="1341406" y="19812"/>
                  </a:lnTo>
                  <a:lnTo>
                    <a:pt x="0" y="19812"/>
                  </a:lnTo>
                  <a:lnTo>
                    <a:pt x="3048" y="0"/>
                  </a:lnTo>
                  <a:lnTo>
                    <a:pt x="1341406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4D948627-3FD0-E2AB-C595-57E47BA040E7}"/>
                </a:ext>
              </a:extLst>
            </p:cNvPr>
            <p:cNvSpPr/>
            <p:nvPr/>
          </p:nvSpPr>
          <p:spPr>
            <a:xfrm flipH="1">
              <a:off x="5347054" y="2651130"/>
              <a:ext cx="239789" cy="3562"/>
            </a:xfrm>
            <a:custGeom>
              <a:avLst/>
              <a:gdLst>
                <a:gd name="connsiteX0" fmla="*/ 1332833 w 1332833"/>
                <a:gd name="connsiteY0" fmla="*/ 0 h 19811"/>
                <a:gd name="connsiteX1" fmla="*/ 1332833 w 1332833"/>
                <a:gd name="connsiteY1" fmla="*/ 19812 h 19811"/>
                <a:gd name="connsiteX2" fmla="*/ 0 w 1332833"/>
                <a:gd name="connsiteY2" fmla="*/ 19812 h 19811"/>
                <a:gd name="connsiteX3" fmla="*/ 3048 w 1332833"/>
                <a:gd name="connsiteY3" fmla="*/ 0 h 19811"/>
                <a:gd name="connsiteX4" fmla="*/ 1332833 w 1332833"/>
                <a:gd name="connsiteY4" fmla="*/ 0 h 1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833" h="19811">
                  <a:moveTo>
                    <a:pt x="1332833" y="0"/>
                  </a:moveTo>
                  <a:lnTo>
                    <a:pt x="1332833" y="19812"/>
                  </a:lnTo>
                  <a:lnTo>
                    <a:pt x="0" y="19812"/>
                  </a:lnTo>
                  <a:lnTo>
                    <a:pt x="3048" y="0"/>
                  </a:lnTo>
                  <a:lnTo>
                    <a:pt x="133283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876FA356-C775-74B9-BCC6-4EAC8368E962}"/>
                </a:ext>
              </a:extLst>
            </p:cNvPr>
            <p:cNvSpPr/>
            <p:nvPr/>
          </p:nvSpPr>
          <p:spPr>
            <a:xfrm flipH="1">
              <a:off x="5553341" y="2556793"/>
              <a:ext cx="38643" cy="131578"/>
            </a:xfrm>
            <a:custGeom>
              <a:avLst/>
              <a:gdLst>
                <a:gd name="connsiteX0" fmla="*/ 214789 w 214788"/>
                <a:gd name="connsiteY0" fmla="*/ 731996 h 731996"/>
                <a:gd name="connsiteX1" fmla="*/ 0 w 214788"/>
                <a:gd name="connsiteY1" fmla="*/ 731996 h 731996"/>
                <a:gd name="connsiteX2" fmla="*/ 28575 w 214788"/>
                <a:gd name="connsiteY2" fmla="*/ 544639 h 731996"/>
                <a:gd name="connsiteX3" fmla="*/ 31623 w 214788"/>
                <a:gd name="connsiteY3" fmla="*/ 524828 h 731996"/>
                <a:gd name="connsiteX4" fmla="*/ 49625 w 214788"/>
                <a:gd name="connsiteY4" fmla="*/ 406146 h 731996"/>
                <a:gd name="connsiteX5" fmla="*/ 52673 w 214788"/>
                <a:gd name="connsiteY5" fmla="*/ 386334 h 731996"/>
                <a:gd name="connsiteX6" fmla="*/ 111538 w 214788"/>
                <a:gd name="connsiteY6" fmla="*/ 0 h 731996"/>
                <a:gd name="connsiteX7" fmla="*/ 92773 w 214788"/>
                <a:gd name="connsiteY7" fmla="*/ 386334 h 731996"/>
                <a:gd name="connsiteX8" fmla="*/ 93440 w 214788"/>
                <a:gd name="connsiteY8" fmla="*/ 406146 h 731996"/>
                <a:gd name="connsiteX9" fmla="*/ 104013 w 214788"/>
                <a:gd name="connsiteY9" fmla="*/ 524828 h 731996"/>
                <a:gd name="connsiteX10" fmla="*/ 107156 w 214788"/>
                <a:gd name="connsiteY10" fmla="*/ 544639 h 731996"/>
                <a:gd name="connsiteX11" fmla="*/ 214694 w 214788"/>
                <a:gd name="connsiteY11" fmla="*/ 731996 h 73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788" h="731996">
                  <a:moveTo>
                    <a:pt x="214789" y="731996"/>
                  </a:moveTo>
                  <a:lnTo>
                    <a:pt x="0" y="731996"/>
                  </a:lnTo>
                  <a:lnTo>
                    <a:pt x="28575" y="544639"/>
                  </a:lnTo>
                  <a:lnTo>
                    <a:pt x="31623" y="524828"/>
                  </a:lnTo>
                  <a:lnTo>
                    <a:pt x="49625" y="406146"/>
                  </a:lnTo>
                  <a:lnTo>
                    <a:pt x="52673" y="386334"/>
                  </a:lnTo>
                  <a:lnTo>
                    <a:pt x="111538" y="0"/>
                  </a:lnTo>
                  <a:cubicBezTo>
                    <a:pt x="94488" y="161925"/>
                    <a:pt x="89726" y="288036"/>
                    <a:pt x="92773" y="386334"/>
                  </a:cubicBezTo>
                  <a:cubicBezTo>
                    <a:pt x="92964" y="393097"/>
                    <a:pt x="93154" y="399669"/>
                    <a:pt x="93440" y="406146"/>
                  </a:cubicBezTo>
                  <a:cubicBezTo>
                    <a:pt x="95440" y="451866"/>
                    <a:pt x="99060" y="491109"/>
                    <a:pt x="104013" y="524828"/>
                  </a:cubicBezTo>
                  <a:cubicBezTo>
                    <a:pt x="104965" y="531686"/>
                    <a:pt x="106013" y="538258"/>
                    <a:pt x="107156" y="544639"/>
                  </a:cubicBezTo>
                  <a:cubicBezTo>
                    <a:pt x="136779" y="717709"/>
                    <a:pt x="200501" y="731234"/>
                    <a:pt x="214694" y="731996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88763437-DA0E-9A26-08D2-28B7F2FEE5D6}"/>
                </a:ext>
              </a:extLst>
            </p:cNvPr>
            <p:cNvSpPr/>
            <p:nvPr/>
          </p:nvSpPr>
          <p:spPr>
            <a:xfrm flipH="1">
              <a:off x="5552829" y="2688369"/>
              <a:ext cx="514" cy="9"/>
            </a:xfrm>
            <a:custGeom>
              <a:avLst/>
              <a:gdLst>
                <a:gd name="connsiteX0" fmla="*/ 2858 w 2857"/>
                <a:gd name="connsiteY0" fmla="*/ 0 h 42"/>
                <a:gd name="connsiteX1" fmla="*/ 0 w 2857"/>
                <a:gd name="connsiteY1" fmla="*/ 0 h 42"/>
                <a:gd name="connsiteX2" fmla="*/ 2858 w 2857"/>
                <a:gd name="connsiteY2" fmla="*/ 0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" h="42">
                  <a:moveTo>
                    <a:pt x="2858" y="0"/>
                  </a:moveTo>
                  <a:cubicBezTo>
                    <a:pt x="2858" y="0"/>
                    <a:pt x="1905" y="95"/>
                    <a:pt x="0" y="0"/>
                  </a:cubicBezTo>
                  <a:lnTo>
                    <a:pt x="2858" y="0"/>
                  </a:lnTo>
                  <a:close/>
                </a:path>
              </a:pathLst>
            </a:custGeom>
            <a:solidFill>
              <a:srgbClr val="0C1A51">
                <a:alpha val="88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558D0AC2-DBA2-0D4C-1A2C-EC9C1903194B}"/>
                </a:ext>
              </a:extLst>
            </p:cNvPr>
            <p:cNvSpPr/>
            <p:nvPr/>
          </p:nvSpPr>
          <p:spPr>
            <a:xfrm flipH="1">
              <a:off x="5379563" y="2410387"/>
              <a:ext cx="163620" cy="81755"/>
            </a:xfrm>
            <a:custGeom>
              <a:avLst/>
              <a:gdLst>
                <a:gd name="connsiteX0" fmla="*/ 873835 w 909453"/>
                <a:gd name="connsiteY0" fmla="*/ 268129 h 454818"/>
                <a:gd name="connsiteX1" fmla="*/ 565511 w 909453"/>
                <a:gd name="connsiteY1" fmla="*/ 452724 h 454818"/>
                <a:gd name="connsiteX2" fmla="*/ 520076 w 909453"/>
                <a:gd name="connsiteY2" fmla="*/ 454819 h 454818"/>
                <a:gd name="connsiteX3" fmla="*/ 208704 w 909453"/>
                <a:gd name="connsiteY3" fmla="*/ 375952 h 454818"/>
                <a:gd name="connsiteX4" fmla="*/ 43826 w 909453"/>
                <a:gd name="connsiteY4" fmla="*/ 254413 h 454818"/>
                <a:gd name="connsiteX5" fmla="*/ 964 w 909453"/>
                <a:gd name="connsiteY5" fmla="*/ 109538 h 454818"/>
                <a:gd name="connsiteX6" fmla="*/ 22300 w 909453"/>
                <a:gd name="connsiteY6" fmla="*/ 104204 h 454818"/>
                <a:gd name="connsiteX7" fmla="*/ 60209 w 909453"/>
                <a:gd name="connsiteY7" fmla="*/ 242316 h 454818"/>
                <a:gd name="connsiteX8" fmla="*/ 217467 w 909453"/>
                <a:gd name="connsiteY8" fmla="*/ 357664 h 454818"/>
                <a:gd name="connsiteX9" fmla="*/ 563701 w 909453"/>
                <a:gd name="connsiteY9" fmla="*/ 432626 h 454818"/>
                <a:gd name="connsiteX10" fmla="*/ 856118 w 909453"/>
                <a:gd name="connsiteY10" fmla="*/ 258413 h 454818"/>
                <a:gd name="connsiteX11" fmla="*/ 856499 w 909453"/>
                <a:gd name="connsiteY11" fmla="*/ 0 h 454818"/>
                <a:gd name="connsiteX12" fmla="*/ 882312 w 909453"/>
                <a:gd name="connsiteY12" fmla="*/ 5715 h 454818"/>
                <a:gd name="connsiteX13" fmla="*/ 873835 w 909453"/>
                <a:gd name="connsiteY13" fmla="*/ 268415 h 45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09453" h="454818">
                  <a:moveTo>
                    <a:pt x="873835" y="268129"/>
                  </a:moveTo>
                  <a:cubicBezTo>
                    <a:pt x="816875" y="369856"/>
                    <a:pt x="698765" y="440627"/>
                    <a:pt x="565511" y="452724"/>
                  </a:cubicBezTo>
                  <a:cubicBezTo>
                    <a:pt x="550556" y="454057"/>
                    <a:pt x="535412" y="454819"/>
                    <a:pt x="520076" y="454819"/>
                  </a:cubicBezTo>
                  <a:cubicBezTo>
                    <a:pt x="423874" y="454819"/>
                    <a:pt x="319385" y="428339"/>
                    <a:pt x="208704" y="375952"/>
                  </a:cubicBezTo>
                  <a:cubicBezTo>
                    <a:pt x="155173" y="350616"/>
                    <a:pt x="88022" y="313849"/>
                    <a:pt x="43826" y="254413"/>
                  </a:cubicBezTo>
                  <a:cubicBezTo>
                    <a:pt x="10774" y="209836"/>
                    <a:pt x="-4085" y="157353"/>
                    <a:pt x="964" y="109538"/>
                  </a:cubicBezTo>
                  <a:cubicBezTo>
                    <a:pt x="8203" y="107728"/>
                    <a:pt x="15346" y="105823"/>
                    <a:pt x="22300" y="104204"/>
                  </a:cubicBezTo>
                  <a:cubicBezTo>
                    <a:pt x="14680" y="153734"/>
                    <a:pt x="33349" y="206216"/>
                    <a:pt x="60209" y="242316"/>
                  </a:cubicBezTo>
                  <a:cubicBezTo>
                    <a:pt x="101738" y="298133"/>
                    <a:pt x="166032" y="333280"/>
                    <a:pt x="217467" y="357664"/>
                  </a:cubicBezTo>
                  <a:cubicBezTo>
                    <a:pt x="342530" y="416814"/>
                    <a:pt x="459021" y="442055"/>
                    <a:pt x="563701" y="432626"/>
                  </a:cubicBezTo>
                  <a:cubicBezTo>
                    <a:pt x="690383" y="421196"/>
                    <a:pt x="802397" y="354425"/>
                    <a:pt x="856118" y="258413"/>
                  </a:cubicBezTo>
                  <a:cubicBezTo>
                    <a:pt x="901553" y="177070"/>
                    <a:pt x="899076" y="74486"/>
                    <a:pt x="856499" y="0"/>
                  </a:cubicBezTo>
                  <a:cubicBezTo>
                    <a:pt x="864596" y="1715"/>
                    <a:pt x="873168" y="3715"/>
                    <a:pt x="882312" y="5715"/>
                  </a:cubicBezTo>
                  <a:cubicBezTo>
                    <a:pt x="920031" y="84582"/>
                    <a:pt x="919555" y="186595"/>
                    <a:pt x="873835" y="268415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A58F3AE2-714A-2569-14ED-E24785514ACC}"/>
                </a:ext>
              </a:extLst>
            </p:cNvPr>
            <p:cNvSpPr/>
            <p:nvPr/>
          </p:nvSpPr>
          <p:spPr>
            <a:xfrm flipH="1">
              <a:off x="5590751" y="2686542"/>
              <a:ext cx="41504" cy="22015"/>
            </a:xfrm>
            <a:custGeom>
              <a:avLst/>
              <a:gdLst>
                <a:gd name="connsiteX0" fmla="*/ 8668 w 230695"/>
                <a:gd name="connsiteY0" fmla="*/ 122378 h 122472"/>
                <a:gd name="connsiteX1" fmla="*/ 0 w 230695"/>
                <a:gd name="connsiteY1" fmla="*/ 116948 h 122472"/>
                <a:gd name="connsiteX2" fmla="*/ 230696 w 230695"/>
                <a:gd name="connsiteY2" fmla="*/ 648 h 122472"/>
                <a:gd name="connsiteX3" fmla="*/ 229934 w 230695"/>
                <a:gd name="connsiteY3" fmla="*/ 10840 h 122472"/>
                <a:gd name="connsiteX4" fmla="*/ 8668 w 230695"/>
                <a:gd name="connsiteY4" fmla="*/ 122473 h 12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695" h="122472">
                  <a:moveTo>
                    <a:pt x="8668" y="122378"/>
                  </a:moveTo>
                  <a:lnTo>
                    <a:pt x="0" y="116948"/>
                  </a:lnTo>
                  <a:cubicBezTo>
                    <a:pt x="48006" y="40558"/>
                    <a:pt x="140684" y="-6115"/>
                    <a:pt x="230696" y="648"/>
                  </a:cubicBezTo>
                  <a:lnTo>
                    <a:pt x="229934" y="10840"/>
                  </a:lnTo>
                  <a:cubicBezTo>
                    <a:pt x="143732" y="4458"/>
                    <a:pt x="54769" y="49226"/>
                    <a:pt x="8668" y="122473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5C3F4F54-165D-B9C1-899E-9D56DE50B3EB}"/>
                </a:ext>
              </a:extLst>
            </p:cNvPr>
            <p:cNvSpPr/>
            <p:nvPr/>
          </p:nvSpPr>
          <p:spPr>
            <a:xfrm rot="28200" flipH="1">
              <a:off x="5603719" y="2677654"/>
              <a:ext cx="37202" cy="1832"/>
            </a:xfrm>
            <a:custGeom>
              <a:avLst/>
              <a:gdLst>
                <a:gd name="connsiteX0" fmla="*/ 0 w 206787"/>
                <a:gd name="connsiteY0" fmla="*/ 0 h 10191"/>
                <a:gd name="connsiteX1" fmla="*/ 206788 w 206787"/>
                <a:gd name="connsiteY1" fmla="*/ 0 h 10191"/>
                <a:gd name="connsiteX2" fmla="*/ 206788 w 206787"/>
                <a:gd name="connsiteY2" fmla="*/ 10192 h 10191"/>
                <a:gd name="connsiteX3" fmla="*/ 0 w 206787"/>
                <a:gd name="connsiteY3" fmla="*/ 10192 h 10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787" h="10191">
                  <a:moveTo>
                    <a:pt x="0" y="0"/>
                  </a:moveTo>
                  <a:lnTo>
                    <a:pt x="206788" y="0"/>
                  </a:lnTo>
                  <a:lnTo>
                    <a:pt x="206788" y="10192"/>
                  </a:lnTo>
                  <a:lnTo>
                    <a:pt x="0" y="10192"/>
                  </a:ln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B2644B02-375A-0DD9-1A09-9A9092406A4E}"/>
                </a:ext>
              </a:extLst>
            </p:cNvPr>
            <p:cNvSpPr/>
            <p:nvPr/>
          </p:nvSpPr>
          <p:spPr>
            <a:xfrm flipH="1">
              <a:off x="5569983" y="2488940"/>
              <a:ext cx="38367" cy="46673"/>
            </a:xfrm>
            <a:custGeom>
              <a:avLst/>
              <a:gdLst>
                <a:gd name="connsiteX0" fmla="*/ 203073 w 213264"/>
                <a:gd name="connsiteY0" fmla="*/ 259652 h 259651"/>
                <a:gd name="connsiteX1" fmla="*/ 0 w 213264"/>
                <a:gd name="connsiteY1" fmla="*/ 9716 h 259651"/>
                <a:gd name="connsiteX2" fmla="*/ 3143 w 213264"/>
                <a:gd name="connsiteY2" fmla="*/ 0 h 259651"/>
                <a:gd name="connsiteX3" fmla="*/ 213265 w 213264"/>
                <a:gd name="connsiteY3" fmla="*/ 258604 h 259651"/>
                <a:gd name="connsiteX4" fmla="*/ 203073 w 213264"/>
                <a:gd name="connsiteY4" fmla="*/ 259652 h 25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64" h="259651">
                  <a:moveTo>
                    <a:pt x="203073" y="259652"/>
                  </a:moveTo>
                  <a:cubicBezTo>
                    <a:pt x="191071" y="147257"/>
                    <a:pt x="107537" y="44482"/>
                    <a:pt x="0" y="9716"/>
                  </a:cubicBezTo>
                  <a:lnTo>
                    <a:pt x="3143" y="0"/>
                  </a:lnTo>
                  <a:cubicBezTo>
                    <a:pt x="114395" y="36004"/>
                    <a:pt x="200787" y="142304"/>
                    <a:pt x="213265" y="258604"/>
                  </a:cubicBezTo>
                  <a:lnTo>
                    <a:pt x="203073" y="259652"/>
                  </a:ln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1DAE2B52-6414-87FF-6DA0-E41D0513093E}"/>
                </a:ext>
              </a:extLst>
            </p:cNvPr>
            <p:cNvSpPr/>
            <p:nvPr/>
          </p:nvSpPr>
          <p:spPr>
            <a:xfrm flipH="1">
              <a:off x="5265571" y="2471836"/>
              <a:ext cx="28533" cy="39431"/>
            </a:xfrm>
            <a:custGeom>
              <a:avLst/>
              <a:gdLst>
                <a:gd name="connsiteX0" fmla="*/ 10192 w 158591"/>
                <a:gd name="connsiteY0" fmla="*/ 219361 h 219360"/>
                <a:gd name="connsiteX1" fmla="*/ 0 w 158591"/>
                <a:gd name="connsiteY1" fmla="*/ 218504 h 219360"/>
                <a:gd name="connsiteX2" fmla="*/ 154400 w 158591"/>
                <a:gd name="connsiteY2" fmla="*/ 0 h 219360"/>
                <a:gd name="connsiteX3" fmla="*/ 158591 w 158591"/>
                <a:gd name="connsiteY3" fmla="*/ 9335 h 219360"/>
                <a:gd name="connsiteX4" fmla="*/ 10192 w 158591"/>
                <a:gd name="connsiteY4" fmla="*/ 219265 h 219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591" h="219360">
                  <a:moveTo>
                    <a:pt x="10192" y="219361"/>
                  </a:moveTo>
                  <a:lnTo>
                    <a:pt x="0" y="218504"/>
                  </a:lnTo>
                  <a:cubicBezTo>
                    <a:pt x="7429" y="125730"/>
                    <a:pt x="69533" y="38005"/>
                    <a:pt x="154400" y="0"/>
                  </a:cubicBezTo>
                  <a:lnTo>
                    <a:pt x="158591" y="9335"/>
                  </a:lnTo>
                  <a:cubicBezTo>
                    <a:pt x="76962" y="45815"/>
                    <a:pt x="17336" y="130207"/>
                    <a:pt x="10192" y="219265"/>
                  </a:cubicBezTo>
                  <a:close/>
                </a:path>
              </a:pathLst>
            </a:custGeom>
            <a:solidFill>
              <a:srgbClr val="DAA6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D0F3D29A-1632-63F4-9999-CAB010A3A8E1}"/>
                </a:ext>
              </a:extLst>
            </p:cNvPr>
            <p:cNvSpPr/>
            <p:nvPr/>
          </p:nvSpPr>
          <p:spPr>
            <a:xfrm flipH="1">
              <a:off x="5359934" y="2110023"/>
              <a:ext cx="195383" cy="148564"/>
            </a:xfrm>
            <a:custGeom>
              <a:avLst/>
              <a:gdLst>
                <a:gd name="connsiteX0" fmla="*/ 1085782 w 1086001"/>
                <a:gd name="connsiteY0" fmla="*/ 372447 h 826493"/>
                <a:gd name="connsiteX1" fmla="*/ 1001771 w 1086001"/>
                <a:gd name="connsiteY1" fmla="*/ 511797 h 826493"/>
                <a:gd name="connsiteX2" fmla="*/ 1033870 w 1086001"/>
                <a:gd name="connsiteY2" fmla="*/ 575234 h 826493"/>
                <a:gd name="connsiteX3" fmla="*/ 1033394 w 1086001"/>
                <a:gd name="connsiteY3" fmla="*/ 652672 h 826493"/>
                <a:gd name="connsiteX4" fmla="*/ 924428 w 1086001"/>
                <a:gd name="connsiteY4" fmla="*/ 754494 h 826493"/>
                <a:gd name="connsiteX5" fmla="*/ 789268 w 1086001"/>
                <a:gd name="connsiteY5" fmla="*/ 666769 h 826493"/>
                <a:gd name="connsiteX6" fmla="*/ 622486 w 1086001"/>
                <a:gd name="connsiteY6" fmla="*/ 601332 h 826493"/>
                <a:gd name="connsiteX7" fmla="*/ 373121 w 1086001"/>
                <a:gd name="connsiteY7" fmla="*/ 658292 h 826493"/>
                <a:gd name="connsiteX8" fmla="*/ 244534 w 1086001"/>
                <a:gd name="connsiteY8" fmla="*/ 762019 h 826493"/>
                <a:gd name="connsiteX9" fmla="*/ 87180 w 1086001"/>
                <a:gd name="connsiteY9" fmla="*/ 819836 h 826493"/>
                <a:gd name="connsiteX10" fmla="*/ 37746 w 1086001"/>
                <a:gd name="connsiteY10" fmla="*/ 741922 h 826493"/>
                <a:gd name="connsiteX11" fmla="*/ 17172 w 1086001"/>
                <a:gd name="connsiteY11" fmla="*/ 689153 h 826493"/>
                <a:gd name="connsiteX12" fmla="*/ 8504 w 1086001"/>
                <a:gd name="connsiteY12" fmla="*/ 656197 h 826493"/>
                <a:gd name="connsiteX13" fmla="*/ 694 w 1086001"/>
                <a:gd name="connsiteY13" fmla="*/ 553422 h 826493"/>
                <a:gd name="connsiteX14" fmla="*/ 20791 w 1086001"/>
                <a:gd name="connsiteY14" fmla="*/ 481984 h 826493"/>
                <a:gd name="connsiteX15" fmla="*/ 85085 w 1086001"/>
                <a:gd name="connsiteY15" fmla="*/ 452743 h 826493"/>
                <a:gd name="connsiteX16" fmla="*/ 209291 w 1086001"/>
                <a:gd name="connsiteY16" fmla="*/ 234620 h 826493"/>
                <a:gd name="connsiteX17" fmla="*/ 460275 w 1086001"/>
                <a:gd name="connsiteY17" fmla="*/ 237668 h 826493"/>
                <a:gd name="connsiteX18" fmla="*/ 556382 w 1086001"/>
                <a:gd name="connsiteY18" fmla="*/ 60027 h 826493"/>
                <a:gd name="connsiteX19" fmla="*/ 754788 w 1086001"/>
                <a:gd name="connsiteY19" fmla="*/ 210 h 826493"/>
                <a:gd name="connsiteX20" fmla="*/ 950146 w 1086001"/>
                <a:gd name="connsiteY20" fmla="*/ 56788 h 826493"/>
                <a:gd name="connsiteX21" fmla="*/ 1005010 w 1086001"/>
                <a:gd name="connsiteY21" fmla="*/ 162516 h 826493"/>
                <a:gd name="connsiteX22" fmla="*/ 985960 w 1086001"/>
                <a:gd name="connsiteY22" fmla="*/ 243573 h 826493"/>
                <a:gd name="connsiteX23" fmla="*/ 1085591 w 1086001"/>
                <a:gd name="connsiteY23" fmla="*/ 372351 h 82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86001" h="826493">
                  <a:moveTo>
                    <a:pt x="1085782" y="372447"/>
                  </a:moveTo>
                  <a:cubicBezTo>
                    <a:pt x="1089115" y="429978"/>
                    <a:pt x="1054254" y="487985"/>
                    <a:pt x="1001771" y="511797"/>
                  </a:cubicBezTo>
                  <a:cubicBezTo>
                    <a:pt x="1010534" y="507892"/>
                    <a:pt x="1032442" y="568852"/>
                    <a:pt x="1033870" y="575234"/>
                  </a:cubicBezTo>
                  <a:cubicBezTo>
                    <a:pt x="1039871" y="600570"/>
                    <a:pt x="1039680" y="627431"/>
                    <a:pt x="1033394" y="652672"/>
                  </a:cubicBezTo>
                  <a:cubicBezTo>
                    <a:pt x="1021012" y="702583"/>
                    <a:pt x="978339" y="750875"/>
                    <a:pt x="924428" y="754494"/>
                  </a:cubicBezTo>
                  <a:cubicBezTo>
                    <a:pt x="860134" y="758876"/>
                    <a:pt x="835369" y="699440"/>
                    <a:pt x="789268" y="666769"/>
                  </a:cubicBezTo>
                  <a:cubicBezTo>
                    <a:pt x="740024" y="631908"/>
                    <a:pt x="682303" y="609048"/>
                    <a:pt x="622486" y="601332"/>
                  </a:cubicBezTo>
                  <a:cubicBezTo>
                    <a:pt x="536189" y="590093"/>
                    <a:pt x="446083" y="610762"/>
                    <a:pt x="373121" y="658292"/>
                  </a:cubicBezTo>
                  <a:cubicBezTo>
                    <a:pt x="327020" y="688391"/>
                    <a:pt x="288158" y="728301"/>
                    <a:pt x="244534" y="762019"/>
                  </a:cubicBezTo>
                  <a:cubicBezTo>
                    <a:pt x="213387" y="786022"/>
                    <a:pt x="127471" y="846506"/>
                    <a:pt x="87180" y="819836"/>
                  </a:cubicBezTo>
                  <a:cubicBezTo>
                    <a:pt x="65654" y="805548"/>
                    <a:pt x="48509" y="764496"/>
                    <a:pt x="37746" y="741922"/>
                  </a:cubicBezTo>
                  <a:cubicBezTo>
                    <a:pt x="29554" y="724967"/>
                    <a:pt x="22696" y="707250"/>
                    <a:pt x="17172" y="689153"/>
                  </a:cubicBezTo>
                  <a:cubicBezTo>
                    <a:pt x="13743" y="678294"/>
                    <a:pt x="10885" y="667341"/>
                    <a:pt x="8504" y="656197"/>
                  </a:cubicBezTo>
                  <a:cubicBezTo>
                    <a:pt x="1265" y="622383"/>
                    <a:pt x="-1402" y="587807"/>
                    <a:pt x="694" y="553422"/>
                  </a:cubicBezTo>
                  <a:cubicBezTo>
                    <a:pt x="2313" y="528371"/>
                    <a:pt x="6694" y="502653"/>
                    <a:pt x="20791" y="481984"/>
                  </a:cubicBezTo>
                  <a:cubicBezTo>
                    <a:pt x="34793" y="461220"/>
                    <a:pt x="60796" y="446932"/>
                    <a:pt x="85085" y="452743"/>
                  </a:cubicBezTo>
                  <a:cubicBezTo>
                    <a:pt x="83752" y="364922"/>
                    <a:pt x="133186" y="278244"/>
                    <a:pt x="209291" y="234620"/>
                  </a:cubicBezTo>
                  <a:cubicBezTo>
                    <a:pt x="285396" y="190900"/>
                    <a:pt x="385218" y="192234"/>
                    <a:pt x="460275" y="237668"/>
                  </a:cubicBezTo>
                  <a:cubicBezTo>
                    <a:pt x="458465" y="167564"/>
                    <a:pt x="499327" y="100698"/>
                    <a:pt x="556382" y="60027"/>
                  </a:cubicBezTo>
                  <a:cubicBezTo>
                    <a:pt x="613532" y="19355"/>
                    <a:pt x="684779" y="2400"/>
                    <a:pt x="754788" y="210"/>
                  </a:cubicBezTo>
                  <a:cubicBezTo>
                    <a:pt x="824130" y="-1886"/>
                    <a:pt x="897663" y="11354"/>
                    <a:pt x="950146" y="56788"/>
                  </a:cubicBezTo>
                  <a:cubicBezTo>
                    <a:pt x="980721" y="83268"/>
                    <a:pt x="1001104" y="122796"/>
                    <a:pt x="1005010" y="162516"/>
                  </a:cubicBezTo>
                  <a:cubicBezTo>
                    <a:pt x="1007867" y="190995"/>
                    <a:pt x="1002343" y="219666"/>
                    <a:pt x="985960" y="243573"/>
                  </a:cubicBezTo>
                  <a:cubicBezTo>
                    <a:pt x="1040919" y="261385"/>
                    <a:pt x="1082162" y="314820"/>
                    <a:pt x="1085591" y="372351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BDF54FAD-989C-E015-2D80-CC444A011BA6}"/>
                </a:ext>
              </a:extLst>
            </p:cNvPr>
            <p:cNvSpPr/>
            <p:nvPr/>
          </p:nvSpPr>
          <p:spPr>
            <a:xfrm flipH="1">
              <a:off x="5473171" y="2179699"/>
              <a:ext cx="56173" cy="47049"/>
            </a:xfrm>
            <a:custGeom>
              <a:avLst/>
              <a:gdLst>
                <a:gd name="connsiteX0" fmla="*/ 2632 w 312228"/>
                <a:gd name="connsiteY0" fmla="*/ 261717 h 261746"/>
                <a:gd name="connsiteX1" fmla="*/ 60 w 312228"/>
                <a:gd name="connsiteY1" fmla="*/ 259908 h 261746"/>
                <a:gd name="connsiteX2" fmla="*/ 1774 w 312228"/>
                <a:gd name="connsiteY2" fmla="*/ 257145 h 261746"/>
                <a:gd name="connsiteX3" fmla="*/ 103787 w 312228"/>
                <a:gd name="connsiteY3" fmla="*/ 144465 h 261746"/>
                <a:gd name="connsiteX4" fmla="*/ 104168 w 312228"/>
                <a:gd name="connsiteY4" fmla="*/ 140464 h 261746"/>
                <a:gd name="connsiteX5" fmla="*/ 84356 w 312228"/>
                <a:gd name="connsiteY5" fmla="*/ 139131 h 261746"/>
                <a:gd name="connsiteX6" fmla="*/ 62830 w 312228"/>
                <a:gd name="connsiteY6" fmla="*/ 116175 h 261746"/>
                <a:gd name="connsiteX7" fmla="*/ 70640 w 312228"/>
                <a:gd name="connsiteY7" fmla="*/ 102745 h 261746"/>
                <a:gd name="connsiteX8" fmla="*/ 97882 w 312228"/>
                <a:gd name="connsiteY8" fmla="*/ 105317 h 261746"/>
                <a:gd name="connsiteX9" fmla="*/ 108931 w 312228"/>
                <a:gd name="connsiteY9" fmla="*/ 135702 h 261746"/>
                <a:gd name="connsiteX10" fmla="*/ 215706 w 312228"/>
                <a:gd name="connsiteY10" fmla="*/ 86267 h 261746"/>
                <a:gd name="connsiteX11" fmla="*/ 199228 w 312228"/>
                <a:gd name="connsiteY11" fmla="*/ 77599 h 261746"/>
                <a:gd name="connsiteX12" fmla="*/ 178178 w 312228"/>
                <a:gd name="connsiteY12" fmla="*/ 42738 h 261746"/>
                <a:gd name="connsiteX13" fmla="*/ 203323 w 312228"/>
                <a:gd name="connsiteY13" fmla="*/ 12543 h 261746"/>
                <a:gd name="connsiteX14" fmla="*/ 232184 w 312228"/>
                <a:gd name="connsiteY14" fmla="*/ 36261 h 261746"/>
                <a:gd name="connsiteX15" fmla="*/ 231803 w 312228"/>
                <a:gd name="connsiteY15" fmla="*/ 75123 h 261746"/>
                <a:gd name="connsiteX16" fmla="*/ 224279 w 312228"/>
                <a:gd name="connsiteY16" fmla="*/ 84076 h 261746"/>
                <a:gd name="connsiteX17" fmla="*/ 278762 w 312228"/>
                <a:gd name="connsiteY17" fmla="*/ 74837 h 261746"/>
                <a:gd name="connsiteX18" fmla="*/ 305717 w 312228"/>
                <a:gd name="connsiteY18" fmla="*/ 2828 h 261746"/>
                <a:gd name="connsiteX19" fmla="*/ 307337 w 312228"/>
                <a:gd name="connsiteY19" fmla="*/ 66 h 261746"/>
                <a:gd name="connsiteX20" fmla="*/ 310099 w 312228"/>
                <a:gd name="connsiteY20" fmla="*/ 1685 h 261746"/>
                <a:gd name="connsiteX21" fmla="*/ 281333 w 312228"/>
                <a:gd name="connsiteY21" fmla="*/ 78647 h 261746"/>
                <a:gd name="connsiteX22" fmla="*/ 220564 w 312228"/>
                <a:gd name="connsiteY22" fmla="*/ 87886 h 261746"/>
                <a:gd name="connsiteX23" fmla="*/ 108740 w 312228"/>
                <a:gd name="connsiteY23" fmla="*/ 140178 h 261746"/>
                <a:gd name="connsiteX24" fmla="*/ 108264 w 312228"/>
                <a:gd name="connsiteY24" fmla="*/ 145036 h 261746"/>
                <a:gd name="connsiteX25" fmla="*/ 2632 w 312228"/>
                <a:gd name="connsiteY25" fmla="*/ 261717 h 261746"/>
                <a:gd name="connsiteX26" fmla="*/ 2537 w 312228"/>
                <a:gd name="connsiteY26" fmla="*/ 261717 h 261746"/>
                <a:gd name="connsiteX27" fmla="*/ 78832 w 312228"/>
                <a:gd name="connsiteY27" fmla="*/ 104841 h 261746"/>
                <a:gd name="connsiteX28" fmla="*/ 72736 w 312228"/>
                <a:gd name="connsiteY28" fmla="*/ 106746 h 261746"/>
                <a:gd name="connsiteX29" fmla="*/ 67402 w 312228"/>
                <a:gd name="connsiteY29" fmla="*/ 115604 h 261746"/>
                <a:gd name="connsiteX30" fmla="*/ 85499 w 312228"/>
                <a:gd name="connsiteY30" fmla="*/ 134749 h 261746"/>
                <a:gd name="connsiteX31" fmla="*/ 104359 w 312228"/>
                <a:gd name="connsiteY31" fmla="*/ 136083 h 261746"/>
                <a:gd name="connsiteX32" fmla="*/ 94834 w 312228"/>
                <a:gd name="connsiteY32" fmla="*/ 108746 h 261746"/>
                <a:gd name="connsiteX33" fmla="*/ 78832 w 312228"/>
                <a:gd name="connsiteY33" fmla="*/ 104936 h 261746"/>
                <a:gd name="connsiteX34" fmla="*/ 201609 w 312228"/>
                <a:gd name="connsiteY34" fmla="*/ 17211 h 261746"/>
                <a:gd name="connsiteX35" fmla="*/ 182749 w 312228"/>
                <a:gd name="connsiteY35" fmla="*/ 42547 h 261746"/>
                <a:gd name="connsiteX36" fmla="*/ 201895 w 312228"/>
                <a:gd name="connsiteY36" fmla="*/ 73884 h 261746"/>
                <a:gd name="connsiteX37" fmla="*/ 219325 w 312228"/>
                <a:gd name="connsiteY37" fmla="*/ 82743 h 261746"/>
                <a:gd name="connsiteX38" fmla="*/ 228089 w 312228"/>
                <a:gd name="connsiteY38" fmla="*/ 72551 h 261746"/>
                <a:gd name="connsiteX39" fmla="*/ 227803 w 312228"/>
                <a:gd name="connsiteY39" fmla="*/ 37594 h 261746"/>
                <a:gd name="connsiteX40" fmla="*/ 203514 w 312228"/>
                <a:gd name="connsiteY40" fmla="*/ 17115 h 261746"/>
                <a:gd name="connsiteX41" fmla="*/ 201514 w 312228"/>
                <a:gd name="connsiteY41" fmla="*/ 17306 h 2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12228" h="261746">
                  <a:moveTo>
                    <a:pt x="2632" y="261717"/>
                  </a:moveTo>
                  <a:cubicBezTo>
                    <a:pt x="1489" y="261908"/>
                    <a:pt x="346" y="261146"/>
                    <a:pt x="60" y="259908"/>
                  </a:cubicBezTo>
                  <a:cubicBezTo>
                    <a:pt x="-226" y="258669"/>
                    <a:pt x="536" y="257431"/>
                    <a:pt x="1774" y="257145"/>
                  </a:cubicBezTo>
                  <a:cubicBezTo>
                    <a:pt x="54733" y="245620"/>
                    <a:pt x="97596" y="198186"/>
                    <a:pt x="103787" y="144465"/>
                  </a:cubicBezTo>
                  <a:cubicBezTo>
                    <a:pt x="103978" y="143226"/>
                    <a:pt x="104073" y="141893"/>
                    <a:pt x="104168" y="140464"/>
                  </a:cubicBezTo>
                  <a:cubicBezTo>
                    <a:pt x="96739" y="140940"/>
                    <a:pt x="90071" y="140464"/>
                    <a:pt x="84356" y="139131"/>
                  </a:cubicBezTo>
                  <a:cubicBezTo>
                    <a:pt x="71783" y="135892"/>
                    <a:pt x="64258" y="127986"/>
                    <a:pt x="62830" y="116175"/>
                  </a:cubicBezTo>
                  <a:cubicBezTo>
                    <a:pt x="62163" y="110556"/>
                    <a:pt x="64925" y="105698"/>
                    <a:pt x="70640" y="102745"/>
                  </a:cubicBezTo>
                  <a:cubicBezTo>
                    <a:pt x="78070" y="98840"/>
                    <a:pt x="90547" y="98745"/>
                    <a:pt x="97882" y="105317"/>
                  </a:cubicBezTo>
                  <a:cubicBezTo>
                    <a:pt x="105216" y="111889"/>
                    <a:pt x="108931" y="122271"/>
                    <a:pt x="108931" y="135702"/>
                  </a:cubicBezTo>
                  <a:cubicBezTo>
                    <a:pt x="142935" y="131987"/>
                    <a:pt x="189227" y="110841"/>
                    <a:pt x="215706" y="86267"/>
                  </a:cubicBezTo>
                  <a:cubicBezTo>
                    <a:pt x="209896" y="84171"/>
                    <a:pt x="204276" y="81219"/>
                    <a:pt x="199228" y="77599"/>
                  </a:cubicBezTo>
                  <a:cubicBezTo>
                    <a:pt x="186274" y="68265"/>
                    <a:pt x="178654" y="55596"/>
                    <a:pt x="178178" y="42738"/>
                  </a:cubicBezTo>
                  <a:cubicBezTo>
                    <a:pt x="177701" y="28926"/>
                    <a:pt x="187798" y="13115"/>
                    <a:pt x="203323" y="12543"/>
                  </a:cubicBezTo>
                  <a:cubicBezTo>
                    <a:pt x="217421" y="11972"/>
                    <a:pt x="228470" y="24069"/>
                    <a:pt x="232184" y="36261"/>
                  </a:cubicBezTo>
                  <a:cubicBezTo>
                    <a:pt x="236375" y="50262"/>
                    <a:pt x="239328" y="64740"/>
                    <a:pt x="231803" y="75123"/>
                  </a:cubicBezTo>
                  <a:cubicBezTo>
                    <a:pt x="229613" y="78171"/>
                    <a:pt x="227136" y="81123"/>
                    <a:pt x="224279" y="84076"/>
                  </a:cubicBezTo>
                  <a:cubicBezTo>
                    <a:pt x="242662" y="88553"/>
                    <a:pt x="263140" y="85505"/>
                    <a:pt x="278762" y="74837"/>
                  </a:cubicBezTo>
                  <a:cubicBezTo>
                    <a:pt x="301240" y="59502"/>
                    <a:pt x="312575" y="29117"/>
                    <a:pt x="305717" y="2828"/>
                  </a:cubicBezTo>
                  <a:cubicBezTo>
                    <a:pt x="305431" y="1590"/>
                    <a:pt x="306098" y="351"/>
                    <a:pt x="307337" y="66"/>
                  </a:cubicBezTo>
                  <a:cubicBezTo>
                    <a:pt x="308480" y="-220"/>
                    <a:pt x="309813" y="447"/>
                    <a:pt x="310099" y="1685"/>
                  </a:cubicBezTo>
                  <a:cubicBezTo>
                    <a:pt x="317433" y="29879"/>
                    <a:pt x="305336" y="62264"/>
                    <a:pt x="281333" y="78647"/>
                  </a:cubicBezTo>
                  <a:cubicBezTo>
                    <a:pt x="263903" y="90553"/>
                    <a:pt x="240852" y="93601"/>
                    <a:pt x="220564" y="87886"/>
                  </a:cubicBezTo>
                  <a:cubicBezTo>
                    <a:pt x="193513" y="113794"/>
                    <a:pt x="144554" y="136368"/>
                    <a:pt x="108740" y="140178"/>
                  </a:cubicBezTo>
                  <a:cubicBezTo>
                    <a:pt x="108740" y="141798"/>
                    <a:pt x="108550" y="143417"/>
                    <a:pt x="108264" y="145036"/>
                  </a:cubicBezTo>
                  <a:cubicBezTo>
                    <a:pt x="101882" y="200757"/>
                    <a:pt x="57400" y="249811"/>
                    <a:pt x="2632" y="261717"/>
                  </a:cubicBezTo>
                  <a:cubicBezTo>
                    <a:pt x="2632" y="261717"/>
                    <a:pt x="2537" y="261717"/>
                    <a:pt x="2537" y="261717"/>
                  </a:cubicBezTo>
                  <a:close/>
                  <a:moveTo>
                    <a:pt x="78832" y="104841"/>
                  </a:moveTo>
                  <a:cubicBezTo>
                    <a:pt x="76641" y="105222"/>
                    <a:pt x="74546" y="105793"/>
                    <a:pt x="72736" y="106746"/>
                  </a:cubicBezTo>
                  <a:cubicBezTo>
                    <a:pt x="69973" y="108174"/>
                    <a:pt x="66830" y="110937"/>
                    <a:pt x="67402" y="115604"/>
                  </a:cubicBezTo>
                  <a:cubicBezTo>
                    <a:pt x="68640" y="125605"/>
                    <a:pt x="74736" y="131987"/>
                    <a:pt x="85499" y="134749"/>
                  </a:cubicBezTo>
                  <a:cubicBezTo>
                    <a:pt x="90929" y="136083"/>
                    <a:pt x="97310" y="136559"/>
                    <a:pt x="104359" y="136083"/>
                  </a:cubicBezTo>
                  <a:cubicBezTo>
                    <a:pt x="104359" y="126272"/>
                    <a:pt x="102358" y="115509"/>
                    <a:pt x="94834" y="108746"/>
                  </a:cubicBezTo>
                  <a:cubicBezTo>
                    <a:pt x="90738" y="105126"/>
                    <a:pt x="84356" y="104079"/>
                    <a:pt x="78832" y="104936"/>
                  </a:cubicBezTo>
                  <a:close/>
                  <a:moveTo>
                    <a:pt x="201609" y="17211"/>
                  </a:moveTo>
                  <a:cubicBezTo>
                    <a:pt x="190274" y="18925"/>
                    <a:pt x="182369" y="31498"/>
                    <a:pt x="182749" y="42547"/>
                  </a:cubicBezTo>
                  <a:cubicBezTo>
                    <a:pt x="183131" y="53977"/>
                    <a:pt x="190179" y="65312"/>
                    <a:pt x="201895" y="73884"/>
                  </a:cubicBezTo>
                  <a:cubicBezTo>
                    <a:pt x="207229" y="77694"/>
                    <a:pt x="213134" y="80647"/>
                    <a:pt x="219325" y="82743"/>
                  </a:cubicBezTo>
                  <a:cubicBezTo>
                    <a:pt x="222659" y="79409"/>
                    <a:pt x="225612" y="75980"/>
                    <a:pt x="228089" y="72551"/>
                  </a:cubicBezTo>
                  <a:cubicBezTo>
                    <a:pt x="234375" y="63693"/>
                    <a:pt x="231708" y="50548"/>
                    <a:pt x="227803" y="37594"/>
                  </a:cubicBezTo>
                  <a:cubicBezTo>
                    <a:pt x="224660" y="27307"/>
                    <a:pt x="215135" y="16639"/>
                    <a:pt x="203514" y="17115"/>
                  </a:cubicBezTo>
                  <a:cubicBezTo>
                    <a:pt x="202847" y="17115"/>
                    <a:pt x="202181" y="17115"/>
                    <a:pt x="201514" y="17306"/>
                  </a:cubicBezTo>
                  <a:close/>
                </a:path>
              </a:pathLst>
            </a:custGeom>
            <a:solidFill>
              <a:srgbClr val="995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9E23CF96-65A2-8176-D878-1F1745C75410}"/>
                </a:ext>
              </a:extLst>
            </p:cNvPr>
            <p:cNvSpPr/>
            <p:nvPr/>
          </p:nvSpPr>
          <p:spPr>
            <a:xfrm flipH="1">
              <a:off x="5383053" y="2161305"/>
              <a:ext cx="66951" cy="31860"/>
            </a:xfrm>
            <a:custGeom>
              <a:avLst/>
              <a:gdLst>
                <a:gd name="connsiteX0" fmla="*/ 181999 w 372135"/>
                <a:gd name="connsiteY0" fmla="*/ 175927 h 177246"/>
                <a:gd name="connsiteX1" fmla="*/ 160759 w 372135"/>
                <a:gd name="connsiteY1" fmla="*/ 177165 h 177246"/>
                <a:gd name="connsiteX2" fmla="*/ 105133 w 372135"/>
                <a:gd name="connsiteY2" fmla="*/ 150876 h 177246"/>
                <a:gd name="connsiteX3" fmla="*/ 263 w 372135"/>
                <a:gd name="connsiteY3" fmla="*/ 85249 h 177246"/>
                <a:gd name="connsiteX4" fmla="*/ 1215 w 372135"/>
                <a:gd name="connsiteY4" fmla="*/ 82201 h 177246"/>
                <a:gd name="connsiteX5" fmla="*/ 4263 w 372135"/>
                <a:gd name="connsiteY5" fmla="*/ 83153 h 177246"/>
                <a:gd name="connsiteX6" fmla="*/ 101704 w 372135"/>
                <a:gd name="connsiteY6" fmla="*/ 146209 h 177246"/>
                <a:gd name="connsiteX7" fmla="*/ 110943 w 372135"/>
                <a:gd name="connsiteY7" fmla="*/ 83153 h 177246"/>
                <a:gd name="connsiteX8" fmla="*/ 147043 w 372135"/>
                <a:gd name="connsiteY8" fmla="*/ 79534 h 177246"/>
                <a:gd name="connsiteX9" fmla="*/ 167617 w 372135"/>
                <a:gd name="connsiteY9" fmla="*/ 102680 h 177246"/>
                <a:gd name="connsiteX10" fmla="*/ 149900 w 372135"/>
                <a:gd name="connsiteY10" fmla="*/ 140589 h 177246"/>
                <a:gd name="connsiteX11" fmla="*/ 111133 w 372135"/>
                <a:gd name="connsiteY11" fmla="*/ 151067 h 177246"/>
                <a:gd name="connsiteX12" fmla="*/ 160949 w 372135"/>
                <a:gd name="connsiteY12" fmla="*/ 172688 h 177246"/>
                <a:gd name="connsiteX13" fmla="*/ 224672 w 372135"/>
                <a:gd name="connsiteY13" fmla="*/ 158210 h 177246"/>
                <a:gd name="connsiteX14" fmla="*/ 255818 w 372135"/>
                <a:gd name="connsiteY14" fmla="*/ 140589 h 177246"/>
                <a:gd name="connsiteX15" fmla="*/ 241245 w 372135"/>
                <a:gd name="connsiteY15" fmla="*/ 131064 h 177246"/>
                <a:gd name="connsiteX16" fmla="*/ 224195 w 372135"/>
                <a:gd name="connsiteY16" fmla="*/ 99441 h 177246"/>
                <a:gd name="connsiteX17" fmla="*/ 230482 w 372135"/>
                <a:gd name="connsiteY17" fmla="*/ 80867 h 177246"/>
                <a:gd name="connsiteX18" fmla="*/ 251437 w 372135"/>
                <a:gd name="connsiteY18" fmla="*/ 74009 h 177246"/>
                <a:gd name="connsiteX19" fmla="*/ 274297 w 372135"/>
                <a:gd name="connsiteY19" fmla="*/ 89059 h 177246"/>
                <a:gd name="connsiteX20" fmla="*/ 266867 w 372135"/>
                <a:gd name="connsiteY20" fmla="*/ 136017 h 177246"/>
                <a:gd name="connsiteX21" fmla="*/ 264010 w 372135"/>
                <a:gd name="connsiteY21" fmla="*/ 139256 h 177246"/>
                <a:gd name="connsiteX22" fmla="*/ 302586 w 372135"/>
                <a:gd name="connsiteY22" fmla="*/ 143542 h 177246"/>
                <a:gd name="connsiteX23" fmla="*/ 355069 w 372135"/>
                <a:gd name="connsiteY23" fmla="*/ 113443 h 177246"/>
                <a:gd name="connsiteX24" fmla="*/ 365546 w 372135"/>
                <a:gd name="connsiteY24" fmla="*/ 53816 h 177246"/>
                <a:gd name="connsiteX25" fmla="*/ 330780 w 372135"/>
                <a:gd name="connsiteY25" fmla="*/ 4286 h 177246"/>
                <a:gd name="connsiteX26" fmla="*/ 329923 w 372135"/>
                <a:gd name="connsiteY26" fmla="*/ 1143 h 177246"/>
                <a:gd name="connsiteX27" fmla="*/ 333066 w 372135"/>
                <a:gd name="connsiteY27" fmla="*/ 286 h 177246"/>
                <a:gd name="connsiteX28" fmla="*/ 370023 w 372135"/>
                <a:gd name="connsiteY28" fmla="*/ 52768 h 177246"/>
                <a:gd name="connsiteX29" fmla="*/ 358783 w 372135"/>
                <a:gd name="connsiteY29" fmla="*/ 116014 h 177246"/>
                <a:gd name="connsiteX30" fmla="*/ 303157 w 372135"/>
                <a:gd name="connsiteY30" fmla="*/ 148114 h 177246"/>
                <a:gd name="connsiteX31" fmla="*/ 260390 w 372135"/>
                <a:gd name="connsiteY31" fmla="*/ 142780 h 177246"/>
                <a:gd name="connsiteX32" fmla="*/ 226386 w 372135"/>
                <a:gd name="connsiteY32" fmla="*/ 162497 h 177246"/>
                <a:gd name="connsiteX33" fmla="*/ 181904 w 372135"/>
                <a:gd name="connsiteY33" fmla="*/ 176022 h 177246"/>
                <a:gd name="connsiteX34" fmla="*/ 244388 w 372135"/>
                <a:gd name="connsiteY34" fmla="*/ 78581 h 177246"/>
                <a:gd name="connsiteX35" fmla="*/ 233815 w 372135"/>
                <a:gd name="connsiteY35" fmla="*/ 84010 h 177246"/>
                <a:gd name="connsiteX36" fmla="*/ 228767 w 372135"/>
                <a:gd name="connsiteY36" fmla="*/ 99251 h 177246"/>
                <a:gd name="connsiteX37" fmla="*/ 244198 w 372135"/>
                <a:gd name="connsiteY37" fmla="*/ 127635 h 177246"/>
                <a:gd name="connsiteX38" fmla="*/ 259533 w 372135"/>
                <a:gd name="connsiteY38" fmla="*/ 137351 h 177246"/>
                <a:gd name="connsiteX39" fmla="*/ 263438 w 372135"/>
                <a:gd name="connsiteY39" fmla="*/ 133064 h 177246"/>
                <a:gd name="connsiteX40" fmla="*/ 270296 w 372135"/>
                <a:gd name="connsiteY40" fmla="*/ 91249 h 177246"/>
                <a:gd name="connsiteX41" fmla="*/ 250865 w 372135"/>
                <a:gd name="connsiteY41" fmla="*/ 78581 h 177246"/>
                <a:gd name="connsiteX42" fmla="*/ 244388 w 372135"/>
                <a:gd name="connsiteY42" fmla="*/ 78581 h 177246"/>
                <a:gd name="connsiteX43" fmla="*/ 107419 w 372135"/>
                <a:gd name="connsiteY43" fmla="*/ 146399 h 177246"/>
                <a:gd name="connsiteX44" fmla="*/ 108848 w 372135"/>
                <a:gd name="connsiteY44" fmla="*/ 146399 h 177246"/>
                <a:gd name="connsiteX45" fmla="*/ 147329 w 372135"/>
                <a:gd name="connsiteY45" fmla="*/ 136684 h 177246"/>
                <a:gd name="connsiteX46" fmla="*/ 163140 w 372135"/>
                <a:gd name="connsiteY46" fmla="*/ 103346 h 177246"/>
                <a:gd name="connsiteX47" fmla="*/ 145424 w 372135"/>
                <a:gd name="connsiteY47" fmla="*/ 83630 h 177246"/>
                <a:gd name="connsiteX48" fmla="*/ 113705 w 372135"/>
                <a:gd name="connsiteY48" fmla="*/ 86678 h 177246"/>
                <a:gd name="connsiteX49" fmla="*/ 105704 w 372135"/>
                <a:gd name="connsiteY49" fmla="*/ 143827 h 177246"/>
                <a:gd name="connsiteX50" fmla="*/ 107419 w 372135"/>
                <a:gd name="connsiteY50" fmla="*/ 146304 h 17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72135" h="177246">
                  <a:moveTo>
                    <a:pt x="181999" y="175927"/>
                  </a:moveTo>
                  <a:cubicBezTo>
                    <a:pt x="175046" y="176975"/>
                    <a:pt x="167998" y="177451"/>
                    <a:pt x="160759" y="177165"/>
                  </a:cubicBezTo>
                  <a:cubicBezTo>
                    <a:pt x="137899" y="176213"/>
                    <a:pt x="117134" y="166306"/>
                    <a:pt x="105133" y="150876"/>
                  </a:cubicBezTo>
                  <a:cubicBezTo>
                    <a:pt x="62365" y="148971"/>
                    <a:pt x="20551" y="122968"/>
                    <a:pt x="263" y="85249"/>
                  </a:cubicBezTo>
                  <a:cubicBezTo>
                    <a:pt x="-309" y="84106"/>
                    <a:pt x="72" y="82772"/>
                    <a:pt x="1215" y="82201"/>
                  </a:cubicBezTo>
                  <a:cubicBezTo>
                    <a:pt x="2263" y="81629"/>
                    <a:pt x="3691" y="82010"/>
                    <a:pt x="4263" y="83153"/>
                  </a:cubicBezTo>
                  <a:cubicBezTo>
                    <a:pt x="23218" y="118396"/>
                    <a:pt x="61794" y="143065"/>
                    <a:pt x="101704" y="146209"/>
                  </a:cubicBezTo>
                  <a:cubicBezTo>
                    <a:pt x="88750" y="125254"/>
                    <a:pt x="92941" y="96488"/>
                    <a:pt x="110943" y="83153"/>
                  </a:cubicBezTo>
                  <a:cubicBezTo>
                    <a:pt x="120658" y="75914"/>
                    <a:pt x="134565" y="74581"/>
                    <a:pt x="147043" y="79534"/>
                  </a:cubicBezTo>
                  <a:cubicBezTo>
                    <a:pt x="158187" y="83915"/>
                    <a:pt x="165712" y="92393"/>
                    <a:pt x="167617" y="102680"/>
                  </a:cubicBezTo>
                  <a:cubicBezTo>
                    <a:pt x="170189" y="116396"/>
                    <a:pt x="163045" y="131635"/>
                    <a:pt x="149900" y="140589"/>
                  </a:cubicBezTo>
                  <a:cubicBezTo>
                    <a:pt x="139899" y="147447"/>
                    <a:pt x="126850" y="150971"/>
                    <a:pt x="111133" y="151067"/>
                  </a:cubicBezTo>
                  <a:cubicBezTo>
                    <a:pt x="122659" y="163735"/>
                    <a:pt x="140852" y="171831"/>
                    <a:pt x="160949" y="172688"/>
                  </a:cubicBezTo>
                  <a:cubicBezTo>
                    <a:pt x="184666" y="173641"/>
                    <a:pt x="207431" y="165544"/>
                    <a:pt x="224672" y="158210"/>
                  </a:cubicBezTo>
                  <a:cubicBezTo>
                    <a:pt x="235625" y="153638"/>
                    <a:pt x="246674" y="148304"/>
                    <a:pt x="255818" y="140589"/>
                  </a:cubicBezTo>
                  <a:cubicBezTo>
                    <a:pt x="250580" y="138017"/>
                    <a:pt x="245627" y="134779"/>
                    <a:pt x="241245" y="131064"/>
                  </a:cubicBezTo>
                  <a:cubicBezTo>
                    <a:pt x="231530" y="122872"/>
                    <a:pt x="224862" y="110490"/>
                    <a:pt x="224195" y="99441"/>
                  </a:cubicBezTo>
                  <a:cubicBezTo>
                    <a:pt x="223719" y="92202"/>
                    <a:pt x="225910" y="85725"/>
                    <a:pt x="230482" y="80867"/>
                  </a:cubicBezTo>
                  <a:cubicBezTo>
                    <a:pt x="235530" y="75438"/>
                    <a:pt x="243150" y="72962"/>
                    <a:pt x="251437" y="74009"/>
                  </a:cubicBezTo>
                  <a:cubicBezTo>
                    <a:pt x="261248" y="75247"/>
                    <a:pt x="270011" y="80962"/>
                    <a:pt x="274297" y="89059"/>
                  </a:cubicBezTo>
                  <a:cubicBezTo>
                    <a:pt x="282869" y="104965"/>
                    <a:pt x="276773" y="124111"/>
                    <a:pt x="266867" y="136017"/>
                  </a:cubicBezTo>
                  <a:cubicBezTo>
                    <a:pt x="265915" y="137160"/>
                    <a:pt x="264962" y="138208"/>
                    <a:pt x="264010" y="139256"/>
                  </a:cubicBezTo>
                  <a:cubicBezTo>
                    <a:pt x="275821" y="143732"/>
                    <a:pt x="289061" y="145256"/>
                    <a:pt x="302586" y="143542"/>
                  </a:cubicBezTo>
                  <a:cubicBezTo>
                    <a:pt x="324303" y="140684"/>
                    <a:pt x="343639" y="129731"/>
                    <a:pt x="355069" y="113443"/>
                  </a:cubicBezTo>
                  <a:cubicBezTo>
                    <a:pt x="366499" y="97060"/>
                    <a:pt x="370404" y="75343"/>
                    <a:pt x="365546" y="53816"/>
                  </a:cubicBezTo>
                  <a:cubicBezTo>
                    <a:pt x="360784" y="32290"/>
                    <a:pt x="348116" y="14192"/>
                    <a:pt x="330780" y="4286"/>
                  </a:cubicBezTo>
                  <a:cubicBezTo>
                    <a:pt x="329732" y="3620"/>
                    <a:pt x="329351" y="2286"/>
                    <a:pt x="329923" y="1143"/>
                  </a:cubicBezTo>
                  <a:cubicBezTo>
                    <a:pt x="330494" y="0"/>
                    <a:pt x="331923" y="-286"/>
                    <a:pt x="333066" y="286"/>
                  </a:cubicBezTo>
                  <a:cubicBezTo>
                    <a:pt x="351449" y="10858"/>
                    <a:pt x="364975" y="30004"/>
                    <a:pt x="370023" y="52768"/>
                  </a:cubicBezTo>
                  <a:cubicBezTo>
                    <a:pt x="375071" y="75629"/>
                    <a:pt x="370975" y="98679"/>
                    <a:pt x="358783" y="116014"/>
                  </a:cubicBezTo>
                  <a:cubicBezTo>
                    <a:pt x="346591" y="133445"/>
                    <a:pt x="326208" y="145066"/>
                    <a:pt x="303157" y="148114"/>
                  </a:cubicBezTo>
                  <a:cubicBezTo>
                    <a:pt x="288108" y="150019"/>
                    <a:pt x="273344" y="148114"/>
                    <a:pt x="260390" y="142780"/>
                  </a:cubicBezTo>
                  <a:cubicBezTo>
                    <a:pt x="250580" y="151638"/>
                    <a:pt x="238388" y="157543"/>
                    <a:pt x="226386" y="162497"/>
                  </a:cubicBezTo>
                  <a:cubicBezTo>
                    <a:pt x="213908" y="167735"/>
                    <a:pt x="198573" y="173450"/>
                    <a:pt x="181904" y="176022"/>
                  </a:cubicBezTo>
                  <a:close/>
                  <a:moveTo>
                    <a:pt x="244388" y="78581"/>
                  </a:moveTo>
                  <a:cubicBezTo>
                    <a:pt x="240197" y="79248"/>
                    <a:pt x="236482" y="81058"/>
                    <a:pt x="233815" y="84010"/>
                  </a:cubicBezTo>
                  <a:cubicBezTo>
                    <a:pt x="230101" y="88011"/>
                    <a:pt x="228386" y="93155"/>
                    <a:pt x="228767" y="99251"/>
                  </a:cubicBezTo>
                  <a:cubicBezTo>
                    <a:pt x="229339" y="109061"/>
                    <a:pt x="235435" y="120206"/>
                    <a:pt x="244198" y="127635"/>
                  </a:cubicBezTo>
                  <a:cubicBezTo>
                    <a:pt x="248770" y="131540"/>
                    <a:pt x="253913" y="134779"/>
                    <a:pt x="259533" y="137351"/>
                  </a:cubicBezTo>
                  <a:cubicBezTo>
                    <a:pt x="260866" y="136017"/>
                    <a:pt x="262200" y="134588"/>
                    <a:pt x="263438" y="133064"/>
                  </a:cubicBezTo>
                  <a:cubicBezTo>
                    <a:pt x="272011" y="122682"/>
                    <a:pt x="277916" y="105156"/>
                    <a:pt x="270296" y="91249"/>
                  </a:cubicBezTo>
                  <a:cubicBezTo>
                    <a:pt x="266677" y="84582"/>
                    <a:pt x="259057" y="79629"/>
                    <a:pt x="250865" y="78581"/>
                  </a:cubicBezTo>
                  <a:cubicBezTo>
                    <a:pt x="248579" y="78295"/>
                    <a:pt x="246484" y="78295"/>
                    <a:pt x="244388" y="78581"/>
                  </a:cubicBezTo>
                  <a:close/>
                  <a:moveTo>
                    <a:pt x="107419" y="146399"/>
                  </a:moveTo>
                  <a:cubicBezTo>
                    <a:pt x="107895" y="146399"/>
                    <a:pt x="108371" y="146399"/>
                    <a:pt x="108848" y="146399"/>
                  </a:cubicBezTo>
                  <a:cubicBezTo>
                    <a:pt x="124659" y="146590"/>
                    <a:pt x="137613" y="143351"/>
                    <a:pt x="147329" y="136684"/>
                  </a:cubicBezTo>
                  <a:cubicBezTo>
                    <a:pt x="159044" y="128683"/>
                    <a:pt x="165331" y="115252"/>
                    <a:pt x="163140" y="103346"/>
                  </a:cubicBezTo>
                  <a:cubicBezTo>
                    <a:pt x="161521" y="94583"/>
                    <a:pt x="155044" y="87439"/>
                    <a:pt x="145424" y="83630"/>
                  </a:cubicBezTo>
                  <a:cubicBezTo>
                    <a:pt x="134470" y="79343"/>
                    <a:pt x="122087" y="80486"/>
                    <a:pt x="113705" y="86678"/>
                  </a:cubicBezTo>
                  <a:cubicBezTo>
                    <a:pt x="97417" y="98679"/>
                    <a:pt x="93798" y="124873"/>
                    <a:pt x="105704" y="143827"/>
                  </a:cubicBezTo>
                  <a:cubicBezTo>
                    <a:pt x="106276" y="144685"/>
                    <a:pt x="106752" y="145542"/>
                    <a:pt x="107419" y="146304"/>
                  </a:cubicBezTo>
                  <a:close/>
                </a:path>
              </a:pathLst>
            </a:custGeom>
            <a:solidFill>
              <a:srgbClr val="995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41925EE3-5D93-E985-F530-26FDE657DF8C}"/>
                </a:ext>
              </a:extLst>
            </p:cNvPr>
            <p:cNvSpPr/>
            <p:nvPr/>
          </p:nvSpPr>
          <p:spPr>
            <a:xfrm flipH="1">
              <a:off x="5363894" y="2186114"/>
              <a:ext cx="193133" cy="286182"/>
            </a:xfrm>
            <a:custGeom>
              <a:avLst/>
              <a:gdLst>
                <a:gd name="connsiteX0" fmla="*/ 1062519 w 1073497"/>
                <a:gd name="connsiteY0" fmla="*/ 452342 h 1592087"/>
                <a:gd name="connsiteX1" fmla="*/ 998226 w 1073497"/>
                <a:gd name="connsiteY1" fmla="*/ 554927 h 1592087"/>
                <a:gd name="connsiteX2" fmla="*/ 997082 w 1073497"/>
                <a:gd name="connsiteY2" fmla="*/ 578453 h 1592087"/>
                <a:gd name="connsiteX3" fmla="*/ 866590 w 1073497"/>
                <a:gd name="connsiteY3" fmla="*/ 963835 h 1592087"/>
                <a:gd name="connsiteX4" fmla="*/ 875448 w 1073497"/>
                <a:gd name="connsiteY4" fmla="*/ 1323404 h 1592087"/>
                <a:gd name="connsiteX5" fmla="*/ 673613 w 1073497"/>
                <a:gd name="connsiteY5" fmla="*/ 1576483 h 1592087"/>
                <a:gd name="connsiteX6" fmla="*/ 185934 w 1073497"/>
                <a:gd name="connsiteY6" fmla="*/ 1399604 h 1592087"/>
                <a:gd name="connsiteX7" fmla="*/ 194887 w 1073497"/>
                <a:gd name="connsiteY7" fmla="*/ 687515 h 1592087"/>
                <a:gd name="connsiteX8" fmla="*/ 23151 w 1073497"/>
                <a:gd name="connsiteY8" fmla="*/ 593598 h 1592087"/>
                <a:gd name="connsiteX9" fmla="*/ 103923 w 1073497"/>
                <a:gd name="connsiteY9" fmla="*/ 396145 h 1592087"/>
                <a:gd name="connsiteX10" fmla="*/ 100780 w 1073497"/>
                <a:gd name="connsiteY10" fmla="*/ 375380 h 1592087"/>
                <a:gd name="connsiteX11" fmla="*/ 91445 w 1073497"/>
                <a:gd name="connsiteY11" fmla="*/ 314801 h 1592087"/>
                <a:gd name="connsiteX12" fmla="*/ 259752 w 1073497"/>
                <a:gd name="connsiteY12" fmla="*/ 248126 h 1592087"/>
                <a:gd name="connsiteX13" fmla="*/ 308520 w 1073497"/>
                <a:gd name="connsiteY13" fmla="*/ 161258 h 1592087"/>
                <a:gd name="connsiteX14" fmla="*/ 515118 w 1073497"/>
                <a:gd name="connsiteY14" fmla="*/ 0 h 1592087"/>
                <a:gd name="connsiteX15" fmla="*/ 952505 w 1073497"/>
                <a:gd name="connsiteY15" fmla="*/ 16193 h 1592087"/>
                <a:gd name="connsiteX16" fmla="*/ 983747 w 1073497"/>
                <a:gd name="connsiteY16" fmla="*/ 159449 h 1592087"/>
                <a:gd name="connsiteX17" fmla="*/ 989272 w 1073497"/>
                <a:gd name="connsiteY17" fmla="*/ 315944 h 1592087"/>
                <a:gd name="connsiteX18" fmla="*/ 1065758 w 1073497"/>
                <a:gd name="connsiteY18" fmla="*/ 331946 h 1592087"/>
                <a:gd name="connsiteX19" fmla="*/ 1062519 w 1073497"/>
                <a:gd name="connsiteY19" fmla="*/ 452533 h 159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3497" h="1592087">
                  <a:moveTo>
                    <a:pt x="1062519" y="452342"/>
                  </a:moveTo>
                  <a:cubicBezTo>
                    <a:pt x="1051661" y="486823"/>
                    <a:pt x="1031563" y="523113"/>
                    <a:pt x="998226" y="554927"/>
                  </a:cubicBezTo>
                  <a:cubicBezTo>
                    <a:pt x="998226" y="554927"/>
                    <a:pt x="998035" y="563594"/>
                    <a:pt x="997082" y="578453"/>
                  </a:cubicBezTo>
                  <a:cubicBezTo>
                    <a:pt x="992606" y="653225"/>
                    <a:pt x="970508" y="886016"/>
                    <a:pt x="866590" y="963835"/>
                  </a:cubicBezTo>
                  <a:lnTo>
                    <a:pt x="875448" y="1323404"/>
                  </a:lnTo>
                  <a:cubicBezTo>
                    <a:pt x="875448" y="1323404"/>
                    <a:pt x="905928" y="1522286"/>
                    <a:pt x="673613" y="1576483"/>
                  </a:cubicBezTo>
                  <a:cubicBezTo>
                    <a:pt x="441299" y="1630585"/>
                    <a:pt x="301662" y="1537335"/>
                    <a:pt x="185934" y="1399604"/>
                  </a:cubicBezTo>
                  <a:lnTo>
                    <a:pt x="194887" y="687515"/>
                  </a:lnTo>
                  <a:cubicBezTo>
                    <a:pt x="194887" y="687515"/>
                    <a:pt x="77348" y="705517"/>
                    <a:pt x="23151" y="593598"/>
                  </a:cubicBezTo>
                  <a:cubicBezTo>
                    <a:pt x="-31046" y="481584"/>
                    <a:pt x="15627" y="363379"/>
                    <a:pt x="103923" y="396145"/>
                  </a:cubicBezTo>
                  <a:lnTo>
                    <a:pt x="100780" y="375380"/>
                  </a:lnTo>
                  <a:cubicBezTo>
                    <a:pt x="96113" y="344710"/>
                    <a:pt x="91445" y="314801"/>
                    <a:pt x="91445" y="314801"/>
                  </a:cubicBezTo>
                  <a:cubicBezTo>
                    <a:pt x="91445" y="314801"/>
                    <a:pt x="195363" y="303657"/>
                    <a:pt x="259752" y="248126"/>
                  </a:cubicBezTo>
                  <a:cubicBezTo>
                    <a:pt x="284803" y="226504"/>
                    <a:pt x="303853" y="198215"/>
                    <a:pt x="308520" y="161258"/>
                  </a:cubicBezTo>
                  <a:cubicBezTo>
                    <a:pt x="308520" y="161258"/>
                    <a:pt x="499782" y="141161"/>
                    <a:pt x="515118" y="0"/>
                  </a:cubicBezTo>
                  <a:cubicBezTo>
                    <a:pt x="515118" y="0"/>
                    <a:pt x="775817" y="191357"/>
                    <a:pt x="952505" y="16193"/>
                  </a:cubicBezTo>
                  <a:cubicBezTo>
                    <a:pt x="952505" y="16193"/>
                    <a:pt x="980319" y="76676"/>
                    <a:pt x="983747" y="159449"/>
                  </a:cubicBezTo>
                  <a:cubicBezTo>
                    <a:pt x="986414" y="224123"/>
                    <a:pt x="989272" y="315944"/>
                    <a:pt x="989272" y="315944"/>
                  </a:cubicBezTo>
                  <a:cubicBezTo>
                    <a:pt x="989272" y="315944"/>
                    <a:pt x="1049756" y="288131"/>
                    <a:pt x="1065758" y="331946"/>
                  </a:cubicBezTo>
                  <a:cubicBezTo>
                    <a:pt x="1075187" y="357664"/>
                    <a:pt x="1078045" y="403479"/>
                    <a:pt x="1062519" y="452533"/>
                  </a:cubicBezTo>
                  <a:close/>
                </a:path>
              </a:pathLst>
            </a:custGeom>
            <a:solidFill>
              <a:srgbClr val="DAA87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55E8B7A3-CF57-DA1A-8CB2-B0A0574FAC0B}"/>
                </a:ext>
              </a:extLst>
            </p:cNvPr>
            <p:cNvSpPr/>
            <p:nvPr/>
          </p:nvSpPr>
          <p:spPr>
            <a:xfrm flipH="1">
              <a:off x="5400587" y="2350446"/>
              <a:ext cx="83506" cy="35853"/>
            </a:xfrm>
            <a:custGeom>
              <a:avLst/>
              <a:gdLst>
                <a:gd name="connsiteX0" fmla="*/ 95 w 464153"/>
                <a:gd name="connsiteY0" fmla="*/ 0 h 199456"/>
                <a:gd name="connsiteX1" fmla="*/ 461105 w 464153"/>
                <a:gd name="connsiteY1" fmla="*/ 49625 h 199456"/>
                <a:gd name="connsiteX2" fmla="*/ 464153 w 464153"/>
                <a:gd name="connsiteY2" fmla="*/ 173926 h 199456"/>
                <a:gd name="connsiteX3" fmla="*/ 0 w 464153"/>
                <a:gd name="connsiteY3" fmla="*/ 0 h 199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153" h="199456">
                  <a:moveTo>
                    <a:pt x="95" y="0"/>
                  </a:moveTo>
                  <a:cubicBezTo>
                    <a:pt x="95" y="0"/>
                    <a:pt x="257270" y="228886"/>
                    <a:pt x="461105" y="49625"/>
                  </a:cubicBezTo>
                  <a:lnTo>
                    <a:pt x="464153" y="173926"/>
                  </a:lnTo>
                  <a:cubicBezTo>
                    <a:pt x="464153" y="173926"/>
                    <a:pt x="230791" y="297751"/>
                    <a:pt x="0" y="0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0CB435A2-15A9-FF50-C6E3-7BDCCDB1CEF9}"/>
                </a:ext>
              </a:extLst>
            </p:cNvPr>
            <p:cNvSpPr/>
            <p:nvPr/>
          </p:nvSpPr>
          <p:spPr>
            <a:xfrm flipH="1">
              <a:off x="5510295" y="2230665"/>
              <a:ext cx="30520" cy="41998"/>
            </a:xfrm>
            <a:custGeom>
              <a:avLst/>
              <a:gdLst>
                <a:gd name="connsiteX0" fmla="*/ 166402 w 169640"/>
                <a:gd name="connsiteY0" fmla="*/ 218504 h 233648"/>
                <a:gd name="connsiteX1" fmla="*/ 119539 w 169640"/>
                <a:gd name="connsiteY1" fmla="*/ 233648 h 233648"/>
                <a:gd name="connsiteX2" fmla="*/ 13907 w 169640"/>
                <a:gd name="connsiteY2" fmla="*/ 148018 h 233648"/>
                <a:gd name="connsiteX3" fmla="*/ 0 w 169640"/>
                <a:gd name="connsiteY3" fmla="*/ 57626 h 233648"/>
                <a:gd name="connsiteX4" fmla="*/ 169641 w 169640"/>
                <a:gd name="connsiteY4" fmla="*/ 0 h 233648"/>
                <a:gd name="connsiteX5" fmla="*/ 166402 w 169640"/>
                <a:gd name="connsiteY5" fmla="*/ 218504 h 23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640" h="233648">
                  <a:moveTo>
                    <a:pt x="166402" y="218504"/>
                  </a:moveTo>
                  <a:cubicBezTo>
                    <a:pt x="153543" y="223552"/>
                    <a:pt x="132302" y="228695"/>
                    <a:pt x="119539" y="233648"/>
                  </a:cubicBezTo>
                  <a:cubicBezTo>
                    <a:pt x="76486" y="194024"/>
                    <a:pt x="45149" y="171069"/>
                    <a:pt x="13907" y="148018"/>
                  </a:cubicBezTo>
                  <a:cubicBezTo>
                    <a:pt x="9239" y="117348"/>
                    <a:pt x="0" y="57626"/>
                    <a:pt x="0" y="57626"/>
                  </a:cubicBezTo>
                  <a:cubicBezTo>
                    <a:pt x="0" y="57626"/>
                    <a:pt x="105251" y="55531"/>
                    <a:pt x="169641" y="0"/>
                  </a:cubicBezTo>
                  <a:cubicBezTo>
                    <a:pt x="144399" y="71533"/>
                    <a:pt x="136970" y="144494"/>
                    <a:pt x="166402" y="218504"/>
                  </a:cubicBezTo>
                  <a:close/>
                </a:path>
              </a:pathLst>
            </a:custGeom>
            <a:solidFill>
              <a:srgbClr val="6C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4C9B63EC-8BD9-2691-06C5-C7A324B93964}"/>
                </a:ext>
              </a:extLst>
            </p:cNvPr>
            <p:cNvSpPr/>
            <p:nvPr/>
          </p:nvSpPr>
          <p:spPr>
            <a:xfrm flipH="1">
              <a:off x="5442235" y="2229171"/>
              <a:ext cx="48458" cy="17881"/>
            </a:xfrm>
            <a:custGeom>
              <a:avLst/>
              <a:gdLst>
                <a:gd name="connsiteX0" fmla="*/ 5919 w 269347"/>
                <a:gd name="connsiteY0" fmla="*/ 67553 h 99474"/>
                <a:gd name="connsiteX1" fmla="*/ 244902 w 269347"/>
                <a:gd name="connsiteY1" fmla="*/ 8117 h 99474"/>
                <a:gd name="connsiteX2" fmla="*/ 245949 w 269347"/>
                <a:gd name="connsiteY2" fmla="*/ 65934 h 99474"/>
                <a:gd name="connsiteX3" fmla="*/ 127554 w 269347"/>
                <a:gd name="connsiteY3" fmla="*/ 76792 h 99474"/>
                <a:gd name="connsiteX4" fmla="*/ 15159 w 269347"/>
                <a:gd name="connsiteY4" fmla="*/ 99176 h 99474"/>
                <a:gd name="connsiteX5" fmla="*/ 5919 w 269347"/>
                <a:gd name="connsiteY5" fmla="*/ 67553 h 9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47" h="99474">
                  <a:moveTo>
                    <a:pt x="5919" y="67553"/>
                  </a:moveTo>
                  <a:cubicBezTo>
                    <a:pt x="5919" y="67553"/>
                    <a:pt x="160320" y="-27887"/>
                    <a:pt x="244902" y="8117"/>
                  </a:cubicBezTo>
                  <a:cubicBezTo>
                    <a:pt x="287002" y="26024"/>
                    <a:pt x="266142" y="62695"/>
                    <a:pt x="245949" y="65934"/>
                  </a:cubicBezTo>
                  <a:cubicBezTo>
                    <a:pt x="225756" y="69172"/>
                    <a:pt x="159177" y="67553"/>
                    <a:pt x="127554" y="76792"/>
                  </a:cubicBezTo>
                  <a:cubicBezTo>
                    <a:pt x="95931" y="86032"/>
                    <a:pt x="23826" y="101843"/>
                    <a:pt x="15159" y="99176"/>
                  </a:cubicBezTo>
                  <a:cubicBezTo>
                    <a:pt x="6396" y="96414"/>
                    <a:pt x="-8273" y="82221"/>
                    <a:pt x="5919" y="67553"/>
                  </a:cubicBezTo>
                  <a:close/>
                </a:path>
              </a:pathLst>
            </a:custGeom>
            <a:solidFill>
              <a:srgbClr val="A37E5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2DE6B6BD-E464-A24E-D95F-37B30FBAC2CC}"/>
                </a:ext>
              </a:extLst>
            </p:cNvPr>
            <p:cNvSpPr/>
            <p:nvPr/>
          </p:nvSpPr>
          <p:spPr>
            <a:xfrm flipH="1">
              <a:off x="5389692" y="2225646"/>
              <a:ext cx="35857" cy="10937"/>
            </a:xfrm>
            <a:custGeom>
              <a:avLst/>
              <a:gdLst>
                <a:gd name="connsiteX0" fmla="*/ 29965 w 199304"/>
                <a:gd name="connsiteY0" fmla="*/ 60685 h 60840"/>
                <a:gd name="connsiteX1" fmla="*/ 1867 w 199304"/>
                <a:gd name="connsiteY1" fmla="*/ 51541 h 60840"/>
                <a:gd name="connsiteX2" fmla="*/ 14820 w 199304"/>
                <a:gd name="connsiteY2" fmla="*/ 21442 h 60840"/>
                <a:gd name="connsiteX3" fmla="*/ 95688 w 199304"/>
                <a:gd name="connsiteY3" fmla="*/ 201 h 60840"/>
                <a:gd name="connsiteX4" fmla="*/ 177984 w 199304"/>
                <a:gd name="connsiteY4" fmla="*/ 20775 h 60840"/>
                <a:gd name="connsiteX5" fmla="*/ 199034 w 199304"/>
                <a:gd name="connsiteY5" fmla="*/ 44492 h 60840"/>
                <a:gd name="connsiteX6" fmla="*/ 170459 w 199304"/>
                <a:gd name="connsiteY6" fmla="*/ 58684 h 60840"/>
                <a:gd name="connsiteX7" fmla="*/ 29965 w 199304"/>
                <a:gd name="connsiteY7" fmla="*/ 60685 h 60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9304" h="60840">
                  <a:moveTo>
                    <a:pt x="29965" y="60685"/>
                  </a:moveTo>
                  <a:cubicBezTo>
                    <a:pt x="19583" y="61256"/>
                    <a:pt x="7010" y="60685"/>
                    <a:pt x="1867" y="51541"/>
                  </a:cubicBezTo>
                  <a:cubicBezTo>
                    <a:pt x="-4039" y="41063"/>
                    <a:pt x="5105" y="28490"/>
                    <a:pt x="14820" y="21442"/>
                  </a:cubicBezTo>
                  <a:cubicBezTo>
                    <a:pt x="37871" y="4868"/>
                    <a:pt x="67303" y="-1228"/>
                    <a:pt x="95688" y="201"/>
                  </a:cubicBezTo>
                  <a:cubicBezTo>
                    <a:pt x="124072" y="1725"/>
                    <a:pt x="151600" y="10297"/>
                    <a:pt x="177984" y="20775"/>
                  </a:cubicBezTo>
                  <a:cubicBezTo>
                    <a:pt x="188652" y="25061"/>
                    <a:pt x="201320" y="33158"/>
                    <a:pt x="199034" y="44492"/>
                  </a:cubicBezTo>
                  <a:cubicBezTo>
                    <a:pt x="196843" y="55827"/>
                    <a:pt x="181984" y="58494"/>
                    <a:pt x="170459" y="58684"/>
                  </a:cubicBezTo>
                  <a:cubicBezTo>
                    <a:pt x="123310" y="59351"/>
                    <a:pt x="77114" y="57922"/>
                    <a:pt x="29965" y="60685"/>
                  </a:cubicBezTo>
                  <a:close/>
                </a:path>
              </a:pathLst>
            </a:custGeom>
            <a:solidFill>
              <a:srgbClr val="A37E5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8BC773C4-0E4C-0D17-899A-D01AB952B645}"/>
                </a:ext>
              </a:extLst>
            </p:cNvPr>
            <p:cNvSpPr/>
            <p:nvPr/>
          </p:nvSpPr>
          <p:spPr>
            <a:xfrm flipH="1">
              <a:off x="5417622" y="2246923"/>
              <a:ext cx="16034" cy="42399"/>
            </a:xfrm>
            <a:custGeom>
              <a:avLst/>
              <a:gdLst>
                <a:gd name="connsiteX0" fmla="*/ 5307 w 89120"/>
                <a:gd name="connsiteY0" fmla="*/ 235778 h 235873"/>
                <a:gd name="connsiteX1" fmla="*/ 164 w 89120"/>
                <a:gd name="connsiteY1" fmla="*/ 232444 h 235873"/>
                <a:gd name="connsiteX2" fmla="*/ 3402 w 89120"/>
                <a:gd name="connsiteY2" fmla="*/ 226825 h 235873"/>
                <a:gd name="connsiteX3" fmla="*/ 78935 w 89120"/>
                <a:gd name="connsiteY3" fmla="*/ 182438 h 235873"/>
                <a:gd name="connsiteX4" fmla="*/ 79602 w 89120"/>
                <a:gd name="connsiteY4" fmla="*/ 177961 h 235873"/>
                <a:gd name="connsiteX5" fmla="*/ 26929 w 89120"/>
                <a:gd name="connsiteY5" fmla="*/ 5273 h 235873"/>
                <a:gd name="connsiteX6" fmla="*/ 30643 w 89120"/>
                <a:gd name="connsiteY6" fmla="*/ 34 h 235873"/>
                <a:gd name="connsiteX7" fmla="*/ 35882 w 89120"/>
                <a:gd name="connsiteY7" fmla="*/ 3749 h 235873"/>
                <a:gd name="connsiteX8" fmla="*/ 87889 w 89120"/>
                <a:gd name="connsiteY8" fmla="*/ 174246 h 235873"/>
                <a:gd name="connsiteX9" fmla="*/ 85508 w 89120"/>
                <a:gd name="connsiteY9" fmla="*/ 188915 h 235873"/>
                <a:gd name="connsiteX10" fmla="*/ 5783 w 89120"/>
                <a:gd name="connsiteY10" fmla="*/ 235778 h 235873"/>
                <a:gd name="connsiteX11" fmla="*/ 5307 w 89120"/>
                <a:gd name="connsiteY11" fmla="*/ 235873 h 23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20" h="235873">
                  <a:moveTo>
                    <a:pt x="5307" y="235778"/>
                  </a:moveTo>
                  <a:cubicBezTo>
                    <a:pt x="3021" y="236159"/>
                    <a:pt x="830" y="234730"/>
                    <a:pt x="164" y="232444"/>
                  </a:cubicBezTo>
                  <a:cubicBezTo>
                    <a:pt x="-503" y="229968"/>
                    <a:pt x="926" y="227491"/>
                    <a:pt x="3402" y="226825"/>
                  </a:cubicBezTo>
                  <a:cubicBezTo>
                    <a:pt x="32072" y="219204"/>
                    <a:pt x="58266" y="203869"/>
                    <a:pt x="78935" y="182438"/>
                  </a:cubicBezTo>
                  <a:cubicBezTo>
                    <a:pt x="80078" y="181295"/>
                    <a:pt x="80269" y="179485"/>
                    <a:pt x="79602" y="177961"/>
                  </a:cubicBezTo>
                  <a:cubicBezTo>
                    <a:pt x="54742" y="122907"/>
                    <a:pt x="36930" y="64804"/>
                    <a:pt x="26929" y="5273"/>
                  </a:cubicBezTo>
                  <a:cubicBezTo>
                    <a:pt x="26548" y="2796"/>
                    <a:pt x="28167" y="415"/>
                    <a:pt x="30643" y="34"/>
                  </a:cubicBezTo>
                  <a:cubicBezTo>
                    <a:pt x="33501" y="-251"/>
                    <a:pt x="35501" y="1273"/>
                    <a:pt x="35882" y="3749"/>
                  </a:cubicBezTo>
                  <a:cubicBezTo>
                    <a:pt x="45788" y="62518"/>
                    <a:pt x="63314" y="119859"/>
                    <a:pt x="87889" y="174246"/>
                  </a:cubicBezTo>
                  <a:cubicBezTo>
                    <a:pt x="90175" y="179295"/>
                    <a:pt x="89222" y="185010"/>
                    <a:pt x="85508" y="188915"/>
                  </a:cubicBezTo>
                  <a:cubicBezTo>
                    <a:pt x="63600" y="211585"/>
                    <a:pt x="36073" y="227777"/>
                    <a:pt x="5783" y="235778"/>
                  </a:cubicBezTo>
                  <a:cubicBezTo>
                    <a:pt x="5593" y="235778"/>
                    <a:pt x="5498" y="235778"/>
                    <a:pt x="5307" y="235873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F0F488F7-879B-4161-12AA-14DDF01AD2B7}"/>
                </a:ext>
              </a:extLst>
            </p:cNvPr>
            <p:cNvSpPr/>
            <p:nvPr/>
          </p:nvSpPr>
          <p:spPr>
            <a:xfrm flipH="1">
              <a:off x="5530786" y="2266091"/>
              <a:ext cx="22569" cy="16733"/>
            </a:xfrm>
            <a:custGeom>
              <a:avLst/>
              <a:gdLst>
                <a:gd name="connsiteX0" fmla="*/ 121512 w 125442"/>
                <a:gd name="connsiteY0" fmla="*/ 93044 h 93090"/>
                <a:gd name="connsiteX1" fmla="*/ 116654 w 125442"/>
                <a:gd name="connsiteY1" fmla="*/ 90377 h 93090"/>
                <a:gd name="connsiteX2" fmla="*/ 66362 w 125442"/>
                <a:gd name="connsiteY2" fmla="*/ 22082 h 93090"/>
                <a:gd name="connsiteX3" fmla="*/ 37216 w 125442"/>
                <a:gd name="connsiteY3" fmla="*/ 9319 h 93090"/>
                <a:gd name="connsiteX4" fmla="*/ 36835 w 125442"/>
                <a:gd name="connsiteY4" fmla="*/ 9319 h 93090"/>
                <a:gd name="connsiteX5" fmla="*/ 18452 w 125442"/>
                <a:gd name="connsiteY5" fmla="*/ 22654 h 93090"/>
                <a:gd name="connsiteX6" fmla="*/ 9022 w 125442"/>
                <a:gd name="connsiteY6" fmla="*/ 47038 h 93090"/>
                <a:gd name="connsiteX7" fmla="*/ 3402 w 125442"/>
                <a:gd name="connsiteY7" fmla="*/ 50276 h 93090"/>
                <a:gd name="connsiteX8" fmla="*/ 164 w 125442"/>
                <a:gd name="connsiteY8" fmla="*/ 44657 h 93090"/>
                <a:gd name="connsiteX9" fmla="*/ 10832 w 125442"/>
                <a:gd name="connsiteY9" fmla="*/ 17701 h 93090"/>
                <a:gd name="connsiteX10" fmla="*/ 36073 w 125442"/>
                <a:gd name="connsiteY10" fmla="*/ 270 h 93090"/>
                <a:gd name="connsiteX11" fmla="*/ 72363 w 125442"/>
                <a:gd name="connsiteY11" fmla="*/ 15129 h 93090"/>
                <a:gd name="connsiteX12" fmla="*/ 125037 w 125442"/>
                <a:gd name="connsiteY12" fmla="*/ 86757 h 93090"/>
                <a:gd name="connsiteX13" fmla="*/ 122655 w 125442"/>
                <a:gd name="connsiteY13" fmla="*/ 92758 h 93090"/>
                <a:gd name="connsiteX14" fmla="*/ 121512 w 125442"/>
                <a:gd name="connsiteY14" fmla="*/ 93044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442" h="93090">
                  <a:moveTo>
                    <a:pt x="121512" y="93044"/>
                  </a:moveTo>
                  <a:cubicBezTo>
                    <a:pt x="119512" y="93329"/>
                    <a:pt x="117512" y="92282"/>
                    <a:pt x="116654" y="90377"/>
                  </a:cubicBezTo>
                  <a:cubicBezTo>
                    <a:pt x="105320" y="64278"/>
                    <a:pt x="87889" y="40656"/>
                    <a:pt x="66362" y="22082"/>
                  </a:cubicBezTo>
                  <a:cubicBezTo>
                    <a:pt x="54932" y="12272"/>
                    <a:pt x="45693" y="8176"/>
                    <a:pt x="37216" y="9319"/>
                  </a:cubicBezTo>
                  <a:cubicBezTo>
                    <a:pt x="37121" y="9319"/>
                    <a:pt x="36930" y="9319"/>
                    <a:pt x="36835" y="9319"/>
                  </a:cubicBezTo>
                  <a:cubicBezTo>
                    <a:pt x="29977" y="10367"/>
                    <a:pt x="23214" y="15224"/>
                    <a:pt x="18452" y="22654"/>
                  </a:cubicBezTo>
                  <a:cubicBezTo>
                    <a:pt x="13880" y="29702"/>
                    <a:pt x="11308" y="38275"/>
                    <a:pt x="9022" y="47038"/>
                  </a:cubicBezTo>
                  <a:cubicBezTo>
                    <a:pt x="8355" y="49514"/>
                    <a:pt x="5879" y="50943"/>
                    <a:pt x="3402" y="50276"/>
                  </a:cubicBezTo>
                  <a:cubicBezTo>
                    <a:pt x="926" y="49610"/>
                    <a:pt x="-503" y="47133"/>
                    <a:pt x="164" y="44657"/>
                  </a:cubicBezTo>
                  <a:cubicBezTo>
                    <a:pt x="2735" y="35132"/>
                    <a:pt x="5498" y="25892"/>
                    <a:pt x="10832" y="17701"/>
                  </a:cubicBezTo>
                  <a:cubicBezTo>
                    <a:pt x="17213" y="7890"/>
                    <a:pt x="26262" y="1413"/>
                    <a:pt x="36073" y="270"/>
                  </a:cubicBezTo>
                  <a:cubicBezTo>
                    <a:pt x="50837" y="-1730"/>
                    <a:pt x="63886" y="7795"/>
                    <a:pt x="72363" y="15129"/>
                  </a:cubicBezTo>
                  <a:cubicBezTo>
                    <a:pt x="94937" y="34655"/>
                    <a:pt x="113130" y="59420"/>
                    <a:pt x="125037" y="86757"/>
                  </a:cubicBezTo>
                  <a:cubicBezTo>
                    <a:pt x="126084" y="89043"/>
                    <a:pt x="125037" y="91805"/>
                    <a:pt x="122655" y="92758"/>
                  </a:cubicBezTo>
                  <a:cubicBezTo>
                    <a:pt x="122274" y="92948"/>
                    <a:pt x="121893" y="93044"/>
                    <a:pt x="121512" y="93044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3211B9E5-B200-D7E3-6681-3DC22FD13B44}"/>
                </a:ext>
              </a:extLst>
            </p:cNvPr>
            <p:cNvSpPr/>
            <p:nvPr/>
          </p:nvSpPr>
          <p:spPr>
            <a:xfrm flipH="1">
              <a:off x="5543129" y="2268212"/>
              <a:ext cx="4487" cy="21532"/>
            </a:xfrm>
            <a:custGeom>
              <a:avLst/>
              <a:gdLst>
                <a:gd name="connsiteX0" fmla="*/ 20943 w 24941"/>
                <a:gd name="connsiteY0" fmla="*/ 119727 h 119785"/>
                <a:gd name="connsiteX1" fmla="*/ 16371 w 24941"/>
                <a:gd name="connsiteY1" fmla="*/ 117631 h 119785"/>
                <a:gd name="connsiteX2" fmla="*/ 16562 w 24941"/>
                <a:gd name="connsiteY2" fmla="*/ 2093 h 119785"/>
                <a:gd name="connsiteX3" fmla="*/ 22848 w 24941"/>
                <a:gd name="connsiteY3" fmla="*/ 759 h 119785"/>
                <a:gd name="connsiteX4" fmla="*/ 24182 w 24941"/>
                <a:gd name="connsiteY4" fmla="*/ 7046 h 119785"/>
                <a:gd name="connsiteX5" fmla="*/ 23991 w 24941"/>
                <a:gd name="connsiteY5" fmla="*/ 112678 h 119785"/>
                <a:gd name="connsiteX6" fmla="*/ 22658 w 24941"/>
                <a:gd name="connsiteY6" fmla="*/ 118965 h 119785"/>
                <a:gd name="connsiteX7" fmla="*/ 20848 w 24941"/>
                <a:gd name="connsiteY7" fmla="*/ 119631 h 119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41" h="119785">
                  <a:moveTo>
                    <a:pt x="20943" y="119727"/>
                  </a:moveTo>
                  <a:cubicBezTo>
                    <a:pt x="19229" y="120012"/>
                    <a:pt x="17419" y="119250"/>
                    <a:pt x="16371" y="117631"/>
                  </a:cubicBezTo>
                  <a:cubicBezTo>
                    <a:pt x="-5536" y="83627"/>
                    <a:pt x="-5441" y="36097"/>
                    <a:pt x="16562" y="2093"/>
                  </a:cubicBezTo>
                  <a:cubicBezTo>
                    <a:pt x="17895" y="-2"/>
                    <a:pt x="20753" y="-669"/>
                    <a:pt x="22848" y="759"/>
                  </a:cubicBezTo>
                  <a:cubicBezTo>
                    <a:pt x="24944" y="2093"/>
                    <a:pt x="25610" y="4950"/>
                    <a:pt x="24182" y="7046"/>
                  </a:cubicBezTo>
                  <a:cubicBezTo>
                    <a:pt x="4084" y="38098"/>
                    <a:pt x="3989" y="81531"/>
                    <a:pt x="23991" y="112678"/>
                  </a:cubicBezTo>
                  <a:cubicBezTo>
                    <a:pt x="25325" y="114774"/>
                    <a:pt x="24753" y="117631"/>
                    <a:pt x="22658" y="118965"/>
                  </a:cubicBezTo>
                  <a:cubicBezTo>
                    <a:pt x="22086" y="119346"/>
                    <a:pt x="21515" y="119536"/>
                    <a:pt x="20848" y="119631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0FC7A5B7-A10E-2C54-7711-06AD5B6B663E}"/>
                </a:ext>
              </a:extLst>
            </p:cNvPr>
            <p:cNvSpPr/>
            <p:nvPr/>
          </p:nvSpPr>
          <p:spPr>
            <a:xfrm rot="252000" flipH="1">
              <a:off x="5454067" y="2253684"/>
              <a:ext cx="11515" cy="21368"/>
            </a:xfrm>
            <a:custGeom>
              <a:avLst/>
              <a:gdLst>
                <a:gd name="connsiteX0" fmla="*/ 64008 w 64007"/>
                <a:gd name="connsiteY0" fmla="*/ 59436 h 118871"/>
                <a:gd name="connsiteX1" fmla="*/ 32004 w 64007"/>
                <a:gd name="connsiteY1" fmla="*/ 118872 h 118871"/>
                <a:gd name="connsiteX2" fmla="*/ 0 w 64007"/>
                <a:gd name="connsiteY2" fmla="*/ 59436 h 118871"/>
                <a:gd name="connsiteX3" fmla="*/ 32004 w 64007"/>
                <a:gd name="connsiteY3" fmla="*/ 0 h 118871"/>
                <a:gd name="connsiteX4" fmla="*/ 64008 w 64007"/>
                <a:gd name="connsiteY4" fmla="*/ 59436 h 11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118871">
                  <a:moveTo>
                    <a:pt x="64008" y="59436"/>
                  </a:moveTo>
                  <a:cubicBezTo>
                    <a:pt x="64008" y="92262"/>
                    <a:pt x="49679" y="118872"/>
                    <a:pt x="32004" y="118872"/>
                  </a:cubicBezTo>
                  <a:cubicBezTo>
                    <a:pt x="14329" y="118872"/>
                    <a:pt x="0" y="92262"/>
                    <a:pt x="0" y="59436"/>
                  </a:cubicBezTo>
                  <a:cubicBezTo>
                    <a:pt x="0" y="26610"/>
                    <a:pt x="14329" y="0"/>
                    <a:pt x="32004" y="0"/>
                  </a:cubicBezTo>
                  <a:cubicBezTo>
                    <a:pt x="49680" y="0"/>
                    <a:pt x="64008" y="26610"/>
                    <a:pt x="64008" y="594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176397F3-A690-8B08-792D-210FBB958BC9}"/>
                </a:ext>
              </a:extLst>
            </p:cNvPr>
            <p:cNvSpPr/>
            <p:nvPr/>
          </p:nvSpPr>
          <p:spPr>
            <a:xfrm flipH="1">
              <a:off x="5456090" y="2259818"/>
              <a:ext cx="1702" cy="3263"/>
            </a:xfrm>
            <a:custGeom>
              <a:avLst/>
              <a:gdLst>
                <a:gd name="connsiteX0" fmla="*/ 9254 w 9459"/>
                <a:gd name="connsiteY0" fmla="*/ 8409 h 18151"/>
                <a:gd name="connsiteX1" fmla="*/ 6111 w 9459"/>
                <a:gd name="connsiteY1" fmla="*/ 18124 h 18151"/>
                <a:gd name="connsiteX2" fmla="*/ 205 w 9459"/>
                <a:gd name="connsiteY2" fmla="*/ 9742 h 18151"/>
                <a:gd name="connsiteX3" fmla="*/ 3349 w 9459"/>
                <a:gd name="connsiteY3" fmla="*/ 27 h 18151"/>
                <a:gd name="connsiteX4" fmla="*/ 9254 w 9459"/>
                <a:gd name="connsiteY4" fmla="*/ 8409 h 1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9" h="18151">
                  <a:moveTo>
                    <a:pt x="9254" y="8409"/>
                  </a:moveTo>
                  <a:cubicBezTo>
                    <a:pt x="10016" y="13362"/>
                    <a:pt x="8587" y="17743"/>
                    <a:pt x="6111" y="18124"/>
                  </a:cubicBezTo>
                  <a:cubicBezTo>
                    <a:pt x="3634" y="18505"/>
                    <a:pt x="967" y="14791"/>
                    <a:pt x="205" y="9742"/>
                  </a:cubicBezTo>
                  <a:cubicBezTo>
                    <a:pt x="-557" y="4789"/>
                    <a:pt x="872" y="408"/>
                    <a:pt x="3349" y="27"/>
                  </a:cubicBezTo>
                  <a:cubicBezTo>
                    <a:pt x="5825" y="-354"/>
                    <a:pt x="8492" y="3361"/>
                    <a:pt x="9254" y="840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EB797D43-B9ED-2C89-33A7-4F2E44E8E36D}"/>
                </a:ext>
              </a:extLst>
            </p:cNvPr>
            <p:cNvSpPr/>
            <p:nvPr/>
          </p:nvSpPr>
          <p:spPr>
            <a:xfrm rot="252000" flipH="1">
              <a:off x="5401993" y="2245701"/>
              <a:ext cx="11515" cy="21368"/>
            </a:xfrm>
            <a:custGeom>
              <a:avLst/>
              <a:gdLst>
                <a:gd name="connsiteX0" fmla="*/ 64008 w 64007"/>
                <a:gd name="connsiteY0" fmla="*/ 59436 h 118871"/>
                <a:gd name="connsiteX1" fmla="*/ 32004 w 64007"/>
                <a:gd name="connsiteY1" fmla="*/ 118872 h 118871"/>
                <a:gd name="connsiteX2" fmla="*/ 0 w 64007"/>
                <a:gd name="connsiteY2" fmla="*/ 59436 h 118871"/>
                <a:gd name="connsiteX3" fmla="*/ 32004 w 64007"/>
                <a:gd name="connsiteY3" fmla="*/ 0 h 118871"/>
                <a:gd name="connsiteX4" fmla="*/ 64008 w 64007"/>
                <a:gd name="connsiteY4" fmla="*/ 59436 h 11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118871">
                  <a:moveTo>
                    <a:pt x="64008" y="59436"/>
                  </a:moveTo>
                  <a:cubicBezTo>
                    <a:pt x="64008" y="92261"/>
                    <a:pt x="49679" y="118872"/>
                    <a:pt x="32004" y="118872"/>
                  </a:cubicBezTo>
                  <a:cubicBezTo>
                    <a:pt x="14329" y="118872"/>
                    <a:pt x="0" y="92261"/>
                    <a:pt x="0" y="59436"/>
                  </a:cubicBezTo>
                  <a:cubicBezTo>
                    <a:pt x="0" y="26610"/>
                    <a:pt x="14329" y="0"/>
                    <a:pt x="32004" y="0"/>
                  </a:cubicBezTo>
                  <a:cubicBezTo>
                    <a:pt x="49679" y="0"/>
                    <a:pt x="64008" y="26610"/>
                    <a:pt x="64008" y="594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0FC6121D-9FE4-D934-8E1F-8B6E010B7399}"/>
                </a:ext>
              </a:extLst>
            </p:cNvPr>
            <p:cNvSpPr/>
            <p:nvPr/>
          </p:nvSpPr>
          <p:spPr>
            <a:xfrm flipH="1">
              <a:off x="5403789" y="2253465"/>
              <a:ext cx="1702" cy="3263"/>
            </a:xfrm>
            <a:custGeom>
              <a:avLst/>
              <a:gdLst>
                <a:gd name="connsiteX0" fmla="*/ 9254 w 9459"/>
                <a:gd name="connsiteY0" fmla="*/ 8409 h 18151"/>
                <a:gd name="connsiteX1" fmla="*/ 6111 w 9459"/>
                <a:gd name="connsiteY1" fmla="*/ 18124 h 18151"/>
                <a:gd name="connsiteX2" fmla="*/ 205 w 9459"/>
                <a:gd name="connsiteY2" fmla="*/ 9742 h 18151"/>
                <a:gd name="connsiteX3" fmla="*/ 3348 w 9459"/>
                <a:gd name="connsiteY3" fmla="*/ 27 h 18151"/>
                <a:gd name="connsiteX4" fmla="*/ 9254 w 9459"/>
                <a:gd name="connsiteY4" fmla="*/ 8409 h 1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9" h="18151">
                  <a:moveTo>
                    <a:pt x="9254" y="8409"/>
                  </a:moveTo>
                  <a:cubicBezTo>
                    <a:pt x="10016" y="13362"/>
                    <a:pt x="8587" y="17743"/>
                    <a:pt x="6111" y="18124"/>
                  </a:cubicBezTo>
                  <a:cubicBezTo>
                    <a:pt x="3634" y="18505"/>
                    <a:pt x="967" y="14791"/>
                    <a:pt x="205" y="9742"/>
                  </a:cubicBezTo>
                  <a:cubicBezTo>
                    <a:pt x="-557" y="4789"/>
                    <a:pt x="872" y="408"/>
                    <a:pt x="3348" y="27"/>
                  </a:cubicBezTo>
                  <a:cubicBezTo>
                    <a:pt x="5825" y="-354"/>
                    <a:pt x="8492" y="3361"/>
                    <a:pt x="9254" y="840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32337AA5-D379-05B6-1B90-D29B4D4CB763}"/>
                </a:ext>
              </a:extLst>
            </p:cNvPr>
            <p:cNvSpPr/>
            <p:nvPr/>
          </p:nvSpPr>
          <p:spPr>
            <a:xfrm flipH="1">
              <a:off x="5367634" y="2248282"/>
              <a:ext cx="9117" cy="19853"/>
            </a:xfrm>
            <a:custGeom>
              <a:avLst/>
              <a:gdLst>
                <a:gd name="connsiteX0" fmla="*/ 45911 w 50673"/>
                <a:gd name="connsiteY0" fmla="*/ 0 h 110447"/>
                <a:gd name="connsiteX1" fmla="*/ 0 w 50673"/>
                <a:gd name="connsiteY1" fmla="*/ 45815 h 110447"/>
                <a:gd name="connsiteX2" fmla="*/ 4572 w 50673"/>
                <a:gd name="connsiteY2" fmla="*/ 50387 h 110447"/>
                <a:gd name="connsiteX3" fmla="*/ 5334 w 50673"/>
                <a:gd name="connsiteY3" fmla="*/ 50387 h 110447"/>
                <a:gd name="connsiteX4" fmla="*/ 9239 w 50673"/>
                <a:gd name="connsiteY4" fmla="*/ 45911 h 110447"/>
                <a:gd name="connsiteX5" fmla="*/ 22765 w 50673"/>
                <a:gd name="connsiteY5" fmla="*/ 18574 h 110447"/>
                <a:gd name="connsiteX6" fmla="*/ 31813 w 50673"/>
                <a:gd name="connsiteY6" fmla="*/ 104108 h 110447"/>
                <a:gd name="connsiteX7" fmla="*/ 34290 w 50673"/>
                <a:gd name="connsiteY7" fmla="*/ 110109 h 110447"/>
                <a:gd name="connsiteX8" fmla="*/ 36766 w 50673"/>
                <a:gd name="connsiteY8" fmla="*/ 110395 h 110447"/>
                <a:gd name="connsiteX9" fmla="*/ 40291 w 50673"/>
                <a:gd name="connsiteY9" fmla="*/ 107633 h 110447"/>
                <a:gd name="connsiteX10" fmla="*/ 30385 w 50673"/>
                <a:gd name="connsiteY10" fmla="*/ 13430 h 110447"/>
                <a:gd name="connsiteX11" fmla="*/ 46101 w 50673"/>
                <a:gd name="connsiteY11" fmla="*/ 9239 h 110447"/>
                <a:gd name="connsiteX12" fmla="*/ 50673 w 50673"/>
                <a:gd name="connsiteY12" fmla="*/ 4667 h 110447"/>
                <a:gd name="connsiteX13" fmla="*/ 46101 w 50673"/>
                <a:gd name="connsiteY13" fmla="*/ 95 h 110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673" h="110447">
                  <a:moveTo>
                    <a:pt x="45911" y="0"/>
                  </a:moveTo>
                  <a:cubicBezTo>
                    <a:pt x="21622" y="0"/>
                    <a:pt x="190" y="21527"/>
                    <a:pt x="0" y="45815"/>
                  </a:cubicBezTo>
                  <a:cubicBezTo>
                    <a:pt x="0" y="48292"/>
                    <a:pt x="2000" y="50387"/>
                    <a:pt x="4572" y="50387"/>
                  </a:cubicBezTo>
                  <a:cubicBezTo>
                    <a:pt x="4858" y="50387"/>
                    <a:pt x="5048" y="50387"/>
                    <a:pt x="5334" y="50387"/>
                  </a:cubicBezTo>
                  <a:cubicBezTo>
                    <a:pt x="7525" y="50006"/>
                    <a:pt x="9239" y="48197"/>
                    <a:pt x="9239" y="45911"/>
                  </a:cubicBezTo>
                  <a:cubicBezTo>
                    <a:pt x="9239" y="35338"/>
                    <a:pt x="14764" y="25432"/>
                    <a:pt x="22765" y="18574"/>
                  </a:cubicBezTo>
                  <a:cubicBezTo>
                    <a:pt x="39719" y="43148"/>
                    <a:pt x="43339" y="76581"/>
                    <a:pt x="31813" y="104108"/>
                  </a:cubicBezTo>
                  <a:cubicBezTo>
                    <a:pt x="30861" y="106394"/>
                    <a:pt x="31909" y="109157"/>
                    <a:pt x="34290" y="110109"/>
                  </a:cubicBezTo>
                  <a:cubicBezTo>
                    <a:pt x="35052" y="110490"/>
                    <a:pt x="35909" y="110490"/>
                    <a:pt x="36766" y="110395"/>
                  </a:cubicBezTo>
                  <a:cubicBezTo>
                    <a:pt x="38290" y="110204"/>
                    <a:pt x="39624" y="109157"/>
                    <a:pt x="40291" y="107633"/>
                  </a:cubicBezTo>
                  <a:cubicBezTo>
                    <a:pt x="53054" y="77343"/>
                    <a:pt x="49054" y="40481"/>
                    <a:pt x="30385" y="13430"/>
                  </a:cubicBezTo>
                  <a:cubicBezTo>
                    <a:pt x="35242" y="10859"/>
                    <a:pt x="40576" y="9239"/>
                    <a:pt x="46101" y="9239"/>
                  </a:cubicBezTo>
                  <a:cubicBezTo>
                    <a:pt x="48673" y="9239"/>
                    <a:pt x="50673" y="7144"/>
                    <a:pt x="50673" y="4667"/>
                  </a:cubicBezTo>
                  <a:cubicBezTo>
                    <a:pt x="50673" y="2191"/>
                    <a:pt x="48578" y="95"/>
                    <a:pt x="46101" y="95"/>
                  </a:cubicBezTo>
                  <a:close/>
                </a:path>
              </a:pathLst>
            </a:custGeom>
            <a:solidFill>
              <a:srgbClr val="A37E52">
                <a:alpha val="6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92B25FA7-44A3-6E26-5447-0162C815B1C4}"/>
                </a:ext>
              </a:extLst>
            </p:cNvPr>
            <p:cNvSpPr/>
            <p:nvPr/>
          </p:nvSpPr>
          <p:spPr>
            <a:xfrm flipH="1">
              <a:off x="5370388" y="2245293"/>
              <a:ext cx="167411" cy="39127"/>
            </a:xfrm>
            <a:custGeom>
              <a:avLst/>
              <a:gdLst>
                <a:gd name="connsiteX0" fmla="*/ 773906 w 930526"/>
                <a:gd name="connsiteY0" fmla="*/ 3294 h 217676"/>
                <a:gd name="connsiteX1" fmla="*/ 641604 w 930526"/>
                <a:gd name="connsiteY1" fmla="*/ 86924 h 217676"/>
                <a:gd name="connsiteX2" fmla="*/ 596360 w 930526"/>
                <a:gd name="connsiteY2" fmla="*/ 80828 h 217676"/>
                <a:gd name="connsiteX3" fmla="*/ 556451 w 930526"/>
                <a:gd name="connsiteY3" fmla="*/ 104450 h 217676"/>
                <a:gd name="connsiteX4" fmla="*/ 398717 w 930526"/>
                <a:gd name="connsiteY4" fmla="*/ 60730 h 217676"/>
                <a:gd name="connsiteX5" fmla="*/ 277559 w 930526"/>
                <a:gd name="connsiteY5" fmla="*/ 115975 h 217676"/>
                <a:gd name="connsiteX6" fmla="*/ 1810 w 930526"/>
                <a:gd name="connsiteY6" fmla="*/ 57111 h 217676"/>
                <a:gd name="connsiteX7" fmla="*/ 0 w 930526"/>
                <a:gd name="connsiteY7" fmla="*/ 65778 h 217676"/>
                <a:gd name="connsiteX8" fmla="*/ 271463 w 930526"/>
                <a:gd name="connsiteY8" fmla="*/ 123786 h 217676"/>
                <a:gd name="connsiteX9" fmla="*/ 261461 w 930526"/>
                <a:gd name="connsiteY9" fmla="*/ 160362 h 217676"/>
                <a:gd name="connsiteX10" fmla="*/ 422243 w 930526"/>
                <a:gd name="connsiteY10" fmla="*/ 214178 h 217676"/>
                <a:gd name="connsiteX11" fmla="*/ 559498 w 930526"/>
                <a:gd name="connsiteY11" fmla="*/ 114927 h 217676"/>
                <a:gd name="connsiteX12" fmla="*/ 598075 w 930526"/>
                <a:gd name="connsiteY12" fmla="*/ 89496 h 217676"/>
                <a:gd name="connsiteX13" fmla="*/ 640842 w 930526"/>
                <a:gd name="connsiteY13" fmla="*/ 96544 h 217676"/>
                <a:gd name="connsiteX14" fmla="*/ 641128 w 930526"/>
                <a:gd name="connsiteY14" fmla="*/ 102069 h 217676"/>
                <a:gd name="connsiteX15" fmla="*/ 797338 w 930526"/>
                <a:gd name="connsiteY15" fmla="*/ 156552 h 217676"/>
                <a:gd name="connsiteX16" fmla="*/ 930021 w 930526"/>
                <a:gd name="connsiteY16" fmla="*/ 57777 h 217676"/>
                <a:gd name="connsiteX17" fmla="*/ 773811 w 930526"/>
                <a:gd name="connsiteY17" fmla="*/ 3294 h 217676"/>
                <a:gd name="connsiteX18" fmla="*/ 420910 w 930526"/>
                <a:gd name="connsiteY18" fmla="*/ 205415 h 217676"/>
                <a:gd name="connsiteX19" fmla="*/ 270224 w 930526"/>
                <a:gd name="connsiteY19" fmla="*/ 159028 h 217676"/>
                <a:gd name="connsiteX20" fmla="*/ 400050 w 930526"/>
                <a:gd name="connsiteY20" fmla="*/ 69588 h 217676"/>
                <a:gd name="connsiteX21" fmla="*/ 550736 w 930526"/>
                <a:gd name="connsiteY21" fmla="*/ 115975 h 217676"/>
                <a:gd name="connsiteX22" fmla="*/ 420910 w 930526"/>
                <a:gd name="connsiteY22" fmla="*/ 205415 h 217676"/>
                <a:gd name="connsiteX23" fmla="*/ 796100 w 930526"/>
                <a:gd name="connsiteY23" fmla="*/ 147979 h 217676"/>
                <a:gd name="connsiteX24" fmla="*/ 649891 w 930526"/>
                <a:gd name="connsiteY24" fmla="*/ 100830 h 217676"/>
                <a:gd name="connsiteX25" fmla="*/ 649891 w 930526"/>
                <a:gd name="connsiteY25" fmla="*/ 91686 h 217676"/>
                <a:gd name="connsiteX26" fmla="*/ 649891 w 930526"/>
                <a:gd name="connsiteY26" fmla="*/ 91686 h 217676"/>
                <a:gd name="connsiteX27" fmla="*/ 649891 w 930526"/>
                <a:gd name="connsiteY27" fmla="*/ 91686 h 217676"/>
                <a:gd name="connsiteX28" fmla="*/ 775335 w 930526"/>
                <a:gd name="connsiteY28" fmla="*/ 11962 h 217676"/>
                <a:gd name="connsiteX29" fmla="*/ 921544 w 930526"/>
                <a:gd name="connsiteY29" fmla="*/ 59111 h 217676"/>
                <a:gd name="connsiteX30" fmla="*/ 796195 w 930526"/>
                <a:gd name="connsiteY30" fmla="*/ 147979 h 21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30526" h="217676">
                  <a:moveTo>
                    <a:pt x="773906" y="3294"/>
                  </a:moveTo>
                  <a:cubicBezTo>
                    <a:pt x="702469" y="14248"/>
                    <a:pt x="648748" y="49300"/>
                    <a:pt x="641604" y="86924"/>
                  </a:cubicBezTo>
                  <a:cubicBezTo>
                    <a:pt x="627697" y="80066"/>
                    <a:pt x="611696" y="77780"/>
                    <a:pt x="596360" y="80828"/>
                  </a:cubicBezTo>
                  <a:cubicBezTo>
                    <a:pt x="580835" y="83971"/>
                    <a:pt x="566642" y="92448"/>
                    <a:pt x="556451" y="104450"/>
                  </a:cubicBezTo>
                  <a:cubicBezTo>
                    <a:pt x="541020" y="67969"/>
                    <a:pt x="475393" y="49014"/>
                    <a:pt x="398717" y="60730"/>
                  </a:cubicBezTo>
                  <a:cubicBezTo>
                    <a:pt x="344614" y="69017"/>
                    <a:pt x="300323" y="90353"/>
                    <a:pt x="277559" y="115975"/>
                  </a:cubicBezTo>
                  <a:lnTo>
                    <a:pt x="1810" y="57111"/>
                  </a:lnTo>
                  <a:lnTo>
                    <a:pt x="0" y="65778"/>
                  </a:lnTo>
                  <a:lnTo>
                    <a:pt x="271463" y="123786"/>
                  </a:lnTo>
                  <a:cubicBezTo>
                    <a:pt x="263271" y="135501"/>
                    <a:pt x="259556" y="147979"/>
                    <a:pt x="261461" y="160362"/>
                  </a:cubicBezTo>
                  <a:cubicBezTo>
                    <a:pt x="268034" y="203415"/>
                    <a:pt x="338709" y="227037"/>
                    <a:pt x="422243" y="214178"/>
                  </a:cubicBezTo>
                  <a:cubicBezTo>
                    <a:pt x="505587" y="201414"/>
                    <a:pt x="565785" y="157885"/>
                    <a:pt x="559498" y="114927"/>
                  </a:cubicBezTo>
                  <a:cubicBezTo>
                    <a:pt x="568452" y="102069"/>
                    <a:pt x="582739" y="92544"/>
                    <a:pt x="598075" y="89496"/>
                  </a:cubicBezTo>
                  <a:cubicBezTo>
                    <a:pt x="612458" y="86733"/>
                    <a:pt x="628079" y="89305"/>
                    <a:pt x="640842" y="96544"/>
                  </a:cubicBezTo>
                  <a:cubicBezTo>
                    <a:pt x="640842" y="98354"/>
                    <a:pt x="640842" y="100259"/>
                    <a:pt x="641128" y="102069"/>
                  </a:cubicBezTo>
                  <a:cubicBezTo>
                    <a:pt x="647700" y="145026"/>
                    <a:pt x="716375" y="169029"/>
                    <a:pt x="797338" y="156552"/>
                  </a:cubicBezTo>
                  <a:cubicBezTo>
                    <a:pt x="878300" y="144169"/>
                    <a:pt x="936593" y="100735"/>
                    <a:pt x="930021" y="57777"/>
                  </a:cubicBezTo>
                  <a:cubicBezTo>
                    <a:pt x="923449" y="14820"/>
                    <a:pt x="854773" y="-9183"/>
                    <a:pt x="773811" y="3294"/>
                  </a:cubicBezTo>
                  <a:close/>
                  <a:moveTo>
                    <a:pt x="420910" y="205415"/>
                  </a:moveTo>
                  <a:cubicBezTo>
                    <a:pt x="343567" y="217321"/>
                    <a:pt x="275939" y="196461"/>
                    <a:pt x="270224" y="159028"/>
                  </a:cubicBezTo>
                  <a:cubicBezTo>
                    <a:pt x="264509" y="121595"/>
                    <a:pt x="322707" y="81399"/>
                    <a:pt x="400050" y="69588"/>
                  </a:cubicBezTo>
                  <a:cubicBezTo>
                    <a:pt x="477393" y="57682"/>
                    <a:pt x="545021" y="78542"/>
                    <a:pt x="550736" y="115975"/>
                  </a:cubicBezTo>
                  <a:cubicBezTo>
                    <a:pt x="556451" y="153408"/>
                    <a:pt x="498253" y="193604"/>
                    <a:pt x="420910" y="205415"/>
                  </a:cubicBezTo>
                  <a:close/>
                  <a:moveTo>
                    <a:pt x="796100" y="147979"/>
                  </a:moveTo>
                  <a:cubicBezTo>
                    <a:pt x="721233" y="159504"/>
                    <a:pt x="655606" y="138264"/>
                    <a:pt x="649891" y="100830"/>
                  </a:cubicBezTo>
                  <a:cubicBezTo>
                    <a:pt x="649414" y="97782"/>
                    <a:pt x="649510" y="94734"/>
                    <a:pt x="649891" y="91686"/>
                  </a:cubicBezTo>
                  <a:lnTo>
                    <a:pt x="649891" y="91686"/>
                  </a:lnTo>
                  <a:cubicBezTo>
                    <a:pt x="649891" y="91686"/>
                    <a:pt x="649891" y="91686"/>
                    <a:pt x="649891" y="91686"/>
                  </a:cubicBezTo>
                  <a:cubicBezTo>
                    <a:pt x="653605" y="57015"/>
                    <a:pt x="706564" y="22535"/>
                    <a:pt x="775335" y="11962"/>
                  </a:cubicBezTo>
                  <a:cubicBezTo>
                    <a:pt x="850202" y="437"/>
                    <a:pt x="915829" y="21678"/>
                    <a:pt x="921544" y="59111"/>
                  </a:cubicBezTo>
                  <a:cubicBezTo>
                    <a:pt x="927259" y="96639"/>
                    <a:pt x="871061" y="136454"/>
                    <a:pt x="796195" y="14797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182AC987-755C-8C87-953C-FA6B4ED4879F}"/>
                </a:ext>
              </a:extLst>
            </p:cNvPr>
            <p:cNvSpPr/>
            <p:nvPr/>
          </p:nvSpPr>
          <p:spPr>
            <a:xfrm flipH="1">
              <a:off x="5407816" y="2302890"/>
              <a:ext cx="39458" cy="19603"/>
            </a:xfrm>
            <a:custGeom>
              <a:avLst/>
              <a:gdLst>
                <a:gd name="connsiteX0" fmla="*/ 98432 w 219320"/>
                <a:gd name="connsiteY0" fmla="*/ 54881 h 54880"/>
                <a:gd name="connsiteX1" fmla="*/ 2515 w 219320"/>
                <a:gd name="connsiteY1" fmla="*/ 26496 h 54880"/>
                <a:gd name="connsiteX2" fmla="*/ 991 w 219320"/>
                <a:gd name="connsiteY2" fmla="*/ 18495 h 54880"/>
                <a:gd name="connsiteX3" fmla="*/ 8897 w 219320"/>
                <a:gd name="connsiteY3" fmla="*/ 16971 h 54880"/>
                <a:gd name="connsiteX4" fmla="*/ 209684 w 219320"/>
                <a:gd name="connsiteY4" fmla="*/ 1541 h 54880"/>
                <a:gd name="connsiteX5" fmla="*/ 217780 w 219320"/>
                <a:gd name="connsiteY5" fmla="*/ 1826 h 54880"/>
                <a:gd name="connsiteX6" fmla="*/ 217495 w 219320"/>
                <a:gd name="connsiteY6" fmla="*/ 9923 h 54880"/>
                <a:gd name="connsiteX7" fmla="*/ 98432 w 219320"/>
                <a:gd name="connsiteY7" fmla="*/ 54881 h 5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320" h="54880">
                  <a:moveTo>
                    <a:pt x="98432" y="54881"/>
                  </a:moveTo>
                  <a:cubicBezTo>
                    <a:pt x="64428" y="54881"/>
                    <a:pt x="30519" y="45546"/>
                    <a:pt x="2515" y="26496"/>
                  </a:cubicBezTo>
                  <a:cubicBezTo>
                    <a:pt x="-56" y="24686"/>
                    <a:pt x="-819" y="21162"/>
                    <a:pt x="991" y="18495"/>
                  </a:cubicBezTo>
                  <a:cubicBezTo>
                    <a:pt x="2801" y="15923"/>
                    <a:pt x="6325" y="15257"/>
                    <a:pt x="8897" y="16971"/>
                  </a:cubicBezTo>
                  <a:cubicBezTo>
                    <a:pt x="68619" y="57548"/>
                    <a:pt x="156820" y="50785"/>
                    <a:pt x="209684" y="1541"/>
                  </a:cubicBezTo>
                  <a:cubicBezTo>
                    <a:pt x="211970" y="-650"/>
                    <a:pt x="215589" y="-460"/>
                    <a:pt x="217780" y="1826"/>
                  </a:cubicBezTo>
                  <a:cubicBezTo>
                    <a:pt x="219971" y="4112"/>
                    <a:pt x="219780" y="7732"/>
                    <a:pt x="217495" y="9923"/>
                  </a:cubicBezTo>
                  <a:cubicBezTo>
                    <a:pt x="185681" y="39545"/>
                    <a:pt x="141961" y="54881"/>
                    <a:pt x="98432" y="54881"/>
                  </a:cubicBezTo>
                  <a:close/>
                </a:path>
              </a:pathLst>
            </a:custGeom>
            <a:solidFill>
              <a:schemeClr val="tx1">
                <a:alpha val="6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C93C78BB-DDBC-E761-B27F-AB069F60E884}"/>
                </a:ext>
              </a:extLst>
            </p:cNvPr>
            <p:cNvSpPr/>
            <p:nvPr/>
          </p:nvSpPr>
          <p:spPr>
            <a:xfrm flipH="1">
              <a:off x="5415082" y="2317752"/>
              <a:ext cx="17479" cy="6258"/>
            </a:xfrm>
            <a:custGeom>
              <a:avLst/>
              <a:gdLst>
                <a:gd name="connsiteX0" fmla="*/ 37035 w 97154"/>
                <a:gd name="connsiteY0" fmla="*/ 34722 h 34816"/>
                <a:gd name="connsiteX1" fmla="*/ 3221 w 97154"/>
                <a:gd name="connsiteY1" fmla="*/ 27102 h 34816"/>
                <a:gd name="connsiteX2" fmla="*/ 554 w 97154"/>
                <a:gd name="connsiteY2" fmla="*/ 19482 h 34816"/>
                <a:gd name="connsiteX3" fmla="*/ 8174 w 97154"/>
                <a:gd name="connsiteY3" fmla="*/ 16815 h 34816"/>
                <a:gd name="connsiteX4" fmla="*/ 87232 w 97154"/>
                <a:gd name="connsiteY4" fmla="*/ 1860 h 34816"/>
                <a:gd name="connsiteX5" fmla="*/ 95328 w 97154"/>
                <a:gd name="connsiteY5" fmla="*/ 1575 h 34816"/>
                <a:gd name="connsiteX6" fmla="*/ 95614 w 97154"/>
                <a:gd name="connsiteY6" fmla="*/ 9671 h 34816"/>
                <a:gd name="connsiteX7" fmla="*/ 36940 w 97154"/>
                <a:gd name="connsiteY7" fmla="*/ 34817 h 3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154" h="34816">
                  <a:moveTo>
                    <a:pt x="37035" y="34722"/>
                  </a:moveTo>
                  <a:cubicBezTo>
                    <a:pt x="25415" y="34722"/>
                    <a:pt x="13889" y="32245"/>
                    <a:pt x="3221" y="27102"/>
                  </a:cubicBezTo>
                  <a:cubicBezTo>
                    <a:pt x="364" y="25673"/>
                    <a:pt x="-779" y="22339"/>
                    <a:pt x="554" y="19482"/>
                  </a:cubicBezTo>
                  <a:cubicBezTo>
                    <a:pt x="1888" y="16624"/>
                    <a:pt x="5317" y="15481"/>
                    <a:pt x="8174" y="16815"/>
                  </a:cubicBezTo>
                  <a:cubicBezTo>
                    <a:pt x="33892" y="29292"/>
                    <a:pt x="67896" y="22911"/>
                    <a:pt x="87232" y="1860"/>
                  </a:cubicBezTo>
                  <a:cubicBezTo>
                    <a:pt x="89423" y="-521"/>
                    <a:pt x="93042" y="-616"/>
                    <a:pt x="95328" y="1575"/>
                  </a:cubicBezTo>
                  <a:cubicBezTo>
                    <a:pt x="97614" y="3670"/>
                    <a:pt x="97804" y="7290"/>
                    <a:pt x="95614" y="9671"/>
                  </a:cubicBezTo>
                  <a:cubicBezTo>
                    <a:pt x="80564" y="25959"/>
                    <a:pt x="58752" y="34817"/>
                    <a:pt x="36940" y="34817"/>
                  </a:cubicBezTo>
                  <a:close/>
                </a:path>
              </a:pathLst>
            </a:custGeom>
            <a:solidFill>
              <a:schemeClr val="tx1">
                <a:alpha val="6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A639A56C-D083-21D0-467F-D26402926CB2}"/>
                </a:ext>
              </a:extLst>
            </p:cNvPr>
            <p:cNvSpPr/>
            <p:nvPr/>
          </p:nvSpPr>
          <p:spPr>
            <a:xfrm>
              <a:off x="5149392" y="2711439"/>
              <a:ext cx="307661" cy="83204"/>
            </a:xfrm>
            <a:custGeom>
              <a:avLst/>
              <a:gdLst>
                <a:gd name="connsiteX0" fmla="*/ 19050 w 316706"/>
                <a:gd name="connsiteY0" fmla="*/ 0 h 78581"/>
                <a:gd name="connsiteX1" fmla="*/ 0 w 316706"/>
                <a:gd name="connsiteY1" fmla="*/ 69056 h 78581"/>
                <a:gd name="connsiteX2" fmla="*/ 314325 w 316706"/>
                <a:gd name="connsiteY2" fmla="*/ 78581 h 78581"/>
                <a:gd name="connsiteX3" fmla="*/ 316706 w 316706"/>
                <a:gd name="connsiteY3" fmla="*/ 7143 h 78581"/>
                <a:gd name="connsiteX4" fmla="*/ 19050 w 316706"/>
                <a:gd name="connsiteY4" fmla="*/ 0 h 78581"/>
                <a:gd name="connsiteX0" fmla="*/ 21431 w 316706"/>
                <a:gd name="connsiteY0" fmla="*/ 0 h 85725"/>
                <a:gd name="connsiteX1" fmla="*/ 0 w 316706"/>
                <a:gd name="connsiteY1" fmla="*/ 76200 h 85725"/>
                <a:gd name="connsiteX2" fmla="*/ 314325 w 316706"/>
                <a:gd name="connsiteY2" fmla="*/ 85725 h 85725"/>
                <a:gd name="connsiteX3" fmla="*/ 316706 w 316706"/>
                <a:gd name="connsiteY3" fmla="*/ 14287 h 85725"/>
                <a:gd name="connsiteX4" fmla="*/ 21431 w 316706"/>
                <a:gd name="connsiteY4" fmla="*/ 0 h 85725"/>
                <a:gd name="connsiteX0" fmla="*/ 21431 w 316706"/>
                <a:gd name="connsiteY0" fmla="*/ 0 h 85725"/>
                <a:gd name="connsiteX1" fmla="*/ 0 w 316706"/>
                <a:gd name="connsiteY1" fmla="*/ 83344 h 85725"/>
                <a:gd name="connsiteX2" fmla="*/ 314325 w 316706"/>
                <a:gd name="connsiteY2" fmla="*/ 85725 h 85725"/>
                <a:gd name="connsiteX3" fmla="*/ 316706 w 316706"/>
                <a:gd name="connsiteY3" fmla="*/ 14287 h 85725"/>
                <a:gd name="connsiteX4" fmla="*/ 21431 w 316706"/>
                <a:gd name="connsiteY4" fmla="*/ 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6706" h="85725">
                  <a:moveTo>
                    <a:pt x="21431" y="0"/>
                  </a:moveTo>
                  <a:lnTo>
                    <a:pt x="0" y="83344"/>
                  </a:lnTo>
                  <a:lnTo>
                    <a:pt x="314325" y="85725"/>
                  </a:lnTo>
                  <a:cubicBezTo>
                    <a:pt x="315119" y="61912"/>
                    <a:pt x="315912" y="38100"/>
                    <a:pt x="316706" y="14287"/>
                  </a:cubicBezTo>
                  <a:lnTo>
                    <a:pt x="2143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E797DB77-BDDE-2E09-9FCF-B81AD78213AB}"/>
                </a:ext>
              </a:extLst>
            </p:cNvPr>
            <p:cNvSpPr/>
            <p:nvPr/>
          </p:nvSpPr>
          <p:spPr>
            <a:xfrm rot="13515696">
              <a:off x="5336525" y="2672551"/>
              <a:ext cx="178047" cy="141703"/>
            </a:xfrm>
            <a:custGeom>
              <a:avLst/>
              <a:gdLst>
                <a:gd name="connsiteX0" fmla="*/ 367284 w 1031222"/>
                <a:gd name="connsiteY0" fmla="*/ 820009 h 820008"/>
                <a:gd name="connsiteX1" fmla="*/ 478250 w 1031222"/>
                <a:gd name="connsiteY1" fmla="*/ 640653 h 820008"/>
                <a:gd name="connsiteX2" fmla="*/ 722852 w 1031222"/>
                <a:gd name="connsiteY2" fmla="*/ 495016 h 820008"/>
                <a:gd name="connsiteX3" fmla="*/ 903542 w 1031222"/>
                <a:gd name="connsiteY3" fmla="*/ 336520 h 820008"/>
                <a:gd name="connsiteX4" fmla="*/ 1027748 w 1031222"/>
                <a:gd name="connsiteY4" fmla="*/ 206027 h 820008"/>
                <a:gd name="connsiteX5" fmla="*/ 940499 w 1031222"/>
                <a:gd name="connsiteY5" fmla="*/ 135828 h 820008"/>
                <a:gd name="connsiteX6" fmla="*/ 989171 w 1031222"/>
                <a:gd name="connsiteY6" fmla="*/ 66391 h 820008"/>
                <a:gd name="connsiteX7" fmla="*/ 946404 w 1031222"/>
                <a:gd name="connsiteY7" fmla="*/ 382 h 820008"/>
                <a:gd name="connsiteX8" fmla="*/ 864680 w 1031222"/>
                <a:gd name="connsiteY8" fmla="*/ 45055 h 820008"/>
                <a:gd name="connsiteX9" fmla="*/ 724186 w 1031222"/>
                <a:gd name="connsiteY9" fmla="*/ 115920 h 820008"/>
                <a:gd name="connsiteX10" fmla="*/ 646271 w 1031222"/>
                <a:gd name="connsiteY10" fmla="*/ 128303 h 820008"/>
                <a:gd name="connsiteX11" fmla="*/ 584835 w 1031222"/>
                <a:gd name="connsiteY11" fmla="*/ 200122 h 820008"/>
                <a:gd name="connsiteX12" fmla="*/ 453295 w 1031222"/>
                <a:gd name="connsiteY12" fmla="*/ 223077 h 820008"/>
                <a:gd name="connsiteX13" fmla="*/ 300323 w 1031222"/>
                <a:gd name="connsiteY13" fmla="*/ 277750 h 820008"/>
                <a:gd name="connsiteX14" fmla="*/ 61151 w 1031222"/>
                <a:gd name="connsiteY14" fmla="*/ 414529 h 820008"/>
                <a:gd name="connsiteX15" fmla="*/ 0 w 1031222"/>
                <a:gd name="connsiteY15" fmla="*/ 659893 h 820008"/>
                <a:gd name="connsiteX16" fmla="*/ 367379 w 1031222"/>
                <a:gd name="connsiteY16" fmla="*/ 820009 h 820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1222" h="820008">
                  <a:moveTo>
                    <a:pt x="367284" y="820009"/>
                  </a:moveTo>
                  <a:cubicBezTo>
                    <a:pt x="384715" y="767335"/>
                    <a:pt x="390049" y="685801"/>
                    <a:pt x="478250" y="640653"/>
                  </a:cubicBezTo>
                  <a:cubicBezTo>
                    <a:pt x="566452" y="595409"/>
                    <a:pt x="667607" y="534830"/>
                    <a:pt x="722852" y="495016"/>
                  </a:cubicBezTo>
                  <a:cubicBezTo>
                    <a:pt x="792385" y="445009"/>
                    <a:pt x="840296" y="393003"/>
                    <a:pt x="903542" y="336520"/>
                  </a:cubicBezTo>
                  <a:cubicBezTo>
                    <a:pt x="966788" y="280036"/>
                    <a:pt x="1010031" y="230887"/>
                    <a:pt x="1027748" y="206027"/>
                  </a:cubicBezTo>
                  <a:cubicBezTo>
                    <a:pt x="1044417" y="182595"/>
                    <a:pt x="998792" y="125922"/>
                    <a:pt x="940499" y="135828"/>
                  </a:cubicBezTo>
                  <a:cubicBezTo>
                    <a:pt x="940499" y="135828"/>
                    <a:pt x="968217" y="103443"/>
                    <a:pt x="989171" y="66391"/>
                  </a:cubicBezTo>
                  <a:cubicBezTo>
                    <a:pt x="1009841" y="29815"/>
                    <a:pt x="996601" y="6002"/>
                    <a:pt x="946404" y="382"/>
                  </a:cubicBezTo>
                  <a:cubicBezTo>
                    <a:pt x="916496" y="-2951"/>
                    <a:pt x="890969" y="15813"/>
                    <a:pt x="864680" y="45055"/>
                  </a:cubicBezTo>
                  <a:cubicBezTo>
                    <a:pt x="812387" y="24195"/>
                    <a:pt x="759619" y="75439"/>
                    <a:pt x="724186" y="115920"/>
                  </a:cubicBezTo>
                  <a:cubicBezTo>
                    <a:pt x="707327" y="95823"/>
                    <a:pt x="688753" y="87250"/>
                    <a:pt x="646271" y="128303"/>
                  </a:cubicBezTo>
                  <a:cubicBezTo>
                    <a:pt x="620744" y="152973"/>
                    <a:pt x="623507" y="153163"/>
                    <a:pt x="584835" y="200122"/>
                  </a:cubicBezTo>
                  <a:cubicBezTo>
                    <a:pt x="555212" y="194407"/>
                    <a:pt x="517112" y="202789"/>
                    <a:pt x="453295" y="223077"/>
                  </a:cubicBezTo>
                  <a:cubicBezTo>
                    <a:pt x="348520" y="256510"/>
                    <a:pt x="380714" y="249270"/>
                    <a:pt x="300323" y="277750"/>
                  </a:cubicBezTo>
                  <a:cubicBezTo>
                    <a:pt x="196025" y="314707"/>
                    <a:pt x="97346" y="353855"/>
                    <a:pt x="61151" y="414529"/>
                  </a:cubicBezTo>
                  <a:cubicBezTo>
                    <a:pt x="24956" y="475204"/>
                    <a:pt x="0" y="659893"/>
                    <a:pt x="0" y="659893"/>
                  </a:cubicBezTo>
                  <a:lnTo>
                    <a:pt x="367379" y="820009"/>
                  </a:lnTo>
                  <a:close/>
                </a:path>
              </a:pathLst>
            </a:custGeom>
            <a:solidFill>
              <a:srgbClr val="DAA87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NZ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89" name="Group 2188">
            <a:extLst>
              <a:ext uri="{FF2B5EF4-FFF2-40B4-BE49-F238E27FC236}">
                <a16:creationId xmlns:a16="http://schemas.microsoft.com/office/drawing/2014/main" id="{38AA6E37-19C6-314C-AA3A-19B216EC9730}"/>
              </a:ext>
            </a:extLst>
          </p:cNvPr>
          <p:cNvGrpSpPr/>
          <p:nvPr/>
        </p:nvGrpSpPr>
        <p:grpSpPr>
          <a:xfrm>
            <a:off x="7086983" y="958596"/>
            <a:ext cx="4550281" cy="340467"/>
            <a:chOff x="6286788" y="1041590"/>
            <a:chExt cx="4550281" cy="340467"/>
          </a:xfrm>
        </p:grpSpPr>
        <p:grpSp>
          <p:nvGrpSpPr>
            <p:cNvPr id="2186" name="Group 2185">
              <a:extLst>
                <a:ext uri="{FF2B5EF4-FFF2-40B4-BE49-F238E27FC236}">
                  <a16:creationId xmlns:a16="http://schemas.microsoft.com/office/drawing/2014/main" id="{3404735D-7637-C343-476D-B346D568E74D}"/>
                </a:ext>
              </a:extLst>
            </p:cNvPr>
            <p:cNvGrpSpPr/>
            <p:nvPr/>
          </p:nvGrpSpPr>
          <p:grpSpPr>
            <a:xfrm>
              <a:off x="8880985" y="1041590"/>
              <a:ext cx="1956084" cy="340467"/>
              <a:chOff x="8880985" y="1041590"/>
              <a:chExt cx="1956084" cy="340467"/>
            </a:xfrm>
          </p:grpSpPr>
          <p:sp>
            <p:nvSpPr>
              <p:cNvPr id="1486" name="TextBox 1485">
                <a:extLst>
                  <a:ext uri="{FF2B5EF4-FFF2-40B4-BE49-F238E27FC236}">
                    <a16:creationId xmlns:a16="http://schemas.microsoft.com/office/drawing/2014/main" id="{65036266-E456-3D27-6EA7-8F091352DB44}"/>
                  </a:ext>
                </a:extLst>
              </p:cNvPr>
              <p:cNvSpPr txBox="1"/>
              <p:nvPr/>
            </p:nvSpPr>
            <p:spPr>
              <a:xfrm>
                <a:off x="9540239" y="1150268"/>
                <a:ext cx="1296830" cy="123111"/>
              </a:xfrm>
              <a:prstGeom prst="rect">
                <a:avLst/>
              </a:prstGeom>
            </p:spPr>
            <p:txBody>
              <a:bodyPr vert="horz" wrap="none" lIns="0" tIns="0" rIns="0" bIns="0" rtlCol="0" anchor="ctr" anchorCtr="0">
                <a:sp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lang="en-US" sz="1400" dirty="0">
                    <a:solidFill>
                      <a:srgbClr val="191C1E"/>
                    </a:solidFill>
                  </a:defRPr>
                </a:lvl1pPr>
                <a:lvl2pPr marL="230396" lvl="1" indent="-226796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Wingdings" panose="05000000000000000000" pitchFamily="2" charset="2"/>
                  <a:buChar char=""/>
                  <a:defRPr lang="en-US" sz="1400" dirty="0">
                    <a:solidFill>
                      <a:srgbClr val="191C1E"/>
                    </a:solidFill>
                  </a:defRPr>
                </a:lvl2pPr>
                <a:lvl3pPr marL="442793" lvl="2" indent="-215997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Arial" panose="020B0604020202020204" pitchFamily="34" charset="0"/>
                  <a:buChar char="‒"/>
                  <a:defRPr lang="en-US" sz="1400" dirty="0">
                    <a:solidFill>
                      <a:srgbClr val="191C1E"/>
                    </a:solidFill>
                  </a:defRPr>
                </a:lvl3pPr>
                <a:lvl4pPr marL="597590" lvl="3" indent="-1511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•"/>
                  <a:defRPr lang="en-US" sz="1400" dirty="0">
                    <a:solidFill>
                      <a:srgbClr val="191C1E"/>
                    </a:solidFill>
                  </a:defRPr>
                </a:lvl4pPr>
                <a:lvl5pPr marL="817187" lvl="4" indent="-1475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̶"/>
                  <a:defRPr lang="en-US" sz="1400" dirty="0">
                    <a:solidFill>
                      <a:srgbClr val="191C1E"/>
                    </a:solidFill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r>
                  <a:rPr lang="en-US" sz="800"/>
                  <a:t>RM or other Bank employee</a:t>
                </a:r>
                <a:endParaRPr lang="en-NZ" sz="800"/>
              </a:p>
            </p:txBody>
          </p:sp>
          <p:grpSp>
            <p:nvGrpSpPr>
              <p:cNvPr id="2015" name="Group 2014">
                <a:extLst>
                  <a:ext uri="{FF2B5EF4-FFF2-40B4-BE49-F238E27FC236}">
                    <a16:creationId xmlns:a16="http://schemas.microsoft.com/office/drawing/2014/main" id="{666093D0-DB03-8E82-2158-767E13E7B7C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8880985" y="1041590"/>
                <a:ext cx="556885" cy="340467"/>
                <a:chOff x="9143059" y="2209693"/>
                <a:chExt cx="1153784" cy="705398"/>
              </a:xfrm>
            </p:grpSpPr>
            <p:sp>
              <p:nvSpPr>
                <p:cNvPr id="2016" name="Freeform: Shape 2015">
                  <a:extLst>
                    <a:ext uri="{FF2B5EF4-FFF2-40B4-BE49-F238E27FC236}">
                      <a16:creationId xmlns:a16="http://schemas.microsoft.com/office/drawing/2014/main" id="{D4B81726-018C-319D-CD91-884820587347}"/>
                    </a:ext>
                  </a:extLst>
                </p:cNvPr>
                <p:cNvSpPr/>
                <p:nvPr/>
              </p:nvSpPr>
              <p:spPr>
                <a:xfrm>
                  <a:off x="9481679" y="2635043"/>
                  <a:ext cx="597312" cy="280048"/>
                </a:xfrm>
                <a:custGeom>
                  <a:avLst/>
                  <a:gdLst>
                    <a:gd name="connsiteX0" fmla="*/ 3031998 w 3456507"/>
                    <a:gd name="connsiteY0" fmla="*/ 1574292 h 1574291"/>
                    <a:gd name="connsiteX1" fmla="*/ 3099625 w 3456507"/>
                    <a:gd name="connsiteY1" fmla="*/ 1506855 h 1574291"/>
                    <a:gd name="connsiteX2" fmla="*/ 3454908 w 3456507"/>
                    <a:gd name="connsiteY2" fmla="*/ 66484 h 1574291"/>
                    <a:gd name="connsiteX3" fmla="*/ 3402902 w 3456507"/>
                    <a:gd name="connsiteY3" fmla="*/ 0 h 1574291"/>
                    <a:gd name="connsiteX4" fmla="*/ 1392936 w 3456507"/>
                    <a:gd name="connsiteY4" fmla="*/ 0 h 1574291"/>
                    <a:gd name="connsiteX5" fmla="*/ 1325308 w 3456507"/>
                    <a:gd name="connsiteY5" fmla="*/ 67437 h 1574291"/>
                    <a:gd name="connsiteX6" fmla="*/ 988886 w 3456507"/>
                    <a:gd name="connsiteY6" fmla="*/ 1423892 h 1574291"/>
                    <a:gd name="connsiteX7" fmla="*/ 86011 w 3456507"/>
                    <a:gd name="connsiteY7" fmla="*/ 1423892 h 1574291"/>
                    <a:gd name="connsiteX8" fmla="*/ 0 w 3456507"/>
                    <a:gd name="connsiteY8" fmla="*/ 1499235 h 1574291"/>
                    <a:gd name="connsiteX9" fmla="*/ 0 w 3456507"/>
                    <a:gd name="connsiteY9" fmla="*/ 1499235 h 1574291"/>
                    <a:gd name="connsiteX10" fmla="*/ 75057 w 3456507"/>
                    <a:gd name="connsiteY10" fmla="*/ 1574292 h 1574291"/>
                    <a:gd name="connsiteX11" fmla="*/ 3032094 w 3456507"/>
                    <a:gd name="connsiteY11" fmla="*/ 1574292 h 1574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56507" h="1574291">
                      <a:moveTo>
                        <a:pt x="3031998" y="1574292"/>
                      </a:moveTo>
                      <a:cubicBezTo>
                        <a:pt x="3069336" y="1574292"/>
                        <a:pt x="3091148" y="1551337"/>
                        <a:pt x="3099625" y="1506855"/>
                      </a:cubicBezTo>
                      <a:lnTo>
                        <a:pt x="3454908" y="66484"/>
                      </a:lnTo>
                      <a:cubicBezTo>
                        <a:pt x="3463290" y="32671"/>
                        <a:pt x="3437668" y="0"/>
                        <a:pt x="3402902" y="0"/>
                      </a:cubicBezTo>
                      <a:lnTo>
                        <a:pt x="1392936" y="0"/>
                      </a:lnTo>
                      <a:cubicBezTo>
                        <a:pt x="1355598" y="0"/>
                        <a:pt x="1336262" y="25337"/>
                        <a:pt x="1325308" y="67437"/>
                      </a:cubicBezTo>
                      <a:lnTo>
                        <a:pt x="988886" y="1423892"/>
                      </a:lnTo>
                      <a:lnTo>
                        <a:pt x="86011" y="1423892"/>
                      </a:lnTo>
                      <a:cubicBezTo>
                        <a:pt x="33623" y="1424178"/>
                        <a:pt x="0" y="1457801"/>
                        <a:pt x="0" y="1499235"/>
                      </a:cubicBezTo>
                      <a:lnTo>
                        <a:pt x="0" y="1499235"/>
                      </a:lnTo>
                      <a:cubicBezTo>
                        <a:pt x="0" y="1540669"/>
                        <a:pt x="33623" y="1574292"/>
                        <a:pt x="75057" y="1574292"/>
                      </a:cubicBezTo>
                      <a:lnTo>
                        <a:pt x="3032094" y="1574292"/>
                      </a:lnTo>
                      <a:close/>
                    </a:path>
                  </a:pathLst>
                </a:custGeom>
                <a:solidFill>
                  <a:srgbClr val="65656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17" name="Freeform: Shape 2016">
                  <a:extLst>
                    <a:ext uri="{FF2B5EF4-FFF2-40B4-BE49-F238E27FC236}">
                      <a16:creationId xmlns:a16="http://schemas.microsoft.com/office/drawing/2014/main" id="{20402CFB-91FA-F70C-11A8-B87506B7DE39}"/>
                    </a:ext>
                  </a:extLst>
                </p:cNvPr>
                <p:cNvSpPr/>
                <p:nvPr/>
              </p:nvSpPr>
              <p:spPr>
                <a:xfrm>
                  <a:off x="9674412" y="2651716"/>
                  <a:ext cx="385271" cy="220152"/>
                </a:xfrm>
                <a:custGeom>
                  <a:avLst/>
                  <a:gdLst>
                    <a:gd name="connsiteX0" fmla="*/ 1936032 w 2229477"/>
                    <a:gd name="connsiteY0" fmla="*/ 1218343 h 1237583"/>
                    <a:gd name="connsiteX1" fmla="*/ 2228735 w 2229477"/>
                    <a:gd name="connsiteY1" fmla="*/ 31147 h 1237583"/>
                    <a:gd name="connsiteX2" fmla="*/ 2204351 w 2229477"/>
                    <a:gd name="connsiteY2" fmla="*/ 0 h 1237583"/>
                    <a:gd name="connsiteX3" fmla="*/ 319639 w 2229477"/>
                    <a:gd name="connsiteY3" fmla="*/ 0 h 1237583"/>
                    <a:gd name="connsiteX4" fmla="*/ 295255 w 2229477"/>
                    <a:gd name="connsiteY4" fmla="*/ 19145 h 1237583"/>
                    <a:gd name="connsiteX5" fmla="*/ 742 w 2229477"/>
                    <a:gd name="connsiteY5" fmla="*/ 1206341 h 1237583"/>
                    <a:gd name="connsiteX6" fmla="*/ 25126 w 2229477"/>
                    <a:gd name="connsiteY6" fmla="*/ 1237583 h 1237583"/>
                    <a:gd name="connsiteX7" fmla="*/ 1911648 w 2229477"/>
                    <a:gd name="connsiteY7" fmla="*/ 1237583 h 1237583"/>
                    <a:gd name="connsiteX8" fmla="*/ 1936032 w 2229477"/>
                    <a:gd name="connsiteY8" fmla="*/ 1218438 h 1237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29477" h="1237583">
                      <a:moveTo>
                        <a:pt x="1936032" y="1218343"/>
                      </a:moveTo>
                      <a:lnTo>
                        <a:pt x="2228735" y="31147"/>
                      </a:lnTo>
                      <a:cubicBezTo>
                        <a:pt x="2232640" y="15335"/>
                        <a:pt x="2220639" y="0"/>
                        <a:pt x="2204351" y="0"/>
                      </a:cubicBezTo>
                      <a:lnTo>
                        <a:pt x="319639" y="0"/>
                      </a:lnTo>
                      <a:cubicBezTo>
                        <a:pt x="308114" y="0"/>
                        <a:pt x="298018" y="7906"/>
                        <a:pt x="295255" y="19145"/>
                      </a:cubicBezTo>
                      <a:lnTo>
                        <a:pt x="742" y="1206341"/>
                      </a:lnTo>
                      <a:cubicBezTo>
                        <a:pt x="-3163" y="1222248"/>
                        <a:pt x="8838" y="1237583"/>
                        <a:pt x="25126" y="1237583"/>
                      </a:cubicBezTo>
                      <a:lnTo>
                        <a:pt x="1911648" y="1237583"/>
                      </a:lnTo>
                      <a:cubicBezTo>
                        <a:pt x="1923268" y="1237583"/>
                        <a:pt x="1933270" y="1229678"/>
                        <a:pt x="1936032" y="12184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18" name="Freeform: Shape 2017">
                  <a:extLst>
                    <a:ext uri="{FF2B5EF4-FFF2-40B4-BE49-F238E27FC236}">
                      <a16:creationId xmlns:a16="http://schemas.microsoft.com/office/drawing/2014/main" id="{BF12DE99-227B-AC0F-11F9-81F12D5200D2}"/>
                    </a:ext>
                  </a:extLst>
                </p:cNvPr>
                <p:cNvSpPr/>
                <p:nvPr/>
              </p:nvSpPr>
              <p:spPr>
                <a:xfrm>
                  <a:off x="9650377" y="2886083"/>
                  <a:ext cx="366860" cy="4473"/>
                </a:xfrm>
                <a:custGeom>
                  <a:avLst/>
                  <a:gdLst>
                    <a:gd name="connsiteX0" fmla="*/ 2110359 w 2122932"/>
                    <a:gd name="connsiteY0" fmla="*/ 25146 h 25145"/>
                    <a:gd name="connsiteX1" fmla="*/ 12573 w 2122932"/>
                    <a:gd name="connsiteY1" fmla="*/ 25146 h 25145"/>
                    <a:gd name="connsiteX2" fmla="*/ 0 w 2122932"/>
                    <a:gd name="connsiteY2" fmla="*/ 12573 h 25145"/>
                    <a:gd name="connsiteX3" fmla="*/ 12573 w 2122932"/>
                    <a:gd name="connsiteY3" fmla="*/ 0 h 25145"/>
                    <a:gd name="connsiteX4" fmla="*/ 2110359 w 2122932"/>
                    <a:gd name="connsiteY4" fmla="*/ 0 h 25145"/>
                    <a:gd name="connsiteX5" fmla="*/ 2122932 w 2122932"/>
                    <a:gd name="connsiteY5" fmla="*/ 12573 h 25145"/>
                    <a:gd name="connsiteX6" fmla="*/ 2110359 w 2122932"/>
                    <a:gd name="connsiteY6" fmla="*/ 25146 h 25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22932" h="25145">
                      <a:moveTo>
                        <a:pt x="2110359" y="25146"/>
                      </a:moveTo>
                      <a:lnTo>
                        <a:pt x="12573" y="25146"/>
                      </a:lnTo>
                      <a:cubicBezTo>
                        <a:pt x="5620" y="25146"/>
                        <a:pt x="0" y="19526"/>
                        <a:pt x="0" y="12573"/>
                      </a:cubicBezTo>
                      <a:cubicBezTo>
                        <a:pt x="0" y="5620"/>
                        <a:pt x="5620" y="0"/>
                        <a:pt x="12573" y="0"/>
                      </a:cubicBezTo>
                      <a:lnTo>
                        <a:pt x="2110359" y="0"/>
                      </a:lnTo>
                      <a:cubicBezTo>
                        <a:pt x="2117312" y="0"/>
                        <a:pt x="2122932" y="5620"/>
                        <a:pt x="2122932" y="12573"/>
                      </a:cubicBezTo>
                      <a:cubicBezTo>
                        <a:pt x="2122932" y="19526"/>
                        <a:pt x="2117312" y="25146"/>
                        <a:pt x="2110359" y="25146"/>
                      </a:cubicBezTo>
                      <a:close/>
                    </a:path>
                  </a:pathLst>
                </a:custGeom>
                <a:solidFill>
                  <a:srgbClr val="B3B3B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19" name="Freeform: Shape 2018">
                  <a:extLst>
                    <a:ext uri="{FF2B5EF4-FFF2-40B4-BE49-F238E27FC236}">
                      <a16:creationId xmlns:a16="http://schemas.microsoft.com/office/drawing/2014/main" id="{69ACCDB6-4A85-3A25-6B26-84390B91AC45}"/>
                    </a:ext>
                  </a:extLst>
                </p:cNvPr>
                <p:cNvSpPr/>
                <p:nvPr/>
              </p:nvSpPr>
              <p:spPr>
                <a:xfrm>
                  <a:off x="9722373" y="2668794"/>
                  <a:ext cx="331586" cy="4473"/>
                </a:xfrm>
                <a:custGeom>
                  <a:avLst/>
                  <a:gdLst>
                    <a:gd name="connsiteX0" fmla="*/ 1906238 w 1918811"/>
                    <a:gd name="connsiteY0" fmla="*/ 25146 h 25146"/>
                    <a:gd name="connsiteX1" fmla="*/ 12573 w 1918811"/>
                    <a:gd name="connsiteY1" fmla="*/ 25146 h 25146"/>
                    <a:gd name="connsiteX2" fmla="*/ 0 w 1918811"/>
                    <a:gd name="connsiteY2" fmla="*/ 12573 h 25146"/>
                    <a:gd name="connsiteX3" fmla="*/ 12573 w 1918811"/>
                    <a:gd name="connsiteY3" fmla="*/ 0 h 25146"/>
                    <a:gd name="connsiteX4" fmla="*/ 1906238 w 1918811"/>
                    <a:gd name="connsiteY4" fmla="*/ 0 h 25146"/>
                    <a:gd name="connsiteX5" fmla="*/ 1918811 w 1918811"/>
                    <a:gd name="connsiteY5" fmla="*/ 12573 h 25146"/>
                    <a:gd name="connsiteX6" fmla="*/ 1906238 w 1918811"/>
                    <a:gd name="connsiteY6" fmla="*/ 25146 h 25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18811" h="25146">
                      <a:moveTo>
                        <a:pt x="1906238" y="25146"/>
                      </a:moveTo>
                      <a:lnTo>
                        <a:pt x="12573" y="25146"/>
                      </a:lnTo>
                      <a:cubicBezTo>
                        <a:pt x="5620" y="25146"/>
                        <a:pt x="0" y="19526"/>
                        <a:pt x="0" y="12573"/>
                      </a:cubicBezTo>
                      <a:cubicBezTo>
                        <a:pt x="0" y="5620"/>
                        <a:pt x="5620" y="0"/>
                        <a:pt x="12573" y="0"/>
                      </a:cubicBezTo>
                      <a:lnTo>
                        <a:pt x="1906238" y="0"/>
                      </a:lnTo>
                      <a:cubicBezTo>
                        <a:pt x="1913191" y="0"/>
                        <a:pt x="1918811" y="5620"/>
                        <a:pt x="1918811" y="12573"/>
                      </a:cubicBezTo>
                      <a:cubicBezTo>
                        <a:pt x="1918811" y="19526"/>
                        <a:pt x="1913191" y="25146"/>
                        <a:pt x="1906238" y="25146"/>
                      </a:cubicBezTo>
                      <a:close/>
                    </a:path>
                  </a:pathLst>
                </a:custGeom>
                <a:solidFill>
                  <a:srgbClr val="B3B3B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0" name="Freeform: Shape 2019">
                  <a:extLst>
                    <a:ext uri="{FF2B5EF4-FFF2-40B4-BE49-F238E27FC236}">
                      <a16:creationId xmlns:a16="http://schemas.microsoft.com/office/drawing/2014/main" id="{5C69378F-DA9D-CE68-A61E-331C1245B071}"/>
                    </a:ext>
                  </a:extLst>
                </p:cNvPr>
                <p:cNvSpPr/>
                <p:nvPr/>
              </p:nvSpPr>
              <p:spPr>
                <a:xfrm>
                  <a:off x="9716217" y="2497103"/>
                  <a:ext cx="178203" cy="145870"/>
                </a:xfrm>
                <a:custGeom>
                  <a:avLst/>
                  <a:gdLst>
                    <a:gd name="connsiteX0" fmla="*/ 367284 w 1031222"/>
                    <a:gd name="connsiteY0" fmla="*/ 820009 h 820008"/>
                    <a:gd name="connsiteX1" fmla="*/ 478250 w 1031222"/>
                    <a:gd name="connsiteY1" fmla="*/ 640653 h 820008"/>
                    <a:gd name="connsiteX2" fmla="*/ 722852 w 1031222"/>
                    <a:gd name="connsiteY2" fmla="*/ 495016 h 820008"/>
                    <a:gd name="connsiteX3" fmla="*/ 903542 w 1031222"/>
                    <a:gd name="connsiteY3" fmla="*/ 336520 h 820008"/>
                    <a:gd name="connsiteX4" fmla="*/ 1027748 w 1031222"/>
                    <a:gd name="connsiteY4" fmla="*/ 206027 h 820008"/>
                    <a:gd name="connsiteX5" fmla="*/ 940499 w 1031222"/>
                    <a:gd name="connsiteY5" fmla="*/ 135828 h 820008"/>
                    <a:gd name="connsiteX6" fmla="*/ 989171 w 1031222"/>
                    <a:gd name="connsiteY6" fmla="*/ 66391 h 820008"/>
                    <a:gd name="connsiteX7" fmla="*/ 946404 w 1031222"/>
                    <a:gd name="connsiteY7" fmla="*/ 382 h 820008"/>
                    <a:gd name="connsiteX8" fmla="*/ 864680 w 1031222"/>
                    <a:gd name="connsiteY8" fmla="*/ 45055 h 820008"/>
                    <a:gd name="connsiteX9" fmla="*/ 724186 w 1031222"/>
                    <a:gd name="connsiteY9" fmla="*/ 115920 h 820008"/>
                    <a:gd name="connsiteX10" fmla="*/ 646271 w 1031222"/>
                    <a:gd name="connsiteY10" fmla="*/ 128303 h 820008"/>
                    <a:gd name="connsiteX11" fmla="*/ 584835 w 1031222"/>
                    <a:gd name="connsiteY11" fmla="*/ 200122 h 820008"/>
                    <a:gd name="connsiteX12" fmla="*/ 453295 w 1031222"/>
                    <a:gd name="connsiteY12" fmla="*/ 223077 h 820008"/>
                    <a:gd name="connsiteX13" fmla="*/ 300323 w 1031222"/>
                    <a:gd name="connsiteY13" fmla="*/ 277750 h 820008"/>
                    <a:gd name="connsiteX14" fmla="*/ 61151 w 1031222"/>
                    <a:gd name="connsiteY14" fmla="*/ 414529 h 820008"/>
                    <a:gd name="connsiteX15" fmla="*/ 0 w 1031222"/>
                    <a:gd name="connsiteY15" fmla="*/ 659893 h 820008"/>
                    <a:gd name="connsiteX16" fmla="*/ 367379 w 1031222"/>
                    <a:gd name="connsiteY16" fmla="*/ 820009 h 820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31222" h="820008">
                      <a:moveTo>
                        <a:pt x="367284" y="820009"/>
                      </a:moveTo>
                      <a:cubicBezTo>
                        <a:pt x="384715" y="767335"/>
                        <a:pt x="390049" y="685801"/>
                        <a:pt x="478250" y="640653"/>
                      </a:cubicBezTo>
                      <a:cubicBezTo>
                        <a:pt x="566452" y="595409"/>
                        <a:pt x="667607" y="534830"/>
                        <a:pt x="722852" y="495016"/>
                      </a:cubicBezTo>
                      <a:cubicBezTo>
                        <a:pt x="792385" y="445009"/>
                        <a:pt x="840296" y="393003"/>
                        <a:pt x="903542" y="336520"/>
                      </a:cubicBezTo>
                      <a:cubicBezTo>
                        <a:pt x="966788" y="280036"/>
                        <a:pt x="1010031" y="230887"/>
                        <a:pt x="1027748" y="206027"/>
                      </a:cubicBezTo>
                      <a:cubicBezTo>
                        <a:pt x="1044417" y="182595"/>
                        <a:pt x="998792" y="125922"/>
                        <a:pt x="940499" y="135828"/>
                      </a:cubicBezTo>
                      <a:cubicBezTo>
                        <a:pt x="940499" y="135828"/>
                        <a:pt x="968217" y="103443"/>
                        <a:pt x="989171" y="66391"/>
                      </a:cubicBezTo>
                      <a:cubicBezTo>
                        <a:pt x="1009841" y="29815"/>
                        <a:pt x="996601" y="6002"/>
                        <a:pt x="946404" y="382"/>
                      </a:cubicBezTo>
                      <a:cubicBezTo>
                        <a:pt x="916496" y="-2951"/>
                        <a:pt x="890969" y="15813"/>
                        <a:pt x="864680" y="45055"/>
                      </a:cubicBezTo>
                      <a:cubicBezTo>
                        <a:pt x="812387" y="24195"/>
                        <a:pt x="759619" y="75439"/>
                        <a:pt x="724186" y="115920"/>
                      </a:cubicBezTo>
                      <a:cubicBezTo>
                        <a:pt x="707327" y="95823"/>
                        <a:pt x="688753" y="87250"/>
                        <a:pt x="646271" y="128303"/>
                      </a:cubicBezTo>
                      <a:cubicBezTo>
                        <a:pt x="620744" y="152973"/>
                        <a:pt x="623507" y="153163"/>
                        <a:pt x="584835" y="200122"/>
                      </a:cubicBezTo>
                      <a:cubicBezTo>
                        <a:pt x="555212" y="194407"/>
                        <a:pt x="517112" y="202789"/>
                        <a:pt x="453295" y="223077"/>
                      </a:cubicBezTo>
                      <a:cubicBezTo>
                        <a:pt x="348520" y="256510"/>
                        <a:pt x="380714" y="249270"/>
                        <a:pt x="300323" y="277750"/>
                      </a:cubicBezTo>
                      <a:cubicBezTo>
                        <a:pt x="196025" y="314707"/>
                        <a:pt x="97346" y="353855"/>
                        <a:pt x="61151" y="414529"/>
                      </a:cubicBezTo>
                      <a:cubicBezTo>
                        <a:pt x="24956" y="475204"/>
                        <a:pt x="0" y="659893"/>
                        <a:pt x="0" y="659893"/>
                      </a:cubicBezTo>
                      <a:lnTo>
                        <a:pt x="367379" y="820009"/>
                      </a:lnTo>
                      <a:close/>
                    </a:path>
                  </a:pathLst>
                </a:custGeom>
                <a:solidFill>
                  <a:srgbClr val="D9B09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1" name="Freeform: Shape 2020">
                  <a:extLst>
                    <a:ext uri="{FF2B5EF4-FFF2-40B4-BE49-F238E27FC236}">
                      <a16:creationId xmlns:a16="http://schemas.microsoft.com/office/drawing/2014/main" id="{F0E36AC3-165D-9457-FEDC-832E7B465586}"/>
                    </a:ext>
                  </a:extLst>
                </p:cNvPr>
                <p:cNvSpPr/>
                <p:nvPr/>
              </p:nvSpPr>
              <p:spPr>
                <a:xfrm>
                  <a:off x="9795084" y="2530615"/>
                  <a:ext cx="33450" cy="38533"/>
                </a:xfrm>
                <a:custGeom>
                  <a:avLst/>
                  <a:gdLst>
                    <a:gd name="connsiteX0" fmla="*/ 12528 w 193566"/>
                    <a:gd name="connsiteY0" fmla="*/ 216614 h 216614"/>
                    <a:gd name="connsiteX1" fmla="*/ 1384 w 193566"/>
                    <a:gd name="connsiteY1" fmla="*/ 209851 h 216614"/>
                    <a:gd name="connsiteX2" fmla="*/ 6813 w 193566"/>
                    <a:gd name="connsiteY2" fmla="*/ 192897 h 216614"/>
                    <a:gd name="connsiteX3" fmla="*/ 167119 w 193566"/>
                    <a:gd name="connsiteY3" fmla="*/ 63833 h 216614"/>
                    <a:gd name="connsiteX4" fmla="*/ 166357 w 193566"/>
                    <a:gd name="connsiteY4" fmla="*/ 46974 h 216614"/>
                    <a:gd name="connsiteX5" fmla="*/ 133114 w 193566"/>
                    <a:gd name="connsiteY5" fmla="*/ 24685 h 216614"/>
                    <a:gd name="connsiteX6" fmla="*/ 124161 w 193566"/>
                    <a:gd name="connsiteY6" fmla="*/ 9350 h 216614"/>
                    <a:gd name="connsiteX7" fmla="*/ 139496 w 193566"/>
                    <a:gd name="connsiteY7" fmla="*/ 397 h 216614"/>
                    <a:gd name="connsiteX8" fmla="*/ 188455 w 193566"/>
                    <a:gd name="connsiteY8" fmla="*/ 35163 h 216614"/>
                    <a:gd name="connsiteX9" fmla="*/ 191026 w 193566"/>
                    <a:gd name="connsiteY9" fmla="*/ 71263 h 216614"/>
                    <a:gd name="connsiteX10" fmla="*/ 18243 w 193566"/>
                    <a:gd name="connsiteY10" fmla="*/ 215090 h 216614"/>
                    <a:gd name="connsiteX11" fmla="*/ 12528 w 193566"/>
                    <a:gd name="connsiteY11" fmla="*/ 216519 h 216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566" h="216614">
                      <a:moveTo>
                        <a:pt x="12528" y="216614"/>
                      </a:moveTo>
                      <a:cubicBezTo>
                        <a:pt x="7956" y="216614"/>
                        <a:pt x="3574" y="214138"/>
                        <a:pt x="1384" y="209851"/>
                      </a:cubicBezTo>
                      <a:cubicBezTo>
                        <a:pt x="-1760" y="203660"/>
                        <a:pt x="622" y="196135"/>
                        <a:pt x="6813" y="192897"/>
                      </a:cubicBezTo>
                      <a:cubicBezTo>
                        <a:pt x="46627" y="172323"/>
                        <a:pt x="153022" y="108982"/>
                        <a:pt x="167119" y="63833"/>
                      </a:cubicBezTo>
                      <a:cubicBezTo>
                        <a:pt x="169214" y="57166"/>
                        <a:pt x="168929" y="51832"/>
                        <a:pt x="166357" y="46974"/>
                      </a:cubicBezTo>
                      <a:cubicBezTo>
                        <a:pt x="160547" y="36116"/>
                        <a:pt x="150355" y="29258"/>
                        <a:pt x="133114" y="24685"/>
                      </a:cubicBezTo>
                      <a:cubicBezTo>
                        <a:pt x="126447" y="22876"/>
                        <a:pt x="122447" y="16018"/>
                        <a:pt x="124161" y="9350"/>
                      </a:cubicBezTo>
                      <a:cubicBezTo>
                        <a:pt x="125971" y="2683"/>
                        <a:pt x="132829" y="-1318"/>
                        <a:pt x="139496" y="397"/>
                      </a:cubicBezTo>
                      <a:cubicBezTo>
                        <a:pt x="154736" y="4397"/>
                        <a:pt x="176358" y="12398"/>
                        <a:pt x="188455" y="35163"/>
                      </a:cubicBezTo>
                      <a:cubicBezTo>
                        <a:pt x="194265" y="46021"/>
                        <a:pt x="195122" y="58118"/>
                        <a:pt x="191026" y="71263"/>
                      </a:cubicBezTo>
                      <a:cubicBezTo>
                        <a:pt x="171310" y="134509"/>
                        <a:pt x="33864" y="207089"/>
                        <a:pt x="18243" y="215090"/>
                      </a:cubicBezTo>
                      <a:cubicBezTo>
                        <a:pt x="16433" y="216043"/>
                        <a:pt x="14433" y="216519"/>
                        <a:pt x="12528" y="216519"/>
                      </a:cubicBezTo>
                      <a:close/>
                    </a:path>
                  </a:pathLst>
                </a:custGeom>
                <a:solidFill>
                  <a:srgbClr val="A37F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2" name="Freeform: Shape 2021">
                  <a:extLst>
                    <a:ext uri="{FF2B5EF4-FFF2-40B4-BE49-F238E27FC236}">
                      <a16:creationId xmlns:a16="http://schemas.microsoft.com/office/drawing/2014/main" id="{255E2709-9064-EE0D-CD8E-F6B311F2CCE7}"/>
                    </a:ext>
                  </a:extLst>
                </p:cNvPr>
                <p:cNvSpPr/>
                <p:nvPr/>
              </p:nvSpPr>
              <p:spPr>
                <a:xfrm>
                  <a:off x="9806272" y="2519517"/>
                  <a:ext cx="72686" cy="43531"/>
                </a:xfrm>
                <a:custGeom>
                  <a:avLst/>
                  <a:gdLst>
                    <a:gd name="connsiteX0" fmla="*/ 12555 w 420620"/>
                    <a:gd name="connsiteY0" fmla="*/ 244711 h 244710"/>
                    <a:gd name="connsiteX1" fmla="*/ 77 w 420620"/>
                    <a:gd name="connsiteY1" fmla="*/ 233567 h 244710"/>
                    <a:gd name="connsiteX2" fmla="*/ 11126 w 420620"/>
                    <a:gd name="connsiteY2" fmla="*/ 219660 h 244710"/>
                    <a:gd name="connsiteX3" fmla="*/ 289923 w 420620"/>
                    <a:gd name="connsiteY3" fmla="*/ 69832 h 244710"/>
                    <a:gd name="connsiteX4" fmla="*/ 404318 w 420620"/>
                    <a:gd name="connsiteY4" fmla="*/ 585 h 244710"/>
                    <a:gd name="connsiteX5" fmla="*/ 420035 w 420620"/>
                    <a:gd name="connsiteY5" fmla="*/ 8777 h 244710"/>
                    <a:gd name="connsiteX6" fmla="*/ 411843 w 420620"/>
                    <a:gd name="connsiteY6" fmla="*/ 24493 h 244710"/>
                    <a:gd name="connsiteX7" fmla="*/ 303734 w 420620"/>
                    <a:gd name="connsiteY7" fmla="*/ 90692 h 244710"/>
                    <a:gd name="connsiteX8" fmla="*/ 13889 w 420620"/>
                    <a:gd name="connsiteY8" fmla="*/ 244616 h 244710"/>
                    <a:gd name="connsiteX9" fmla="*/ 12460 w 420620"/>
                    <a:gd name="connsiteY9" fmla="*/ 244616 h 244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20620" h="244710">
                      <a:moveTo>
                        <a:pt x="12555" y="244711"/>
                      </a:moveTo>
                      <a:cubicBezTo>
                        <a:pt x="6269" y="244711"/>
                        <a:pt x="840" y="239948"/>
                        <a:pt x="77" y="233567"/>
                      </a:cubicBezTo>
                      <a:cubicBezTo>
                        <a:pt x="-685" y="226709"/>
                        <a:pt x="4268" y="220422"/>
                        <a:pt x="11126" y="219660"/>
                      </a:cubicBezTo>
                      <a:cubicBezTo>
                        <a:pt x="75611" y="212326"/>
                        <a:pt x="199436" y="129935"/>
                        <a:pt x="289923" y="69832"/>
                      </a:cubicBezTo>
                      <a:cubicBezTo>
                        <a:pt x="344978" y="33256"/>
                        <a:pt x="384792" y="6777"/>
                        <a:pt x="404318" y="585"/>
                      </a:cubicBezTo>
                      <a:cubicBezTo>
                        <a:pt x="410891" y="-1510"/>
                        <a:pt x="417939" y="2205"/>
                        <a:pt x="420035" y="8777"/>
                      </a:cubicBezTo>
                      <a:cubicBezTo>
                        <a:pt x="422130" y="15349"/>
                        <a:pt x="418415" y="22398"/>
                        <a:pt x="411843" y="24493"/>
                      </a:cubicBezTo>
                      <a:cubicBezTo>
                        <a:pt x="395651" y="29637"/>
                        <a:pt x="350978" y="59259"/>
                        <a:pt x="303734" y="90692"/>
                      </a:cubicBezTo>
                      <a:cubicBezTo>
                        <a:pt x="206008" y="155652"/>
                        <a:pt x="84374" y="236520"/>
                        <a:pt x="13889" y="244616"/>
                      </a:cubicBezTo>
                      <a:cubicBezTo>
                        <a:pt x="13413" y="244616"/>
                        <a:pt x="12936" y="244616"/>
                        <a:pt x="12460" y="244616"/>
                      </a:cubicBezTo>
                      <a:close/>
                    </a:path>
                  </a:pathLst>
                </a:custGeom>
                <a:solidFill>
                  <a:srgbClr val="A37F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3" name="Freeform: Shape 2022">
                  <a:extLst>
                    <a:ext uri="{FF2B5EF4-FFF2-40B4-BE49-F238E27FC236}">
                      <a16:creationId xmlns:a16="http://schemas.microsoft.com/office/drawing/2014/main" id="{B1149C48-ECF3-D526-5250-3782111E6C57}"/>
                    </a:ext>
                  </a:extLst>
                </p:cNvPr>
                <p:cNvSpPr/>
                <p:nvPr/>
              </p:nvSpPr>
              <p:spPr>
                <a:xfrm>
                  <a:off x="9824164" y="2516809"/>
                  <a:ext cx="18251" cy="22282"/>
                </a:xfrm>
                <a:custGeom>
                  <a:avLst/>
                  <a:gdLst>
                    <a:gd name="connsiteX0" fmla="*/ 12555 w 105616"/>
                    <a:gd name="connsiteY0" fmla="*/ 125256 h 125256"/>
                    <a:gd name="connsiteX1" fmla="*/ 4839 w 105616"/>
                    <a:gd name="connsiteY1" fmla="*/ 122589 h 125256"/>
                    <a:gd name="connsiteX2" fmla="*/ 2649 w 105616"/>
                    <a:gd name="connsiteY2" fmla="*/ 104968 h 125256"/>
                    <a:gd name="connsiteX3" fmla="*/ 83516 w 105616"/>
                    <a:gd name="connsiteY3" fmla="*/ 4384 h 125256"/>
                    <a:gd name="connsiteX4" fmla="*/ 101232 w 105616"/>
                    <a:gd name="connsiteY4" fmla="*/ 3050 h 125256"/>
                    <a:gd name="connsiteX5" fmla="*/ 102566 w 105616"/>
                    <a:gd name="connsiteY5" fmla="*/ 20767 h 125256"/>
                    <a:gd name="connsiteX6" fmla="*/ 22461 w 105616"/>
                    <a:gd name="connsiteY6" fmla="*/ 120398 h 125256"/>
                    <a:gd name="connsiteX7" fmla="*/ 12555 w 105616"/>
                    <a:gd name="connsiteY7" fmla="*/ 125256 h 125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5616" h="125256">
                      <a:moveTo>
                        <a:pt x="12555" y="125256"/>
                      </a:moveTo>
                      <a:cubicBezTo>
                        <a:pt x="9888" y="125256"/>
                        <a:pt x="7125" y="124399"/>
                        <a:pt x="4839" y="122589"/>
                      </a:cubicBezTo>
                      <a:cubicBezTo>
                        <a:pt x="-590" y="118303"/>
                        <a:pt x="-1638" y="110492"/>
                        <a:pt x="2649" y="104968"/>
                      </a:cubicBezTo>
                      <a:cubicBezTo>
                        <a:pt x="28176" y="72107"/>
                        <a:pt x="64180" y="26958"/>
                        <a:pt x="83516" y="4384"/>
                      </a:cubicBezTo>
                      <a:cubicBezTo>
                        <a:pt x="87993" y="-855"/>
                        <a:pt x="95994" y="-1522"/>
                        <a:pt x="101232" y="3050"/>
                      </a:cubicBezTo>
                      <a:cubicBezTo>
                        <a:pt x="106471" y="7527"/>
                        <a:pt x="107138" y="15528"/>
                        <a:pt x="102566" y="20767"/>
                      </a:cubicBezTo>
                      <a:cubicBezTo>
                        <a:pt x="85992" y="40103"/>
                        <a:pt x="51512" y="82965"/>
                        <a:pt x="22461" y="120398"/>
                      </a:cubicBezTo>
                      <a:cubicBezTo>
                        <a:pt x="19984" y="123542"/>
                        <a:pt x="16269" y="125256"/>
                        <a:pt x="12555" y="125256"/>
                      </a:cubicBezTo>
                      <a:close/>
                    </a:path>
                  </a:pathLst>
                </a:custGeom>
                <a:solidFill>
                  <a:srgbClr val="A37F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4" name="Freeform: Shape 2023">
                  <a:extLst>
                    <a:ext uri="{FF2B5EF4-FFF2-40B4-BE49-F238E27FC236}">
                      <a16:creationId xmlns:a16="http://schemas.microsoft.com/office/drawing/2014/main" id="{974FFCFB-2ADB-4B9A-200E-FD896CD3A4FF}"/>
                    </a:ext>
                  </a:extLst>
                </p:cNvPr>
                <p:cNvSpPr/>
                <p:nvPr/>
              </p:nvSpPr>
              <p:spPr>
                <a:xfrm>
                  <a:off x="9830475" y="2503934"/>
                  <a:ext cx="36578" cy="48034"/>
                </a:xfrm>
                <a:custGeom>
                  <a:avLst/>
                  <a:gdLst>
                    <a:gd name="connsiteX0" fmla="*/ 12514 w 211671"/>
                    <a:gd name="connsiteY0" fmla="*/ 270023 h 270023"/>
                    <a:gd name="connsiteX1" fmla="*/ 4799 w 211671"/>
                    <a:gd name="connsiteY1" fmla="*/ 267356 h 270023"/>
                    <a:gd name="connsiteX2" fmla="*/ 2608 w 211671"/>
                    <a:gd name="connsiteY2" fmla="*/ 249735 h 270023"/>
                    <a:gd name="connsiteX3" fmla="*/ 77284 w 211671"/>
                    <a:gd name="connsiteY3" fmla="*/ 148103 h 270023"/>
                    <a:gd name="connsiteX4" fmla="*/ 137863 w 211671"/>
                    <a:gd name="connsiteY4" fmla="*/ 67045 h 270023"/>
                    <a:gd name="connsiteX5" fmla="*/ 160247 w 211671"/>
                    <a:gd name="connsiteY5" fmla="*/ 39709 h 270023"/>
                    <a:gd name="connsiteX6" fmla="*/ 189679 w 211671"/>
                    <a:gd name="connsiteY6" fmla="*/ 4276 h 270023"/>
                    <a:gd name="connsiteX7" fmla="*/ 207396 w 211671"/>
                    <a:gd name="connsiteY7" fmla="*/ 3132 h 270023"/>
                    <a:gd name="connsiteX8" fmla="*/ 208539 w 211671"/>
                    <a:gd name="connsiteY8" fmla="*/ 20849 h 270023"/>
                    <a:gd name="connsiteX9" fmla="*/ 179773 w 211671"/>
                    <a:gd name="connsiteY9" fmla="*/ 55425 h 270023"/>
                    <a:gd name="connsiteX10" fmla="*/ 157104 w 211671"/>
                    <a:gd name="connsiteY10" fmla="*/ 83143 h 270023"/>
                    <a:gd name="connsiteX11" fmla="*/ 97858 w 211671"/>
                    <a:gd name="connsiteY11" fmla="*/ 162486 h 270023"/>
                    <a:gd name="connsiteX12" fmla="*/ 22420 w 211671"/>
                    <a:gd name="connsiteY12" fmla="*/ 265070 h 270023"/>
                    <a:gd name="connsiteX13" fmla="*/ 12514 w 211671"/>
                    <a:gd name="connsiteY13" fmla="*/ 269928 h 270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1671" h="270023">
                      <a:moveTo>
                        <a:pt x="12514" y="270023"/>
                      </a:moveTo>
                      <a:cubicBezTo>
                        <a:pt x="9847" y="270023"/>
                        <a:pt x="7085" y="269166"/>
                        <a:pt x="4799" y="267356"/>
                      </a:cubicBezTo>
                      <a:cubicBezTo>
                        <a:pt x="-630" y="263070"/>
                        <a:pt x="-1583" y="255164"/>
                        <a:pt x="2608" y="249735"/>
                      </a:cubicBezTo>
                      <a:cubicBezTo>
                        <a:pt x="33564" y="210206"/>
                        <a:pt x="56805" y="177249"/>
                        <a:pt x="77284" y="148103"/>
                      </a:cubicBezTo>
                      <a:cubicBezTo>
                        <a:pt x="98525" y="117909"/>
                        <a:pt x="116908" y="91906"/>
                        <a:pt x="137863" y="67045"/>
                      </a:cubicBezTo>
                      <a:cubicBezTo>
                        <a:pt x="145483" y="57997"/>
                        <a:pt x="153008" y="48662"/>
                        <a:pt x="160247" y="39709"/>
                      </a:cubicBezTo>
                      <a:cubicBezTo>
                        <a:pt x="170344" y="27136"/>
                        <a:pt x="179964" y="15324"/>
                        <a:pt x="189679" y="4276"/>
                      </a:cubicBezTo>
                      <a:cubicBezTo>
                        <a:pt x="194251" y="-963"/>
                        <a:pt x="202157" y="-1439"/>
                        <a:pt x="207396" y="3132"/>
                      </a:cubicBezTo>
                      <a:cubicBezTo>
                        <a:pt x="212635" y="7705"/>
                        <a:pt x="213111" y="15610"/>
                        <a:pt x="208539" y="20849"/>
                      </a:cubicBezTo>
                      <a:cubicBezTo>
                        <a:pt x="199204" y="31517"/>
                        <a:pt x="189774" y="43138"/>
                        <a:pt x="179773" y="55425"/>
                      </a:cubicBezTo>
                      <a:cubicBezTo>
                        <a:pt x="172439" y="64473"/>
                        <a:pt x="164914" y="73903"/>
                        <a:pt x="157104" y="83143"/>
                      </a:cubicBezTo>
                      <a:cubicBezTo>
                        <a:pt x="136911" y="107146"/>
                        <a:pt x="118813" y="132768"/>
                        <a:pt x="97858" y="162486"/>
                      </a:cubicBezTo>
                      <a:cubicBezTo>
                        <a:pt x="77189" y="191823"/>
                        <a:pt x="53757" y="225065"/>
                        <a:pt x="22420" y="265070"/>
                      </a:cubicBezTo>
                      <a:cubicBezTo>
                        <a:pt x="19944" y="268213"/>
                        <a:pt x="16229" y="269928"/>
                        <a:pt x="12514" y="269928"/>
                      </a:cubicBezTo>
                      <a:close/>
                    </a:path>
                  </a:pathLst>
                </a:custGeom>
                <a:solidFill>
                  <a:srgbClr val="A37F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5" name="Freeform: Shape 2024">
                  <a:extLst>
                    <a:ext uri="{FF2B5EF4-FFF2-40B4-BE49-F238E27FC236}">
                      <a16:creationId xmlns:a16="http://schemas.microsoft.com/office/drawing/2014/main" id="{A14A71C8-7D55-7BD1-3820-D15455B381DC}"/>
                    </a:ext>
                  </a:extLst>
                </p:cNvPr>
                <p:cNvSpPr/>
                <p:nvPr/>
              </p:nvSpPr>
              <p:spPr>
                <a:xfrm>
                  <a:off x="9373444" y="2552493"/>
                  <a:ext cx="415740" cy="360361"/>
                </a:xfrm>
                <a:custGeom>
                  <a:avLst/>
                  <a:gdLst>
                    <a:gd name="connsiteX0" fmla="*/ 506318 w 2405793"/>
                    <a:gd name="connsiteY0" fmla="*/ 2025777 h 2025776"/>
                    <a:gd name="connsiteX1" fmla="*/ 1159638 w 2405793"/>
                    <a:gd name="connsiteY1" fmla="*/ 2025777 h 2025776"/>
                    <a:gd name="connsiteX2" fmla="*/ 1174402 w 2405793"/>
                    <a:gd name="connsiteY2" fmla="*/ 1381697 h 2025776"/>
                    <a:gd name="connsiteX3" fmla="*/ 1537399 w 2405793"/>
                    <a:gd name="connsiteY3" fmla="*/ 1774698 h 2025776"/>
                    <a:gd name="connsiteX4" fmla="*/ 2142618 w 2405793"/>
                    <a:gd name="connsiteY4" fmla="*/ 1581817 h 2025776"/>
                    <a:gd name="connsiteX5" fmla="*/ 2405794 w 2405793"/>
                    <a:gd name="connsiteY5" fmla="*/ 430435 h 2025776"/>
                    <a:gd name="connsiteX6" fmla="*/ 1942307 w 2405793"/>
                    <a:gd name="connsiteY6" fmla="*/ 314706 h 2025776"/>
                    <a:gd name="connsiteX7" fmla="*/ 1730947 w 2405793"/>
                    <a:gd name="connsiteY7" fmla="*/ 1069277 h 2025776"/>
                    <a:gd name="connsiteX8" fmla="*/ 1201929 w 2405793"/>
                    <a:gd name="connsiteY8" fmla="*/ 223171 h 2025776"/>
                    <a:gd name="connsiteX9" fmla="*/ 622142 w 2405793"/>
                    <a:gd name="connsiteY9" fmla="*/ 8096 h 2025776"/>
                    <a:gd name="connsiteX10" fmla="*/ 178658 w 2405793"/>
                    <a:gd name="connsiteY10" fmla="*/ 0 h 2025776"/>
                    <a:gd name="connsiteX11" fmla="*/ 27115 w 2405793"/>
                    <a:gd name="connsiteY11" fmla="*/ 1413034 h 2025776"/>
                    <a:gd name="connsiteX12" fmla="*/ 506223 w 2405793"/>
                    <a:gd name="connsiteY12" fmla="*/ 2025682 h 2025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05793" h="2025776">
                      <a:moveTo>
                        <a:pt x="506318" y="2025777"/>
                      </a:moveTo>
                      <a:lnTo>
                        <a:pt x="1159638" y="2025777"/>
                      </a:lnTo>
                      <a:cubicBezTo>
                        <a:pt x="1153447" y="1961674"/>
                        <a:pt x="1145922" y="1572006"/>
                        <a:pt x="1174402" y="1381697"/>
                      </a:cubicBezTo>
                      <a:cubicBezTo>
                        <a:pt x="1288130" y="1533620"/>
                        <a:pt x="1412527" y="1679257"/>
                        <a:pt x="1537399" y="1774698"/>
                      </a:cubicBezTo>
                      <a:cubicBezTo>
                        <a:pt x="1789240" y="1967294"/>
                        <a:pt x="2068037" y="1888522"/>
                        <a:pt x="2142618" y="1581817"/>
                      </a:cubicBezTo>
                      <a:cubicBezTo>
                        <a:pt x="2217199" y="1275398"/>
                        <a:pt x="2405794" y="430435"/>
                        <a:pt x="2405794" y="430435"/>
                      </a:cubicBezTo>
                      <a:lnTo>
                        <a:pt x="1942307" y="314706"/>
                      </a:lnTo>
                      <a:lnTo>
                        <a:pt x="1730947" y="1069277"/>
                      </a:lnTo>
                      <a:cubicBezTo>
                        <a:pt x="1608170" y="858964"/>
                        <a:pt x="1326230" y="382143"/>
                        <a:pt x="1201929" y="223171"/>
                      </a:cubicBezTo>
                      <a:cubicBezTo>
                        <a:pt x="1125824" y="125825"/>
                        <a:pt x="942849" y="18764"/>
                        <a:pt x="622142" y="8096"/>
                      </a:cubicBezTo>
                      <a:lnTo>
                        <a:pt x="178658" y="0"/>
                      </a:lnTo>
                      <a:cubicBezTo>
                        <a:pt x="178658" y="0"/>
                        <a:pt x="-83184" y="1214914"/>
                        <a:pt x="27115" y="1413034"/>
                      </a:cubicBezTo>
                      <a:cubicBezTo>
                        <a:pt x="137415" y="1611154"/>
                        <a:pt x="506223" y="2025682"/>
                        <a:pt x="506223" y="202568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6" name="Freeform: Shape 2025">
                  <a:extLst>
                    <a:ext uri="{FF2B5EF4-FFF2-40B4-BE49-F238E27FC236}">
                      <a16:creationId xmlns:a16="http://schemas.microsoft.com/office/drawing/2014/main" id="{93794393-300D-4748-797D-52303BC7CE15}"/>
                    </a:ext>
                  </a:extLst>
                </p:cNvPr>
                <p:cNvSpPr/>
                <p:nvPr/>
              </p:nvSpPr>
              <p:spPr>
                <a:xfrm>
                  <a:off x="9671396" y="2742230"/>
                  <a:ext cx="13523" cy="20791"/>
                </a:xfrm>
                <a:custGeom>
                  <a:avLst/>
                  <a:gdLst>
                    <a:gd name="connsiteX0" fmla="*/ 65726 w 78256"/>
                    <a:gd name="connsiteY0" fmla="*/ 116780 h 116875"/>
                    <a:gd name="connsiteX1" fmla="*/ 54867 w 78256"/>
                    <a:gd name="connsiteY1" fmla="*/ 110493 h 116875"/>
                    <a:gd name="connsiteX2" fmla="*/ 1718 w 78256"/>
                    <a:gd name="connsiteY2" fmla="*/ 18863 h 116875"/>
                    <a:gd name="connsiteX3" fmla="*/ 6195 w 78256"/>
                    <a:gd name="connsiteY3" fmla="*/ 1718 h 116875"/>
                    <a:gd name="connsiteX4" fmla="*/ 23340 w 78256"/>
                    <a:gd name="connsiteY4" fmla="*/ 6195 h 116875"/>
                    <a:gd name="connsiteX5" fmla="*/ 76584 w 78256"/>
                    <a:gd name="connsiteY5" fmla="*/ 98016 h 116875"/>
                    <a:gd name="connsiteX6" fmla="*/ 72013 w 78256"/>
                    <a:gd name="connsiteY6" fmla="*/ 115161 h 116875"/>
                    <a:gd name="connsiteX7" fmla="*/ 65726 w 78256"/>
                    <a:gd name="connsiteY7" fmla="*/ 116875 h 1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8256" h="116875">
                      <a:moveTo>
                        <a:pt x="65726" y="116780"/>
                      </a:moveTo>
                      <a:cubicBezTo>
                        <a:pt x="61345" y="116780"/>
                        <a:pt x="57154" y="114494"/>
                        <a:pt x="54867" y="110493"/>
                      </a:cubicBezTo>
                      <a:cubicBezTo>
                        <a:pt x="54677" y="110113"/>
                        <a:pt x="34389" y="74965"/>
                        <a:pt x="1718" y="18863"/>
                      </a:cubicBezTo>
                      <a:cubicBezTo>
                        <a:pt x="-1806" y="12862"/>
                        <a:pt x="289" y="5147"/>
                        <a:pt x="6195" y="1718"/>
                      </a:cubicBezTo>
                      <a:cubicBezTo>
                        <a:pt x="12196" y="-1806"/>
                        <a:pt x="19911" y="289"/>
                        <a:pt x="23340" y="6195"/>
                      </a:cubicBezTo>
                      <a:cubicBezTo>
                        <a:pt x="56106" y="62392"/>
                        <a:pt x="76394" y="97635"/>
                        <a:pt x="76584" y="98016"/>
                      </a:cubicBezTo>
                      <a:cubicBezTo>
                        <a:pt x="80014" y="104016"/>
                        <a:pt x="78013" y="111732"/>
                        <a:pt x="72013" y="115161"/>
                      </a:cubicBezTo>
                      <a:cubicBezTo>
                        <a:pt x="70012" y="116304"/>
                        <a:pt x="67917" y="116875"/>
                        <a:pt x="65726" y="116875"/>
                      </a:cubicBezTo>
                      <a:close/>
                    </a:path>
                  </a:pathLst>
                </a:custGeom>
                <a:solidFill>
                  <a:srgbClr val="0679C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7" name="Freeform: Shape 2026">
                  <a:extLst>
                    <a:ext uri="{FF2B5EF4-FFF2-40B4-BE49-F238E27FC236}">
                      <a16:creationId xmlns:a16="http://schemas.microsoft.com/office/drawing/2014/main" id="{A39C027D-4721-4318-90F7-56F1FD4B020A}"/>
                    </a:ext>
                  </a:extLst>
                </p:cNvPr>
                <p:cNvSpPr/>
                <p:nvPr/>
              </p:nvSpPr>
              <p:spPr>
                <a:xfrm>
                  <a:off x="9378146" y="2447325"/>
                  <a:ext cx="103533" cy="108310"/>
                </a:xfrm>
                <a:custGeom>
                  <a:avLst/>
                  <a:gdLst>
                    <a:gd name="connsiteX0" fmla="*/ 599125 w 599124"/>
                    <a:gd name="connsiteY0" fmla="*/ 191914 h 608865"/>
                    <a:gd name="connsiteX1" fmla="*/ 594934 w 599124"/>
                    <a:gd name="connsiteY1" fmla="*/ 599299 h 608865"/>
                    <a:gd name="connsiteX2" fmla="*/ 90966 w 599124"/>
                    <a:gd name="connsiteY2" fmla="*/ 599299 h 608865"/>
                    <a:gd name="connsiteX3" fmla="*/ 2 w 599124"/>
                    <a:gd name="connsiteY3" fmla="*/ 38467 h 608865"/>
                    <a:gd name="connsiteX4" fmla="*/ 599125 w 599124"/>
                    <a:gd name="connsiteY4" fmla="*/ 191914 h 608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9124" h="608865">
                      <a:moveTo>
                        <a:pt x="599125" y="191914"/>
                      </a:moveTo>
                      <a:cubicBezTo>
                        <a:pt x="563882" y="282307"/>
                        <a:pt x="549595" y="479569"/>
                        <a:pt x="594934" y="599299"/>
                      </a:cubicBezTo>
                      <a:cubicBezTo>
                        <a:pt x="522734" y="620825"/>
                        <a:pt x="90966" y="599299"/>
                        <a:pt x="90966" y="599299"/>
                      </a:cubicBezTo>
                      <a:cubicBezTo>
                        <a:pt x="1050" y="100189"/>
                        <a:pt x="383" y="81805"/>
                        <a:pt x="2" y="38467"/>
                      </a:cubicBezTo>
                      <a:cubicBezTo>
                        <a:pt x="-1331" y="-103170"/>
                        <a:pt x="599125" y="191914"/>
                        <a:pt x="599125" y="191914"/>
                      </a:cubicBezTo>
                      <a:close/>
                    </a:path>
                  </a:pathLst>
                </a:custGeom>
                <a:solidFill>
                  <a:srgbClr val="D9B09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8" name="Freeform: Shape 2027">
                  <a:extLst>
                    <a:ext uri="{FF2B5EF4-FFF2-40B4-BE49-F238E27FC236}">
                      <a16:creationId xmlns:a16="http://schemas.microsoft.com/office/drawing/2014/main" id="{32075CBB-EDF1-0730-D4F9-1D8EEB032895}"/>
                    </a:ext>
                  </a:extLst>
                </p:cNvPr>
                <p:cNvSpPr/>
                <p:nvPr/>
              </p:nvSpPr>
              <p:spPr>
                <a:xfrm>
                  <a:off x="9207835" y="2583585"/>
                  <a:ext cx="99418" cy="331506"/>
                </a:xfrm>
                <a:custGeom>
                  <a:avLst/>
                  <a:gdLst>
                    <a:gd name="connsiteX0" fmla="*/ 100396 w 575312"/>
                    <a:gd name="connsiteY0" fmla="*/ 1863471 h 1863566"/>
                    <a:gd name="connsiteX1" fmla="*/ 93157 w 575312"/>
                    <a:gd name="connsiteY1" fmla="*/ 1861185 h 1863566"/>
                    <a:gd name="connsiteX2" fmla="*/ 1622 w 575312"/>
                    <a:gd name="connsiteY2" fmla="*/ 1597248 h 1863566"/>
                    <a:gd name="connsiteX3" fmla="*/ 77441 w 575312"/>
                    <a:gd name="connsiteY3" fmla="*/ 1113663 h 1863566"/>
                    <a:gd name="connsiteX4" fmla="*/ 105635 w 575312"/>
                    <a:gd name="connsiteY4" fmla="*/ 905161 h 1863566"/>
                    <a:gd name="connsiteX5" fmla="*/ 215744 w 575312"/>
                    <a:gd name="connsiteY5" fmla="*/ 440912 h 1863566"/>
                    <a:gd name="connsiteX6" fmla="*/ 218125 w 575312"/>
                    <a:gd name="connsiteY6" fmla="*/ 436817 h 1863566"/>
                    <a:gd name="connsiteX7" fmla="*/ 556453 w 575312"/>
                    <a:gd name="connsiteY7" fmla="*/ 1715 h 1863566"/>
                    <a:gd name="connsiteX8" fmla="*/ 573598 w 575312"/>
                    <a:gd name="connsiteY8" fmla="*/ 6287 h 1863566"/>
                    <a:gd name="connsiteX9" fmla="*/ 569026 w 575312"/>
                    <a:gd name="connsiteY9" fmla="*/ 23432 h 1863566"/>
                    <a:gd name="connsiteX10" fmla="*/ 239747 w 575312"/>
                    <a:gd name="connsiteY10" fmla="*/ 449580 h 1863566"/>
                    <a:gd name="connsiteX11" fmla="*/ 237366 w 575312"/>
                    <a:gd name="connsiteY11" fmla="*/ 453676 h 1863566"/>
                    <a:gd name="connsiteX12" fmla="*/ 130686 w 575312"/>
                    <a:gd name="connsiteY12" fmla="*/ 906590 h 1863566"/>
                    <a:gd name="connsiteX13" fmla="*/ 101158 w 575312"/>
                    <a:gd name="connsiteY13" fmla="*/ 1122045 h 1863566"/>
                    <a:gd name="connsiteX14" fmla="*/ 26673 w 575312"/>
                    <a:gd name="connsiteY14" fmla="*/ 1595819 h 1863566"/>
                    <a:gd name="connsiteX15" fmla="*/ 107540 w 575312"/>
                    <a:gd name="connsiteY15" fmla="*/ 1840706 h 1863566"/>
                    <a:gd name="connsiteX16" fmla="*/ 110588 w 575312"/>
                    <a:gd name="connsiteY16" fmla="*/ 1858232 h 1863566"/>
                    <a:gd name="connsiteX17" fmla="*/ 100301 w 575312"/>
                    <a:gd name="connsiteY17" fmla="*/ 1863566 h 1863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75312" h="1863566">
                      <a:moveTo>
                        <a:pt x="100396" y="1863471"/>
                      </a:moveTo>
                      <a:cubicBezTo>
                        <a:pt x="97920" y="1863471"/>
                        <a:pt x="95348" y="1862709"/>
                        <a:pt x="93157" y="1861185"/>
                      </a:cubicBezTo>
                      <a:cubicBezTo>
                        <a:pt x="43532" y="1826324"/>
                        <a:pt x="9337" y="1727740"/>
                        <a:pt x="1622" y="1597248"/>
                      </a:cubicBezTo>
                      <a:cubicBezTo>
                        <a:pt x="-7141" y="1448753"/>
                        <a:pt x="19815" y="1277017"/>
                        <a:pt x="77441" y="1113663"/>
                      </a:cubicBezTo>
                      <a:cubicBezTo>
                        <a:pt x="97062" y="1058132"/>
                        <a:pt x="101063" y="987266"/>
                        <a:pt x="105635" y="905161"/>
                      </a:cubicBezTo>
                      <a:cubicBezTo>
                        <a:pt x="113255" y="769049"/>
                        <a:pt x="122685" y="599694"/>
                        <a:pt x="215744" y="440912"/>
                      </a:cubicBezTo>
                      <a:lnTo>
                        <a:pt x="218125" y="436817"/>
                      </a:lnTo>
                      <a:cubicBezTo>
                        <a:pt x="292134" y="310515"/>
                        <a:pt x="429866" y="75343"/>
                        <a:pt x="556453" y="1715"/>
                      </a:cubicBezTo>
                      <a:cubicBezTo>
                        <a:pt x="562454" y="-1810"/>
                        <a:pt x="570169" y="286"/>
                        <a:pt x="573598" y="6287"/>
                      </a:cubicBezTo>
                      <a:cubicBezTo>
                        <a:pt x="577122" y="12287"/>
                        <a:pt x="575027" y="20002"/>
                        <a:pt x="569026" y="23432"/>
                      </a:cubicBezTo>
                      <a:cubicBezTo>
                        <a:pt x="448154" y="93821"/>
                        <a:pt x="307374" y="334042"/>
                        <a:pt x="239747" y="449580"/>
                      </a:cubicBezTo>
                      <a:lnTo>
                        <a:pt x="237366" y="453676"/>
                      </a:lnTo>
                      <a:cubicBezTo>
                        <a:pt x="147450" y="607124"/>
                        <a:pt x="138591" y="766286"/>
                        <a:pt x="130686" y="906590"/>
                      </a:cubicBezTo>
                      <a:cubicBezTo>
                        <a:pt x="126018" y="990600"/>
                        <a:pt x="121923" y="1063085"/>
                        <a:pt x="101158" y="1122045"/>
                      </a:cubicBezTo>
                      <a:cubicBezTo>
                        <a:pt x="44580" y="1282351"/>
                        <a:pt x="18100" y="1450658"/>
                        <a:pt x="26673" y="1595819"/>
                      </a:cubicBezTo>
                      <a:cubicBezTo>
                        <a:pt x="33816" y="1716881"/>
                        <a:pt x="64773" y="1810703"/>
                        <a:pt x="107540" y="1840706"/>
                      </a:cubicBezTo>
                      <a:cubicBezTo>
                        <a:pt x="113255" y="1844707"/>
                        <a:pt x="114588" y="1852517"/>
                        <a:pt x="110588" y="1858232"/>
                      </a:cubicBezTo>
                      <a:cubicBezTo>
                        <a:pt x="108111" y="1861757"/>
                        <a:pt x="104301" y="1863566"/>
                        <a:pt x="100301" y="1863566"/>
                      </a:cubicBezTo>
                      <a:close/>
                    </a:path>
                  </a:pathLst>
                </a:custGeom>
                <a:solidFill>
                  <a:srgbClr val="1537B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9" name="Freeform: Shape 2028">
                  <a:extLst>
                    <a:ext uri="{FF2B5EF4-FFF2-40B4-BE49-F238E27FC236}">
                      <a16:creationId xmlns:a16="http://schemas.microsoft.com/office/drawing/2014/main" id="{C465CD80-0E14-39EC-4C7F-256DC7FB81E6}"/>
                    </a:ext>
                  </a:extLst>
                </p:cNvPr>
                <p:cNvSpPr/>
                <p:nvPr/>
              </p:nvSpPr>
              <p:spPr>
                <a:xfrm>
                  <a:off x="9285872" y="2795717"/>
                  <a:ext cx="36050" cy="71609"/>
                </a:xfrm>
                <a:custGeom>
                  <a:avLst/>
                  <a:gdLst>
                    <a:gd name="connsiteX0" fmla="*/ 196024 w 208615"/>
                    <a:gd name="connsiteY0" fmla="*/ 402551 h 402551"/>
                    <a:gd name="connsiteX1" fmla="*/ 188309 w 208615"/>
                    <a:gd name="connsiteY1" fmla="*/ 399884 h 402551"/>
                    <a:gd name="connsiteX2" fmla="*/ 6096 w 208615"/>
                    <a:gd name="connsiteY2" fmla="*/ 245103 h 402551"/>
                    <a:gd name="connsiteX3" fmla="*/ 0 w 208615"/>
                    <a:gd name="connsiteY3" fmla="*/ 238435 h 402551"/>
                    <a:gd name="connsiteX4" fmla="*/ 4477 w 208615"/>
                    <a:gd name="connsiteY4" fmla="*/ 230530 h 402551"/>
                    <a:gd name="connsiteX5" fmla="*/ 67532 w 208615"/>
                    <a:gd name="connsiteY5" fmla="*/ 124898 h 402551"/>
                    <a:gd name="connsiteX6" fmla="*/ 138970 w 208615"/>
                    <a:gd name="connsiteY6" fmla="*/ 6216 h 402551"/>
                    <a:gd name="connsiteX7" fmla="*/ 156115 w 208615"/>
                    <a:gd name="connsiteY7" fmla="*/ 1739 h 402551"/>
                    <a:gd name="connsiteX8" fmla="*/ 160591 w 208615"/>
                    <a:gd name="connsiteY8" fmla="*/ 18884 h 402551"/>
                    <a:gd name="connsiteX9" fmla="*/ 88964 w 208615"/>
                    <a:gd name="connsiteY9" fmla="*/ 137947 h 402551"/>
                    <a:gd name="connsiteX10" fmla="*/ 30861 w 208615"/>
                    <a:gd name="connsiteY10" fmla="*/ 234721 h 402551"/>
                    <a:gd name="connsiteX11" fmla="*/ 203835 w 208615"/>
                    <a:gd name="connsiteY11" fmla="*/ 380072 h 402551"/>
                    <a:gd name="connsiteX12" fmla="*/ 205931 w 208615"/>
                    <a:gd name="connsiteY12" fmla="*/ 397693 h 402551"/>
                    <a:gd name="connsiteX13" fmla="*/ 196024 w 208615"/>
                    <a:gd name="connsiteY13" fmla="*/ 402551 h 40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8615" h="402551">
                      <a:moveTo>
                        <a:pt x="196024" y="402551"/>
                      </a:moveTo>
                      <a:cubicBezTo>
                        <a:pt x="193357" y="402551"/>
                        <a:pt x="190595" y="401694"/>
                        <a:pt x="188309" y="399884"/>
                      </a:cubicBezTo>
                      <a:cubicBezTo>
                        <a:pt x="182404" y="395312"/>
                        <a:pt x="43815" y="286537"/>
                        <a:pt x="6096" y="245103"/>
                      </a:cubicBezTo>
                      <a:lnTo>
                        <a:pt x="0" y="238435"/>
                      </a:lnTo>
                      <a:lnTo>
                        <a:pt x="4477" y="230530"/>
                      </a:lnTo>
                      <a:cubicBezTo>
                        <a:pt x="19240" y="204145"/>
                        <a:pt x="41624" y="167379"/>
                        <a:pt x="67532" y="124898"/>
                      </a:cubicBezTo>
                      <a:cubicBezTo>
                        <a:pt x="89916" y="88131"/>
                        <a:pt x="115252" y="46507"/>
                        <a:pt x="138970" y="6216"/>
                      </a:cubicBezTo>
                      <a:cubicBezTo>
                        <a:pt x="142494" y="215"/>
                        <a:pt x="150209" y="-1785"/>
                        <a:pt x="156115" y="1739"/>
                      </a:cubicBezTo>
                      <a:cubicBezTo>
                        <a:pt x="162115" y="5264"/>
                        <a:pt x="164116" y="12979"/>
                        <a:pt x="160591" y="18884"/>
                      </a:cubicBezTo>
                      <a:cubicBezTo>
                        <a:pt x="136779" y="59366"/>
                        <a:pt x="111347" y="101085"/>
                        <a:pt x="88964" y="137947"/>
                      </a:cubicBezTo>
                      <a:cubicBezTo>
                        <a:pt x="65723" y="176047"/>
                        <a:pt x="45339" y="209480"/>
                        <a:pt x="30861" y="234721"/>
                      </a:cubicBezTo>
                      <a:cubicBezTo>
                        <a:pt x="74867" y="278917"/>
                        <a:pt x="202406" y="379025"/>
                        <a:pt x="203835" y="380072"/>
                      </a:cubicBezTo>
                      <a:cubicBezTo>
                        <a:pt x="209264" y="384359"/>
                        <a:pt x="210217" y="392264"/>
                        <a:pt x="205931" y="397693"/>
                      </a:cubicBezTo>
                      <a:cubicBezTo>
                        <a:pt x="203454" y="400837"/>
                        <a:pt x="199739" y="402551"/>
                        <a:pt x="196024" y="402551"/>
                      </a:cubicBezTo>
                      <a:close/>
                    </a:path>
                  </a:pathLst>
                </a:custGeom>
                <a:solidFill>
                  <a:srgbClr val="1537B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0" name="Freeform: Shape 2029">
                  <a:extLst>
                    <a:ext uri="{FF2B5EF4-FFF2-40B4-BE49-F238E27FC236}">
                      <a16:creationId xmlns:a16="http://schemas.microsoft.com/office/drawing/2014/main" id="{A72DCC4E-A994-04C3-BDF9-B5BD4E948A0A}"/>
                    </a:ext>
                  </a:extLst>
                </p:cNvPr>
                <p:cNvSpPr/>
                <p:nvPr/>
              </p:nvSpPr>
              <p:spPr>
                <a:xfrm>
                  <a:off x="9307618" y="2770072"/>
                  <a:ext cx="20556" cy="142783"/>
                </a:xfrm>
                <a:custGeom>
                  <a:avLst/>
                  <a:gdLst>
                    <a:gd name="connsiteX0" fmla="*/ 106378 w 118953"/>
                    <a:gd name="connsiteY0" fmla="*/ 802560 h 802655"/>
                    <a:gd name="connsiteX1" fmla="*/ 93900 w 118953"/>
                    <a:gd name="connsiteY1" fmla="*/ 791606 h 802655"/>
                    <a:gd name="connsiteX2" fmla="*/ 79 w 118953"/>
                    <a:gd name="connsiteY2" fmla="*/ 13985 h 802655"/>
                    <a:gd name="connsiteX3" fmla="*/ 11128 w 118953"/>
                    <a:gd name="connsiteY3" fmla="*/ 79 h 802655"/>
                    <a:gd name="connsiteX4" fmla="*/ 25034 w 118953"/>
                    <a:gd name="connsiteY4" fmla="*/ 11128 h 802655"/>
                    <a:gd name="connsiteX5" fmla="*/ 118855 w 118953"/>
                    <a:gd name="connsiteY5" fmla="*/ 788463 h 802655"/>
                    <a:gd name="connsiteX6" fmla="*/ 107997 w 118953"/>
                    <a:gd name="connsiteY6" fmla="*/ 802560 h 802655"/>
                    <a:gd name="connsiteX7" fmla="*/ 106378 w 118953"/>
                    <a:gd name="connsiteY7" fmla="*/ 802655 h 802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53" h="802655">
                      <a:moveTo>
                        <a:pt x="106378" y="802560"/>
                      </a:moveTo>
                      <a:cubicBezTo>
                        <a:pt x="100186" y="802560"/>
                        <a:pt x="94757" y="797988"/>
                        <a:pt x="93900" y="791606"/>
                      </a:cubicBezTo>
                      <a:cubicBezTo>
                        <a:pt x="88756" y="751792"/>
                        <a:pt x="4841" y="55038"/>
                        <a:pt x="79" y="13985"/>
                      </a:cubicBezTo>
                      <a:cubicBezTo>
                        <a:pt x="-683" y="7127"/>
                        <a:pt x="4174" y="841"/>
                        <a:pt x="11128" y="79"/>
                      </a:cubicBezTo>
                      <a:cubicBezTo>
                        <a:pt x="17986" y="-683"/>
                        <a:pt x="24272" y="4175"/>
                        <a:pt x="25034" y="11128"/>
                      </a:cubicBezTo>
                      <a:cubicBezTo>
                        <a:pt x="29797" y="52180"/>
                        <a:pt x="113712" y="748744"/>
                        <a:pt x="118855" y="788463"/>
                      </a:cubicBezTo>
                      <a:cubicBezTo>
                        <a:pt x="119713" y="795321"/>
                        <a:pt x="114855" y="801608"/>
                        <a:pt x="107997" y="802560"/>
                      </a:cubicBezTo>
                      <a:cubicBezTo>
                        <a:pt x="107425" y="802560"/>
                        <a:pt x="106949" y="802655"/>
                        <a:pt x="106378" y="802655"/>
                      </a:cubicBezTo>
                      <a:close/>
                    </a:path>
                  </a:pathLst>
                </a:custGeom>
                <a:solidFill>
                  <a:srgbClr val="1537B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1" name="Freeform: Shape 2030">
                  <a:extLst>
                    <a:ext uri="{FF2B5EF4-FFF2-40B4-BE49-F238E27FC236}">
                      <a16:creationId xmlns:a16="http://schemas.microsoft.com/office/drawing/2014/main" id="{7B37AE5E-2241-EBCF-9150-7AB851A4B0CE}"/>
                    </a:ext>
                  </a:extLst>
                </p:cNvPr>
                <p:cNvSpPr/>
                <p:nvPr/>
              </p:nvSpPr>
              <p:spPr>
                <a:xfrm>
                  <a:off x="9513162" y="2340639"/>
                  <a:ext cx="24463" cy="61833"/>
                </a:xfrm>
                <a:custGeom>
                  <a:avLst/>
                  <a:gdLst>
                    <a:gd name="connsiteX0" fmla="*/ 50704 w 141560"/>
                    <a:gd name="connsiteY0" fmla="*/ 347503 h 347597"/>
                    <a:gd name="connsiteX1" fmla="*/ 38797 w 141560"/>
                    <a:gd name="connsiteY1" fmla="*/ 339025 h 347597"/>
                    <a:gd name="connsiteX2" fmla="*/ 46608 w 141560"/>
                    <a:gd name="connsiteY2" fmla="*/ 323119 h 347597"/>
                    <a:gd name="connsiteX3" fmla="*/ 115092 w 141560"/>
                    <a:gd name="connsiteY3" fmla="*/ 166146 h 347597"/>
                    <a:gd name="connsiteX4" fmla="*/ 11651 w 141560"/>
                    <a:gd name="connsiteY4" fmla="*/ 25081 h 347597"/>
                    <a:gd name="connsiteX5" fmla="*/ 31 w 141560"/>
                    <a:gd name="connsiteY5" fmla="*/ 11651 h 347597"/>
                    <a:gd name="connsiteX6" fmla="*/ 13461 w 141560"/>
                    <a:gd name="connsiteY6" fmla="*/ 31 h 347597"/>
                    <a:gd name="connsiteX7" fmla="*/ 95281 w 141560"/>
                    <a:gd name="connsiteY7" fmla="*/ 50989 h 347597"/>
                    <a:gd name="connsiteX8" fmla="*/ 140143 w 141560"/>
                    <a:gd name="connsiteY8" fmla="*/ 163384 h 347597"/>
                    <a:gd name="connsiteX9" fmla="*/ 121665 w 141560"/>
                    <a:gd name="connsiteY9" fmla="*/ 280256 h 347597"/>
                    <a:gd name="connsiteX10" fmla="*/ 54799 w 141560"/>
                    <a:gd name="connsiteY10" fmla="*/ 346931 h 347597"/>
                    <a:gd name="connsiteX11" fmla="*/ 50799 w 141560"/>
                    <a:gd name="connsiteY11" fmla="*/ 347598 h 347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1560" h="347597">
                      <a:moveTo>
                        <a:pt x="50704" y="347503"/>
                      </a:moveTo>
                      <a:cubicBezTo>
                        <a:pt x="45465" y="347503"/>
                        <a:pt x="40607" y="344169"/>
                        <a:pt x="38797" y="339025"/>
                      </a:cubicBezTo>
                      <a:cubicBezTo>
                        <a:pt x="36607" y="332453"/>
                        <a:pt x="40035" y="325309"/>
                        <a:pt x="46608" y="323119"/>
                      </a:cubicBezTo>
                      <a:cubicBezTo>
                        <a:pt x="86613" y="309498"/>
                        <a:pt x="123760" y="243108"/>
                        <a:pt x="115092" y="166146"/>
                      </a:cubicBezTo>
                      <a:cubicBezTo>
                        <a:pt x="106139" y="86803"/>
                        <a:pt x="53371" y="28129"/>
                        <a:pt x="11651" y="25081"/>
                      </a:cubicBezTo>
                      <a:cubicBezTo>
                        <a:pt x="4698" y="24605"/>
                        <a:pt x="-446" y="18604"/>
                        <a:pt x="31" y="11651"/>
                      </a:cubicBezTo>
                      <a:cubicBezTo>
                        <a:pt x="507" y="4698"/>
                        <a:pt x="6508" y="-446"/>
                        <a:pt x="13461" y="31"/>
                      </a:cubicBezTo>
                      <a:cubicBezTo>
                        <a:pt x="41655" y="2126"/>
                        <a:pt x="71468" y="20604"/>
                        <a:pt x="95281" y="50989"/>
                      </a:cubicBezTo>
                      <a:cubicBezTo>
                        <a:pt x="119474" y="81850"/>
                        <a:pt x="135476" y="121760"/>
                        <a:pt x="140143" y="163384"/>
                      </a:cubicBezTo>
                      <a:cubicBezTo>
                        <a:pt x="144715" y="204246"/>
                        <a:pt x="138143" y="245775"/>
                        <a:pt x="121665" y="280256"/>
                      </a:cubicBezTo>
                      <a:cubicBezTo>
                        <a:pt x="105663" y="313594"/>
                        <a:pt x="81279" y="337882"/>
                        <a:pt x="54799" y="346931"/>
                      </a:cubicBezTo>
                      <a:cubicBezTo>
                        <a:pt x="53466" y="347407"/>
                        <a:pt x="52132" y="347598"/>
                        <a:pt x="50799" y="347598"/>
                      </a:cubicBezTo>
                      <a:close/>
                    </a:path>
                  </a:pathLst>
                </a:custGeom>
                <a:solidFill>
                  <a:srgbClr val="65656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2" name="Freeform: Shape 2031">
                  <a:extLst>
                    <a:ext uri="{FF2B5EF4-FFF2-40B4-BE49-F238E27FC236}">
                      <a16:creationId xmlns:a16="http://schemas.microsoft.com/office/drawing/2014/main" id="{6CBD7CED-1D37-0456-C00B-23689221EC12}"/>
                    </a:ext>
                  </a:extLst>
                </p:cNvPr>
                <p:cNvSpPr/>
                <p:nvPr/>
              </p:nvSpPr>
              <p:spPr>
                <a:xfrm>
                  <a:off x="9421426" y="2317601"/>
                  <a:ext cx="101042" cy="164517"/>
                </a:xfrm>
                <a:custGeom>
                  <a:avLst/>
                  <a:gdLst>
                    <a:gd name="connsiteX0" fmla="*/ 460684 w 584707"/>
                    <a:gd name="connsiteY0" fmla="*/ 899541 h 924835"/>
                    <a:gd name="connsiteX1" fmla="*/ 543361 w 584707"/>
                    <a:gd name="connsiteY1" fmla="*/ 826389 h 924835"/>
                    <a:gd name="connsiteX2" fmla="*/ 570888 w 584707"/>
                    <a:gd name="connsiteY2" fmla="*/ 383000 h 924835"/>
                    <a:gd name="connsiteX3" fmla="*/ 518215 w 584707"/>
                    <a:gd name="connsiteY3" fmla="*/ 0 h 924835"/>
                    <a:gd name="connsiteX4" fmla="*/ 196841 w 584707"/>
                    <a:gd name="connsiteY4" fmla="*/ 220409 h 924835"/>
                    <a:gd name="connsiteX5" fmla="*/ 105116 w 584707"/>
                    <a:gd name="connsiteY5" fmla="*/ 833247 h 924835"/>
                    <a:gd name="connsiteX6" fmla="*/ 460779 w 584707"/>
                    <a:gd name="connsiteY6" fmla="*/ 899541 h 924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4707" h="924835">
                      <a:moveTo>
                        <a:pt x="460684" y="899541"/>
                      </a:moveTo>
                      <a:cubicBezTo>
                        <a:pt x="514024" y="874014"/>
                        <a:pt x="535265" y="842201"/>
                        <a:pt x="543361" y="826389"/>
                      </a:cubicBezTo>
                      <a:cubicBezTo>
                        <a:pt x="592986" y="729043"/>
                        <a:pt x="592224" y="563309"/>
                        <a:pt x="570888" y="383000"/>
                      </a:cubicBezTo>
                      <a:cubicBezTo>
                        <a:pt x="559172" y="284226"/>
                        <a:pt x="538408" y="112109"/>
                        <a:pt x="518215" y="0"/>
                      </a:cubicBezTo>
                      <a:cubicBezTo>
                        <a:pt x="480591" y="58674"/>
                        <a:pt x="325334" y="10954"/>
                        <a:pt x="196841" y="220409"/>
                      </a:cubicBezTo>
                      <a:cubicBezTo>
                        <a:pt x="68349" y="429863"/>
                        <a:pt x="-120627" y="678180"/>
                        <a:pt x="105116" y="833247"/>
                      </a:cubicBezTo>
                      <a:cubicBezTo>
                        <a:pt x="330858" y="988314"/>
                        <a:pt x="460779" y="899541"/>
                        <a:pt x="460779" y="899541"/>
                      </a:cubicBezTo>
                      <a:close/>
                    </a:path>
                  </a:pathLst>
                </a:custGeom>
                <a:solidFill>
                  <a:srgbClr val="D9B09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3" name="Freeform: Shape 2032">
                  <a:extLst>
                    <a:ext uri="{FF2B5EF4-FFF2-40B4-BE49-F238E27FC236}">
                      <a16:creationId xmlns:a16="http://schemas.microsoft.com/office/drawing/2014/main" id="{2BF46976-A398-FC50-5A14-DEA644F997FD}"/>
                    </a:ext>
                  </a:extLst>
                </p:cNvPr>
                <p:cNvSpPr/>
                <p:nvPr/>
              </p:nvSpPr>
              <p:spPr>
                <a:xfrm>
                  <a:off x="9463120" y="2387571"/>
                  <a:ext cx="17711" cy="16511"/>
                </a:xfrm>
                <a:custGeom>
                  <a:avLst/>
                  <a:gdLst>
                    <a:gd name="connsiteX0" fmla="*/ 12625 w 102489"/>
                    <a:gd name="connsiteY0" fmla="*/ 92818 h 92818"/>
                    <a:gd name="connsiteX1" fmla="*/ 52 w 102489"/>
                    <a:gd name="connsiteY1" fmla="*/ 80626 h 92818"/>
                    <a:gd name="connsiteX2" fmla="*/ 22055 w 102489"/>
                    <a:gd name="connsiteY2" fmla="*/ 20428 h 92818"/>
                    <a:gd name="connsiteX3" fmla="*/ 90921 w 102489"/>
                    <a:gd name="connsiteY3" fmla="*/ 426 h 92818"/>
                    <a:gd name="connsiteX4" fmla="*/ 102446 w 102489"/>
                    <a:gd name="connsiteY4" fmla="*/ 13951 h 92818"/>
                    <a:gd name="connsiteX5" fmla="*/ 88920 w 102489"/>
                    <a:gd name="connsiteY5" fmla="*/ 25477 h 92818"/>
                    <a:gd name="connsiteX6" fmla="*/ 39295 w 102489"/>
                    <a:gd name="connsiteY6" fmla="*/ 38621 h 92818"/>
                    <a:gd name="connsiteX7" fmla="*/ 25103 w 102489"/>
                    <a:gd name="connsiteY7" fmla="*/ 79864 h 92818"/>
                    <a:gd name="connsiteX8" fmla="*/ 12911 w 102489"/>
                    <a:gd name="connsiteY8" fmla="*/ 92818 h 92818"/>
                    <a:gd name="connsiteX9" fmla="*/ 12530 w 102489"/>
                    <a:gd name="connsiteY9" fmla="*/ 92818 h 92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2489" h="92818">
                      <a:moveTo>
                        <a:pt x="12625" y="92818"/>
                      </a:moveTo>
                      <a:cubicBezTo>
                        <a:pt x="5862" y="92818"/>
                        <a:pt x="243" y="87389"/>
                        <a:pt x="52" y="80626"/>
                      </a:cubicBezTo>
                      <a:cubicBezTo>
                        <a:pt x="-710" y="55576"/>
                        <a:pt x="6910" y="34811"/>
                        <a:pt x="22055" y="20428"/>
                      </a:cubicBezTo>
                      <a:cubicBezTo>
                        <a:pt x="38152" y="5093"/>
                        <a:pt x="61965" y="-1860"/>
                        <a:pt x="90921" y="426"/>
                      </a:cubicBezTo>
                      <a:cubicBezTo>
                        <a:pt x="97874" y="997"/>
                        <a:pt x="103017" y="6998"/>
                        <a:pt x="102446" y="13951"/>
                      </a:cubicBezTo>
                      <a:cubicBezTo>
                        <a:pt x="101874" y="20905"/>
                        <a:pt x="95874" y="26048"/>
                        <a:pt x="88920" y="25477"/>
                      </a:cubicBezTo>
                      <a:cubicBezTo>
                        <a:pt x="67299" y="23762"/>
                        <a:pt x="50154" y="28334"/>
                        <a:pt x="39295" y="38621"/>
                      </a:cubicBezTo>
                      <a:cubicBezTo>
                        <a:pt x="29484" y="47956"/>
                        <a:pt x="24627" y="62243"/>
                        <a:pt x="25103" y="79864"/>
                      </a:cubicBezTo>
                      <a:cubicBezTo>
                        <a:pt x="25293" y="86818"/>
                        <a:pt x="19864" y="92533"/>
                        <a:pt x="12911" y="92818"/>
                      </a:cubicBezTo>
                      <a:cubicBezTo>
                        <a:pt x="12816" y="92818"/>
                        <a:pt x="12625" y="92818"/>
                        <a:pt x="12530" y="92818"/>
                      </a:cubicBezTo>
                      <a:close/>
                    </a:path>
                  </a:pathLst>
                </a:custGeom>
                <a:solidFill>
                  <a:srgbClr val="A37F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4" name="Freeform: Shape 2033">
                  <a:extLst>
                    <a:ext uri="{FF2B5EF4-FFF2-40B4-BE49-F238E27FC236}">
                      <a16:creationId xmlns:a16="http://schemas.microsoft.com/office/drawing/2014/main" id="{C72C7DF2-7A0D-8B1A-C4D4-2C6F1C658602}"/>
                    </a:ext>
                  </a:extLst>
                </p:cNvPr>
                <p:cNvSpPr/>
                <p:nvPr/>
              </p:nvSpPr>
              <p:spPr>
                <a:xfrm>
                  <a:off x="9476078" y="2421048"/>
                  <a:ext cx="12740" cy="6823"/>
                </a:xfrm>
                <a:custGeom>
                  <a:avLst/>
                  <a:gdLst>
                    <a:gd name="connsiteX0" fmla="*/ 12508 w 73722"/>
                    <a:gd name="connsiteY0" fmla="*/ 38354 h 38354"/>
                    <a:gd name="connsiteX1" fmla="*/ 31 w 73722"/>
                    <a:gd name="connsiteY1" fmla="*/ 26734 h 38354"/>
                    <a:gd name="connsiteX2" fmla="*/ 11651 w 73722"/>
                    <a:gd name="connsiteY2" fmla="*/ 13304 h 38354"/>
                    <a:gd name="connsiteX3" fmla="*/ 55561 w 73722"/>
                    <a:gd name="connsiteY3" fmla="*/ 1302 h 38354"/>
                    <a:gd name="connsiteX4" fmla="*/ 72420 w 73722"/>
                    <a:gd name="connsiteY4" fmla="*/ 6922 h 38354"/>
                    <a:gd name="connsiteX5" fmla="*/ 66801 w 73722"/>
                    <a:gd name="connsiteY5" fmla="*/ 23781 h 38354"/>
                    <a:gd name="connsiteX6" fmla="*/ 13556 w 73722"/>
                    <a:gd name="connsiteY6" fmla="*/ 38354 h 38354"/>
                    <a:gd name="connsiteX7" fmla="*/ 12603 w 73722"/>
                    <a:gd name="connsiteY7" fmla="*/ 38354 h 38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3722" h="38354">
                      <a:moveTo>
                        <a:pt x="12508" y="38354"/>
                      </a:moveTo>
                      <a:cubicBezTo>
                        <a:pt x="6031" y="38354"/>
                        <a:pt x="507" y="33306"/>
                        <a:pt x="31" y="26734"/>
                      </a:cubicBezTo>
                      <a:cubicBezTo>
                        <a:pt x="-446" y="19781"/>
                        <a:pt x="4698" y="13780"/>
                        <a:pt x="11651" y="13304"/>
                      </a:cubicBezTo>
                      <a:cubicBezTo>
                        <a:pt x="27082" y="12161"/>
                        <a:pt x="41845" y="8160"/>
                        <a:pt x="55561" y="1302"/>
                      </a:cubicBezTo>
                      <a:cubicBezTo>
                        <a:pt x="61753" y="-1746"/>
                        <a:pt x="69277" y="731"/>
                        <a:pt x="72420" y="6922"/>
                      </a:cubicBezTo>
                      <a:cubicBezTo>
                        <a:pt x="75469" y="13113"/>
                        <a:pt x="72992" y="20638"/>
                        <a:pt x="66801" y="23781"/>
                      </a:cubicBezTo>
                      <a:cubicBezTo>
                        <a:pt x="50132" y="32068"/>
                        <a:pt x="32130" y="37021"/>
                        <a:pt x="13556" y="38354"/>
                      </a:cubicBezTo>
                      <a:cubicBezTo>
                        <a:pt x="13270" y="38354"/>
                        <a:pt x="12889" y="38354"/>
                        <a:pt x="12603" y="38354"/>
                      </a:cubicBezTo>
                      <a:close/>
                    </a:path>
                  </a:pathLst>
                </a:custGeom>
                <a:solidFill>
                  <a:srgbClr val="A37F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5" name="Freeform: Shape 2034">
                  <a:extLst>
                    <a:ext uri="{FF2B5EF4-FFF2-40B4-BE49-F238E27FC236}">
                      <a16:creationId xmlns:a16="http://schemas.microsoft.com/office/drawing/2014/main" id="{491A2F5B-7C05-7389-9FF7-FEBCA596B3C8}"/>
                    </a:ext>
                  </a:extLst>
                </p:cNvPr>
                <p:cNvSpPr/>
                <p:nvPr/>
              </p:nvSpPr>
              <p:spPr>
                <a:xfrm>
                  <a:off x="9250072" y="2234066"/>
                  <a:ext cx="270659" cy="539130"/>
                </a:xfrm>
                <a:custGeom>
                  <a:avLst/>
                  <a:gdLst>
                    <a:gd name="connsiteX0" fmla="*/ 1313018 w 1566242"/>
                    <a:gd name="connsiteY0" fmla="*/ 1077190 h 3030726"/>
                    <a:gd name="connsiteX1" fmla="*/ 884012 w 1566242"/>
                    <a:gd name="connsiteY1" fmla="*/ 1474669 h 3030726"/>
                    <a:gd name="connsiteX2" fmla="*/ 959831 w 1566242"/>
                    <a:gd name="connsiteY2" fmla="*/ 2224858 h 3030726"/>
                    <a:gd name="connsiteX3" fmla="*/ 512442 w 1566242"/>
                    <a:gd name="connsiteY3" fmla="*/ 2933232 h 3030726"/>
                    <a:gd name="connsiteX4" fmla="*/ 43336 w 1566242"/>
                    <a:gd name="connsiteY4" fmla="*/ 2610430 h 3030726"/>
                    <a:gd name="connsiteX5" fmla="*/ 637791 w 1566242"/>
                    <a:gd name="connsiteY5" fmla="*/ 1466858 h 3030726"/>
                    <a:gd name="connsiteX6" fmla="*/ 177257 w 1566242"/>
                    <a:gd name="connsiteY6" fmla="*/ 935173 h 3030726"/>
                    <a:gd name="connsiteX7" fmla="*/ 310036 w 1566242"/>
                    <a:gd name="connsiteY7" fmla="*/ 261184 h 3030726"/>
                    <a:gd name="connsiteX8" fmla="*/ 1117851 w 1566242"/>
                    <a:gd name="connsiteY8" fmla="*/ 49538 h 3030726"/>
                    <a:gd name="connsiteX9" fmla="*/ 1520187 w 1566242"/>
                    <a:gd name="connsiteY9" fmla="*/ 212511 h 3030726"/>
                    <a:gd name="connsiteX10" fmla="*/ 1561144 w 1566242"/>
                    <a:gd name="connsiteY10" fmla="*/ 492260 h 3030726"/>
                    <a:gd name="connsiteX11" fmla="*/ 1476848 w 1566242"/>
                    <a:gd name="connsiteY11" fmla="*/ 523597 h 3030726"/>
                    <a:gd name="connsiteX12" fmla="*/ 1399315 w 1566242"/>
                    <a:gd name="connsiteY12" fmla="*/ 542838 h 3030726"/>
                    <a:gd name="connsiteX13" fmla="*/ 1355119 w 1566242"/>
                    <a:gd name="connsiteY13" fmla="*/ 566079 h 3030726"/>
                    <a:gd name="connsiteX14" fmla="*/ 1344070 w 1566242"/>
                    <a:gd name="connsiteY14" fmla="*/ 819634 h 3030726"/>
                    <a:gd name="connsiteX15" fmla="*/ 1308541 w 1566242"/>
                    <a:gd name="connsiteY15" fmla="*/ 815348 h 3030726"/>
                    <a:gd name="connsiteX16" fmla="*/ 1179859 w 1566242"/>
                    <a:gd name="connsiteY16" fmla="*/ 948508 h 3030726"/>
                    <a:gd name="connsiteX17" fmla="*/ 1313018 w 1566242"/>
                    <a:gd name="connsiteY17" fmla="*/ 1077190 h 3030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66242" h="3030726">
                      <a:moveTo>
                        <a:pt x="1313018" y="1077190"/>
                      </a:moveTo>
                      <a:cubicBezTo>
                        <a:pt x="1287015" y="1218160"/>
                        <a:pt x="1001360" y="1349986"/>
                        <a:pt x="884012" y="1474669"/>
                      </a:cubicBezTo>
                      <a:cubicBezTo>
                        <a:pt x="946591" y="1587254"/>
                        <a:pt x="965641" y="2085697"/>
                        <a:pt x="959831" y="2224858"/>
                      </a:cubicBezTo>
                      <a:cubicBezTo>
                        <a:pt x="942781" y="2631956"/>
                        <a:pt x="778570" y="2763401"/>
                        <a:pt x="512442" y="2933232"/>
                      </a:cubicBezTo>
                      <a:cubicBezTo>
                        <a:pt x="197545" y="3134209"/>
                        <a:pt x="241932" y="3023434"/>
                        <a:pt x="43336" y="2610430"/>
                      </a:cubicBezTo>
                      <a:cubicBezTo>
                        <a:pt x="-182026" y="2141895"/>
                        <a:pt x="540160" y="1677646"/>
                        <a:pt x="637791" y="1466858"/>
                      </a:cubicBezTo>
                      <a:cubicBezTo>
                        <a:pt x="397094" y="1310267"/>
                        <a:pt x="226120" y="1171012"/>
                        <a:pt x="177257" y="935173"/>
                      </a:cubicBezTo>
                      <a:cubicBezTo>
                        <a:pt x="120298" y="659995"/>
                        <a:pt x="181829" y="437682"/>
                        <a:pt x="310036" y="261184"/>
                      </a:cubicBezTo>
                      <a:cubicBezTo>
                        <a:pt x="427193" y="99925"/>
                        <a:pt x="704371" y="-92480"/>
                        <a:pt x="1117851" y="49538"/>
                      </a:cubicBezTo>
                      <a:cubicBezTo>
                        <a:pt x="1302255" y="9819"/>
                        <a:pt x="1458751" y="67159"/>
                        <a:pt x="1520187" y="212511"/>
                      </a:cubicBezTo>
                      <a:cubicBezTo>
                        <a:pt x="1544476" y="269947"/>
                        <a:pt x="1579433" y="396153"/>
                        <a:pt x="1561144" y="492260"/>
                      </a:cubicBezTo>
                      <a:cubicBezTo>
                        <a:pt x="1541523" y="507405"/>
                        <a:pt x="1510567" y="515882"/>
                        <a:pt x="1476848" y="523597"/>
                      </a:cubicBezTo>
                      <a:cubicBezTo>
                        <a:pt x="1451321" y="529503"/>
                        <a:pt x="1424175" y="535027"/>
                        <a:pt x="1399315" y="542838"/>
                      </a:cubicBezTo>
                      <a:cubicBezTo>
                        <a:pt x="1378931" y="549220"/>
                        <a:pt x="1370454" y="555220"/>
                        <a:pt x="1355119" y="566079"/>
                      </a:cubicBezTo>
                      <a:cubicBezTo>
                        <a:pt x="1325686" y="625896"/>
                        <a:pt x="1358548" y="776486"/>
                        <a:pt x="1344070" y="819634"/>
                      </a:cubicBezTo>
                      <a:cubicBezTo>
                        <a:pt x="1332735" y="816682"/>
                        <a:pt x="1320829" y="815158"/>
                        <a:pt x="1308541" y="815348"/>
                      </a:cubicBezTo>
                      <a:cubicBezTo>
                        <a:pt x="1236247" y="816586"/>
                        <a:pt x="1178620" y="876213"/>
                        <a:pt x="1179859" y="948508"/>
                      </a:cubicBezTo>
                      <a:cubicBezTo>
                        <a:pt x="1181097" y="1020802"/>
                        <a:pt x="1240723" y="1078429"/>
                        <a:pt x="1313018" y="1077190"/>
                      </a:cubicBezTo>
                      <a:close/>
                    </a:path>
                  </a:pathLst>
                </a:custGeom>
                <a:solidFill>
                  <a:srgbClr val="6C3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6" name="Freeform: Shape 2035">
                  <a:extLst>
                    <a:ext uri="{FF2B5EF4-FFF2-40B4-BE49-F238E27FC236}">
                      <a16:creationId xmlns:a16="http://schemas.microsoft.com/office/drawing/2014/main" id="{AE0BE1C2-55FC-F434-7271-A66CDE326F4B}"/>
                    </a:ext>
                  </a:extLst>
                </p:cNvPr>
                <p:cNvSpPr/>
                <p:nvPr/>
              </p:nvSpPr>
              <p:spPr>
                <a:xfrm>
                  <a:off x="9145225" y="2642092"/>
                  <a:ext cx="395463" cy="270745"/>
                </a:xfrm>
                <a:custGeom>
                  <a:avLst/>
                  <a:gdLst>
                    <a:gd name="connsiteX0" fmla="*/ 241438 w 2288455"/>
                    <a:gd name="connsiteY0" fmla="*/ 1521333 h 1521999"/>
                    <a:gd name="connsiteX1" fmla="*/ 1693 w 2288455"/>
                    <a:gd name="connsiteY1" fmla="*/ 121920 h 1521999"/>
                    <a:gd name="connsiteX2" fmla="*/ 103516 w 2288455"/>
                    <a:gd name="connsiteY2" fmla="*/ 0 h 1521999"/>
                    <a:gd name="connsiteX3" fmla="*/ 1877547 w 2288455"/>
                    <a:gd name="connsiteY3" fmla="*/ 0 h 1521999"/>
                    <a:gd name="connsiteX4" fmla="*/ 2033090 w 2288455"/>
                    <a:gd name="connsiteY4" fmla="*/ 129826 h 1521999"/>
                    <a:gd name="connsiteX5" fmla="*/ 2288456 w 2288455"/>
                    <a:gd name="connsiteY5" fmla="*/ 1522000 h 1521999"/>
                    <a:gd name="connsiteX6" fmla="*/ 241533 w 2288455"/>
                    <a:gd name="connsiteY6" fmla="*/ 1521238 h 1521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8455" h="1521999">
                      <a:moveTo>
                        <a:pt x="241438" y="1521333"/>
                      </a:moveTo>
                      <a:lnTo>
                        <a:pt x="1693" y="121920"/>
                      </a:lnTo>
                      <a:cubicBezTo>
                        <a:pt x="-9832" y="58388"/>
                        <a:pt x="38936" y="0"/>
                        <a:pt x="103516" y="0"/>
                      </a:cubicBezTo>
                      <a:lnTo>
                        <a:pt x="1877547" y="0"/>
                      </a:lnTo>
                      <a:cubicBezTo>
                        <a:pt x="1953937" y="0"/>
                        <a:pt x="2019374" y="54673"/>
                        <a:pt x="2033090" y="129826"/>
                      </a:cubicBezTo>
                      <a:lnTo>
                        <a:pt x="2288456" y="1522000"/>
                      </a:lnTo>
                      <a:lnTo>
                        <a:pt x="241533" y="152123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  <a:lumOff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7" name="Freeform: Shape 2036">
                  <a:extLst>
                    <a:ext uri="{FF2B5EF4-FFF2-40B4-BE49-F238E27FC236}">
                      <a16:creationId xmlns:a16="http://schemas.microsoft.com/office/drawing/2014/main" id="{0EAEDEE5-A536-BCD7-EEE8-B309B13F3E98}"/>
                    </a:ext>
                  </a:extLst>
                </p:cNvPr>
                <p:cNvSpPr/>
                <p:nvPr/>
              </p:nvSpPr>
              <p:spPr>
                <a:xfrm>
                  <a:off x="9143059" y="2639855"/>
                  <a:ext cx="112345" cy="275100"/>
                </a:xfrm>
                <a:custGeom>
                  <a:avLst/>
                  <a:gdLst>
                    <a:gd name="connsiteX0" fmla="*/ 253974 w 650118"/>
                    <a:gd name="connsiteY0" fmla="*/ 1546479 h 1546478"/>
                    <a:gd name="connsiteX1" fmla="*/ 241592 w 650118"/>
                    <a:gd name="connsiteY1" fmla="*/ 1536002 h 1546478"/>
                    <a:gd name="connsiteX2" fmla="*/ 1848 w 650118"/>
                    <a:gd name="connsiteY2" fmla="*/ 136588 h 1546478"/>
                    <a:gd name="connsiteX3" fmla="*/ 26994 w 650118"/>
                    <a:gd name="connsiteY3" fmla="*/ 41624 h 1546478"/>
                    <a:gd name="connsiteX4" fmla="*/ 116052 w 650118"/>
                    <a:gd name="connsiteY4" fmla="*/ 0 h 1546478"/>
                    <a:gd name="connsiteX5" fmla="*/ 637546 w 650118"/>
                    <a:gd name="connsiteY5" fmla="*/ 0 h 1546478"/>
                    <a:gd name="connsiteX6" fmla="*/ 650119 w 650118"/>
                    <a:gd name="connsiteY6" fmla="*/ 12573 h 1546478"/>
                    <a:gd name="connsiteX7" fmla="*/ 637546 w 650118"/>
                    <a:gd name="connsiteY7" fmla="*/ 25146 h 1546478"/>
                    <a:gd name="connsiteX8" fmla="*/ 116052 w 650118"/>
                    <a:gd name="connsiteY8" fmla="*/ 25146 h 1546478"/>
                    <a:gd name="connsiteX9" fmla="*/ 46234 w 650118"/>
                    <a:gd name="connsiteY9" fmla="*/ 57817 h 1546478"/>
                    <a:gd name="connsiteX10" fmla="*/ 26517 w 650118"/>
                    <a:gd name="connsiteY10" fmla="*/ 132302 h 1546478"/>
                    <a:gd name="connsiteX11" fmla="*/ 266357 w 650118"/>
                    <a:gd name="connsiteY11" fmla="*/ 1531811 h 1546478"/>
                    <a:gd name="connsiteX12" fmla="*/ 256070 w 650118"/>
                    <a:gd name="connsiteY12" fmla="*/ 1546289 h 1546478"/>
                    <a:gd name="connsiteX13" fmla="*/ 253974 w 650118"/>
                    <a:gd name="connsiteY13" fmla="*/ 1546479 h 1546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50118" h="1546478">
                      <a:moveTo>
                        <a:pt x="253974" y="1546479"/>
                      </a:moveTo>
                      <a:cubicBezTo>
                        <a:pt x="247974" y="1546479"/>
                        <a:pt x="242640" y="1542193"/>
                        <a:pt x="241592" y="1536002"/>
                      </a:cubicBezTo>
                      <a:lnTo>
                        <a:pt x="1848" y="136588"/>
                      </a:lnTo>
                      <a:cubicBezTo>
                        <a:pt x="-4248" y="102775"/>
                        <a:pt x="4896" y="68104"/>
                        <a:pt x="26994" y="41624"/>
                      </a:cubicBezTo>
                      <a:cubicBezTo>
                        <a:pt x="49092" y="15145"/>
                        <a:pt x="81572" y="0"/>
                        <a:pt x="116052" y="0"/>
                      </a:cubicBezTo>
                      <a:lnTo>
                        <a:pt x="637546" y="0"/>
                      </a:lnTo>
                      <a:cubicBezTo>
                        <a:pt x="644499" y="0"/>
                        <a:pt x="650119" y="5620"/>
                        <a:pt x="650119" y="12573"/>
                      </a:cubicBezTo>
                      <a:cubicBezTo>
                        <a:pt x="650119" y="19526"/>
                        <a:pt x="644499" y="25146"/>
                        <a:pt x="637546" y="25146"/>
                      </a:cubicBezTo>
                      <a:lnTo>
                        <a:pt x="116052" y="25146"/>
                      </a:lnTo>
                      <a:cubicBezTo>
                        <a:pt x="89001" y="25146"/>
                        <a:pt x="63570" y="37052"/>
                        <a:pt x="46234" y="57817"/>
                      </a:cubicBezTo>
                      <a:cubicBezTo>
                        <a:pt x="28899" y="78581"/>
                        <a:pt x="21755" y="105728"/>
                        <a:pt x="26517" y="132302"/>
                      </a:cubicBezTo>
                      <a:lnTo>
                        <a:pt x="266357" y="1531811"/>
                      </a:lnTo>
                      <a:cubicBezTo>
                        <a:pt x="267500" y="1538669"/>
                        <a:pt x="262928" y="1545146"/>
                        <a:pt x="256070" y="1546289"/>
                      </a:cubicBezTo>
                      <a:cubicBezTo>
                        <a:pt x="255308" y="1546384"/>
                        <a:pt x="254641" y="1546479"/>
                        <a:pt x="253974" y="1546479"/>
                      </a:cubicBezTo>
                      <a:close/>
                    </a:path>
                  </a:pathLst>
                </a:custGeom>
                <a:solidFill>
                  <a:schemeClr val="tx2">
                    <a:lumMod val="50000"/>
                    <a:lumOff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8" name="Freeform: Shape 2037">
                  <a:extLst>
                    <a:ext uri="{FF2B5EF4-FFF2-40B4-BE49-F238E27FC236}">
                      <a16:creationId xmlns:a16="http://schemas.microsoft.com/office/drawing/2014/main" id="{5AFD05C1-4CC2-FA8B-363C-984249CA1999}"/>
                    </a:ext>
                  </a:extLst>
                </p:cNvPr>
                <p:cNvSpPr/>
                <p:nvPr/>
              </p:nvSpPr>
              <p:spPr>
                <a:xfrm>
                  <a:off x="9442175" y="2641685"/>
                  <a:ext cx="74780" cy="273389"/>
                </a:xfrm>
                <a:custGeom>
                  <a:avLst/>
                  <a:gdLst>
                    <a:gd name="connsiteX0" fmla="*/ 420148 w 432735"/>
                    <a:gd name="connsiteY0" fmla="*/ 1536859 h 1536858"/>
                    <a:gd name="connsiteX1" fmla="*/ 407861 w 432735"/>
                    <a:gd name="connsiteY1" fmla="*/ 1526572 h 1536858"/>
                    <a:gd name="connsiteX2" fmla="*/ 155734 w 432735"/>
                    <a:gd name="connsiteY2" fmla="*/ 144685 h 1536858"/>
                    <a:gd name="connsiteX3" fmla="*/ 12573 w 432735"/>
                    <a:gd name="connsiteY3" fmla="*/ 25146 h 1536858"/>
                    <a:gd name="connsiteX4" fmla="*/ 0 w 432735"/>
                    <a:gd name="connsiteY4" fmla="*/ 12573 h 1536858"/>
                    <a:gd name="connsiteX5" fmla="*/ 12573 w 432735"/>
                    <a:gd name="connsiteY5" fmla="*/ 0 h 1536858"/>
                    <a:gd name="connsiteX6" fmla="*/ 180404 w 432735"/>
                    <a:gd name="connsiteY6" fmla="*/ 140113 h 1536858"/>
                    <a:gd name="connsiteX7" fmla="*/ 432530 w 432735"/>
                    <a:gd name="connsiteY7" fmla="*/ 1522000 h 1536858"/>
                    <a:gd name="connsiteX8" fmla="*/ 422434 w 432735"/>
                    <a:gd name="connsiteY8" fmla="*/ 1536573 h 1536858"/>
                    <a:gd name="connsiteX9" fmla="*/ 420148 w 432735"/>
                    <a:gd name="connsiteY9" fmla="*/ 1536764 h 1536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2735" h="1536858">
                      <a:moveTo>
                        <a:pt x="420148" y="1536859"/>
                      </a:moveTo>
                      <a:cubicBezTo>
                        <a:pt x="414242" y="1536859"/>
                        <a:pt x="408908" y="1532573"/>
                        <a:pt x="407861" y="1526572"/>
                      </a:cubicBezTo>
                      <a:lnTo>
                        <a:pt x="155734" y="144685"/>
                      </a:lnTo>
                      <a:cubicBezTo>
                        <a:pt x="143161" y="75438"/>
                        <a:pt x="82963" y="25146"/>
                        <a:pt x="12573" y="25146"/>
                      </a:cubicBezTo>
                      <a:cubicBezTo>
                        <a:pt x="5620" y="25146"/>
                        <a:pt x="0" y="19526"/>
                        <a:pt x="0" y="12573"/>
                      </a:cubicBezTo>
                      <a:cubicBezTo>
                        <a:pt x="0" y="5620"/>
                        <a:pt x="5620" y="0"/>
                        <a:pt x="12573" y="0"/>
                      </a:cubicBezTo>
                      <a:cubicBezTo>
                        <a:pt x="95155" y="0"/>
                        <a:pt x="165735" y="58960"/>
                        <a:pt x="180404" y="140113"/>
                      </a:cubicBezTo>
                      <a:lnTo>
                        <a:pt x="432530" y="1522000"/>
                      </a:lnTo>
                      <a:cubicBezTo>
                        <a:pt x="433769" y="1528858"/>
                        <a:pt x="429292" y="1535335"/>
                        <a:pt x="422434" y="1536573"/>
                      </a:cubicBezTo>
                      <a:cubicBezTo>
                        <a:pt x="421672" y="1536668"/>
                        <a:pt x="420910" y="1536764"/>
                        <a:pt x="420148" y="1536764"/>
                      </a:cubicBezTo>
                      <a:close/>
                    </a:path>
                  </a:pathLst>
                </a:custGeom>
                <a:solidFill>
                  <a:srgbClr val="051C2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9" name="Freeform: Shape 2038">
                  <a:extLst>
                    <a:ext uri="{FF2B5EF4-FFF2-40B4-BE49-F238E27FC236}">
                      <a16:creationId xmlns:a16="http://schemas.microsoft.com/office/drawing/2014/main" id="{8C109F45-B8C8-C0A6-9581-9F4C9DF719D7}"/>
                    </a:ext>
                  </a:extLst>
                </p:cNvPr>
                <p:cNvSpPr/>
                <p:nvPr/>
              </p:nvSpPr>
              <p:spPr>
                <a:xfrm>
                  <a:off x="9540659" y="2747046"/>
                  <a:ext cx="36599" cy="51692"/>
                </a:xfrm>
                <a:custGeom>
                  <a:avLst/>
                  <a:gdLst>
                    <a:gd name="connsiteX0" fmla="*/ 199336 w 211792"/>
                    <a:gd name="connsiteY0" fmla="*/ 290585 h 290585"/>
                    <a:gd name="connsiteX1" fmla="*/ 189239 w 211792"/>
                    <a:gd name="connsiteY1" fmla="*/ 285537 h 290585"/>
                    <a:gd name="connsiteX2" fmla="*/ 2168 w 211792"/>
                    <a:gd name="connsiteY2" fmla="*/ 19599 h 290585"/>
                    <a:gd name="connsiteX3" fmla="*/ 5502 w 211792"/>
                    <a:gd name="connsiteY3" fmla="*/ 2168 h 290585"/>
                    <a:gd name="connsiteX4" fmla="*/ 22933 w 211792"/>
                    <a:gd name="connsiteY4" fmla="*/ 5502 h 290585"/>
                    <a:gd name="connsiteX5" fmla="*/ 209337 w 211792"/>
                    <a:gd name="connsiteY5" fmla="*/ 270488 h 290585"/>
                    <a:gd name="connsiteX6" fmla="*/ 206765 w 211792"/>
                    <a:gd name="connsiteY6" fmla="*/ 288014 h 290585"/>
                    <a:gd name="connsiteX7" fmla="*/ 199241 w 211792"/>
                    <a:gd name="connsiteY7" fmla="*/ 290490 h 29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1792" h="290585">
                      <a:moveTo>
                        <a:pt x="199336" y="290585"/>
                      </a:moveTo>
                      <a:cubicBezTo>
                        <a:pt x="195526" y="290585"/>
                        <a:pt x="191716" y="288871"/>
                        <a:pt x="189239" y="285537"/>
                      </a:cubicBezTo>
                      <a:cubicBezTo>
                        <a:pt x="120088" y="192668"/>
                        <a:pt x="55889" y="98942"/>
                        <a:pt x="2168" y="19599"/>
                      </a:cubicBezTo>
                      <a:cubicBezTo>
                        <a:pt x="-1737" y="13884"/>
                        <a:pt x="-213" y="6074"/>
                        <a:pt x="5502" y="2168"/>
                      </a:cubicBezTo>
                      <a:cubicBezTo>
                        <a:pt x="11217" y="-1737"/>
                        <a:pt x="19027" y="-213"/>
                        <a:pt x="22933" y="5502"/>
                      </a:cubicBezTo>
                      <a:cubicBezTo>
                        <a:pt x="76463" y="84655"/>
                        <a:pt x="140471" y="178095"/>
                        <a:pt x="209337" y="270488"/>
                      </a:cubicBezTo>
                      <a:cubicBezTo>
                        <a:pt x="213433" y="276012"/>
                        <a:pt x="212290" y="283918"/>
                        <a:pt x="206765" y="288014"/>
                      </a:cubicBezTo>
                      <a:cubicBezTo>
                        <a:pt x="204479" y="289728"/>
                        <a:pt x="201908" y="290490"/>
                        <a:pt x="199241" y="290490"/>
                      </a:cubicBezTo>
                      <a:close/>
                    </a:path>
                  </a:pathLst>
                </a:custGeom>
                <a:solidFill>
                  <a:srgbClr val="0679C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0" name="Freeform: Shape 2039">
                  <a:extLst>
                    <a:ext uri="{FF2B5EF4-FFF2-40B4-BE49-F238E27FC236}">
                      <a16:creationId xmlns:a16="http://schemas.microsoft.com/office/drawing/2014/main" id="{E682A267-5E1B-6B9E-96BE-3E54AAAA70B1}"/>
                    </a:ext>
                  </a:extLst>
                </p:cNvPr>
                <p:cNvSpPr/>
                <p:nvPr/>
              </p:nvSpPr>
              <p:spPr>
                <a:xfrm>
                  <a:off x="9458568" y="2476735"/>
                  <a:ext cx="22672" cy="9456"/>
                </a:xfrm>
                <a:custGeom>
                  <a:avLst/>
                  <a:gdLst>
                    <a:gd name="connsiteX0" fmla="*/ 118501 w 131199"/>
                    <a:gd name="connsiteY0" fmla="*/ 53160 h 53159"/>
                    <a:gd name="connsiteX1" fmla="*/ 117644 w 131199"/>
                    <a:gd name="connsiteY1" fmla="*/ 53160 h 53159"/>
                    <a:gd name="connsiteX2" fmla="*/ 6582 w 131199"/>
                    <a:gd name="connsiteY2" fmla="*/ 23632 h 53159"/>
                    <a:gd name="connsiteX3" fmla="*/ 1534 w 131199"/>
                    <a:gd name="connsiteY3" fmla="*/ 6582 h 53159"/>
                    <a:gd name="connsiteX4" fmla="*/ 18584 w 131199"/>
                    <a:gd name="connsiteY4" fmla="*/ 1534 h 53159"/>
                    <a:gd name="connsiteX5" fmla="*/ 119549 w 131199"/>
                    <a:gd name="connsiteY5" fmla="*/ 28109 h 53159"/>
                    <a:gd name="connsiteX6" fmla="*/ 131169 w 131199"/>
                    <a:gd name="connsiteY6" fmla="*/ 41539 h 53159"/>
                    <a:gd name="connsiteX7" fmla="*/ 118692 w 131199"/>
                    <a:gd name="connsiteY7" fmla="*/ 53160 h 53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199" h="53159">
                      <a:moveTo>
                        <a:pt x="118501" y="53160"/>
                      </a:moveTo>
                      <a:cubicBezTo>
                        <a:pt x="118501" y="53160"/>
                        <a:pt x="117930" y="53160"/>
                        <a:pt x="117644" y="53160"/>
                      </a:cubicBezTo>
                      <a:cubicBezTo>
                        <a:pt x="74591" y="50112"/>
                        <a:pt x="37158" y="40206"/>
                        <a:pt x="6582" y="23632"/>
                      </a:cubicBezTo>
                      <a:cubicBezTo>
                        <a:pt x="486" y="20298"/>
                        <a:pt x="-1799" y="12678"/>
                        <a:pt x="1534" y="6582"/>
                      </a:cubicBezTo>
                      <a:cubicBezTo>
                        <a:pt x="4868" y="486"/>
                        <a:pt x="12488" y="-1800"/>
                        <a:pt x="18584" y="1534"/>
                      </a:cubicBezTo>
                      <a:cubicBezTo>
                        <a:pt x="46111" y="16393"/>
                        <a:pt x="80020" y="25347"/>
                        <a:pt x="119549" y="28109"/>
                      </a:cubicBezTo>
                      <a:cubicBezTo>
                        <a:pt x="126502" y="28585"/>
                        <a:pt x="131646" y="34586"/>
                        <a:pt x="131169" y="41539"/>
                      </a:cubicBezTo>
                      <a:cubicBezTo>
                        <a:pt x="130693" y="48111"/>
                        <a:pt x="125169" y="53160"/>
                        <a:pt x="118692" y="53160"/>
                      </a:cubicBezTo>
                      <a:close/>
                    </a:path>
                  </a:pathLst>
                </a:custGeom>
                <a:solidFill>
                  <a:srgbClr val="A37F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1" name="Freeform: Shape 2040">
                  <a:extLst>
                    <a:ext uri="{FF2B5EF4-FFF2-40B4-BE49-F238E27FC236}">
                      <a16:creationId xmlns:a16="http://schemas.microsoft.com/office/drawing/2014/main" id="{1AB209C7-8E62-FC35-F324-C6FDB403A72F}"/>
                    </a:ext>
                  </a:extLst>
                </p:cNvPr>
                <p:cNvSpPr/>
                <p:nvPr/>
              </p:nvSpPr>
              <p:spPr>
                <a:xfrm>
                  <a:off x="9354852" y="2489425"/>
                  <a:ext cx="54900" cy="12609"/>
                </a:xfrm>
                <a:custGeom>
                  <a:avLst/>
                  <a:gdLst>
                    <a:gd name="connsiteX0" fmla="*/ 286339 w 317693"/>
                    <a:gd name="connsiteY0" fmla="*/ 70883 h 70883"/>
                    <a:gd name="connsiteX1" fmla="*/ 285291 w 317693"/>
                    <a:gd name="connsiteY1" fmla="*/ 70883 h 70883"/>
                    <a:gd name="connsiteX2" fmla="*/ 30402 w 317693"/>
                    <a:gd name="connsiteY2" fmla="*/ 62787 h 70883"/>
                    <a:gd name="connsiteX3" fmla="*/ 17 w 317693"/>
                    <a:gd name="connsiteY3" fmla="*/ 30402 h 70883"/>
                    <a:gd name="connsiteX4" fmla="*/ 32402 w 317693"/>
                    <a:gd name="connsiteY4" fmla="*/ 17 h 70883"/>
                    <a:gd name="connsiteX5" fmla="*/ 287291 w 317693"/>
                    <a:gd name="connsiteY5" fmla="*/ 8114 h 70883"/>
                    <a:gd name="connsiteX6" fmla="*/ 317676 w 317693"/>
                    <a:gd name="connsiteY6" fmla="*/ 40499 h 70883"/>
                    <a:gd name="connsiteX7" fmla="*/ 286339 w 317693"/>
                    <a:gd name="connsiteY7" fmla="*/ 70883 h 70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7693" h="70883">
                      <a:moveTo>
                        <a:pt x="286339" y="70883"/>
                      </a:moveTo>
                      <a:cubicBezTo>
                        <a:pt x="286339" y="70883"/>
                        <a:pt x="285672" y="70883"/>
                        <a:pt x="285291" y="70883"/>
                      </a:cubicBezTo>
                      <a:lnTo>
                        <a:pt x="30402" y="62787"/>
                      </a:lnTo>
                      <a:cubicBezTo>
                        <a:pt x="13067" y="62216"/>
                        <a:pt x="-554" y="47738"/>
                        <a:pt x="17" y="30402"/>
                      </a:cubicBezTo>
                      <a:cubicBezTo>
                        <a:pt x="589" y="13067"/>
                        <a:pt x="15067" y="-554"/>
                        <a:pt x="32402" y="17"/>
                      </a:cubicBezTo>
                      <a:lnTo>
                        <a:pt x="287291" y="8114"/>
                      </a:lnTo>
                      <a:cubicBezTo>
                        <a:pt x="304627" y="8685"/>
                        <a:pt x="318248" y="23163"/>
                        <a:pt x="317676" y="40499"/>
                      </a:cubicBezTo>
                      <a:cubicBezTo>
                        <a:pt x="317105" y="57453"/>
                        <a:pt x="303198" y="70883"/>
                        <a:pt x="286339" y="7088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2" name="Freeform: Shape 2041">
                  <a:extLst>
                    <a:ext uri="{FF2B5EF4-FFF2-40B4-BE49-F238E27FC236}">
                      <a16:creationId xmlns:a16="http://schemas.microsoft.com/office/drawing/2014/main" id="{90496519-644A-EE5E-A837-47C28A2C9CE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9143059" y="2910056"/>
                  <a:ext cx="1153784" cy="5035"/>
                </a:xfrm>
                <a:custGeom>
                  <a:avLst/>
                  <a:gdLst>
                    <a:gd name="connsiteX0" fmla="*/ 6266783 w 6279356"/>
                    <a:gd name="connsiteY0" fmla="*/ 25146 h 25146"/>
                    <a:gd name="connsiteX1" fmla="*/ 12573 w 6279356"/>
                    <a:gd name="connsiteY1" fmla="*/ 25146 h 25146"/>
                    <a:gd name="connsiteX2" fmla="*/ 0 w 6279356"/>
                    <a:gd name="connsiteY2" fmla="*/ 12573 h 25146"/>
                    <a:gd name="connsiteX3" fmla="*/ 12573 w 6279356"/>
                    <a:gd name="connsiteY3" fmla="*/ 0 h 25146"/>
                    <a:gd name="connsiteX4" fmla="*/ 6266783 w 6279356"/>
                    <a:gd name="connsiteY4" fmla="*/ 0 h 25146"/>
                    <a:gd name="connsiteX5" fmla="*/ 6279356 w 6279356"/>
                    <a:gd name="connsiteY5" fmla="*/ 12573 h 25146"/>
                    <a:gd name="connsiteX6" fmla="*/ 6266783 w 6279356"/>
                    <a:gd name="connsiteY6" fmla="*/ 25146 h 25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79356" h="25146">
                      <a:moveTo>
                        <a:pt x="6266783" y="25146"/>
                      </a:moveTo>
                      <a:lnTo>
                        <a:pt x="12573" y="25146"/>
                      </a:lnTo>
                      <a:cubicBezTo>
                        <a:pt x="5620" y="25146"/>
                        <a:pt x="0" y="19526"/>
                        <a:pt x="0" y="12573"/>
                      </a:cubicBezTo>
                      <a:cubicBezTo>
                        <a:pt x="0" y="5620"/>
                        <a:pt x="5620" y="0"/>
                        <a:pt x="12573" y="0"/>
                      </a:cubicBezTo>
                      <a:lnTo>
                        <a:pt x="6266783" y="0"/>
                      </a:lnTo>
                      <a:cubicBezTo>
                        <a:pt x="6273736" y="0"/>
                        <a:pt x="6279356" y="5620"/>
                        <a:pt x="6279356" y="12573"/>
                      </a:cubicBezTo>
                      <a:cubicBezTo>
                        <a:pt x="6279356" y="19526"/>
                        <a:pt x="6273736" y="25146"/>
                        <a:pt x="6266783" y="25146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3" name="Freeform: Shape 2042">
                  <a:extLst>
                    <a:ext uri="{FF2B5EF4-FFF2-40B4-BE49-F238E27FC236}">
                      <a16:creationId xmlns:a16="http://schemas.microsoft.com/office/drawing/2014/main" id="{DEAE48C1-2872-5646-FC25-52F384EB8328}"/>
                    </a:ext>
                  </a:extLst>
                </p:cNvPr>
                <p:cNvSpPr/>
                <p:nvPr/>
              </p:nvSpPr>
              <p:spPr>
                <a:xfrm flipH="1">
                  <a:off x="9736752" y="2516853"/>
                  <a:ext cx="560091" cy="398227"/>
                </a:xfrm>
                <a:custGeom>
                  <a:avLst/>
                  <a:gdLst>
                    <a:gd name="connsiteX0" fmla="*/ 1559085 w 3113184"/>
                    <a:gd name="connsiteY0" fmla="*/ 1790289 h 2150270"/>
                    <a:gd name="connsiteX1" fmla="*/ 1581469 w 3113184"/>
                    <a:gd name="connsiteY1" fmla="*/ 2145190 h 2150270"/>
                    <a:gd name="connsiteX2" fmla="*/ 354458 w 3113184"/>
                    <a:gd name="connsiteY2" fmla="*/ 2145190 h 2150270"/>
                    <a:gd name="connsiteX3" fmla="*/ 4986 w 3113184"/>
                    <a:gd name="connsiteY3" fmla="*/ 1859059 h 2150270"/>
                    <a:gd name="connsiteX4" fmla="*/ 390558 w 3113184"/>
                    <a:gd name="connsiteY4" fmla="*/ 428023 h 2150270"/>
                    <a:gd name="connsiteX5" fmla="*/ 1034829 w 3113184"/>
                    <a:gd name="connsiteY5" fmla="*/ 121794 h 2150270"/>
                    <a:gd name="connsiteX6" fmla="*/ 1056165 w 3113184"/>
                    <a:gd name="connsiteY6" fmla="*/ 116460 h 2150270"/>
                    <a:gd name="connsiteX7" fmla="*/ 1231901 w 3113184"/>
                    <a:gd name="connsiteY7" fmla="*/ 84552 h 2150270"/>
                    <a:gd name="connsiteX8" fmla="*/ 1845502 w 3113184"/>
                    <a:gd name="connsiteY8" fmla="*/ 3303 h 2150270"/>
                    <a:gd name="connsiteX9" fmla="*/ 1890364 w 3113184"/>
                    <a:gd name="connsiteY9" fmla="*/ 12162 h 2150270"/>
                    <a:gd name="connsiteX10" fmla="*/ 1916177 w 3113184"/>
                    <a:gd name="connsiteY10" fmla="*/ 17877 h 2150270"/>
                    <a:gd name="connsiteX11" fmla="*/ 2669128 w 3113184"/>
                    <a:gd name="connsiteY11" fmla="*/ 302103 h 2150270"/>
                    <a:gd name="connsiteX12" fmla="*/ 3113184 w 3113184"/>
                    <a:gd name="connsiteY12" fmla="*/ 1733139 h 2150270"/>
                    <a:gd name="connsiteX13" fmla="*/ 1558989 w 3113184"/>
                    <a:gd name="connsiteY13" fmla="*/ 1790384 h 215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13184" h="2150270">
                      <a:moveTo>
                        <a:pt x="1559085" y="1790289"/>
                      </a:moveTo>
                      <a:lnTo>
                        <a:pt x="1581469" y="2145190"/>
                      </a:lnTo>
                      <a:cubicBezTo>
                        <a:pt x="1581469" y="2145190"/>
                        <a:pt x="483046" y="2156620"/>
                        <a:pt x="354458" y="2145190"/>
                      </a:cubicBezTo>
                      <a:cubicBezTo>
                        <a:pt x="225966" y="2133760"/>
                        <a:pt x="-39591" y="2153001"/>
                        <a:pt x="4986" y="1859059"/>
                      </a:cubicBezTo>
                      <a:cubicBezTo>
                        <a:pt x="25560" y="1723137"/>
                        <a:pt x="273686" y="611094"/>
                        <a:pt x="390558" y="428023"/>
                      </a:cubicBezTo>
                      <a:cubicBezTo>
                        <a:pt x="473425" y="298102"/>
                        <a:pt x="809086" y="179707"/>
                        <a:pt x="1034829" y="121794"/>
                      </a:cubicBezTo>
                      <a:cubicBezTo>
                        <a:pt x="1042068" y="119985"/>
                        <a:pt x="1049212" y="118080"/>
                        <a:pt x="1056165" y="116460"/>
                      </a:cubicBezTo>
                      <a:cubicBezTo>
                        <a:pt x="1138651" y="96077"/>
                        <a:pt x="1203707" y="84552"/>
                        <a:pt x="1231901" y="84552"/>
                      </a:cubicBezTo>
                      <a:cubicBezTo>
                        <a:pt x="1337057" y="84552"/>
                        <a:pt x="1705294" y="-19652"/>
                        <a:pt x="1845502" y="3303"/>
                      </a:cubicBezTo>
                      <a:cubicBezTo>
                        <a:pt x="1857218" y="5208"/>
                        <a:pt x="1872457" y="8161"/>
                        <a:pt x="1890364" y="12162"/>
                      </a:cubicBezTo>
                      <a:cubicBezTo>
                        <a:pt x="1898461" y="13876"/>
                        <a:pt x="1907033" y="15876"/>
                        <a:pt x="1916177" y="17877"/>
                      </a:cubicBezTo>
                      <a:cubicBezTo>
                        <a:pt x="2129156" y="67121"/>
                        <a:pt x="2617789" y="211520"/>
                        <a:pt x="2669128" y="302103"/>
                      </a:cubicBezTo>
                      <a:cubicBezTo>
                        <a:pt x="2727517" y="405163"/>
                        <a:pt x="3113184" y="1733139"/>
                        <a:pt x="3113184" y="1733139"/>
                      </a:cubicBezTo>
                      <a:lnTo>
                        <a:pt x="1558989" y="1790384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4" name="Freeform: Shape 2043">
                  <a:extLst>
                    <a:ext uri="{FF2B5EF4-FFF2-40B4-BE49-F238E27FC236}">
                      <a16:creationId xmlns:a16="http://schemas.microsoft.com/office/drawing/2014/main" id="{43BD167C-1734-EE6E-0048-27DA1B3786BE}"/>
                    </a:ext>
                  </a:extLst>
                </p:cNvPr>
                <p:cNvSpPr/>
                <p:nvPr/>
              </p:nvSpPr>
              <p:spPr>
                <a:xfrm rot="4800" flipH="1">
                  <a:off x="9904031" y="2716094"/>
                  <a:ext cx="239361" cy="3670"/>
                </a:xfrm>
                <a:custGeom>
                  <a:avLst/>
                  <a:gdLst>
                    <a:gd name="connsiteX0" fmla="*/ 0 w 1330451"/>
                    <a:gd name="connsiteY0" fmla="*/ 0 h 19811"/>
                    <a:gd name="connsiteX1" fmla="*/ 1330452 w 1330451"/>
                    <a:gd name="connsiteY1" fmla="*/ 0 h 19811"/>
                    <a:gd name="connsiteX2" fmla="*/ 1330452 w 1330451"/>
                    <a:gd name="connsiteY2" fmla="*/ 19812 h 19811"/>
                    <a:gd name="connsiteX3" fmla="*/ 0 w 1330451"/>
                    <a:gd name="connsiteY3" fmla="*/ 19812 h 19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0451" h="19811">
                      <a:moveTo>
                        <a:pt x="0" y="0"/>
                      </a:moveTo>
                      <a:lnTo>
                        <a:pt x="1330452" y="0"/>
                      </a:lnTo>
                      <a:lnTo>
                        <a:pt x="1330452" y="19812"/>
                      </a:lnTo>
                      <a:lnTo>
                        <a:pt x="0" y="198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5" name="Freeform: Shape 2044">
                  <a:extLst>
                    <a:ext uri="{FF2B5EF4-FFF2-40B4-BE49-F238E27FC236}">
                      <a16:creationId xmlns:a16="http://schemas.microsoft.com/office/drawing/2014/main" id="{4536958E-DAEE-0F63-5B66-560DCA7759D0}"/>
                    </a:ext>
                  </a:extLst>
                </p:cNvPr>
                <p:cNvSpPr/>
                <p:nvPr/>
              </p:nvSpPr>
              <p:spPr>
                <a:xfrm flipH="1">
                  <a:off x="9909384" y="2741547"/>
                  <a:ext cx="241333" cy="3670"/>
                </a:xfrm>
                <a:custGeom>
                  <a:avLst/>
                  <a:gdLst>
                    <a:gd name="connsiteX0" fmla="*/ 1341406 w 1341405"/>
                    <a:gd name="connsiteY0" fmla="*/ 0 h 19812"/>
                    <a:gd name="connsiteX1" fmla="*/ 1341406 w 1341405"/>
                    <a:gd name="connsiteY1" fmla="*/ 19812 h 19812"/>
                    <a:gd name="connsiteX2" fmla="*/ 0 w 1341405"/>
                    <a:gd name="connsiteY2" fmla="*/ 19812 h 19812"/>
                    <a:gd name="connsiteX3" fmla="*/ 3048 w 1341405"/>
                    <a:gd name="connsiteY3" fmla="*/ 0 h 19812"/>
                    <a:gd name="connsiteX4" fmla="*/ 1341406 w 1341405"/>
                    <a:gd name="connsiteY4" fmla="*/ 0 h 19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1405" h="19812">
                      <a:moveTo>
                        <a:pt x="1341406" y="0"/>
                      </a:moveTo>
                      <a:lnTo>
                        <a:pt x="1341406" y="19812"/>
                      </a:lnTo>
                      <a:lnTo>
                        <a:pt x="0" y="19812"/>
                      </a:lnTo>
                      <a:lnTo>
                        <a:pt x="3048" y="0"/>
                      </a:lnTo>
                      <a:lnTo>
                        <a:pt x="13414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6" name="Freeform: Shape 2045">
                  <a:extLst>
                    <a:ext uri="{FF2B5EF4-FFF2-40B4-BE49-F238E27FC236}">
                      <a16:creationId xmlns:a16="http://schemas.microsoft.com/office/drawing/2014/main" id="{1E48C139-743A-A6CD-72D0-DBF958074006}"/>
                    </a:ext>
                  </a:extLst>
                </p:cNvPr>
                <p:cNvSpPr/>
                <p:nvPr/>
              </p:nvSpPr>
              <p:spPr>
                <a:xfrm flipH="1">
                  <a:off x="9914713" y="2767196"/>
                  <a:ext cx="239789" cy="3670"/>
                </a:xfrm>
                <a:custGeom>
                  <a:avLst/>
                  <a:gdLst>
                    <a:gd name="connsiteX0" fmla="*/ 1332833 w 1332833"/>
                    <a:gd name="connsiteY0" fmla="*/ 0 h 19811"/>
                    <a:gd name="connsiteX1" fmla="*/ 1332833 w 1332833"/>
                    <a:gd name="connsiteY1" fmla="*/ 19812 h 19811"/>
                    <a:gd name="connsiteX2" fmla="*/ 0 w 1332833"/>
                    <a:gd name="connsiteY2" fmla="*/ 19812 h 19811"/>
                    <a:gd name="connsiteX3" fmla="*/ 3048 w 1332833"/>
                    <a:gd name="connsiteY3" fmla="*/ 0 h 19811"/>
                    <a:gd name="connsiteX4" fmla="*/ 1332833 w 1332833"/>
                    <a:gd name="connsiteY4" fmla="*/ 0 h 19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2833" h="19811">
                      <a:moveTo>
                        <a:pt x="1332833" y="0"/>
                      </a:moveTo>
                      <a:lnTo>
                        <a:pt x="1332833" y="19812"/>
                      </a:lnTo>
                      <a:lnTo>
                        <a:pt x="0" y="19812"/>
                      </a:lnTo>
                      <a:lnTo>
                        <a:pt x="3048" y="0"/>
                      </a:lnTo>
                      <a:lnTo>
                        <a:pt x="133283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7" name="Freeform: Shape 2046">
                  <a:extLst>
                    <a:ext uri="{FF2B5EF4-FFF2-40B4-BE49-F238E27FC236}">
                      <a16:creationId xmlns:a16="http://schemas.microsoft.com/office/drawing/2014/main" id="{FDACAF4A-E251-B676-2FD1-7DCF6E7B03F2}"/>
                    </a:ext>
                  </a:extLst>
                </p:cNvPr>
                <p:cNvSpPr/>
                <p:nvPr/>
              </p:nvSpPr>
              <p:spPr>
                <a:xfrm flipH="1">
                  <a:off x="10120999" y="2670000"/>
                  <a:ext cx="38643" cy="135565"/>
                </a:xfrm>
                <a:custGeom>
                  <a:avLst/>
                  <a:gdLst>
                    <a:gd name="connsiteX0" fmla="*/ 214789 w 214788"/>
                    <a:gd name="connsiteY0" fmla="*/ 731996 h 731996"/>
                    <a:gd name="connsiteX1" fmla="*/ 0 w 214788"/>
                    <a:gd name="connsiteY1" fmla="*/ 731996 h 731996"/>
                    <a:gd name="connsiteX2" fmla="*/ 28575 w 214788"/>
                    <a:gd name="connsiteY2" fmla="*/ 544639 h 731996"/>
                    <a:gd name="connsiteX3" fmla="*/ 31623 w 214788"/>
                    <a:gd name="connsiteY3" fmla="*/ 524828 h 731996"/>
                    <a:gd name="connsiteX4" fmla="*/ 49625 w 214788"/>
                    <a:gd name="connsiteY4" fmla="*/ 406146 h 731996"/>
                    <a:gd name="connsiteX5" fmla="*/ 52673 w 214788"/>
                    <a:gd name="connsiteY5" fmla="*/ 386334 h 731996"/>
                    <a:gd name="connsiteX6" fmla="*/ 111538 w 214788"/>
                    <a:gd name="connsiteY6" fmla="*/ 0 h 731996"/>
                    <a:gd name="connsiteX7" fmla="*/ 92773 w 214788"/>
                    <a:gd name="connsiteY7" fmla="*/ 386334 h 731996"/>
                    <a:gd name="connsiteX8" fmla="*/ 93440 w 214788"/>
                    <a:gd name="connsiteY8" fmla="*/ 406146 h 731996"/>
                    <a:gd name="connsiteX9" fmla="*/ 104013 w 214788"/>
                    <a:gd name="connsiteY9" fmla="*/ 524828 h 731996"/>
                    <a:gd name="connsiteX10" fmla="*/ 107156 w 214788"/>
                    <a:gd name="connsiteY10" fmla="*/ 544639 h 731996"/>
                    <a:gd name="connsiteX11" fmla="*/ 214694 w 214788"/>
                    <a:gd name="connsiteY11" fmla="*/ 731996 h 731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4788" h="731996">
                      <a:moveTo>
                        <a:pt x="214789" y="731996"/>
                      </a:moveTo>
                      <a:lnTo>
                        <a:pt x="0" y="731996"/>
                      </a:lnTo>
                      <a:lnTo>
                        <a:pt x="28575" y="544639"/>
                      </a:lnTo>
                      <a:lnTo>
                        <a:pt x="31623" y="524828"/>
                      </a:lnTo>
                      <a:lnTo>
                        <a:pt x="49625" y="406146"/>
                      </a:lnTo>
                      <a:lnTo>
                        <a:pt x="52673" y="386334"/>
                      </a:lnTo>
                      <a:lnTo>
                        <a:pt x="111538" y="0"/>
                      </a:lnTo>
                      <a:cubicBezTo>
                        <a:pt x="94488" y="161925"/>
                        <a:pt x="89726" y="288036"/>
                        <a:pt x="92773" y="386334"/>
                      </a:cubicBezTo>
                      <a:cubicBezTo>
                        <a:pt x="92964" y="393097"/>
                        <a:pt x="93154" y="399669"/>
                        <a:pt x="93440" y="406146"/>
                      </a:cubicBezTo>
                      <a:cubicBezTo>
                        <a:pt x="95440" y="451866"/>
                        <a:pt x="99060" y="491109"/>
                        <a:pt x="104013" y="524828"/>
                      </a:cubicBezTo>
                      <a:cubicBezTo>
                        <a:pt x="104965" y="531686"/>
                        <a:pt x="106013" y="538258"/>
                        <a:pt x="107156" y="544639"/>
                      </a:cubicBezTo>
                      <a:cubicBezTo>
                        <a:pt x="136779" y="717709"/>
                        <a:pt x="200501" y="731234"/>
                        <a:pt x="214694" y="731996"/>
                      </a:cubicBezTo>
                      <a:close/>
                    </a:path>
                  </a:pathLst>
                </a:custGeom>
                <a:solidFill>
                  <a:srgbClr val="DAA6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8" name="Freeform: Shape 2047">
                  <a:extLst>
                    <a:ext uri="{FF2B5EF4-FFF2-40B4-BE49-F238E27FC236}">
                      <a16:creationId xmlns:a16="http://schemas.microsoft.com/office/drawing/2014/main" id="{A84C5B5D-0493-71D2-260F-17D0A82F923B}"/>
                    </a:ext>
                  </a:extLst>
                </p:cNvPr>
                <p:cNvSpPr/>
                <p:nvPr/>
              </p:nvSpPr>
              <p:spPr>
                <a:xfrm flipH="1">
                  <a:off x="10120488" y="2805563"/>
                  <a:ext cx="514" cy="9"/>
                </a:xfrm>
                <a:custGeom>
                  <a:avLst/>
                  <a:gdLst>
                    <a:gd name="connsiteX0" fmla="*/ 2858 w 2857"/>
                    <a:gd name="connsiteY0" fmla="*/ 0 h 42"/>
                    <a:gd name="connsiteX1" fmla="*/ 0 w 2857"/>
                    <a:gd name="connsiteY1" fmla="*/ 0 h 42"/>
                    <a:gd name="connsiteX2" fmla="*/ 2858 w 2857"/>
                    <a:gd name="connsiteY2" fmla="*/ 0 h 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57" h="42">
                      <a:moveTo>
                        <a:pt x="2858" y="0"/>
                      </a:moveTo>
                      <a:cubicBezTo>
                        <a:pt x="2858" y="0"/>
                        <a:pt x="1905" y="95"/>
                        <a:pt x="0" y="0"/>
                      </a:cubicBezTo>
                      <a:lnTo>
                        <a:pt x="2858" y="0"/>
                      </a:lnTo>
                      <a:close/>
                    </a:path>
                  </a:pathLst>
                </a:custGeom>
                <a:solidFill>
                  <a:srgbClr val="0C1A51">
                    <a:alpha val="8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9" name="Freeform: Shape 2048">
                  <a:extLst>
                    <a:ext uri="{FF2B5EF4-FFF2-40B4-BE49-F238E27FC236}">
                      <a16:creationId xmlns:a16="http://schemas.microsoft.com/office/drawing/2014/main" id="{BCACD88A-5183-D892-EB6A-448F104F08EE}"/>
                    </a:ext>
                  </a:extLst>
                </p:cNvPr>
                <p:cNvSpPr/>
                <p:nvPr/>
              </p:nvSpPr>
              <p:spPr>
                <a:xfrm flipH="1">
                  <a:off x="9947222" y="2519158"/>
                  <a:ext cx="163620" cy="84232"/>
                </a:xfrm>
                <a:custGeom>
                  <a:avLst/>
                  <a:gdLst>
                    <a:gd name="connsiteX0" fmla="*/ 873835 w 909453"/>
                    <a:gd name="connsiteY0" fmla="*/ 268129 h 454818"/>
                    <a:gd name="connsiteX1" fmla="*/ 565511 w 909453"/>
                    <a:gd name="connsiteY1" fmla="*/ 452724 h 454818"/>
                    <a:gd name="connsiteX2" fmla="*/ 520076 w 909453"/>
                    <a:gd name="connsiteY2" fmla="*/ 454819 h 454818"/>
                    <a:gd name="connsiteX3" fmla="*/ 208704 w 909453"/>
                    <a:gd name="connsiteY3" fmla="*/ 375952 h 454818"/>
                    <a:gd name="connsiteX4" fmla="*/ 43826 w 909453"/>
                    <a:gd name="connsiteY4" fmla="*/ 254413 h 454818"/>
                    <a:gd name="connsiteX5" fmla="*/ 964 w 909453"/>
                    <a:gd name="connsiteY5" fmla="*/ 109538 h 454818"/>
                    <a:gd name="connsiteX6" fmla="*/ 22300 w 909453"/>
                    <a:gd name="connsiteY6" fmla="*/ 104204 h 454818"/>
                    <a:gd name="connsiteX7" fmla="*/ 60209 w 909453"/>
                    <a:gd name="connsiteY7" fmla="*/ 242316 h 454818"/>
                    <a:gd name="connsiteX8" fmla="*/ 217467 w 909453"/>
                    <a:gd name="connsiteY8" fmla="*/ 357664 h 454818"/>
                    <a:gd name="connsiteX9" fmla="*/ 563701 w 909453"/>
                    <a:gd name="connsiteY9" fmla="*/ 432626 h 454818"/>
                    <a:gd name="connsiteX10" fmla="*/ 856118 w 909453"/>
                    <a:gd name="connsiteY10" fmla="*/ 258413 h 454818"/>
                    <a:gd name="connsiteX11" fmla="*/ 856499 w 909453"/>
                    <a:gd name="connsiteY11" fmla="*/ 0 h 454818"/>
                    <a:gd name="connsiteX12" fmla="*/ 882312 w 909453"/>
                    <a:gd name="connsiteY12" fmla="*/ 5715 h 454818"/>
                    <a:gd name="connsiteX13" fmla="*/ 873835 w 909453"/>
                    <a:gd name="connsiteY13" fmla="*/ 268415 h 454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09453" h="454818">
                      <a:moveTo>
                        <a:pt x="873835" y="268129"/>
                      </a:moveTo>
                      <a:cubicBezTo>
                        <a:pt x="816875" y="369856"/>
                        <a:pt x="698765" y="440627"/>
                        <a:pt x="565511" y="452724"/>
                      </a:cubicBezTo>
                      <a:cubicBezTo>
                        <a:pt x="550556" y="454057"/>
                        <a:pt x="535412" y="454819"/>
                        <a:pt x="520076" y="454819"/>
                      </a:cubicBezTo>
                      <a:cubicBezTo>
                        <a:pt x="423874" y="454819"/>
                        <a:pt x="319385" y="428339"/>
                        <a:pt x="208704" y="375952"/>
                      </a:cubicBezTo>
                      <a:cubicBezTo>
                        <a:pt x="155173" y="350616"/>
                        <a:pt x="88022" y="313849"/>
                        <a:pt x="43826" y="254413"/>
                      </a:cubicBezTo>
                      <a:cubicBezTo>
                        <a:pt x="10774" y="209836"/>
                        <a:pt x="-4085" y="157353"/>
                        <a:pt x="964" y="109538"/>
                      </a:cubicBezTo>
                      <a:cubicBezTo>
                        <a:pt x="8203" y="107728"/>
                        <a:pt x="15346" y="105823"/>
                        <a:pt x="22300" y="104204"/>
                      </a:cubicBezTo>
                      <a:cubicBezTo>
                        <a:pt x="14680" y="153734"/>
                        <a:pt x="33349" y="206216"/>
                        <a:pt x="60209" y="242316"/>
                      </a:cubicBezTo>
                      <a:cubicBezTo>
                        <a:pt x="101738" y="298133"/>
                        <a:pt x="166032" y="333280"/>
                        <a:pt x="217467" y="357664"/>
                      </a:cubicBezTo>
                      <a:cubicBezTo>
                        <a:pt x="342530" y="416814"/>
                        <a:pt x="459021" y="442055"/>
                        <a:pt x="563701" y="432626"/>
                      </a:cubicBezTo>
                      <a:cubicBezTo>
                        <a:pt x="690383" y="421196"/>
                        <a:pt x="802397" y="354425"/>
                        <a:pt x="856118" y="258413"/>
                      </a:cubicBezTo>
                      <a:cubicBezTo>
                        <a:pt x="901553" y="177070"/>
                        <a:pt x="899076" y="74486"/>
                        <a:pt x="856499" y="0"/>
                      </a:cubicBezTo>
                      <a:cubicBezTo>
                        <a:pt x="864596" y="1715"/>
                        <a:pt x="873168" y="3715"/>
                        <a:pt x="882312" y="5715"/>
                      </a:cubicBezTo>
                      <a:cubicBezTo>
                        <a:pt x="920031" y="84582"/>
                        <a:pt x="919555" y="186595"/>
                        <a:pt x="873835" y="2684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0" name="Freeform: Shape 2049">
                  <a:extLst>
                    <a:ext uri="{FF2B5EF4-FFF2-40B4-BE49-F238E27FC236}">
                      <a16:creationId xmlns:a16="http://schemas.microsoft.com/office/drawing/2014/main" id="{9589F66E-62B9-7EF7-84BA-7A2F79F24214}"/>
                    </a:ext>
                  </a:extLst>
                </p:cNvPr>
                <p:cNvSpPr/>
                <p:nvPr/>
              </p:nvSpPr>
              <p:spPr>
                <a:xfrm flipH="1">
                  <a:off x="10158410" y="2803681"/>
                  <a:ext cx="41504" cy="22682"/>
                </a:xfrm>
                <a:custGeom>
                  <a:avLst/>
                  <a:gdLst>
                    <a:gd name="connsiteX0" fmla="*/ 8668 w 230695"/>
                    <a:gd name="connsiteY0" fmla="*/ 122378 h 122472"/>
                    <a:gd name="connsiteX1" fmla="*/ 0 w 230695"/>
                    <a:gd name="connsiteY1" fmla="*/ 116948 h 122472"/>
                    <a:gd name="connsiteX2" fmla="*/ 230696 w 230695"/>
                    <a:gd name="connsiteY2" fmla="*/ 648 h 122472"/>
                    <a:gd name="connsiteX3" fmla="*/ 229934 w 230695"/>
                    <a:gd name="connsiteY3" fmla="*/ 10840 h 122472"/>
                    <a:gd name="connsiteX4" fmla="*/ 8668 w 230695"/>
                    <a:gd name="connsiteY4" fmla="*/ 122473 h 122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695" h="122472">
                      <a:moveTo>
                        <a:pt x="8668" y="122378"/>
                      </a:moveTo>
                      <a:lnTo>
                        <a:pt x="0" y="116948"/>
                      </a:lnTo>
                      <a:cubicBezTo>
                        <a:pt x="48006" y="40558"/>
                        <a:pt x="140684" y="-6115"/>
                        <a:pt x="230696" y="648"/>
                      </a:cubicBezTo>
                      <a:lnTo>
                        <a:pt x="229934" y="10840"/>
                      </a:lnTo>
                      <a:cubicBezTo>
                        <a:pt x="143732" y="4458"/>
                        <a:pt x="54769" y="49226"/>
                        <a:pt x="8668" y="122473"/>
                      </a:cubicBezTo>
                      <a:close/>
                    </a:path>
                  </a:pathLst>
                </a:custGeom>
                <a:solidFill>
                  <a:srgbClr val="DAA6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1" name="Freeform: Shape 2050">
                  <a:extLst>
                    <a:ext uri="{FF2B5EF4-FFF2-40B4-BE49-F238E27FC236}">
                      <a16:creationId xmlns:a16="http://schemas.microsoft.com/office/drawing/2014/main" id="{1DA93F4A-3C5D-A467-2E12-EA1FC8268545}"/>
                    </a:ext>
                  </a:extLst>
                </p:cNvPr>
                <p:cNvSpPr/>
                <p:nvPr/>
              </p:nvSpPr>
              <p:spPr>
                <a:xfrm rot="28200" flipH="1">
                  <a:off x="10171378" y="2794523"/>
                  <a:ext cx="37202" cy="1887"/>
                </a:xfrm>
                <a:custGeom>
                  <a:avLst/>
                  <a:gdLst>
                    <a:gd name="connsiteX0" fmla="*/ 0 w 206787"/>
                    <a:gd name="connsiteY0" fmla="*/ 0 h 10191"/>
                    <a:gd name="connsiteX1" fmla="*/ 206788 w 206787"/>
                    <a:gd name="connsiteY1" fmla="*/ 0 h 10191"/>
                    <a:gd name="connsiteX2" fmla="*/ 206788 w 206787"/>
                    <a:gd name="connsiteY2" fmla="*/ 10192 h 10191"/>
                    <a:gd name="connsiteX3" fmla="*/ 0 w 206787"/>
                    <a:gd name="connsiteY3" fmla="*/ 10192 h 10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6787" h="10191">
                      <a:moveTo>
                        <a:pt x="0" y="0"/>
                      </a:moveTo>
                      <a:lnTo>
                        <a:pt x="206788" y="0"/>
                      </a:lnTo>
                      <a:lnTo>
                        <a:pt x="206788" y="10192"/>
                      </a:lnTo>
                      <a:lnTo>
                        <a:pt x="0" y="10192"/>
                      </a:lnTo>
                      <a:close/>
                    </a:path>
                  </a:pathLst>
                </a:custGeom>
                <a:solidFill>
                  <a:srgbClr val="DAA6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2" name="Freeform: Shape 2051">
                  <a:extLst>
                    <a:ext uri="{FF2B5EF4-FFF2-40B4-BE49-F238E27FC236}">
                      <a16:creationId xmlns:a16="http://schemas.microsoft.com/office/drawing/2014/main" id="{0A82149D-753C-832D-B059-0EEB17DA27C1}"/>
                    </a:ext>
                  </a:extLst>
                </p:cNvPr>
                <p:cNvSpPr/>
                <p:nvPr/>
              </p:nvSpPr>
              <p:spPr>
                <a:xfrm flipH="1">
                  <a:off x="10137643" y="2600091"/>
                  <a:ext cx="38367" cy="48087"/>
                </a:xfrm>
                <a:custGeom>
                  <a:avLst/>
                  <a:gdLst>
                    <a:gd name="connsiteX0" fmla="*/ 203073 w 213264"/>
                    <a:gd name="connsiteY0" fmla="*/ 259652 h 259651"/>
                    <a:gd name="connsiteX1" fmla="*/ 0 w 213264"/>
                    <a:gd name="connsiteY1" fmla="*/ 9716 h 259651"/>
                    <a:gd name="connsiteX2" fmla="*/ 3143 w 213264"/>
                    <a:gd name="connsiteY2" fmla="*/ 0 h 259651"/>
                    <a:gd name="connsiteX3" fmla="*/ 213265 w 213264"/>
                    <a:gd name="connsiteY3" fmla="*/ 258604 h 259651"/>
                    <a:gd name="connsiteX4" fmla="*/ 203073 w 213264"/>
                    <a:gd name="connsiteY4" fmla="*/ 259652 h 259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264" h="259651">
                      <a:moveTo>
                        <a:pt x="203073" y="259652"/>
                      </a:moveTo>
                      <a:cubicBezTo>
                        <a:pt x="191071" y="147257"/>
                        <a:pt x="107537" y="44482"/>
                        <a:pt x="0" y="9716"/>
                      </a:cubicBezTo>
                      <a:lnTo>
                        <a:pt x="3143" y="0"/>
                      </a:lnTo>
                      <a:cubicBezTo>
                        <a:pt x="114395" y="36004"/>
                        <a:pt x="200787" y="142304"/>
                        <a:pt x="213265" y="258604"/>
                      </a:cubicBezTo>
                      <a:lnTo>
                        <a:pt x="203073" y="259652"/>
                      </a:lnTo>
                      <a:close/>
                    </a:path>
                  </a:pathLst>
                </a:custGeom>
                <a:solidFill>
                  <a:srgbClr val="DAA6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3" name="Freeform: Shape 2052">
                  <a:extLst>
                    <a:ext uri="{FF2B5EF4-FFF2-40B4-BE49-F238E27FC236}">
                      <a16:creationId xmlns:a16="http://schemas.microsoft.com/office/drawing/2014/main" id="{4E7F0869-B686-F98E-9F3E-5F90B0B2E24A}"/>
                    </a:ext>
                  </a:extLst>
                </p:cNvPr>
                <p:cNvSpPr/>
                <p:nvPr/>
              </p:nvSpPr>
              <p:spPr>
                <a:xfrm flipH="1">
                  <a:off x="9833230" y="2582469"/>
                  <a:ext cx="28533" cy="40626"/>
                </a:xfrm>
                <a:custGeom>
                  <a:avLst/>
                  <a:gdLst>
                    <a:gd name="connsiteX0" fmla="*/ 10192 w 158591"/>
                    <a:gd name="connsiteY0" fmla="*/ 219361 h 219360"/>
                    <a:gd name="connsiteX1" fmla="*/ 0 w 158591"/>
                    <a:gd name="connsiteY1" fmla="*/ 218504 h 219360"/>
                    <a:gd name="connsiteX2" fmla="*/ 154400 w 158591"/>
                    <a:gd name="connsiteY2" fmla="*/ 0 h 219360"/>
                    <a:gd name="connsiteX3" fmla="*/ 158591 w 158591"/>
                    <a:gd name="connsiteY3" fmla="*/ 9335 h 219360"/>
                    <a:gd name="connsiteX4" fmla="*/ 10192 w 158591"/>
                    <a:gd name="connsiteY4" fmla="*/ 219265 h 219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591" h="219360">
                      <a:moveTo>
                        <a:pt x="10192" y="219361"/>
                      </a:moveTo>
                      <a:lnTo>
                        <a:pt x="0" y="218504"/>
                      </a:lnTo>
                      <a:cubicBezTo>
                        <a:pt x="7429" y="125730"/>
                        <a:pt x="69533" y="38005"/>
                        <a:pt x="154400" y="0"/>
                      </a:cubicBezTo>
                      <a:lnTo>
                        <a:pt x="158591" y="9335"/>
                      </a:lnTo>
                      <a:cubicBezTo>
                        <a:pt x="76962" y="45815"/>
                        <a:pt x="17336" y="130207"/>
                        <a:pt x="10192" y="219265"/>
                      </a:cubicBezTo>
                      <a:close/>
                    </a:path>
                  </a:pathLst>
                </a:custGeom>
                <a:solidFill>
                  <a:srgbClr val="DAA6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4" name="Freeform: Shape 2053">
                  <a:extLst>
                    <a:ext uri="{FF2B5EF4-FFF2-40B4-BE49-F238E27FC236}">
                      <a16:creationId xmlns:a16="http://schemas.microsoft.com/office/drawing/2014/main" id="{B9FFA951-8704-F3DB-2991-2074702F34EA}"/>
                    </a:ext>
                  </a:extLst>
                </p:cNvPr>
                <p:cNvSpPr/>
                <p:nvPr/>
              </p:nvSpPr>
              <p:spPr>
                <a:xfrm flipH="1">
                  <a:off x="9927593" y="2209693"/>
                  <a:ext cx="195383" cy="153066"/>
                </a:xfrm>
                <a:custGeom>
                  <a:avLst/>
                  <a:gdLst>
                    <a:gd name="connsiteX0" fmla="*/ 1085782 w 1086001"/>
                    <a:gd name="connsiteY0" fmla="*/ 372447 h 826493"/>
                    <a:gd name="connsiteX1" fmla="*/ 1001771 w 1086001"/>
                    <a:gd name="connsiteY1" fmla="*/ 511797 h 826493"/>
                    <a:gd name="connsiteX2" fmla="*/ 1033870 w 1086001"/>
                    <a:gd name="connsiteY2" fmla="*/ 575234 h 826493"/>
                    <a:gd name="connsiteX3" fmla="*/ 1033394 w 1086001"/>
                    <a:gd name="connsiteY3" fmla="*/ 652672 h 826493"/>
                    <a:gd name="connsiteX4" fmla="*/ 924428 w 1086001"/>
                    <a:gd name="connsiteY4" fmla="*/ 754494 h 826493"/>
                    <a:gd name="connsiteX5" fmla="*/ 789268 w 1086001"/>
                    <a:gd name="connsiteY5" fmla="*/ 666769 h 826493"/>
                    <a:gd name="connsiteX6" fmla="*/ 622486 w 1086001"/>
                    <a:gd name="connsiteY6" fmla="*/ 601332 h 826493"/>
                    <a:gd name="connsiteX7" fmla="*/ 373121 w 1086001"/>
                    <a:gd name="connsiteY7" fmla="*/ 658292 h 826493"/>
                    <a:gd name="connsiteX8" fmla="*/ 244534 w 1086001"/>
                    <a:gd name="connsiteY8" fmla="*/ 762019 h 826493"/>
                    <a:gd name="connsiteX9" fmla="*/ 87180 w 1086001"/>
                    <a:gd name="connsiteY9" fmla="*/ 819836 h 826493"/>
                    <a:gd name="connsiteX10" fmla="*/ 37746 w 1086001"/>
                    <a:gd name="connsiteY10" fmla="*/ 741922 h 826493"/>
                    <a:gd name="connsiteX11" fmla="*/ 17172 w 1086001"/>
                    <a:gd name="connsiteY11" fmla="*/ 689153 h 826493"/>
                    <a:gd name="connsiteX12" fmla="*/ 8504 w 1086001"/>
                    <a:gd name="connsiteY12" fmla="*/ 656197 h 826493"/>
                    <a:gd name="connsiteX13" fmla="*/ 694 w 1086001"/>
                    <a:gd name="connsiteY13" fmla="*/ 553422 h 826493"/>
                    <a:gd name="connsiteX14" fmla="*/ 20791 w 1086001"/>
                    <a:gd name="connsiteY14" fmla="*/ 481984 h 826493"/>
                    <a:gd name="connsiteX15" fmla="*/ 85085 w 1086001"/>
                    <a:gd name="connsiteY15" fmla="*/ 452743 h 826493"/>
                    <a:gd name="connsiteX16" fmla="*/ 209291 w 1086001"/>
                    <a:gd name="connsiteY16" fmla="*/ 234620 h 826493"/>
                    <a:gd name="connsiteX17" fmla="*/ 460275 w 1086001"/>
                    <a:gd name="connsiteY17" fmla="*/ 237668 h 826493"/>
                    <a:gd name="connsiteX18" fmla="*/ 556382 w 1086001"/>
                    <a:gd name="connsiteY18" fmla="*/ 60027 h 826493"/>
                    <a:gd name="connsiteX19" fmla="*/ 754788 w 1086001"/>
                    <a:gd name="connsiteY19" fmla="*/ 210 h 826493"/>
                    <a:gd name="connsiteX20" fmla="*/ 950146 w 1086001"/>
                    <a:gd name="connsiteY20" fmla="*/ 56788 h 826493"/>
                    <a:gd name="connsiteX21" fmla="*/ 1005010 w 1086001"/>
                    <a:gd name="connsiteY21" fmla="*/ 162516 h 826493"/>
                    <a:gd name="connsiteX22" fmla="*/ 985960 w 1086001"/>
                    <a:gd name="connsiteY22" fmla="*/ 243573 h 826493"/>
                    <a:gd name="connsiteX23" fmla="*/ 1085591 w 1086001"/>
                    <a:gd name="connsiteY23" fmla="*/ 372351 h 826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86001" h="826493">
                      <a:moveTo>
                        <a:pt x="1085782" y="372447"/>
                      </a:moveTo>
                      <a:cubicBezTo>
                        <a:pt x="1089115" y="429978"/>
                        <a:pt x="1054254" y="487985"/>
                        <a:pt x="1001771" y="511797"/>
                      </a:cubicBezTo>
                      <a:cubicBezTo>
                        <a:pt x="1010534" y="507892"/>
                        <a:pt x="1032442" y="568852"/>
                        <a:pt x="1033870" y="575234"/>
                      </a:cubicBezTo>
                      <a:cubicBezTo>
                        <a:pt x="1039871" y="600570"/>
                        <a:pt x="1039680" y="627431"/>
                        <a:pt x="1033394" y="652672"/>
                      </a:cubicBezTo>
                      <a:cubicBezTo>
                        <a:pt x="1021012" y="702583"/>
                        <a:pt x="978339" y="750875"/>
                        <a:pt x="924428" y="754494"/>
                      </a:cubicBezTo>
                      <a:cubicBezTo>
                        <a:pt x="860134" y="758876"/>
                        <a:pt x="835369" y="699440"/>
                        <a:pt x="789268" y="666769"/>
                      </a:cubicBezTo>
                      <a:cubicBezTo>
                        <a:pt x="740024" y="631908"/>
                        <a:pt x="682303" y="609048"/>
                        <a:pt x="622486" y="601332"/>
                      </a:cubicBezTo>
                      <a:cubicBezTo>
                        <a:pt x="536189" y="590093"/>
                        <a:pt x="446083" y="610762"/>
                        <a:pt x="373121" y="658292"/>
                      </a:cubicBezTo>
                      <a:cubicBezTo>
                        <a:pt x="327020" y="688391"/>
                        <a:pt x="288158" y="728301"/>
                        <a:pt x="244534" y="762019"/>
                      </a:cubicBezTo>
                      <a:cubicBezTo>
                        <a:pt x="213387" y="786022"/>
                        <a:pt x="127471" y="846506"/>
                        <a:pt x="87180" y="819836"/>
                      </a:cubicBezTo>
                      <a:cubicBezTo>
                        <a:pt x="65654" y="805548"/>
                        <a:pt x="48509" y="764496"/>
                        <a:pt x="37746" y="741922"/>
                      </a:cubicBezTo>
                      <a:cubicBezTo>
                        <a:pt x="29554" y="724967"/>
                        <a:pt x="22696" y="707250"/>
                        <a:pt x="17172" y="689153"/>
                      </a:cubicBezTo>
                      <a:cubicBezTo>
                        <a:pt x="13743" y="678294"/>
                        <a:pt x="10885" y="667341"/>
                        <a:pt x="8504" y="656197"/>
                      </a:cubicBezTo>
                      <a:cubicBezTo>
                        <a:pt x="1265" y="622383"/>
                        <a:pt x="-1402" y="587807"/>
                        <a:pt x="694" y="553422"/>
                      </a:cubicBezTo>
                      <a:cubicBezTo>
                        <a:pt x="2313" y="528371"/>
                        <a:pt x="6694" y="502653"/>
                        <a:pt x="20791" y="481984"/>
                      </a:cubicBezTo>
                      <a:cubicBezTo>
                        <a:pt x="34793" y="461220"/>
                        <a:pt x="60796" y="446932"/>
                        <a:pt x="85085" y="452743"/>
                      </a:cubicBezTo>
                      <a:cubicBezTo>
                        <a:pt x="83752" y="364922"/>
                        <a:pt x="133186" y="278244"/>
                        <a:pt x="209291" y="234620"/>
                      </a:cubicBezTo>
                      <a:cubicBezTo>
                        <a:pt x="285396" y="190900"/>
                        <a:pt x="385218" y="192234"/>
                        <a:pt x="460275" y="237668"/>
                      </a:cubicBezTo>
                      <a:cubicBezTo>
                        <a:pt x="458465" y="167564"/>
                        <a:pt x="499327" y="100698"/>
                        <a:pt x="556382" y="60027"/>
                      </a:cubicBezTo>
                      <a:cubicBezTo>
                        <a:pt x="613532" y="19355"/>
                        <a:pt x="684779" y="2400"/>
                        <a:pt x="754788" y="210"/>
                      </a:cubicBezTo>
                      <a:cubicBezTo>
                        <a:pt x="824130" y="-1886"/>
                        <a:pt x="897663" y="11354"/>
                        <a:pt x="950146" y="56788"/>
                      </a:cubicBezTo>
                      <a:cubicBezTo>
                        <a:pt x="980721" y="83268"/>
                        <a:pt x="1001104" y="122796"/>
                        <a:pt x="1005010" y="162516"/>
                      </a:cubicBezTo>
                      <a:cubicBezTo>
                        <a:pt x="1007867" y="190995"/>
                        <a:pt x="1002343" y="219666"/>
                        <a:pt x="985960" y="243573"/>
                      </a:cubicBezTo>
                      <a:cubicBezTo>
                        <a:pt x="1040919" y="261385"/>
                        <a:pt x="1082162" y="314820"/>
                        <a:pt x="1085591" y="372351"/>
                      </a:cubicBezTo>
                      <a:close/>
                    </a:path>
                  </a:pathLst>
                </a:custGeom>
                <a:solidFill>
                  <a:srgbClr val="6C3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5" name="Freeform: Shape 2054">
                  <a:extLst>
                    <a:ext uri="{FF2B5EF4-FFF2-40B4-BE49-F238E27FC236}">
                      <a16:creationId xmlns:a16="http://schemas.microsoft.com/office/drawing/2014/main" id="{69F2B83E-7117-F15B-8BAA-B07F16139BEF}"/>
                    </a:ext>
                  </a:extLst>
                </p:cNvPr>
                <p:cNvSpPr/>
                <p:nvPr/>
              </p:nvSpPr>
              <p:spPr>
                <a:xfrm flipH="1">
                  <a:off x="10040830" y="2281480"/>
                  <a:ext cx="56173" cy="48475"/>
                </a:xfrm>
                <a:custGeom>
                  <a:avLst/>
                  <a:gdLst>
                    <a:gd name="connsiteX0" fmla="*/ 2632 w 312228"/>
                    <a:gd name="connsiteY0" fmla="*/ 261717 h 261746"/>
                    <a:gd name="connsiteX1" fmla="*/ 60 w 312228"/>
                    <a:gd name="connsiteY1" fmla="*/ 259908 h 261746"/>
                    <a:gd name="connsiteX2" fmla="*/ 1774 w 312228"/>
                    <a:gd name="connsiteY2" fmla="*/ 257145 h 261746"/>
                    <a:gd name="connsiteX3" fmla="*/ 103787 w 312228"/>
                    <a:gd name="connsiteY3" fmla="*/ 144465 h 261746"/>
                    <a:gd name="connsiteX4" fmla="*/ 104168 w 312228"/>
                    <a:gd name="connsiteY4" fmla="*/ 140464 h 261746"/>
                    <a:gd name="connsiteX5" fmla="*/ 84356 w 312228"/>
                    <a:gd name="connsiteY5" fmla="*/ 139131 h 261746"/>
                    <a:gd name="connsiteX6" fmla="*/ 62830 w 312228"/>
                    <a:gd name="connsiteY6" fmla="*/ 116175 h 261746"/>
                    <a:gd name="connsiteX7" fmla="*/ 70640 w 312228"/>
                    <a:gd name="connsiteY7" fmla="*/ 102745 h 261746"/>
                    <a:gd name="connsiteX8" fmla="*/ 97882 w 312228"/>
                    <a:gd name="connsiteY8" fmla="*/ 105317 h 261746"/>
                    <a:gd name="connsiteX9" fmla="*/ 108931 w 312228"/>
                    <a:gd name="connsiteY9" fmla="*/ 135702 h 261746"/>
                    <a:gd name="connsiteX10" fmla="*/ 215706 w 312228"/>
                    <a:gd name="connsiteY10" fmla="*/ 86267 h 261746"/>
                    <a:gd name="connsiteX11" fmla="*/ 199228 w 312228"/>
                    <a:gd name="connsiteY11" fmla="*/ 77599 h 261746"/>
                    <a:gd name="connsiteX12" fmla="*/ 178178 w 312228"/>
                    <a:gd name="connsiteY12" fmla="*/ 42738 h 261746"/>
                    <a:gd name="connsiteX13" fmla="*/ 203323 w 312228"/>
                    <a:gd name="connsiteY13" fmla="*/ 12543 h 261746"/>
                    <a:gd name="connsiteX14" fmla="*/ 232184 w 312228"/>
                    <a:gd name="connsiteY14" fmla="*/ 36261 h 261746"/>
                    <a:gd name="connsiteX15" fmla="*/ 231803 w 312228"/>
                    <a:gd name="connsiteY15" fmla="*/ 75123 h 261746"/>
                    <a:gd name="connsiteX16" fmla="*/ 224279 w 312228"/>
                    <a:gd name="connsiteY16" fmla="*/ 84076 h 261746"/>
                    <a:gd name="connsiteX17" fmla="*/ 278762 w 312228"/>
                    <a:gd name="connsiteY17" fmla="*/ 74837 h 261746"/>
                    <a:gd name="connsiteX18" fmla="*/ 305717 w 312228"/>
                    <a:gd name="connsiteY18" fmla="*/ 2828 h 261746"/>
                    <a:gd name="connsiteX19" fmla="*/ 307337 w 312228"/>
                    <a:gd name="connsiteY19" fmla="*/ 66 h 261746"/>
                    <a:gd name="connsiteX20" fmla="*/ 310099 w 312228"/>
                    <a:gd name="connsiteY20" fmla="*/ 1685 h 261746"/>
                    <a:gd name="connsiteX21" fmla="*/ 281333 w 312228"/>
                    <a:gd name="connsiteY21" fmla="*/ 78647 h 261746"/>
                    <a:gd name="connsiteX22" fmla="*/ 220564 w 312228"/>
                    <a:gd name="connsiteY22" fmla="*/ 87886 h 261746"/>
                    <a:gd name="connsiteX23" fmla="*/ 108740 w 312228"/>
                    <a:gd name="connsiteY23" fmla="*/ 140178 h 261746"/>
                    <a:gd name="connsiteX24" fmla="*/ 108264 w 312228"/>
                    <a:gd name="connsiteY24" fmla="*/ 145036 h 261746"/>
                    <a:gd name="connsiteX25" fmla="*/ 2632 w 312228"/>
                    <a:gd name="connsiteY25" fmla="*/ 261717 h 261746"/>
                    <a:gd name="connsiteX26" fmla="*/ 2537 w 312228"/>
                    <a:gd name="connsiteY26" fmla="*/ 261717 h 261746"/>
                    <a:gd name="connsiteX27" fmla="*/ 78832 w 312228"/>
                    <a:gd name="connsiteY27" fmla="*/ 104841 h 261746"/>
                    <a:gd name="connsiteX28" fmla="*/ 72736 w 312228"/>
                    <a:gd name="connsiteY28" fmla="*/ 106746 h 261746"/>
                    <a:gd name="connsiteX29" fmla="*/ 67402 w 312228"/>
                    <a:gd name="connsiteY29" fmla="*/ 115604 h 261746"/>
                    <a:gd name="connsiteX30" fmla="*/ 85499 w 312228"/>
                    <a:gd name="connsiteY30" fmla="*/ 134749 h 261746"/>
                    <a:gd name="connsiteX31" fmla="*/ 104359 w 312228"/>
                    <a:gd name="connsiteY31" fmla="*/ 136083 h 261746"/>
                    <a:gd name="connsiteX32" fmla="*/ 94834 w 312228"/>
                    <a:gd name="connsiteY32" fmla="*/ 108746 h 261746"/>
                    <a:gd name="connsiteX33" fmla="*/ 78832 w 312228"/>
                    <a:gd name="connsiteY33" fmla="*/ 104936 h 261746"/>
                    <a:gd name="connsiteX34" fmla="*/ 201609 w 312228"/>
                    <a:gd name="connsiteY34" fmla="*/ 17211 h 261746"/>
                    <a:gd name="connsiteX35" fmla="*/ 182749 w 312228"/>
                    <a:gd name="connsiteY35" fmla="*/ 42547 h 261746"/>
                    <a:gd name="connsiteX36" fmla="*/ 201895 w 312228"/>
                    <a:gd name="connsiteY36" fmla="*/ 73884 h 261746"/>
                    <a:gd name="connsiteX37" fmla="*/ 219325 w 312228"/>
                    <a:gd name="connsiteY37" fmla="*/ 82743 h 261746"/>
                    <a:gd name="connsiteX38" fmla="*/ 228089 w 312228"/>
                    <a:gd name="connsiteY38" fmla="*/ 72551 h 261746"/>
                    <a:gd name="connsiteX39" fmla="*/ 227803 w 312228"/>
                    <a:gd name="connsiteY39" fmla="*/ 37594 h 261746"/>
                    <a:gd name="connsiteX40" fmla="*/ 203514 w 312228"/>
                    <a:gd name="connsiteY40" fmla="*/ 17115 h 261746"/>
                    <a:gd name="connsiteX41" fmla="*/ 201514 w 312228"/>
                    <a:gd name="connsiteY41" fmla="*/ 17306 h 261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312228" h="261746">
                      <a:moveTo>
                        <a:pt x="2632" y="261717"/>
                      </a:moveTo>
                      <a:cubicBezTo>
                        <a:pt x="1489" y="261908"/>
                        <a:pt x="346" y="261146"/>
                        <a:pt x="60" y="259908"/>
                      </a:cubicBezTo>
                      <a:cubicBezTo>
                        <a:pt x="-226" y="258669"/>
                        <a:pt x="536" y="257431"/>
                        <a:pt x="1774" y="257145"/>
                      </a:cubicBezTo>
                      <a:cubicBezTo>
                        <a:pt x="54733" y="245620"/>
                        <a:pt x="97596" y="198186"/>
                        <a:pt x="103787" y="144465"/>
                      </a:cubicBezTo>
                      <a:cubicBezTo>
                        <a:pt x="103978" y="143226"/>
                        <a:pt x="104073" y="141893"/>
                        <a:pt x="104168" y="140464"/>
                      </a:cubicBezTo>
                      <a:cubicBezTo>
                        <a:pt x="96739" y="140940"/>
                        <a:pt x="90071" y="140464"/>
                        <a:pt x="84356" y="139131"/>
                      </a:cubicBezTo>
                      <a:cubicBezTo>
                        <a:pt x="71783" y="135892"/>
                        <a:pt x="64258" y="127986"/>
                        <a:pt x="62830" y="116175"/>
                      </a:cubicBezTo>
                      <a:cubicBezTo>
                        <a:pt x="62163" y="110556"/>
                        <a:pt x="64925" y="105698"/>
                        <a:pt x="70640" y="102745"/>
                      </a:cubicBezTo>
                      <a:cubicBezTo>
                        <a:pt x="78070" y="98840"/>
                        <a:pt x="90547" y="98745"/>
                        <a:pt x="97882" y="105317"/>
                      </a:cubicBezTo>
                      <a:cubicBezTo>
                        <a:pt x="105216" y="111889"/>
                        <a:pt x="108931" y="122271"/>
                        <a:pt x="108931" y="135702"/>
                      </a:cubicBezTo>
                      <a:cubicBezTo>
                        <a:pt x="142935" y="131987"/>
                        <a:pt x="189227" y="110841"/>
                        <a:pt x="215706" y="86267"/>
                      </a:cubicBezTo>
                      <a:cubicBezTo>
                        <a:pt x="209896" y="84171"/>
                        <a:pt x="204276" y="81219"/>
                        <a:pt x="199228" y="77599"/>
                      </a:cubicBezTo>
                      <a:cubicBezTo>
                        <a:pt x="186274" y="68265"/>
                        <a:pt x="178654" y="55596"/>
                        <a:pt x="178178" y="42738"/>
                      </a:cubicBezTo>
                      <a:cubicBezTo>
                        <a:pt x="177701" y="28926"/>
                        <a:pt x="187798" y="13115"/>
                        <a:pt x="203323" y="12543"/>
                      </a:cubicBezTo>
                      <a:cubicBezTo>
                        <a:pt x="217421" y="11972"/>
                        <a:pt x="228470" y="24069"/>
                        <a:pt x="232184" y="36261"/>
                      </a:cubicBezTo>
                      <a:cubicBezTo>
                        <a:pt x="236375" y="50262"/>
                        <a:pt x="239328" y="64740"/>
                        <a:pt x="231803" y="75123"/>
                      </a:cubicBezTo>
                      <a:cubicBezTo>
                        <a:pt x="229613" y="78171"/>
                        <a:pt x="227136" y="81123"/>
                        <a:pt x="224279" y="84076"/>
                      </a:cubicBezTo>
                      <a:cubicBezTo>
                        <a:pt x="242662" y="88553"/>
                        <a:pt x="263140" y="85505"/>
                        <a:pt x="278762" y="74837"/>
                      </a:cubicBezTo>
                      <a:cubicBezTo>
                        <a:pt x="301240" y="59502"/>
                        <a:pt x="312575" y="29117"/>
                        <a:pt x="305717" y="2828"/>
                      </a:cubicBezTo>
                      <a:cubicBezTo>
                        <a:pt x="305431" y="1590"/>
                        <a:pt x="306098" y="351"/>
                        <a:pt x="307337" y="66"/>
                      </a:cubicBezTo>
                      <a:cubicBezTo>
                        <a:pt x="308480" y="-220"/>
                        <a:pt x="309813" y="447"/>
                        <a:pt x="310099" y="1685"/>
                      </a:cubicBezTo>
                      <a:cubicBezTo>
                        <a:pt x="317433" y="29879"/>
                        <a:pt x="305336" y="62264"/>
                        <a:pt x="281333" y="78647"/>
                      </a:cubicBezTo>
                      <a:cubicBezTo>
                        <a:pt x="263903" y="90553"/>
                        <a:pt x="240852" y="93601"/>
                        <a:pt x="220564" y="87886"/>
                      </a:cubicBezTo>
                      <a:cubicBezTo>
                        <a:pt x="193513" y="113794"/>
                        <a:pt x="144554" y="136368"/>
                        <a:pt x="108740" y="140178"/>
                      </a:cubicBezTo>
                      <a:cubicBezTo>
                        <a:pt x="108740" y="141798"/>
                        <a:pt x="108550" y="143417"/>
                        <a:pt x="108264" y="145036"/>
                      </a:cubicBezTo>
                      <a:cubicBezTo>
                        <a:pt x="101882" y="200757"/>
                        <a:pt x="57400" y="249811"/>
                        <a:pt x="2632" y="261717"/>
                      </a:cubicBezTo>
                      <a:cubicBezTo>
                        <a:pt x="2632" y="261717"/>
                        <a:pt x="2537" y="261717"/>
                        <a:pt x="2537" y="261717"/>
                      </a:cubicBezTo>
                      <a:close/>
                      <a:moveTo>
                        <a:pt x="78832" y="104841"/>
                      </a:moveTo>
                      <a:cubicBezTo>
                        <a:pt x="76641" y="105222"/>
                        <a:pt x="74546" y="105793"/>
                        <a:pt x="72736" y="106746"/>
                      </a:cubicBezTo>
                      <a:cubicBezTo>
                        <a:pt x="69973" y="108174"/>
                        <a:pt x="66830" y="110937"/>
                        <a:pt x="67402" y="115604"/>
                      </a:cubicBezTo>
                      <a:cubicBezTo>
                        <a:pt x="68640" y="125605"/>
                        <a:pt x="74736" y="131987"/>
                        <a:pt x="85499" y="134749"/>
                      </a:cubicBezTo>
                      <a:cubicBezTo>
                        <a:pt x="90929" y="136083"/>
                        <a:pt x="97310" y="136559"/>
                        <a:pt x="104359" y="136083"/>
                      </a:cubicBezTo>
                      <a:cubicBezTo>
                        <a:pt x="104359" y="126272"/>
                        <a:pt x="102358" y="115509"/>
                        <a:pt x="94834" y="108746"/>
                      </a:cubicBezTo>
                      <a:cubicBezTo>
                        <a:pt x="90738" y="105126"/>
                        <a:pt x="84356" y="104079"/>
                        <a:pt x="78832" y="104936"/>
                      </a:cubicBezTo>
                      <a:close/>
                      <a:moveTo>
                        <a:pt x="201609" y="17211"/>
                      </a:moveTo>
                      <a:cubicBezTo>
                        <a:pt x="190274" y="18925"/>
                        <a:pt x="182369" y="31498"/>
                        <a:pt x="182749" y="42547"/>
                      </a:cubicBezTo>
                      <a:cubicBezTo>
                        <a:pt x="183131" y="53977"/>
                        <a:pt x="190179" y="65312"/>
                        <a:pt x="201895" y="73884"/>
                      </a:cubicBezTo>
                      <a:cubicBezTo>
                        <a:pt x="207229" y="77694"/>
                        <a:pt x="213134" y="80647"/>
                        <a:pt x="219325" y="82743"/>
                      </a:cubicBezTo>
                      <a:cubicBezTo>
                        <a:pt x="222659" y="79409"/>
                        <a:pt x="225612" y="75980"/>
                        <a:pt x="228089" y="72551"/>
                      </a:cubicBezTo>
                      <a:cubicBezTo>
                        <a:pt x="234375" y="63693"/>
                        <a:pt x="231708" y="50548"/>
                        <a:pt x="227803" y="37594"/>
                      </a:cubicBezTo>
                      <a:cubicBezTo>
                        <a:pt x="224660" y="27307"/>
                        <a:pt x="215135" y="16639"/>
                        <a:pt x="203514" y="17115"/>
                      </a:cubicBezTo>
                      <a:cubicBezTo>
                        <a:pt x="202847" y="17115"/>
                        <a:pt x="202181" y="17115"/>
                        <a:pt x="201514" y="17306"/>
                      </a:cubicBezTo>
                      <a:close/>
                    </a:path>
                  </a:pathLst>
                </a:custGeom>
                <a:solidFill>
                  <a:srgbClr val="99564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6" name="Freeform: Shape 2055">
                  <a:extLst>
                    <a:ext uri="{FF2B5EF4-FFF2-40B4-BE49-F238E27FC236}">
                      <a16:creationId xmlns:a16="http://schemas.microsoft.com/office/drawing/2014/main" id="{88832DBB-1BA6-20D5-D38F-DF10643FADFD}"/>
                    </a:ext>
                  </a:extLst>
                </p:cNvPr>
                <p:cNvSpPr/>
                <p:nvPr/>
              </p:nvSpPr>
              <p:spPr>
                <a:xfrm flipH="1">
                  <a:off x="9950712" y="2262529"/>
                  <a:ext cx="66951" cy="32826"/>
                </a:xfrm>
                <a:custGeom>
                  <a:avLst/>
                  <a:gdLst>
                    <a:gd name="connsiteX0" fmla="*/ 181999 w 372135"/>
                    <a:gd name="connsiteY0" fmla="*/ 175927 h 177246"/>
                    <a:gd name="connsiteX1" fmla="*/ 160759 w 372135"/>
                    <a:gd name="connsiteY1" fmla="*/ 177165 h 177246"/>
                    <a:gd name="connsiteX2" fmla="*/ 105133 w 372135"/>
                    <a:gd name="connsiteY2" fmla="*/ 150876 h 177246"/>
                    <a:gd name="connsiteX3" fmla="*/ 263 w 372135"/>
                    <a:gd name="connsiteY3" fmla="*/ 85249 h 177246"/>
                    <a:gd name="connsiteX4" fmla="*/ 1215 w 372135"/>
                    <a:gd name="connsiteY4" fmla="*/ 82201 h 177246"/>
                    <a:gd name="connsiteX5" fmla="*/ 4263 w 372135"/>
                    <a:gd name="connsiteY5" fmla="*/ 83153 h 177246"/>
                    <a:gd name="connsiteX6" fmla="*/ 101704 w 372135"/>
                    <a:gd name="connsiteY6" fmla="*/ 146209 h 177246"/>
                    <a:gd name="connsiteX7" fmla="*/ 110943 w 372135"/>
                    <a:gd name="connsiteY7" fmla="*/ 83153 h 177246"/>
                    <a:gd name="connsiteX8" fmla="*/ 147043 w 372135"/>
                    <a:gd name="connsiteY8" fmla="*/ 79534 h 177246"/>
                    <a:gd name="connsiteX9" fmla="*/ 167617 w 372135"/>
                    <a:gd name="connsiteY9" fmla="*/ 102680 h 177246"/>
                    <a:gd name="connsiteX10" fmla="*/ 149900 w 372135"/>
                    <a:gd name="connsiteY10" fmla="*/ 140589 h 177246"/>
                    <a:gd name="connsiteX11" fmla="*/ 111133 w 372135"/>
                    <a:gd name="connsiteY11" fmla="*/ 151067 h 177246"/>
                    <a:gd name="connsiteX12" fmla="*/ 160949 w 372135"/>
                    <a:gd name="connsiteY12" fmla="*/ 172688 h 177246"/>
                    <a:gd name="connsiteX13" fmla="*/ 224672 w 372135"/>
                    <a:gd name="connsiteY13" fmla="*/ 158210 h 177246"/>
                    <a:gd name="connsiteX14" fmla="*/ 255818 w 372135"/>
                    <a:gd name="connsiteY14" fmla="*/ 140589 h 177246"/>
                    <a:gd name="connsiteX15" fmla="*/ 241245 w 372135"/>
                    <a:gd name="connsiteY15" fmla="*/ 131064 h 177246"/>
                    <a:gd name="connsiteX16" fmla="*/ 224195 w 372135"/>
                    <a:gd name="connsiteY16" fmla="*/ 99441 h 177246"/>
                    <a:gd name="connsiteX17" fmla="*/ 230482 w 372135"/>
                    <a:gd name="connsiteY17" fmla="*/ 80867 h 177246"/>
                    <a:gd name="connsiteX18" fmla="*/ 251437 w 372135"/>
                    <a:gd name="connsiteY18" fmla="*/ 74009 h 177246"/>
                    <a:gd name="connsiteX19" fmla="*/ 274297 w 372135"/>
                    <a:gd name="connsiteY19" fmla="*/ 89059 h 177246"/>
                    <a:gd name="connsiteX20" fmla="*/ 266867 w 372135"/>
                    <a:gd name="connsiteY20" fmla="*/ 136017 h 177246"/>
                    <a:gd name="connsiteX21" fmla="*/ 264010 w 372135"/>
                    <a:gd name="connsiteY21" fmla="*/ 139256 h 177246"/>
                    <a:gd name="connsiteX22" fmla="*/ 302586 w 372135"/>
                    <a:gd name="connsiteY22" fmla="*/ 143542 h 177246"/>
                    <a:gd name="connsiteX23" fmla="*/ 355069 w 372135"/>
                    <a:gd name="connsiteY23" fmla="*/ 113443 h 177246"/>
                    <a:gd name="connsiteX24" fmla="*/ 365546 w 372135"/>
                    <a:gd name="connsiteY24" fmla="*/ 53816 h 177246"/>
                    <a:gd name="connsiteX25" fmla="*/ 330780 w 372135"/>
                    <a:gd name="connsiteY25" fmla="*/ 4286 h 177246"/>
                    <a:gd name="connsiteX26" fmla="*/ 329923 w 372135"/>
                    <a:gd name="connsiteY26" fmla="*/ 1143 h 177246"/>
                    <a:gd name="connsiteX27" fmla="*/ 333066 w 372135"/>
                    <a:gd name="connsiteY27" fmla="*/ 286 h 177246"/>
                    <a:gd name="connsiteX28" fmla="*/ 370023 w 372135"/>
                    <a:gd name="connsiteY28" fmla="*/ 52768 h 177246"/>
                    <a:gd name="connsiteX29" fmla="*/ 358783 w 372135"/>
                    <a:gd name="connsiteY29" fmla="*/ 116014 h 177246"/>
                    <a:gd name="connsiteX30" fmla="*/ 303157 w 372135"/>
                    <a:gd name="connsiteY30" fmla="*/ 148114 h 177246"/>
                    <a:gd name="connsiteX31" fmla="*/ 260390 w 372135"/>
                    <a:gd name="connsiteY31" fmla="*/ 142780 h 177246"/>
                    <a:gd name="connsiteX32" fmla="*/ 226386 w 372135"/>
                    <a:gd name="connsiteY32" fmla="*/ 162497 h 177246"/>
                    <a:gd name="connsiteX33" fmla="*/ 181904 w 372135"/>
                    <a:gd name="connsiteY33" fmla="*/ 176022 h 177246"/>
                    <a:gd name="connsiteX34" fmla="*/ 244388 w 372135"/>
                    <a:gd name="connsiteY34" fmla="*/ 78581 h 177246"/>
                    <a:gd name="connsiteX35" fmla="*/ 233815 w 372135"/>
                    <a:gd name="connsiteY35" fmla="*/ 84010 h 177246"/>
                    <a:gd name="connsiteX36" fmla="*/ 228767 w 372135"/>
                    <a:gd name="connsiteY36" fmla="*/ 99251 h 177246"/>
                    <a:gd name="connsiteX37" fmla="*/ 244198 w 372135"/>
                    <a:gd name="connsiteY37" fmla="*/ 127635 h 177246"/>
                    <a:gd name="connsiteX38" fmla="*/ 259533 w 372135"/>
                    <a:gd name="connsiteY38" fmla="*/ 137351 h 177246"/>
                    <a:gd name="connsiteX39" fmla="*/ 263438 w 372135"/>
                    <a:gd name="connsiteY39" fmla="*/ 133064 h 177246"/>
                    <a:gd name="connsiteX40" fmla="*/ 270296 w 372135"/>
                    <a:gd name="connsiteY40" fmla="*/ 91249 h 177246"/>
                    <a:gd name="connsiteX41" fmla="*/ 250865 w 372135"/>
                    <a:gd name="connsiteY41" fmla="*/ 78581 h 177246"/>
                    <a:gd name="connsiteX42" fmla="*/ 244388 w 372135"/>
                    <a:gd name="connsiteY42" fmla="*/ 78581 h 177246"/>
                    <a:gd name="connsiteX43" fmla="*/ 107419 w 372135"/>
                    <a:gd name="connsiteY43" fmla="*/ 146399 h 177246"/>
                    <a:gd name="connsiteX44" fmla="*/ 108848 w 372135"/>
                    <a:gd name="connsiteY44" fmla="*/ 146399 h 177246"/>
                    <a:gd name="connsiteX45" fmla="*/ 147329 w 372135"/>
                    <a:gd name="connsiteY45" fmla="*/ 136684 h 177246"/>
                    <a:gd name="connsiteX46" fmla="*/ 163140 w 372135"/>
                    <a:gd name="connsiteY46" fmla="*/ 103346 h 177246"/>
                    <a:gd name="connsiteX47" fmla="*/ 145424 w 372135"/>
                    <a:gd name="connsiteY47" fmla="*/ 83630 h 177246"/>
                    <a:gd name="connsiteX48" fmla="*/ 113705 w 372135"/>
                    <a:gd name="connsiteY48" fmla="*/ 86678 h 177246"/>
                    <a:gd name="connsiteX49" fmla="*/ 105704 w 372135"/>
                    <a:gd name="connsiteY49" fmla="*/ 143827 h 177246"/>
                    <a:gd name="connsiteX50" fmla="*/ 107419 w 372135"/>
                    <a:gd name="connsiteY50" fmla="*/ 146304 h 17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372135" h="177246">
                      <a:moveTo>
                        <a:pt x="181999" y="175927"/>
                      </a:moveTo>
                      <a:cubicBezTo>
                        <a:pt x="175046" y="176975"/>
                        <a:pt x="167998" y="177451"/>
                        <a:pt x="160759" y="177165"/>
                      </a:cubicBezTo>
                      <a:cubicBezTo>
                        <a:pt x="137899" y="176213"/>
                        <a:pt x="117134" y="166306"/>
                        <a:pt x="105133" y="150876"/>
                      </a:cubicBezTo>
                      <a:cubicBezTo>
                        <a:pt x="62365" y="148971"/>
                        <a:pt x="20551" y="122968"/>
                        <a:pt x="263" y="85249"/>
                      </a:cubicBezTo>
                      <a:cubicBezTo>
                        <a:pt x="-309" y="84106"/>
                        <a:pt x="72" y="82772"/>
                        <a:pt x="1215" y="82201"/>
                      </a:cubicBezTo>
                      <a:cubicBezTo>
                        <a:pt x="2263" y="81629"/>
                        <a:pt x="3691" y="82010"/>
                        <a:pt x="4263" y="83153"/>
                      </a:cubicBezTo>
                      <a:cubicBezTo>
                        <a:pt x="23218" y="118396"/>
                        <a:pt x="61794" y="143065"/>
                        <a:pt x="101704" y="146209"/>
                      </a:cubicBezTo>
                      <a:cubicBezTo>
                        <a:pt x="88750" y="125254"/>
                        <a:pt x="92941" y="96488"/>
                        <a:pt x="110943" y="83153"/>
                      </a:cubicBezTo>
                      <a:cubicBezTo>
                        <a:pt x="120658" y="75914"/>
                        <a:pt x="134565" y="74581"/>
                        <a:pt x="147043" y="79534"/>
                      </a:cubicBezTo>
                      <a:cubicBezTo>
                        <a:pt x="158187" y="83915"/>
                        <a:pt x="165712" y="92393"/>
                        <a:pt x="167617" y="102680"/>
                      </a:cubicBezTo>
                      <a:cubicBezTo>
                        <a:pt x="170189" y="116396"/>
                        <a:pt x="163045" y="131635"/>
                        <a:pt x="149900" y="140589"/>
                      </a:cubicBezTo>
                      <a:cubicBezTo>
                        <a:pt x="139899" y="147447"/>
                        <a:pt x="126850" y="150971"/>
                        <a:pt x="111133" y="151067"/>
                      </a:cubicBezTo>
                      <a:cubicBezTo>
                        <a:pt x="122659" y="163735"/>
                        <a:pt x="140852" y="171831"/>
                        <a:pt x="160949" y="172688"/>
                      </a:cubicBezTo>
                      <a:cubicBezTo>
                        <a:pt x="184666" y="173641"/>
                        <a:pt x="207431" y="165544"/>
                        <a:pt x="224672" y="158210"/>
                      </a:cubicBezTo>
                      <a:cubicBezTo>
                        <a:pt x="235625" y="153638"/>
                        <a:pt x="246674" y="148304"/>
                        <a:pt x="255818" y="140589"/>
                      </a:cubicBezTo>
                      <a:cubicBezTo>
                        <a:pt x="250580" y="138017"/>
                        <a:pt x="245627" y="134779"/>
                        <a:pt x="241245" y="131064"/>
                      </a:cubicBezTo>
                      <a:cubicBezTo>
                        <a:pt x="231530" y="122872"/>
                        <a:pt x="224862" y="110490"/>
                        <a:pt x="224195" y="99441"/>
                      </a:cubicBezTo>
                      <a:cubicBezTo>
                        <a:pt x="223719" y="92202"/>
                        <a:pt x="225910" y="85725"/>
                        <a:pt x="230482" y="80867"/>
                      </a:cubicBezTo>
                      <a:cubicBezTo>
                        <a:pt x="235530" y="75438"/>
                        <a:pt x="243150" y="72962"/>
                        <a:pt x="251437" y="74009"/>
                      </a:cubicBezTo>
                      <a:cubicBezTo>
                        <a:pt x="261248" y="75247"/>
                        <a:pt x="270011" y="80962"/>
                        <a:pt x="274297" y="89059"/>
                      </a:cubicBezTo>
                      <a:cubicBezTo>
                        <a:pt x="282869" y="104965"/>
                        <a:pt x="276773" y="124111"/>
                        <a:pt x="266867" y="136017"/>
                      </a:cubicBezTo>
                      <a:cubicBezTo>
                        <a:pt x="265915" y="137160"/>
                        <a:pt x="264962" y="138208"/>
                        <a:pt x="264010" y="139256"/>
                      </a:cubicBezTo>
                      <a:cubicBezTo>
                        <a:pt x="275821" y="143732"/>
                        <a:pt x="289061" y="145256"/>
                        <a:pt x="302586" y="143542"/>
                      </a:cubicBezTo>
                      <a:cubicBezTo>
                        <a:pt x="324303" y="140684"/>
                        <a:pt x="343639" y="129731"/>
                        <a:pt x="355069" y="113443"/>
                      </a:cubicBezTo>
                      <a:cubicBezTo>
                        <a:pt x="366499" y="97060"/>
                        <a:pt x="370404" y="75343"/>
                        <a:pt x="365546" y="53816"/>
                      </a:cubicBezTo>
                      <a:cubicBezTo>
                        <a:pt x="360784" y="32290"/>
                        <a:pt x="348116" y="14192"/>
                        <a:pt x="330780" y="4286"/>
                      </a:cubicBezTo>
                      <a:cubicBezTo>
                        <a:pt x="329732" y="3620"/>
                        <a:pt x="329351" y="2286"/>
                        <a:pt x="329923" y="1143"/>
                      </a:cubicBezTo>
                      <a:cubicBezTo>
                        <a:pt x="330494" y="0"/>
                        <a:pt x="331923" y="-286"/>
                        <a:pt x="333066" y="286"/>
                      </a:cubicBezTo>
                      <a:cubicBezTo>
                        <a:pt x="351449" y="10858"/>
                        <a:pt x="364975" y="30004"/>
                        <a:pt x="370023" y="52768"/>
                      </a:cubicBezTo>
                      <a:cubicBezTo>
                        <a:pt x="375071" y="75629"/>
                        <a:pt x="370975" y="98679"/>
                        <a:pt x="358783" y="116014"/>
                      </a:cubicBezTo>
                      <a:cubicBezTo>
                        <a:pt x="346591" y="133445"/>
                        <a:pt x="326208" y="145066"/>
                        <a:pt x="303157" y="148114"/>
                      </a:cubicBezTo>
                      <a:cubicBezTo>
                        <a:pt x="288108" y="150019"/>
                        <a:pt x="273344" y="148114"/>
                        <a:pt x="260390" y="142780"/>
                      </a:cubicBezTo>
                      <a:cubicBezTo>
                        <a:pt x="250580" y="151638"/>
                        <a:pt x="238388" y="157543"/>
                        <a:pt x="226386" y="162497"/>
                      </a:cubicBezTo>
                      <a:cubicBezTo>
                        <a:pt x="213908" y="167735"/>
                        <a:pt x="198573" y="173450"/>
                        <a:pt x="181904" y="176022"/>
                      </a:cubicBezTo>
                      <a:close/>
                      <a:moveTo>
                        <a:pt x="244388" y="78581"/>
                      </a:moveTo>
                      <a:cubicBezTo>
                        <a:pt x="240197" y="79248"/>
                        <a:pt x="236482" y="81058"/>
                        <a:pt x="233815" y="84010"/>
                      </a:cubicBezTo>
                      <a:cubicBezTo>
                        <a:pt x="230101" y="88011"/>
                        <a:pt x="228386" y="93155"/>
                        <a:pt x="228767" y="99251"/>
                      </a:cubicBezTo>
                      <a:cubicBezTo>
                        <a:pt x="229339" y="109061"/>
                        <a:pt x="235435" y="120206"/>
                        <a:pt x="244198" y="127635"/>
                      </a:cubicBezTo>
                      <a:cubicBezTo>
                        <a:pt x="248770" y="131540"/>
                        <a:pt x="253913" y="134779"/>
                        <a:pt x="259533" y="137351"/>
                      </a:cubicBezTo>
                      <a:cubicBezTo>
                        <a:pt x="260866" y="136017"/>
                        <a:pt x="262200" y="134588"/>
                        <a:pt x="263438" y="133064"/>
                      </a:cubicBezTo>
                      <a:cubicBezTo>
                        <a:pt x="272011" y="122682"/>
                        <a:pt x="277916" y="105156"/>
                        <a:pt x="270296" y="91249"/>
                      </a:cubicBezTo>
                      <a:cubicBezTo>
                        <a:pt x="266677" y="84582"/>
                        <a:pt x="259057" y="79629"/>
                        <a:pt x="250865" y="78581"/>
                      </a:cubicBezTo>
                      <a:cubicBezTo>
                        <a:pt x="248579" y="78295"/>
                        <a:pt x="246484" y="78295"/>
                        <a:pt x="244388" y="78581"/>
                      </a:cubicBezTo>
                      <a:close/>
                      <a:moveTo>
                        <a:pt x="107419" y="146399"/>
                      </a:moveTo>
                      <a:cubicBezTo>
                        <a:pt x="107895" y="146399"/>
                        <a:pt x="108371" y="146399"/>
                        <a:pt x="108848" y="146399"/>
                      </a:cubicBezTo>
                      <a:cubicBezTo>
                        <a:pt x="124659" y="146590"/>
                        <a:pt x="137613" y="143351"/>
                        <a:pt x="147329" y="136684"/>
                      </a:cubicBezTo>
                      <a:cubicBezTo>
                        <a:pt x="159044" y="128683"/>
                        <a:pt x="165331" y="115252"/>
                        <a:pt x="163140" y="103346"/>
                      </a:cubicBezTo>
                      <a:cubicBezTo>
                        <a:pt x="161521" y="94583"/>
                        <a:pt x="155044" y="87439"/>
                        <a:pt x="145424" y="83630"/>
                      </a:cubicBezTo>
                      <a:cubicBezTo>
                        <a:pt x="134470" y="79343"/>
                        <a:pt x="122087" y="80486"/>
                        <a:pt x="113705" y="86678"/>
                      </a:cubicBezTo>
                      <a:cubicBezTo>
                        <a:pt x="97417" y="98679"/>
                        <a:pt x="93798" y="124873"/>
                        <a:pt x="105704" y="143827"/>
                      </a:cubicBezTo>
                      <a:cubicBezTo>
                        <a:pt x="106276" y="144685"/>
                        <a:pt x="106752" y="145542"/>
                        <a:pt x="107419" y="146304"/>
                      </a:cubicBezTo>
                      <a:close/>
                    </a:path>
                  </a:pathLst>
                </a:custGeom>
                <a:solidFill>
                  <a:srgbClr val="99564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7" name="Freeform: Shape 2056">
                  <a:extLst>
                    <a:ext uri="{FF2B5EF4-FFF2-40B4-BE49-F238E27FC236}">
                      <a16:creationId xmlns:a16="http://schemas.microsoft.com/office/drawing/2014/main" id="{88576D76-9DFD-A344-3A34-E1AC2A1E637A}"/>
                    </a:ext>
                  </a:extLst>
                </p:cNvPr>
                <p:cNvSpPr/>
                <p:nvPr/>
              </p:nvSpPr>
              <p:spPr>
                <a:xfrm flipH="1">
                  <a:off x="9931552" y="2288090"/>
                  <a:ext cx="193134" cy="294853"/>
                </a:xfrm>
                <a:custGeom>
                  <a:avLst/>
                  <a:gdLst>
                    <a:gd name="connsiteX0" fmla="*/ 1062519 w 1073497"/>
                    <a:gd name="connsiteY0" fmla="*/ 452342 h 1592087"/>
                    <a:gd name="connsiteX1" fmla="*/ 998226 w 1073497"/>
                    <a:gd name="connsiteY1" fmla="*/ 554927 h 1592087"/>
                    <a:gd name="connsiteX2" fmla="*/ 997082 w 1073497"/>
                    <a:gd name="connsiteY2" fmla="*/ 578453 h 1592087"/>
                    <a:gd name="connsiteX3" fmla="*/ 866590 w 1073497"/>
                    <a:gd name="connsiteY3" fmla="*/ 963835 h 1592087"/>
                    <a:gd name="connsiteX4" fmla="*/ 875448 w 1073497"/>
                    <a:gd name="connsiteY4" fmla="*/ 1323404 h 1592087"/>
                    <a:gd name="connsiteX5" fmla="*/ 673613 w 1073497"/>
                    <a:gd name="connsiteY5" fmla="*/ 1576483 h 1592087"/>
                    <a:gd name="connsiteX6" fmla="*/ 185934 w 1073497"/>
                    <a:gd name="connsiteY6" fmla="*/ 1399604 h 1592087"/>
                    <a:gd name="connsiteX7" fmla="*/ 194887 w 1073497"/>
                    <a:gd name="connsiteY7" fmla="*/ 687515 h 1592087"/>
                    <a:gd name="connsiteX8" fmla="*/ 23151 w 1073497"/>
                    <a:gd name="connsiteY8" fmla="*/ 593598 h 1592087"/>
                    <a:gd name="connsiteX9" fmla="*/ 103923 w 1073497"/>
                    <a:gd name="connsiteY9" fmla="*/ 396145 h 1592087"/>
                    <a:gd name="connsiteX10" fmla="*/ 100780 w 1073497"/>
                    <a:gd name="connsiteY10" fmla="*/ 375380 h 1592087"/>
                    <a:gd name="connsiteX11" fmla="*/ 91445 w 1073497"/>
                    <a:gd name="connsiteY11" fmla="*/ 314801 h 1592087"/>
                    <a:gd name="connsiteX12" fmla="*/ 259752 w 1073497"/>
                    <a:gd name="connsiteY12" fmla="*/ 248126 h 1592087"/>
                    <a:gd name="connsiteX13" fmla="*/ 308520 w 1073497"/>
                    <a:gd name="connsiteY13" fmla="*/ 161258 h 1592087"/>
                    <a:gd name="connsiteX14" fmla="*/ 515118 w 1073497"/>
                    <a:gd name="connsiteY14" fmla="*/ 0 h 1592087"/>
                    <a:gd name="connsiteX15" fmla="*/ 952505 w 1073497"/>
                    <a:gd name="connsiteY15" fmla="*/ 16193 h 1592087"/>
                    <a:gd name="connsiteX16" fmla="*/ 983747 w 1073497"/>
                    <a:gd name="connsiteY16" fmla="*/ 159449 h 1592087"/>
                    <a:gd name="connsiteX17" fmla="*/ 989272 w 1073497"/>
                    <a:gd name="connsiteY17" fmla="*/ 315944 h 1592087"/>
                    <a:gd name="connsiteX18" fmla="*/ 1065758 w 1073497"/>
                    <a:gd name="connsiteY18" fmla="*/ 331946 h 1592087"/>
                    <a:gd name="connsiteX19" fmla="*/ 1062519 w 1073497"/>
                    <a:gd name="connsiteY19" fmla="*/ 452533 h 1592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73497" h="1592087">
                      <a:moveTo>
                        <a:pt x="1062519" y="452342"/>
                      </a:moveTo>
                      <a:cubicBezTo>
                        <a:pt x="1051661" y="486823"/>
                        <a:pt x="1031563" y="523113"/>
                        <a:pt x="998226" y="554927"/>
                      </a:cubicBezTo>
                      <a:cubicBezTo>
                        <a:pt x="998226" y="554927"/>
                        <a:pt x="998035" y="563594"/>
                        <a:pt x="997082" y="578453"/>
                      </a:cubicBezTo>
                      <a:cubicBezTo>
                        <a:pt x="992606" y="653225"/>
                        <a:pt x="970508" y="886016"/>
                        <a:pt x="866590" y="963835"/>
                      </a:cubicBezTo>
                      <a:lnTo>
                        <a:pt x="875448" y="1323404"/>
                      </a:lnTo>
                      <a:cubicBezTo>
                        <a:pt x="875448" y="1323404"/>
                        <a:pt x="905928" y="1522286"/>
                        <a:pt x="673613" y="1576483"/>
                      </a:cubicBezTo>
                      <a:cubicBezTo>
                        <a:pt x="441299" y="1630585"/>
                        <a:pt x="301662" y="1537335"/>
                        <a:pt x="185934" y="1399604"/>
                      </a:cubicBezTo>
                      <a:lnTo>
                        <a:pt x="194887" y="687515"/>
                      </a:lnTo>
                      <a:cubicBezTo>
                        <a:pt x="194887" y="687515"/>
                        <a:pt x="77348" y="705517"/>
                        <a:pt x="23151" y="593598"/>
                      </a:cubicBezTo>
                      <a:cubicBezTo>
                        <a:pt x="-31046" y="481584"/>
                        <a:pt x="15627" y="363379"/>
                        <a:pt x="103923" y="396145"/>
                      </a:cubicBezTo>
                      <a:lnTo>
                        <a:pt x="100780" y="375380"/>
                      </a:lnTo>
                      <a:cubicBezTo>
                        <a:pt x="96113" y="344710"/>
                        <a:pt x="91445" y="314801"/>
                        <a:pt x="91445" y="314801"/>
                      </a:cubicBezTo>
                      <a:cubicBezTo>
                        <a:pt x="91445" y="314801"/>
                        <a:pt x="195363" y="303657"/>
                        <a:pt x="259752" y="248126"/>
                      </a:cubicBezTo>
                      <a:cubicBezTo>
                        <a:pt x="284803" y="226504"/>
                        <a:pt x="303853" y="198215"/>
                        <a:pt x="308520" y="161258"/>
                      </a:cubicBezTo>
                      <a:cubicBezTo>
                        <a:pt x="308520" y="161258"/>
                        <a:pt x="499782" y="141161"/>
                        <a:pt x="515118" y="0"/>
                      </a:cubicBezTo>
                      <a:cubicBezTo>
                        <a:pt x="515118" y="0"/>
                        <a:pt x="775817" y="191357"/>
                        <a:pt x="952505" y="16193"/>
                      </a:cubicBezTo>
                      <a:cubicBezTo>
                        <a:pt x="952505" y="16193"/>
                        <a:pt x="980319" y="76676"/>
                        <a:pt x="983747" y="159449"/>
                      </a:cubicBezTo>
                      <a:cubicBezTo>
                        <a:pt x="986414" y="224123"/>
                        <a:pt x="989272" y="315944"/>
                        <a:pt x="989272" y="315944"/>
                      </a:cubicBezTo>
                      <a:cubicBezTo>
                        <a:pt x="989272" y="315944"/>
                        <a:pt x="1049756" y="288131"/>
                        <a:pt x="1065758" y="331946"/>
                      </a:cubicBezTo>
                      <a:cubicBezTo>
                        <a:pt x="1075187" y="357664"/>
                        <a:pt x="1078045" y="403479"/>
                        <a:pt x="1062519" y="452533"/>
                      </a:cubicBezTo>
                      <a:close/>
                    </a:path>
                  </a:pathLst>
                </a:custGeom>
                <a:solidFill>
                  <a:srgbClr val="DAA87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8" name="Freeform: Shape 2057">
                  <a:extLst>
                    <a:ext uri="{FF2B5EF4-FFF2-40B4-BE49-F238E27FC236}">
                      <a16:creationId xmlns:a16="http://schemas.microsoft.com/office/drawing/2014/main" id="{8073E47C-C3C9-E14D-9573-B35D35E4B503}"/>
                    </a:ext>
                  </a:extLst>
                </p:cNvPr>
                <p:cNvSpPr/>
                <p:nvPr/>
              </p:nvSpPr>
              <p:spPr>
                <a:xfrm flipH="1">
                  <a:off x="9968246" y="2457401"/>
                  <a:ext cx="83506" cy="36939"/>
                </a:xfrm>
                <a:custGeom>
                  <a:avLst/>
                  <a:gdLst>
                    <a:gd name="connsiteX0" fmla="*/ 95 w 464153"/>
                    <a:gd name="connsiteY0" fmla="*/ 0 h 199456"/>
                    <a:gd name="connsiteX1" fmla="*/ 461105 w 464153"/>
                    <a:gd name="connsiteY1" fmla="*/ 49625 h 199456"/>
                    <a:gd name="connsiteX2" fmla="*/ 464153 w 464153"/>
                    <a:gd name="connsiteY2" fmla="*/ 173926 h 199456"/>
                    <a:gd name="connsiteX3" fmla="*/ 0 w 464153"/>
                    <a:gd name="connsiteY3" fmla="*/ 0 h 199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4153" h="199456">
                      <a:moveTo>
                        <a:pt x="95" y="0"/>
                      </a:moveTo>
                      <a:cubicBezTo>
                        <a:pt x="95" y="0"/>
                        <a:pt x="257270" y="228886"/>
                        <a:pt x="461105" y="49625"/>
                      </a:cubicBezTo>
                      <a:lnTo>
                        <a:pt x="464153" y="173926"/>
                      </a:lnTo>
                      <a:cubicBezTo>
                        <a:pt x="464153" y="173926"/>
                        <a:pt x="230791" y="297751"/>
                        <a:pt x="0" y="0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9" name="Freeform: Shape 2058">
                  <a:extLst>
                    <a:ext uri="{FF2B5EF4-FFF2-40B4-BE49-F238E27FC236}">
                      <a16:creationId xmlns:a16="http://schemas.microsoft.com/office/drawing/2014/main" id="{2B6EBE13-B609-E9CD-C2C0-655DB8D48099}"/>
                    </a:ext>
                  </a:extLst>
                </p:cNvPr>
                <p:cNvSpPr/>
                <p:nvPr/>
              </p:nvSpPr>
              <p:spPr>
                <a:xfrm flipH="1">
                  <a:off x="10077954" y="2333990"/>
                  <a:ext cx="30520" cy="43271"/>
                </a:xfrm>
                <a:custGeom>
                  <a:avLst/>
                  <a:gdLst>
                    <a:gd name="connsiteX0" fmla="*/ 166402 w 169640"/>
                    <a:gd name="connsiteY0" fmla="*/ 218504 h 233648"/>
                    <a:gd name="connsiteX1" fmla="*/ 119539 w 169640"/>
                    <a:gd name="connsiteY1" fmla="*/ 233648 h 233648"/>
                    <a:gd name="connsiteX2" fmla="*/ 13907 w 169640"/>
                    <a:gd name="connsiteY2" fmla="*/ 148018 h 233648"/>
                    <a:gd name="connsiteX3" fmla="*/ 0 w 169640"/>
                    <a:gd name="connsiteY3" fmla="*/ 57626 h 233648"/>
                    <a:gd name="connsiteX4" fmla="*/ 169641 w 169640"/>
                    <a:gd name="connsiteY4" fmla="*/ 0 h 233648"/>
                    <a:gd name="connsiteX5" fmla="*/ 166402 w 169640"/>
                    <a:gd name="connsiteY5" fmla="*/ 218504 h 233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9640" h="233648">
                      <a:moveTo>
                        <a:pt x="166402" y="218504"/>
                      </a:moveTo>
                      <a:cubicBezTo>
                        <a:pt x="153543" y="223552"/>
                        <a:pt x="132302" y="228695"/>
                        <a:pt x="119539" y="233648"/>
                      </a:cubicBezTo>
                      <a:cubicBezTo>
                        <a:pt x="76486" y="194024"/>
                        <a:pt x="45149" y="171069"/>
                        <a:pt x="13907" y="148018"/>
                      </a:cubicBezTo>
                      <a:cubicBezTo>
                        <a:pt x="9239" y="117348"/>
                        <a:pt x="0" y="57626"/>
                        <a:pt x="0" y="57626"/>
                      </a:cubicBezTo>
                      <a:cubicBezTo>
                        <a:pt x="0" y="57626"/>
                        <a:pt x="105251" y="55531"/>
                        <a:pt x="169641" y="0"/>
                      </a:cubicBezTo>
                      <a:cubicBezTo>
                        <a:pt x="144399" y="71533"/>
                        <a:pt x="136970" y="144494"/>
                        <a:pt x="166402" y="218504"/>
                      </a:cubicBezTo>
                      <a:close/>
                    </a:path>
                  </a:pathLst>
                </a:custGeom>
                <a:solidFill>
                  <a:srgbClr val="6C3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0" name="Freeform: Shape 2059">
                  <a:extLst>
                    <a:ext uri="{FF2B5EF4-FFF2-40B4-BE49-F238E27FC236}">
                      <a16:creationId xmlns:a16="http://schemas.microsoft.com/office/drawing/2014/main" id="{614832B7-F1A1-EAF3-9AFF-77D3DF17CEC0}"/>
                    </a:ext>
                  </a:extLst>
                </p:cNvPr>
                <p:cNvSpPr/>
                <p:nvPr/>
              </p:nvSpPr>
              <p:spPr>
                <a:xfrm flipH="1">
                  <a:off x="10009894" y="2332451"/>
                  <a:ext cx="48458" cy="18423"/>
                </a:xfrm>
                <a:custGeom>
                  <a:avLst/>
                  <a:gdLst>
                    <a:gd name="connsiteX0" fmla="*/ 5919 w 269347"/>
                    <a:gd name="connsiteY0" fmla="*/ 67553 h 99474"/>
                    <a:gd name="connsiteX1" fmla="*/ 244902 w 269347"/>
                    <a:gd name="connsiteY1" fmla="*/ 8117 h 99474"/>
                    <a:gd name="connsiteX2" fmla="*/ 245949 w 269347"/>
                    <a:gd name="connsiteY2" fmla="*/ 65934 h 99474"/>
                    <a:gd name="connsiteX3" fmla="*/ 127554 w 269347"/>
                    <a:gd name="connsiteY3" fmla="*/ 76792 h 99474"/>
                    <a:gd name="connsiteX4" fmla="*/ 15159 w 269347"/>
                    <a:gd name="connsiteY4" fmla="*/ 99176 h 99474"/>
                    <a:gd name="connsiteX5" fmla="*/ 5919 w 269347"/>
                    <a:gd name="connsiteY5" fmla="*/ 67553 h 99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9347" h="99474">
                      <a:moveTo>
                        <a:pt x="5919" y="67553"/>
                      </a:moveTo>
                      <a:cubicBezTo>
                        <a:pt x="5919" y="67553"/>
                        <a:pt x="160320" y="-27887"/>
                        <a:pt x="244902" y="8117"/>
                      </a:cubicBezTo>
                      <a:cubicBezTo>
                        <a:pt x="287002" y="26024"/>
                        <a:pt x="266142" y="62695"/>
                        <a:pt x="245949" y="65934"/>
                      </a:cubicBezTo>
                      <a:cubicBezTo>
                        <a:pt x="225756" y="69172"/>
                        <a:pt x="159177" y="67553"/>
                        <a:pt x="127554" y="76792"/>
                      </a:cubicBezTo>
                      <a:cubicBezTo>
                        <a:pt x="95931" y="86032"/>
                        <a:pt x="23826" y="101843"/>
                        <a:pt x="15159" y="99176"/>
                      </a:cubicBezTo>
                      <a:cubicBezTo>
                        <a:pt x="6396" y="96414"/>
                        <a:pt x="-8273" y="82221"/>
                        <a:pt x="5919" y="67553"/>
                      </a:cubicBezTo>
                      <a:close/>
                    </a:path>
                  </a:pathLst>
                </a:custGeom>
                <a:solidFill>
                  <a:srgbClr val="A37E5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1" name="Freeform: Shape 2060">
                  <a:extLst>
                    <a:ext uri="{FF2B5EF4-FFF2-40B4-BE49-F238E27FC236}">
                      <a16:creationId xmlns:a16="http://schemas.microsoft.com/office/drawing/2014/main" id="{02C48F15-F025-E7AE-3506-C395F3EB85BB}"/>
                    </a:ext>
                  </a:extLst>
                </p:cNvPr>
                <p:cNvSpPr/>
                <p:nvPr/>
              </p:nvSpPr>
              <p:spPr>
                <a:xfrm flipH="1">
                  <a:off x="9957350" y="2328819"/>
                  <a:ext cx="35857" cy="11268"/>
                </a:xfrm>
                <a:custGeom>
                  <a:avLst/>
                  <a:gdLst>
                    <a:gd name="connsiteX0" fmla="*/ 29965 w 199304"/>
                    <a:gd name="connsiteY0" fmla="*/ 60685 h 60840"/>
                    <a:gd name="connsiteX1" fmla="*/ 1867 w 199304"/>
                    <a:gd name="connsiteY1" fmla="*/ 51541 h 60840"/>
                    <a:gd name="connsiteX2" fmla="*/ 14820 w 199304"/>
                    <a:gd name="connsiteY2" fmla="*/ 21442 h 60840"/>
                    <a:gd name="connsiteX3" fmla="*/ 95688 w 199304"/>
                    <a:gd name="connsiteY3" fmla="*/ 201 h 60840"/>
                    <a:gd name="connsiteX4" fmla="*/ 177984 w 199304"/>
                    <a:gd name="connsiteY4" fmla="*/ 20775 h 60840"/>
                    <a:gd name="connsiteX5" fmla="*/ 199034 w 199304"/>
                    <a:gd name="connsiteY5" fmla="*/ 44492 h 60840"/>
                    <a:gd name="connsiteX6" fmla="*/ 170459 w 199304"/>
                    <a:gd name="connsiteY6" fmla="*/ 58684 h 60840"/>
                    <a:gd name="connsiteX7" fmla="*/ 29965 w 199304"/>
                    <a:gd name="connsiteY7" fmla="*/ 60685 h 60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9304" h="60840">
                      <a:moveTo>
                        <a:pt x="29965" y="60685"/>
                      </a:moveTo>
                      <a:cubicBezTo>
                        <a:pt x="19583" y="61256"/>
                        <a:pt x="7010" y="60685"/>
                        <a:pt x="1867" y="51541"/>
                      </a:cubicBezTo>
                      <a:cubicBezTo>
                        <a:pt x="-4039" y="41063"/>
                        <a:pt x="5105" y="28490"/>
                        <a:pt x="14820" y="21442"/>
                      </a:cubicBezTo>
                      <a:cubicBezTo>
                        <a:pt x="37871" y="4868"/>
                        <a:pt x="67303" y="-1228"/>
                        <a:pt x="95688" y="201"/>
                      </a:cubicBezTo>
                      <a:cubicBezTo>
                        <a:pt x="124072" y="1725"/>
                        <a:pt x="151600" y="10297"/>
                        <a:pt x="177984" y="20775"/>
                      </a:cubicBezTo>
                      <a:cubicBezTo>
                        <a:pt x="188652" y="25061"/>
                        <a:pt x="201320" y="33158"/>
                        <a:pt x="199034" y="44492"/>
                      </a:cubicBezTo>
                      <a:cubicBezTo>
                        <a:pt x="196843" y="55827"/>
                        <a:pt x="181984" y="58494"/>
                        <a:pt x="170459" y="58684"/>
                      </a:cubicBezTo>
                      <a:cubicBezTo>
                        <a:pt x="123310" y="59351"/>
                        <a:pt x="77114" y="57922"/>
                        <a:pt x="29965" y="60685"/>
                      </a:cubicBezTo>
                      <a:close/>
                    </a:path>
                  </a:pathLst>
                </a:custGeom>
                <a:solidFill>
                  <a:srgbClr val="A37E5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2" name="Freeform: Shape 2061">
                  <a:extLst>
                    <a:ext uri="{FF2B5EF4-FFF2-40B4-BE49-F238E27FC236}">
                      <a16:creationId xmlns:a16="http://schemas.microsoft.com/office/drawing/2014/main" id="{ABEF4553-6D2C-F4D7-0BE0-FCFE25557E2B}"/>
                    </a:ext>
                  </a:extLst>
                </p:cNvPr>
                <p:cNvSpPr/>
                <p:nvPr/>
              </p:nvSpPr>
              <p:spPr>
                <a:xfrm flipH="1">
                  <a:off x="9985281" y="2350741"/>
                  <a:ext cx="16034" cy="43684"/>
                </a:xfrm>
                <a:custGeom>
                  <a:avLst/>
                  <a:gdLst>
                    <a:gd name="connsiteX0" fmla="*/ 5307 w 89120"/>
                    <a:gd name="connsiteY0" fmla="*/ 235778 h 235873"/>
                    <a:gd name="connsiteX1" fmla="*/ 164 w 89120"/>
                    <a:gd name="connsiteY1" fmla="*/ 232444 h 235873"/>
                    <a:gd name="connsiteX2" fmla="*/ 3402 w 89120"/>
                    <a:gd name="connsiteY2" fmla="*/ 226825 h 235873"/>
                    <a:gd name="connsiteX3" fmla="*/ 78935 w 89120"/>
                    <a:gd name="connsiteY3" fmla="*/ 182438 h 235873"/>
                    <a:gd name="connsiteX4" fmla="*/ 79602 w 89120"/>
                    <a:gd name="connsiteY4" fmla="*/ 177961 h 235873"/>
                    <a:gd name="connsiteX5" fmla="*/ 26929 w 89120"/>
                    <a:gd name="connsiteY5" fmla="*/ 5273 h 235873"/>
                    <a:gd name="connsiteX6" fmla="*/ 30643 w 89120"/>
                    <a:gd name="connsiteY6" fmla="*/ 34 h 235873"/>
                    <a:gd name="connsiteX7" fmla="*/ 35882 w 89120"/>
                    <a:gd name="connsiteY7" fmla="*/ 3749 h 235873"/>
                    <a:gd name="connsiteX8" fmla="*/ 87889 w 89120"/>
                    <a:gd name="connsiteY8" fmla="*/ 174246 h 235873"/>
                    <a:gd name="connsiteX9" fmla="*/ 85508 w 89120"/>
                    <a:gd name="connsiteY9" fmla="*/ 188915 h 235873"/>
                    <a:gd name="connsiteX10" fmla="*/ 5783 w 89120"/>
                    <a:gd name="connsiteY10" fmla="*/ 235778 h 235873"/>
                    <a:gd name="connsiteX11" fmla="*/ 5307 w 89120"/>
                    <a:gd name="connsiteY11" fmla="*/ 235873 h 235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9120" h="235873">
                      <a:moveTo>
                        <a:pt x="5307" y="235778"/>
                      </a:moveTo>
                      <a:cubicBezTo>
                        <a:pt x="3021" y="236159"/>
                        <a:pt x="830" y="234730"/>
                        <a:pt x="164" y="232444"/>
                      </a:cubicBezTo>
                      <a:cubicBezTo>
                        <a:pt x="-503" y="229968"/>
                        <a:pt x="926" y="227491"/>
                        <a:pt x="3402" y="226825"/>
                      </a:cubicBezTo>
                      <a:cubicBezTo>
                        <a:pt x="32072" y="219204"/>
                        <a:pt x="58266" y="203869"/>
                        <a:pt x="78935" y="182438"/>
                      </a:cubicBezTo>
                      <a:cubicBezTo>
                        <a:pt x="80078" y="181295"/>
                        <a:pt x="80269" y="179485"/>
                        <a:pt x="79602" y="177961"/>
                      </a:cubicBezTo>
                      <a:cubicBezTo>
                        <a:pt x="54742" y="122907"/>
                        <a:pt x="36930" y="64804"/>
                        <a:pt x="26929" y="5273"/>
                      </a:cubicBezTo>
                      <a:cubicBezTo>
                        <a:pt x="26548" y="2796"/>
                        <a:pt x="28167" y="415"/>
                        <a:pt x="30643" y="34"/>
                      </a:cubicBezTo>
                      <a:cubicBezTo>
                        <a:pt x="33501" y="-251"/>
                        <a:pt x="35501" y="1273"/>
                        <a:pt x="35882" y="3749"/>
                      </a:cubicBezTo>
                      <a:cubicBezTo>
                        <a:pt x="45788" y="62518"/>
                        <a:pt x="63314" y="119859"/>
                        <a:pt x="87889" y="174246"/>
                      </a:cubicBezTo>
                      <a:cubicBezTo>
                        <a:pt x="90175" y="179295"/>
                        <a:pt x="89222" y="185010"/>
                        <a:pt x="85508" y="188915"/>
                      </a:cubicBezTo>
                      <a:cubicBezTo>
                        <a:pt x="63600" y="211585"/>
                        <a:pt x="36073" y="227777"/>
                        <a:pt x="5783" y="235778"/>
                      </a:cubicBezTo>
                      <a:cubicBezTo>
                        <a:pt x="5593" y="235778"/>
                        <a:pt x="5498" y="235778"/>
                        <a:pt x="5307" y="235873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3" name="Freeform: Shape 2062">
                  <a:extLst>
                    <a:ext uri="{FF2B5EF4-FFF2-40B4-BE49-F238E27FC236}">
                      <a16:creationId xmlns:a16="http://schemas.microsoft.com/office/drawing/2014/main" id="{2255604F-4244-EF1B-1D6B-73D2E3924CC5}"/>
                    </a:ext>
                  </a:extLst>
                </p:cNvPr>
                <p:cNvSpPr/>
                <p:nvPr/>
              </p:nvSpPr>
              <p:spPr>
                <a:xfrm flipH="1">
                  <a:off x="10098445" y="2370490"/>
                  <a:ext cx="22568" cy="17240"/>
                </a:xfrm>
                <a:custGeom>
                  <a:avLst/>
                  <a:gdLst>
                    <a:gd name="connsiteX0" fmla="*/ 121512 w 125442"/>
                    <a:gd name="connsiteY0" fmla="*/ 93044 h 93090"/>
                    <a:gd name="connsiteX1" fmla="*/ 116654 w 125442"/>
                    <a:gd name="connsiteY1" fmla="*/ 90377 h 93090"/>
                    <a:gd name="connsiteX2" fmla="*/ 66362 w 125442"/>
                    <a:gd name="connsiteY2" fmla="*/ 22082 h 93090"/>
                    <a:gd name="connsiteX3" fmla="*/ 37216 w 125442"/>
                    <a:gd name="connsiteY3" fmla="*/ 9319 h 93090"/>
                    <a:gd name="connsiteX4" fmla="*/ 36835 w 125442"/>
                    <a:gd name="connsiteY4" fmla="*/ 9319 h 93090"/>
                    <a:gd name="connsiteX5" fmla="*/ 18452 w 125442"/>
                    <a:gd name="connsiteY5" fmla="*/ 22654 h 93090"/>
                    <a:gd name="connsiteX6" fmla="*/ 9022 w 125442"/>
                    <a:gd name="connsiteY6" fmla="*/ 47038 h 93090"/>
                    <a:gd name="connsiteX7" fmla="*/ 3402 w 125442"/>
                    <a:gd name="connsiteY7" fmla="*/ 50276 h 93090"/>
                    <a:gd name="connsiteX8" fmla="*/ 164 w 125442"/>
                    <a:gd name="connsiteY8" fmla="*/ 44657 h 93090"/>
                    <a:gd name="connsiteX9" fmla="*/ 10832 w 125442"/>
                    <a:gd name="connsiteY9" fmla="*/ 17701 h 93090"/>
                    <a:gd name="connsiteX10" fmla="*/ 36073 w 125442"/>
                    <a:gd name="connsiteY10" fmla="*/ 270 h 93090"/>
                    <a:gd name="connsiteX11" fmla="*/ 72363 w 125442"/>
                    <a:gd name="connsiteY11" fmla="*/ 15129 h 93090"/>
                    <a:gd name="connsiteX12" fmla="*/ 125037 w 125442"/>
                    <a:gd name="connsiteY12" fmla="*/ 86757 h 93090"/>
                    <a:gd name="connsiteX13" fmla="*/ 122655 w 125442"/>
                    <a:gd name="connsiteY13" fmla="*/ 92758 h 93090"/>
                    <a:gd name="connsiteX14" fmla="*/ 121512 w 125442"/>
                    <a:gd name="connsiteY14" fmla="*/ 93044 h 93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25442" h="93090">
                      <a:moveTo>
                        <a:pt x="121512" y="93044"/>
                      </a:moveTo>
                      <a:cubicBezTo>
                        <a:pt x="119512" y="93329"/>
                        <a:pt x="117512" y="92282"/>
                        <a:pt x="116654" y="90377"/>
                      </a:cubicBezTo>
                      <a:cubicBezTo>
                        <a:pt x="105320" y="64278"/>
                        <a:pt x="87889" y="40656"/>
                        <a:pt x="66362" y="22082"/>
                      </a:cubicBezTo>
                      <a:cubicBezTo>
                        <a:pt x="54932" y="12272"/>
                        <a:pt x="45693" y="8176"/>
                        <a:pt x="37216" y="9319"/>
                      </a:cubicBezTo>
                      <a:cubicBezTo>
                        <a:pt x="37121" y="9319"/>
                        <a:pt x="36930" y="9319"/>
                        <a:pt x="36835" y="9319"/>
                      </a:cubicBezTo>
                      <a:cubicBezTo>
                        <a:pt x="29977" y="10367"/>
                        <a:pt x="23214" y="15224"/>
                        <a:pt x="18452" y="22654"/>
                      </a:cubicBezTo>
                      <a:cubicBezTo>
                        <a:pt x="13880" y="29702"/>
                        <a:pt x="11308" y="38275"/>
                        <a:pt x="9022" y="47038"/>
                      </a:cubicBezTo>
                      <a:cubicBezTo>
                        <a:pt x="8355" y="49514"/>
                        <a:pt x="5879" y="50943"/>
                        <a:pt x="3402" y="50276"/>
                      </a:cubicBezTo>
                      <a:cubicBezTo>
                        <a:pt x="926" y="49610"/>
                        <a:pt x="-503" y="47133"/>
                        <a:pt x="164" y="44657"/>
                      </a:cubicBezTo>
                      <a:cubicBezTo>
                        <a:pt x="2735" y="35132"/>
                        <a:pt x="5498" y="25892"/>
                        <a:pt x="10832" y="17701"/>
                      </a:cubicBezTo>
                      <a:cubicBezTo>
                        <a:pt x="17213" y="7890"/>
                        <a:pt x="26262" y="1413"/>
                        <a:pt x="36073" y="270"/>
                      </a:cubicBezTo>
                      <a:cubicBezTo>
                        <a:pt x="50837" y="-1730"/>
                        <a:pt x="63886" y="7795"/>
                        <a:pt x="72363" y="15129"/>
                      </a:cubicBezTo>
                      <a:cubicBezTo>
                        <a:pt x="94937" y="34655"/>
                        <a:pt x="113130" y="59420"/>
                        <a:pt x="125037" y="86757"/>
                      </a:cubicBezTo>
                      <a:cubicBezTo>
                        <a:pt x="126084" y="89043"/>
                        <a:pt x="125037" y="91805"/>
                        <a:pt x="122655" y="92758"/>
                      </a:cubicBezTo>
                      <a:cubicBezTo>
                        <a:pt x="122274" y="92948"/>
                        <a:pt x="121893" y="93044"/>
                        <a:pt x="121512" y="93044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4" name="Freeform: Shape 2063">
                  <a:extLst>
                    <a:ext uri="{FF2B5EF4-FFF2-40B4-BE49-F238E27FC236}">
                      <a16:creationId xmlns:a16="http://schemas.microsoft.com/office/drawing/2014/main" id="{967189F1-83D2-0772-1420-92B9B212B639}"/>
                    </a:ext>
                  </a:extLst>
                </p:cNvPr>
                <p:cNvSpPr/>
                <p:nvPr/>
              </p:nvSpPr>
              <p:spPr>
                <a:xfrm flipH="1">
                  <a:off x="10110788" y="2372675"/>
                  <a:ext cx="4487" cy="22184"/>
                </a:xfrm>
                <a:custGeom>
                  <a:avLst/>
                  <a:gdLst>
                    <a:gd name="connsiteX0" fmla="*/ 20943 w 24941"/>
                    <a:gd name="connsiteY0" fmla="*/ 119727 h 119785"/>
                    <a:gd name="connsiteX1" fmla="*/ 16371 w 24941"/>
                    <a:gd name="connsiteY1" fmla="*/ 117631 h 119785"/>
                    <a:gd name="connsiteX2" fmla="*/ 16562 w 24941"/>
                    <a:gd name="connsiteY2" fmla="*/ 2093 h 119785"/>
                    <a:gd name="connsiteX3" fmla="*/ 22848 w 24941"/>
                    <a:gd name="connsiteY3" fmla="*/ 759 h 119785"/>
                    <a:gd name="connsiteX4" fmla="*/ 24182 w 24941"/>
                    <a:gd name="connsiteY4" fmla="*/ 7046 h 119785"/>
                    <a:gd name="connsiteX5" fmla="*/ 23991 w 24941"/>
                    <a:gd name="connsiteY5" fmla="*/ 112678 h 119785"/>
                    <a:gd name="connsiteX6" fmla="*/ 22658 w 24941"/>
                    <a:gd name="connsiteY6" fmla="*/ 118965 h 119785"/>
                    <a:gd name="connsiteX7" fmla="*/ 20848 w 24941"/>
                    <a:gd name="connsiteY7" fmla="*/ 119631 h 119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941" h="119785">
                      <a:moveTo>
                        <a:pt x="20943" y="119727"/>
                      </a:moveTo>
                      <a:cubicBezTo>
                        <a:pt x="19229" y="120012"/>
                        <a:pt x="17419" y="119250"/>
                        <a:pt x="16371" y="117631"/>
                      </a:cubicBezTo>
                      <a:cubicBezTo>
                        <a:pt x="-5536" y="83627"/>
                        <a:pt x="-5441" y="36097"/>
                        <a:pt x="16562" y="2093"/>
                      </a:cubicBezTo>
                      <a:cubicBezTo>
                        <a:pt x="17895" y="-2"/>
                        <a:pt x="20753" y="-669"/>
                        <a:pt x="22848" y="759"/>
                      </a:cubicBezTo>
                      <a:cubicBezTo>
                        <a:pt x="24944" y="2093"/>
                        <a:pt x="25610" y="4950"/>
                        <a:pt x="24182" y="7046"/>
                      </a:cubicBezTo>
                      <a:cubicBezTo>
                        <a:pt x="4084" y="38098"/>
                        <a:pt x="3989" y="81531"/>
                        <a:pt x="23991" y="112678"/>
                      </a:cubicBezTo>
                      <a:cubicBezTo>
                        <a:pt x="25325" y="114774"/>
                        <a:pt x="24753" y="117631"/>
                        <a:pt x="22658" y="118965"/>
                      </a:cubicBezTo>
                      <a:cubicBezTo>
                        <a:pt x="22086" y="119346"/>
                        <a:pt x="21515" y="119536"/>
                        <a:pt x="20848" y="119631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5" name="Freeform: Shape 2064">
                  <a:extLst>
                    <a:ext uri="{FF2B5EF4-FFF2-40B4-BE49-F238E27FC236}">
                      <a16:creationId xmlns:a16="http://schemas.microsoft.com/office/drawing/2014/main" id="{84EF603D-3857-A7E8-9C28-E1B31A3626A9}"/>
                    </a:ext>
                  </a:extLst>
                </p:cNvPr>
                <p:cNvSpPr/>
                <p:nvPr/>
              </p:nvSpPr>
              <p:spPr>
                <a:xfrm rot="252000" flipH="1">
                  <a:off x="10021725" y="2357706"/>
                  <a:ext cx="11515" cy="22015"/>
                </a:xfrm>
                <a:custGeom>
                  <a:avLst/>
                  <a:gdLst>
                    <a:gd name="connsiteX0" fmla="*/ 64008 w 64007"/>
                    <a:gd name="connsiteY0" fmla="*/ 59436 h 118871"/>
                    <a:gd name="connsiteX1" fmla="*/ 32004 w 64007"/>
                    <a:gd name="connsiteY1" fmla="*/ 118872 h 118871"/>
                    <a:gd name="connsiteX2" fmla="*/ 0 w 64007"/>
                    <a:gd name="connsiteY2" fmla="*/ 59436 h 118871"/>
                    <a:gd name="connsiteX3" fmla="*/ 32004 w 64007"/>
                    <a:gd name="connsiteY3" fmla="*/ 0 h 118871"/>
                    <a:gd name="connsiteX4" fmla="*/ 64008 w 64007"/>
                    <a:gd name="connsiteY4" fmla="*/ 59436 h 118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07" h="118871">
                      <a:moveTo>
                        <a:pt x="64008" y="59436"/>
                      </a:moveTo>
                      <a:cubicBezTo>
                        <a:pt x="64008" y="92262"/>
                        <a:pt x="49679" y="118872"/>
                        <a:pt x="32004" y="118872"/>
                      </a:cubicBezTo>
                      <a:cubicBezTo>
                        <a:pt x="14329" y="118872"/>
                        <a:pt x="0" y="92262"/>
                        <a:pt x="0" y="59436"/>
                      </a:cubicBezTo>
                      <a:cubicBezTo>
                        <a:pt x="0" y="26610"/>
                        <a:pt x="14329" y="0"/>
                        <a:pt x="32004" y="0"/>
                      </a:cubicBezTo>
                      <a:cubicBezTo>
                        <a:pt x="49680" y="0"/>
                        <a:pt x="64008" y="26610"/>
                        <a:pt x="64008" y="594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6" name="Freeform: Shape 2065">
                  <a:extLst>
                    <a:ext uri="{FF2B5EF4-FFF2-40B4-BE49-F238E27FC236}">
                      <a16:creationId xmlns:a16="http://schemas.microsoft.com/office/drawing/2014/main" id="{4295117C-9FD6-B1A5-1605-7D8A50E1257A}"/>
                    </a:ext>
                  </a:extLst>
                </p:cNvPr>
                <p:cNvSpPr/>
                <p:nvPr/>
              </p:nvSpPr>
              <p:spPr>
                <a:xfrm flipH="1">
                  <a:off x="10023748" y="2364026"/>
                  <a:ext cx="1702" cy="3362"/>
                </a:xfrm>
                <a:custGeom>
                  <a:avLst/>
                  <a:gdLst>
                    <a:gd name="connsiteX0" fmla="*/ 9254 w 9459"/>
                    <a:gd name="connsiteY0" fmla="*/ 8409 h 18151"/>
                    <a:gd name="connsiteX1" fmla="*/ 6111 w 9459"/>
                    <a:gd name="connsiteY1" fmla="*/ 18124 h 18151"/>
                    <a:gd name="connsiteX2" fmla="*/ 205 w 9459"/>
                    <a:gd name="connsiteY2" fmla="*/ 9742 h 18151"/>
                    <a:gd name="connsiteX3" fmla="*/ 3349 w 9459"/>
                    <a:gd name="connsiteY3" fmla="*/ 27 h 18151"/>
                    <a:gd name="connsiteX4" fmla="*/ 9254 w 9459"/>
                    <a:gd name="connsiteY4" fmla="*/ 8409 h 18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59" h="18151">
                      <a:moveTo>
                        <a:pt x="9254" y="8409"/>
                      </a:moveTo>
                      <a:cubicBezTo>
                        <a:pt x="10016" y="13362"/>
                        <a:pt x="8587" y="17743"/>
                        <a:pt x="6111" y="18124"/>
                      </a:cubicBezTo>
                      <a:cubicBezTo>
                        <a:pt x="3634" y="18505"/>
                        <a:pt x="967" y="14791"/>
                        <a:pt x="205" y="9742"/>
                      </a:cubicBezTo>
                      <a:cubicBezTo>
                        <a:pt x="-557" y="4789"/>
                        <a:pt x="872" y="408"/>
                        <a:pt x="3349" y="27"/>
                      </a:cubicBezTo>
                      <a:cubicBezTo>
                        <a:pt x="5825" y="-354"/>
                        <a:pt x="8492" y="3361"/>
                        <a:pt x="9254" y="84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7" name="Freeform: Shape 2066">
                  <a:extLst>
                    <a:ext uri="{FF2B5EF4-FFF2-40B4-BE49-F238E27FC236}">
                      <a16:creationId xmlns:a16="http://schemas.microsoft.com/office/drawing/2014/main" id="{403066D9-985A-7BFF-23C2-B4C4F61CAF14}"/>
                    </a:ext>
                  </a:extLst>
                </p:cNvPr>
                <p:cNvSpPr/>
                <p:nvPr/>
              </p:nvSpPr>
              <p:spPr>
                <a:xfrm rot="252000" flipH="1">
                  <a:off x="9969652" y="2349481"/>
                  <a:ext cx="11515" cy="22015"/>
                </a:xfrm>
                <a:custGeom>
                  <a:avLst/>
                  <a:gdLst>
                    <a:gd name="connsiteX0" fmla="*/ 64008 w 64007"/>
                    <a:gd name="connsiteY0" fmla="*/ 59436 h 118871"/>
                    <a:gd name="connsiteX1" fmla="*/ 32004 w 64007"/>
                    <a:gd name="connsiteY1" fmla="*/ 118872 h 118871"/>
                    <a:gd name="connsiteX2" fmla="*/ 0 w 64007"/>
                    <a:gd name="connsiteY2" fmla="*/ 59436 h 118871"/>
                    <a:gd name="connsiteX3" fmla="*/ 32004 w 64007"/>
                    <a:gd name="connsiteY3" fmla="*/ 0 h 118871"/>
                    <a:gd name="connsiteX4" fmla="*/ 64008 w 64007"/>
                    <a:gd name="connsiteY4" fmla="*/ 59436 h 118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07" h="118871">
                      <a:moveTo>
                        <a:pt x="64008" y="59436"/>
                      </a:moveTo>
                      <a:cubicBezTo>
                        <a:pt x="64008" y="92261"/>
                        <a:pt x="49679" y="118872"/>
                        <a:pt x="32004" y="118872"/>
                      </a:cubicBezTo>
                      <a:cubicBezTo>
                        <a:pt x="14329" y="118872"/>
                        <a:pt x="0" y="92261"/>
                        <a:pt x="0" y="59436"/>
                      </a:cubicBezTo>
                      <a:cubicBezTo>
                        <a:pt x="0" y="26610"/>
                        <a:pt x="14329" y="0"/>
                        <a:pt x="32004" y="0"/>
                      </a:cubicBezTo>
                      <a:cubicBezTo>
                        <a:pt x="49679" y="0"/>
                        <a:pt x="64008" y="26610"/>
                        <a:pt x="64008" y="594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8" name="Freeform: Shape 2067">
                  <a:extLst>
                    <a:ext uri="{FF2B5EF4-FFF2-40B4-BE49-F238E27FC236}">
                      <a16:creationId xmlns:a16="http://schemas.microsoft.com/office/drawing/2014/main" id="{5E2E517B-5E2D-9B6F-F5C1-9B99A4612B30}"/>
                    </a:ext>
                  </a:extLst>
                </p:cNvPr>
                <p:cNvSpPr/>
                <p:nvPr/>
              </p:nvSpPr>
              <p:spPr>
                <a:xfrm flipH="1">
                  <a:off x="9971448" y="2357481"/>
                  <a:ext cx="1702" cy="3362"/>
                </a:xfrm>
                <a:custGeom>
                  <a:avLst/>
                  <a:gdLst>
                    <a:gd name="connsiteX0" fmla="*/ 9254 w 9459"/>
                    <a:gd name="connsiteY0" fmla="*/ 8409 h 18151"/>
                    <a:gd name="connsiteX1" fmla="*/ 6111 w 9459"/>
                    <a:gd name="connsiteY1" fmla="*/ 18124 h 18151"/>
                    <a:gd name="connsiteX2" fmla="*/ 205 w 9459"/>
                    <a:gd name="connsiteY2" fmla="*/ 9742 h 18151"/>
                    <a:gd name="connsiteX3" fmla="*/ 3348 w 9459"/>
                    <a:gd name="connsiteY3" fmla="*/ 27 h 18151"/>
                    <a:gd name="connsiteX4" fmla="*/ 9254 w 9459"/>
                    <a:gd name="connsiteY4" fmla="*/ 8409 h 18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59" h="18151">
                      <a:moveTo>
                        <a:pt x="9254" y="8409"/>
                      </a:moveTo>
                      <a:cubicBezTo>
                        <a:pt x="10016" y="13362"/>
                        <a:pt x="8587" y="17743"/>
                        <a:pt x="6111" y="18124"/>
                      </a:cubicBezTo>
                      <a:cubicBezTo>
                        <a:pt x="3634" y="18505"/>
                        <a:pt x="967" y="14791"/>
                        <a:pt x="205" y="9742"/>
                      </a:cubicBezTo>
                      <a:cubicBezTo>
                        <a:pt x="-557" y="4789"/>
                        <a:pt x="872" y="408"/>
                        <a:pt x="3348" y="27"/>
                      </a:cubicBezTo>
                      <a:cubicBezTo>
                        <a:pt x="5825" y="-354"/>
                        <a:pt x="8492" y="3361"/>
                        <a:pt x="9254" y="84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9" name="Freeform: Shape 2068">
                  <a:extLst>
                    <a:ext uri="{FF2B5EF4-FFF2-40B4-BE49-F238E27FC236}">
                      <a16:creationId xmlns:a16="http://schemas.microsoft.com/office/drawing/2014/main" id="{2F577B1A-B2F6-7876-33AD-E5C476C8E34C}"/>
                    </a:ext>
                  </a:extLst>
                </p:cNvPr>
                <p:cNvSpPr/>
                <p:nvPr/>
              </p:nvSpPr>
              <p:spPr>
                <a:xfrm flipH="1">
                  <a:off x="9935292" y="2352141"/>
                  <a:ext cx="9117" cy="20455"/>
                </a:xfrm>
                <a:custGeom>
                  <a:avLst/>
                  <a:gdLst>
                    <a:gd name="connsiteX0" fmla="*/ 45911 w 50673"/>
                    <a:gd name="connsiteY0" fmla="*/ 0 h 110447"/>
                    <a:gd name="connsiteX1" fmla="*/ 0 w 50673"/>
                    <a:gd name="connsiteY1" fmla="*/ 45815 h 110447"/>
                    <a:gd name="connsiteX2" fmla="*/ 4572 w 50673"/>
                    <a:gd name="connsiteY2" fmla="*/ 50387 h 110447"/>
                    <a:gd name="connsiteX3" fmla="*/ 5334 w 50673"/>
                    <a:gd name="connsiteY3" fmla="*/ 50387 h 110447"/>
                    <a:gd name="connsiteX4" fmla="*/ 9239 w 50673"/>
                    <a:gd name="connsiteY4" fmla="*/ 45911 h 110447"/>
                    <a:gd name="connsiteX5" fmla="*/ 22765 w 50673"/>
                    <a:gd name="connsiteY5" fmla="*/ 18574 h 110447"/>
                    <a:gd name="connsiteX6" fmla="*/ 31813 w 50673"/>
                    <a:gd name="connsiteY6" fmla="*/ 104108 h 110447"/>
                    <a:gd name="connsiteX7" fmla="*/ 34290 w 50673"/>
                    <a:gd name="connsiteY7" fmla="*/ 110109 h 110447"/>
                    <a:gd name="connsiteX8" fmla="*/ 36766 w 50673"/>
                    <a:gd name="connsiteY8" fmla="*/ 110395 h 110447"/>
                    <a:gd name="connsiteX9" fmla="*/ 40291 w 50673"/>
                    <a:gd name="connsiteY9" fmla="*/ 107633 h 110447"/>
                    <a:gd name="connsiteX10" fmla="*/ 30385 w 50673"/>
                    <a:gd name="connsiteY10" fmla="*/ 13430 h 110447"/>
                    <a:gd name="connsiteX11" fmla="*/ 46101 w 50673"/>
                    <a:gd name="connsiteY11" fmla="*/ 9239 h 110447"/>
                    <a:gd name="connsiteX12" fmla="*/ 50673 w 50673"/>
                    <a:gd name="connsiteY12" fmla="*/ 4667 h 110447"/>
                    <a:gd name="connsiteX13" fmla="*/ 46101 w 50673"/>
                    <a:gd name="connsiteY13" fmla="*/ 95 h 110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673" h="110447">
                      <a:moveTo>
                        <a:pt x="45911" y="0"/>
                      </a:moveTo>
                      <a:cubicBezTo>
                        <a:pt x="21622" y="0"/>
                        <a:pt x="190" y="21527"/>
                        <a:pt x="0" y="45815"/>
                      </a:cubicBezTo>
                      <a:cubicBezTo>
                        <a:pt x="0" y="48292"/>
                        <a:pt x="2000" y="50387"/>
                        <a:pt x="4572" y="50387"/>
                      </a:cubicBezTo>
                      <a:cubicBezTo>
                        <a:pt x="4858" y="50387"/>
                        <a:pt x="5048" y="50387"/>
                        <a:pt x="5334" y="50387"/>
                      </a:cubicBezTo>
                      <a:cubicBezTo>
                        <a:pt x="7525" y="50006"/>
                        <a:pt x="9239" y="48197"/>
                        <a:pt x="9239" y="45911"/>
                      </a:cubicBezTo>
                      <a:cubicBezTo>
                        <a:pt x="9239" y="35338"/>
                        <a:pt x="14764" y="25432"/>
                        <a:pt x="22765" y="18574"/>
                      </a:cubicBezTo>
                      <a:cubicBezTo>
                        <a:pt x="39719" y="43148"/>
                        <a:pt x="43339" y="76581"/>
                        <a:pt x="31813" y="104108"/>
                      </a:cubicBezTo>
                      <a:cubicBezTo>
                        <a:pt x="30861" y="106394"/>
                        <a:pt x="31909" y="109157"/>
                        <a:pt x="34290" y="110109"/>
                      </a:cubicBezTo>
                      <a:cubicBezTo>
                        <a:pt x="35052" y="110490"/>
                        <a:pt x="35909" y="110490"/>
                        <a:pt x="36766" y="110395"/>
                      </a:cubicBezTo>
                      <a:cubicBezTo>
                        <a:pt x="38290" y="110204"/>
                        <a:pt x="39624" y="109157"/>
                        <a:pt x="40291" y="107633"/>
                      </a:cubicBezTo>
                      <a:cubicBezTo>
                        <a:pt x="53054" y="77343"/>
                        <a:pt x="49054" y="40481"/>
                        <a:pt x="30385" y="13430"/>
                      </a:cubicBezTo>
                      <a:cubicBezTo>
                        <a:pt x="35242" y="10859"/>
                        <a:pt x="40576" y="9239"/>
                        <a:pt x="46101" y="9239"/>
                      </a:cubicBezTo>
                      <a:cubicBezTo>
                        <a:pt x="48673" y="9239"/>
                        <a:pt x="50673" y="7144"/>
                        <a:pt x="50673" y="4667"/>
                      </a:cubicBezTo>
                      <a:cubicBezTo>
                        <a:pt x="50673" y="2191"/>
                        <a:pt x="48578" y="95"/>
                        <a:pt x="46101" y="95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0" name="Freeform: Shape 2069">
                  <a:extLst>
                    <a:ext uri="{FF2B5EF4-FFF2-40B4-BE49-F238E27FC236}">
                      <a16:creationId xmlns:a16="http://schemas.microsoft.com/office/drawing/2014/main" id="{5991FA79-B47C-AF06-AB9D-62DEF7F706D6}"/>
                    </a:ext>
                  </a:extLst>
                </p:cNvPr>
                <p:cNvSpPr/>
                <p:nvPr/>
              </p:nvSpPr>
              <p:spPr>
                <a:xfrm flipH="1">
                  <a:off x="9938046" y="2349062"/>
                  <a:ext cx="167412" cy="40313"/>
                </a:xfrm>
                <a:custGeom>
                  <a:avLst/>
                  <a:gdLst>
                    <a:gd name="connsiteX0" fmla="*/ 773906 w 930526"/>
                    <a:gd name="connsiteY0" fmla="*/ 3294 h 217676"/>
                    <a:gd name="connsiteX1" fmla="*/ 641604 w 930526"/>
                    <a:gd name="connsiteY1" fmla="*/ 86924 h 217676"/>
                    <a:gd name="connsiteX2" fmla="*/ 596360 w 930526"/>
                    <a:gd name="connsiteY2" fmla="*/ 80828 h 217676"/>
                    <a:gd name="connsiteX3" fmla="*/ 556451 w 930526"/>
                    <a:gd name="connsiteY3" fmla="*/ 104450 h 217676"/>
                    <a:gd name="connsiteX4" fmla="*/ 398717 w 930526"/>
                    <a:gd name="connsiteY4" fmla="*/ 60730 h 217676"/>
                    <a:gd name="connsiteX5" fmla="*/ 277559 w 930526"/>
                    <a:gd name="connsiteY5" fmla="*/ 115975 h 217676"/>
                    <a:gd name="connsiteX6" fmla="*/ 1810 w 930526"/>
                    <a:gd name="connsiteY6" fmla="*/ 57111 h 217676"/>
                    <a:gd name="connsiteX7" fmla="*/ 0 w 930526"/>
                    <a:gd name="connsiteY7" fmla="*/ 65778 h 217676"/>
                    <a:gd name="connsiteX8" fmla="*/ 271463 w 930526"/>
                    <a:gd name="connsiteY8" fmla="*/ 123786 h 217676"/>
                    <a:gd name="connsiteX9" fmla="*/ 261461 w 930526"/>
                    <a:gd name="connsiteY9" fmla="*/ 160362 h 217676"/>
                    <a:gd name="connsiteX10" fmla="*/ 422243 w 930526"/>
                    <a:gd name="connsiteY10" fmla="*/ 214178 h 217676"/>
                    <a:gd name="connsiteX11" fmla="*/ 559498 w 930526"/>
                    <a:gd name="connsiteY11" fmla="*/ 114927 h 217676"/>
                    <a:gd name="connsiteX12" fmla="*/ 598075 w 930526"/>
                    <a:gd name="connsiteY12" fmla="*/ 89496 h 217676"/>
                    <a:gd name="connsiteX13" fmla="*/ 640842 w 930526"/>
                    <a:gd name="connsiteY13" fmla="*/ 96544 h 217676"/>
                    <a:gd name="connsiteX14" fmla="*/ 641128 w 930526"/>
                    <a:gd name="connsiteY14" fmla="*/ 102069 h 217676"/>
                    <a:gd name="connsiteX15" fmla="*/ 797338 w 930526"/>
                    <a:gd name="connsiteY15" fmla="*/ 156552 h 217676"/>
                    <a:gd name="connsiteX16" fmla="*/ 930021 w 930526"/>
                    <a:gd name="connsiteY16" fmla="*/ 57777 h 217676"/>
                    <a:gd name="connsiteX17" fmla="*/ 773811 w 930526"/>
                    <a:gd name="connsiteY17" fmla="*/ 3294 h 217676"/>
                    <a:gd name="connsiteX18" fmla="*/ 420910 w 930526"/>
                    <a:gd name="connsiteY18" fmla="*/ 205415 h 217676"/>
                    <a:gd name="connsiteX19" fmla="*/ 270224 w 930526"/>
                    <a:gd name="connsiteY19" fmla="*/ 159028 h 217676"/>
                    <a:gd name="connsiteX20" fmla="*/ 400050 w 930526"/>
                    <a:gd name="connsiteY20" fmla="*/ 69588 h 217676"/>
                    <a:gd name="connsiteX21" fmla="*/ 550736 w 930526"/>
                    <a:gd name="connsiteY21" fmla="*/ 115975 h 217676"/>
                    <a:gd name="connsiteX22" fmla="*/ 420910 w 930526"/>
                    <a:gd name="connsiteY22" fmla="*/ 205415 h 217676"/>
                    <a:gd name="connsiteX23" fmla="*/ 796100 w 930526"/>
                    <a:gd name="connsiteY23" fmla="*/ 147979 h 217676"/>
                    <a:gd name="connsiteX24" fmla="*/ 649891 w 930526"/>
                    <a:gd name="connsiteY24" fmla="*/ 100830 h 217676"/>
                    <a:gd name="connsiteX25" fmla="*/ 649891 w 930526"/>
                    <a:gd name="connsiteY25" fmla="*/ 91686 h 217676"/>
                    <a:gd name="connsiteX26" fmla="*/ 649891 w 930526"/>
                    <a:gd name="connsiteY26" fmla="*/ 91686 h 217676"/>
                    <a:gd name="connsiteX27" fmla="*/ 649891 w 930526"/>
                    <a:gd name="connsiteY27" fmla="*/ 91686 h 217676"/>
                    <a:gd name="connsiteX28" fmla="*/ 775335 w 930526"/>
                    <a:gd name="connsiteY28" fmla="*/ 11962 h 217676"/>
                    <a:gd name="connsiteX29" fmla="*/ 921544 w 930526"/>
                    <a:gd name="connsiteY29" fmla="*/ 59111 h 217676"/>
                    <a:gd name="connsiteX30" fmla="*/ 796195 w 930526"/>
                    <a:gd name="connsiteY30" fmla="*/ 147979 h 217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30526" h="217676">
                      <a:moveTo>
                        <a:pt x="773906" y="3294"/>
                      </a:moveTo>
                      <a:cubicBezTo>
                        <a:pt x="702469" y="14248"/>
                        <a:pt x="648748" y="49300"/>
                        <a:pt x="641604" y="86924"/>
                      </a:cubicBezTo>
                      <a:cubicBezTo>
                        <a:pt x="627697" y="80066"/>
                        <a:pt x="611696" y="77780"/>
                        <a:pt x="596360" y="80828"/>
                      </a:cubicBezTo>
                      <a:cubicBezTo>
                        <a:pt x="580835" y="83971"/>
                        <a:pt x="566642" y="92448"/>
                        <a:pt x="556451" y="104450"/>
                      </a:cubicBezTo>
                      <a:cubicBezTo>
                        <a:pt x="541020" y="67969"/>
                        <a:pt x="475393" y="49014"/>
                        <a:pt x="398717" y="60730"/>
                      </a:cubicBezTo>
                      <a:cubicBezTo>
                        <a:pt x="344614" y="69017"/>
                        <a:pt x="300323" y="90353"/>
                        <a:pt x="277559" y="115975"/>
                      </a:cubicBezTo>
                      <a:lnTo>
                        <a:pt x="1810" y="57111"/>
                      </a:lnTo>
                      <a:lnTo>
                        <a:pt x="0" y="65778"/>
                      </a:lnTo>
                      <a:lnTo>
                        <a:pt x="271463" y="123786"/>
                      </a:lnTo>
                      <a:cubicBezTo>
                        <a:pt x="263271" y="135501"/>
                        <a:pt x="259556" y="147979"/>
                        <a:pt x="261461" y="160362"/>
                      </a:cubicBezTo>
                      <a:cubicBezTo>
                        <a:pt x="268034" y="203415"/>
                        <a:pt x="338709" y="227037"/>
                        <a:pt x="422243" y="214178"/>
                      </a:cubicBezTo>
                      <a:cubicBezTo>
                        <a:pt x="505587" y="201414"/>
                        <a:pt x="565785" y="157885"/>
                        <a:pt x="559498" y="114927"/>
                      </a:cubicBezTo>
                      <a:cubicBezTo>
                        <a:pt x="568452" y="102069"/>
                        <a:pt x="582739" y="92544"/>
                        <a:pt x="598075" y="89496"/>
                      </a:cubicBezTo>
                      <a:cubicBezTo>
                        <a:pt x="612458" y="86733"/>
                        <a:pt x="628079" y="89305"/>
                        <a:pt x="640842" y="96544"/>
                      </a:cubicBezTo>
                      <a:cubicBezTo>
                        <a:pt x="640842" y="98354"/>
                        <a:pt x="640842" y="100259"/>
                        <a:pt x="641128" y="102069"/>
                      </a:cubicBezTo>
                      <a:cubicBezTo>
                        <a:pt x="647700" y="145026"/>
                        <a:pt x="716375" y="169029"/>
                        <a:pt x="797338" y="156552"/>
                      </a:cubicBezTo>
                      <a:cubicBezTo>
                        <a:pt x="878300" y="144169"/>
                        <a:pt x="936593" y="100735"/>
                        <a:pt x="930021" y="57777"/>
                      </a:cubicBezTo>
                      <a:cubicBezTo>
                        <a:pt x="923449" y="14820"/>
                        <a:pt x="854773" y="-9183"/>
                        <a:pt x="773811" y="3294"/>
                      </a:cubicBezTo>
                      <a:close/>
                      <a:moveTo>
                        <a:pt x="420910" y="205415"/>
                      </a:moveTo>
                      <a:cubicBezTo>
                        <a:pt x="343567" y="217321"/>
                        <a:pt x="275939" y="196461"/>
                        <a:pt x="270224" y="159028"/>
                      </a:cubicBezTo>
                      <a:cubicBezTo>
                        <a:pt x="264509" y="121595"/>
                        <a:pt x="322707" y="81399"/>
                        <a:pt x="400050" y="69588"/>
                      </a:cubicBezTo>
                      <a:cubicBezTo>
                        <a:pt x="477393" y="57682"/>
                        <a:pt x="545021" y="78542"/>
                        <a:pt x="550736" y="115975"/>
                      </a:cubicBezTo>
                      <a:cubicBezTo>
                        <a:pt x="556451" y="153408"/>
                        <a:pt x="498253" y="193604"/>
                        <a:pt x="420910" y="205415"/>
                      </a:cubicBezTo>
                      <a:close/>
                      <a:moveTo>
                        <a:pt x="796100" y="147979"/>
                      </a:moveTo>
                      <a:cubicBezTo>
                        <a:pt x="721233" y="159504"/>
                        <a:pt x="655606" y="138264"/>
                        <a:pt x="649891" y="100830"/>
                      </a:cubicBezTo>
                      <a:cubicBezTo>
                        <a:pt x="649414" y="97782"/>
                        <a:pt x="649510" y="94734"/>
                        <a:pt x="649891" y="91686"/>
                      </a:cubicBezTo>
                      <a:lnTo>
                        <a:pt x="649891" y="91686"/>
                      </a:lnTo>
                      <a:cubicBezTo>
                        <a:pt x="649891" y="91686"/>
                        <a:pt x="649891" y="91686"/>
                        <a:pt x="649891" y="91686"/>
                      </a:cubicBezTo>
                      <a:cubicBezTo>
                        <a:pt x="653605" y="57015"/>
                        <a:pt x="706564" y="22535"/>
                        <a:pt x="775335" y="11962"/>
                      </a:cubicBezTo>
                      <a:cubicBezTo>
                        <a:pt x="850202" y="437"/>
                        <a:pt x="915829" y="21678"/>
                        <a:pt x="921544" y="59111"/>
                      </a:cubicBezTo>
                      <a:cubicBezTo>
                        <a:pt x="927259" y="96639"/>
                        <a:pt x="871061" y="136454"/>
                        <a:pt x="796195" y="1479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1" name="Freeform: Shape 2070">
                  <a:extLst>
                    <a:ext uri="{FF2B5EF4-FFF2-40B4-BE49-F238E27FC236}">
                      <a16:creationId xmlns:a16="http://schemas.microsoft.com/office/drawing/2014/main" id="{36F97569-183B-259F-C726-810C8A21C6DA}"/>
                    </a:ext>
                  </a:extLst>
                </p:cNvPr>
                <p:cNvSpPr/>
                <p:nvPr/>
              </p:nvSpPr>
              <p:spPr>
                <a:xfrm flipH="1">
                  <a:off x="9975475" y="2411039"/>
                  <a:ext cx="39458" cy="10164"/>
                </a:xfrm>
                <a:custGeom>
                  <a:avLst/>
                  <a:gdLst>
                    <a:gd name="connsiteX0" fmla="*/ 98432 w 219320"/>
                    <a:gd name="connsiteY0" fmla="*/ 54881 h 54880"/>
                    <a:gd name="connsiteX1" fmla="*/ 2515 w 219320"/>
                    <a:gd name="connsiteY1" fmla="*/ 26496 h 54880"/>
                    <a:gd name="connsiteX2" fmla="*/ 991 w 219320"/>
                    <a:gd name="connsiteY2" fmla="*/ 18495 h 54880"/>
                    <a:gd name="connsiteX3" fmla="*/ 8897 w 219320"/>
                    <a:gd name="connsiteY3" fmla="*/ 16971 h 54880"/>
                    <a:gd name="connsiteX4" fmla="*/ 209684 w 219320"/>
                    <a:gd name="connsiteY4" fmla="*/ 1541 h 54880"/>
                    <a:gd name="connsiteX5" fmla="*/ 217780 w 219320"/>
                    <a:gd name="connsiteY5" fmla="*/ 1826 h 54880"/>
                    <a:gd name="connsiteX6" fmla="*/ 217495 w 219320"/>
                    <a:gd name="connsiteY6" fmla="*/ 9923 h 54880"/>
                    <a:gd name="connsiteX7" fmla="*/ 98432 w 219320"/>
                    <a:gd name="connsiteY7" fmla="*/ 54881 h 54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320" h="54880">
                      <a:moveTo>
                        <a:pt x="98432" y="54881"/>
                      </a:moveTo>
                      <a:cubicBezTo>
                        <a:pt x="64428" y="54881"/>
                        <a:pt x="30519" y="45546"/>
                        <a:pt x="2515" y="26496"/>
                      </a:cubicBezTo>
                      <a:cubicBezTo>
                        <a:pt x="-56" y="24686"/>
                        <a:pt x="-819" y="21162"/>
                        <a:pt x="991" y="18495"/>
                      </a:cubicBezTo>
                      <a:cubicBezTo>
                        <a:pt x="2801" y="15923"/>
                        <a:pt x="6325" y="15257"/>
                        <a:pt x="8897" y="16971"/>
                      </a:cubicBezTo>
                      <a:cubicBezTo>
                        <a:pt x="68619" y="57548"/>
                        <a:pt x="156820" y="50785"/>
                        <a:pt x="209684" y="1541"/>
                      </a:cubicBezTo>
                      <a:cubicBezTo>
                        <a:pt x="211970" y="-650"/>
                        <a:pt x="215589" y="-460"/>
                        <a:pt x="217780" y="1826"/>
                      </a:cubicBezTo>
                      <a:cubicBezTo>
                        <a:pt x="219971" y="4112"/>
                        <a:pt x="219780" y="7732"/>
                        <a:pt x="217495" y="9923"/>
                      </a:cubicBezTo>
                      <a:cubicBezTo>
                        <a:pt x="185681" y="39545"/>
                        <a:pt x="141961" y="54881"/>
                        <a:pt x="98432" y="54881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2" name="Freeform: Shape 2071">
                  <a:extLst>
                    <a:ext uri="{FF2B5EF4-FFF2-40B4-BE49-F238E27FC236}">
                      <a16:creationId xmlns:a16="http://schemas.microsoft.com/office/drawing/2014/main" id="{A652769F-4AF8-9D4A-0692-62709936DCBD}"/>
                    </a:ext>
                  </a:extLst>
                </p:cNvPr>
                <p:cNvSpPr/>
                <p:nvPr/>
              </p:nvSpPr>
              <p:spPr>
                <a:xfrm flipH="1">
                  <a:off x="9982741" y="2423716"/>
                  <a:ext cx="17479" cy="6448"/>
                </a:xfrm>
                <a:custGeom>
                  <a:avLst/>
                  <a:gdLst>
                    <a:gd name="connsiteX0" fmla="*/ 37035 w 97154"/>
                    <a:gd name="connsiteY0" fmla="*/ 34722 h 34816"/>
                    <a:gd name="connsiteX1" fmla="*/ 3221 w 97154"/>
                    <a:gd name="connsiteY1" fmla="*/ 27102 h 34816"/>
                    <a:gd name="connsiteX2" fmla="*/ 554 w 97154"/>
                    <a:gd name="connsiteY2" fmla="*/ 19482 h 34816"/>
                    <a:gd name="connsiteX3" fmla="*/ 8174 w 97154"/>
                    <a:gd name="connsiteY3" fmla="*/ 16815 h 34816"/>
                    <a:gd name="connsiteX4" fmla="*/ 87232 w 97154"/>
                    <a:gd name="connsiteY4" fmla="*/ 1860 h 34816"/>
                    <a:gd name="connsiteX5" fmla="*/ 95328 w 97154"/>
                    <a:gd name="connsiteY5" fmla="*/ 1575 h 34816"/>
                    <a:gd name="connsiteX6" fmla="*/ 95614 w 97154"/>
                    <a:gd name="connsiteY6" fmla="*/ 9671 h 34816"/>
                    <a:gd name="connsiteX7" fmla="*/ 36940 w 97154"/>
                    <a:gd name="connsiteY7" fmla="*/ 34817 h 3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7154" h="34816">
                      <a:moveTo>
                        <a:pt x="37035" y="34722"/>
                      </a:moveTo>
                      <a:cubicBezTo>
                        <a:pt x="25415" y="34722"/>
                        <a:pt x="13889" y="32245"/>
                        <a:pt x="3221" y="27102"/>
                      </a:cubicBezTo>
                      <a:cubicBezTo>
                        <a:pt x="364" y="25673"/>
                        <a:pt x="-779" y="22339"/>
                        <a:pt x="554" y="19482"/>
                      </a:cubicBezTo>
                      <a:cubicBezTo>
                        <a:pt x="1888" y="16624"/>
                        <a:pt x="5317" y="15481"/>
                        <a:pt x="8174" y="16815"/>
                      </a:cubicBezTo>
                      <a:cubicBezTo>
                        <a:pt x="33892" y="29292"/>
                        <a:pt x="67896" y="22911"/>
                        <a:pt x="87232" y="1860"/>
                      </a:cubicBezTo>
                      <a:cubicBezTo>
                        <a:pt x="89423" y="-521"/>
                        <a:pt x="93042" y="-616"/>
                        <a:pt x="95328" y="1575"/>
                      </a:cubicBezTo>
                      <a:cubicBezTo>
                        <a:pt x="97614" y="3670"/>
                        <a:pt x="97804" y="7290"/>
                        <a:pt x="95614" y="9671"/>
                      </a:cubicBezTo>
                      <a:cubicBezTo>
                        <a:pt x="80564" y="25959"/>
                        <a:pt x="58752" y="34817"/>
                        <a:pt x="36940" y="34817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187" name="Group 2186">
              <a:extLst>
                <a:ext uri="{FF2B5EF4-FFF2-40B4-BE49-F238E27FC236}">
                  <a16:creationId xmlns:a16="http://schemas.microsoft.com/office/drawing/2014/main" id="{55072DB8-B5E1-EAAB-1513-A853FD59080B}"/>
                </a:ext>
              </a:extLst>
            </p:cNvPr>
            <p:cNvGrpSpPr/>
            <p:nvPr/>
          </p:nvGrpSpPr>
          <p:grpSpPr>
            <a:xfrm>
              <a:off x="7746117" y="1041590"/>
              <a:ext cx="664199" cy="340467"/>
              <a:chOff x="8002657" y="1041590"/>
              <a:chExt cx="664199" cy="340467"/>
            </a:xfrm>
          </p:grpSpPr>
          <p:sp>
            <p:nvSpPr>
              <p:cNvPr id="1484" name="TextBox 1483">
                <a:extLst>
                  <a:ext uri="{FF2B5EF4-FFF2-40B4-BE49-F238E27FC236}">
                    <a16:creationId xmlns:a16="http://schemas.microsoft.com/office/drawing/2014/main" id="{4328C35D-B225-56E8-E3CB-4982F5E9A8C0}"/>
                  </a:ext>
                </a:extLst>
              </p:cNvPr>
              <p:cNvSpPr txBox="1"/>
              <p:nvPr/>
            </p:nvSpPr>
            <p:spPr>
              <a:xfrm>
                <a:off x="8411978" y="1150268"/>
                <a:ext cx="254878" cy="123111"/>
              </a:xfrm>
              <a:prstGeom prst="rect">
                <a:avLst/>
              </a:prstGeom>
            </p:spPr>
            <p:txBody>
              <a:bodyPr vert="horz" wrap="none" lIns="0" tIns="0" rIns="0" bIns="0" rtlCol="0" anchor="ctr" anchorCtr="0">
                <a:sp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lang="en-US" sz="1400" dirty="0">
                    <a:solidFill>
                      <a:srgbClr val="191C1E"/>
                    </a:solidFill>
                  </a:defRPr>
                </a:lvl1pPr>
                <a:lvl2pPr marL="230396" lvl="1" indent="-226796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Wingdings" panose="05000000000000000000" pitchFamily="2" charset="2"/>
                  <a:buChar char=""/>
                  <a:defRPr lang="en-US" sz="1400" dirty="0">
                    <a:solidFill>
                      <a:srgbClr val="191C1E"/>
                    </a:solidFill>
                  </a:defRPr>
                </a:lvl2pPr>
                <a:lvl3pPr marL="442793" lvl="2" indent="-215997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Arial" panose="020B0604020202020204" pitchFamily="34" charset="0"/>
                  <a:buChar char="‒"/>
                  <a:defRPr lang="en-US" sz="1400" dirty="0">
                    <a:solidFill>
                      <a:srgbClr val="191C1E"/>
                    </a:solidFill>
                  </a:defRPr>
                </a:lvl3pPr>
                <a:lvl4pPr marL="597590" lvl="3" indent="-1511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•"/>
                  <a:defRPr lang="en-US" sz="1400" dirty="0">
                    <a:solidFill>
                      <a:srgbClr val="191C1E"/>
                    </a:solidFill>
                  </a:defRPr>
                </a:lvl4pPr>
                <a:lvl5pPr marL="817187" lvl="4" indent="-1475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̶"/>
                  <a:defRPr lang="en-US" sz="1400" dirty="0">
                    <a:solidFill>
                      <a:srgbClr val="191C1E"/>
                    </a:solidFill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r>
                  <a:rPr lang="en-NZ" sz="800"/>
                  <a:t>Client</a:t>
                </a:r>
              </a:p>
            </p:txBody>
          </p:sp>
          <p:grpSp>
            <p:nvGrpSpPr>
              <p:cNvPr id="2160" name="Group 2159">
                <a:extLst>
                  <a:ext uri="{FF2B5EF4-FFF2-40B4-BE49-F238E27FC236}">
                    <a16:creationId xmlns:a16="http://schemas.microsoft.com/office/drawing/2014/main" id="{A836AF99-29DD-A2AE-D35A-7C347D1CE32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8002657" y="1041590"/>
                <a:ext cx="306952" cy="340467"/>
                <a:chOff x="11408218" y="2209693"/>
                <a:chExt cx="635959" cy="705398"/>
              </a:xfrm>
            </p:grpSpPr>
            <p:sp>
              <p:nvSpPr>
                <p:cNvPr id="2098" name="Freeform: Shape 2097">
                  <a:extLst>
                    <a:ext uri="{FF2B5EF4-FFF2-40B4-BE49-F238E27FC236}">
                      <a16:creationId xmlns:a16="http://schemas.microsoft.com/office/drawing/2014/main" id="{920C0567-F977-FFCB-4D8A-E4F0556BCF2B}"/>
                    </a:ext>
                  </a:extLst>
                </p:cNvPr>
                <p:cNvSpPr/>
                <p:nvPr/>
              </p:nvSpPr>
              <p:spPr>
                <a:xfrm>
                  <a:off x="11408218" y="2516853"/>
                  <a:ext cx="560092" cy="398227"/>
                </a:xfrm>
                <a:custGeom>
                  <a:avLst/>
                  <a:gdLst>
                    <a:gd name="connsiteX0" fmla="*/ 1559085 w 3113184"/>
                    <a:gd name="connsiteY0" fmla="*/ 1790289 h 2150270"/>
                    <a:gd name="connsiteX1" fmla="*/ 1581469 w 3113184"/>
                    <a:gd name="connsiteY1" fmla="*/ 2145190 h 2150270"/>
                    <a:gd name="connsiteX2" fmla="*/ 354458 w 3113184"/>
                    <a:gd name="connsiteY2" fmla="*/ 2145190 h 2150270"/>
                    <a:gd name="connsiteX3" fmla="*/ 4986 w 3113184"/>
                    <a:gd name="connsiteY3" fmla="*/ 1859059 h 2150270"/>
                    <a:gd name="connsiteX4" fmla="*/ 390558 w 3113184"/>
                    <a:gd name="connsiteY4" fmla="*/ 428023 h 2150270"/>
                    <a:gd name="connsiteX5" fmla="*/ 1034829 w 3113184"/>
                    <a:gd name="connsiteY5" fmla="*/ 121794 h 2150270"/>
                    <a:gd name="connsiteX6" fmla="*/ 1056165 w 3113184"/>
                    <a:gd name="connsiteY6" fmla="*/ 116460 h 2150270"/>
                    <a:gd name="connsiteX7" fmla="*/ 1231901 w 3113184"/>
                    <a:gd name="connsiteY7" fmla="*/ 84552 h 2150270"/>
                    <a:gd name="connsiteX8" fmla="*/ 1845502 w 3113184"/>
                    <a:gd name="connsiteY8" fmla="*/ 3303 h 2150270"/>
                    <a:gd name="connsiteX9" fmla="*/ 1890364 w 3113184"/>
                    <a:gd name="connsiteY9" fmla="*/ 12162 h 2150270"/>
                    <a:gd name="connsiteX10" fmla="*/ 1916177 w 3113184"/>
                    <a:gd name="connsiteY10" fmla="*/ 17877 h 2150270"/>
                    <a:gd name="connsiteX11" fmla="*/ 2669128 w 3113184"/>
                    <a:gd name="connsiteY11" fmla="*/ 302103 h 2150270"/>
                    <a:gd name="connsiteX12" fmla="*/ 3113184 w 3113184"/>
                    <a:gd name="connsiteY12" fmla="*/ 1733139 h 2150270"/>
                    <a:gd name="connsiteX13" fmla="*/ 1558989 w 3113184"/>
                    <a:gd name="connsiteY13" fmla="*/ 1790384 h 215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13184" h="2150270">
                      <a:moveTo>
                        <a:pt x="1559085" y="1790289"/>
                      </a:moveTo>
                      <a:lnTo>
                        <a:pt x="1581469" y="2145190"/>
                      </a:lnTo>
                      <a:cubicBezTo>
                        <a:pt x="1581469" y="2145190"/>
                        <a:pt x="483046" y="2156620"/>
                        <a:pt x="354458" y="2145190"/>
                      </a:cubicBezTo>
                      <a:cubicBezTo>
                        <a:pt x="225966" y="2133760"/>
                        <a:pt x="-39591" y="2153001"/>
                        <a:pt x="4986" y="1859059"/>
                      </a:cubicBezTo>
                      <a:cubicBezTo>
                        <a:pt x="25560" y="1723137"/>
                        <a:pt x="273686" y="611094"/>
                        <a:pt x="390558" y="428023"/>
                      </a:cubicBezTo>
                      <a:cubicBezTo>
                        <a:pt x="473425" y="298102"/>
                        <a:pt x="809086" y="179707"/>
                        <a:pt x="1034829" y="121794"/>
                      </a:cubicBezTo>
                      <a:cubicBezTo>
                        <a:pt x="1042068" y="119985"/>
                        <a:pt x="1049212" y="118080"/>
                        <a:pt x="1056165" y="116460"/>
                      </a:cubicBezTo>
                      <a:cubicBezTo>
                        <a:pt x="1138651" y="96077"/>
                        <a:pt x="1203707" y="84552"/>
                        <a:pt x="1231901" y="84552"/>
                      </a:cubicBezTo>
                      <a:cubicBezTo>
                        <a:pt x="1337057" y="84552"/>
                        <a:pt x="1705294" y="-19652"/>
                        <a:pt x="1845502" y="3303"/>
                      </a:cubicBezTo>
                      <a:cubicBezTo>
                        <a:pt x="1857218" y="5208"/>
                        <a:pt x="1872457" y="8161"/>
                        <a:pt x="1890364" y="12162"/>
                      </a:cubicBezTo>
                      <a:cubicBezTo>
                        <a:pt x="1898461" y="13876"/>
                        <a:pt x="1907033" y="15876"/>
                        <a:pt x="1916177" y="17877"/>
                      </a:cubicBezTo>
                      <a:cubicBezTo>
                        <a:pt x="2129156" y="67121"/>
                        <a:pt x="2617789" y="211520"/>
                        <a:pt x="2669128" y="302103"/>
                      </a:cubicBezTo>
                      <a:cubicBezTo>
                        <a:pt x="2727517" y="405163"/>
                        <a:pt x="3113184" y="1733139"/>
                        <a:pt x="3113184" y="1733139"/>
                      </a:cubicBezTo>
                      <a:lnTo>
                        <a:pt x="1558989" y="1790384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9" name="Freeform: Shape 2098">
                  <a:extLst>
                    <a:ext uri="{FF2B5EF4-FFF2-40B4-BE49-F238E27FC236}">
                      <a16:creationId xmlns:a16="http://schemas.microsoft.com/office/drawing/2014/main" id="{1E1BC01C-8645-C460-9A1D-2C353E7EFD73}"/>
                    </a:ext>
                  </a:extLst>
                </p:cNvPr>
                <p:cNvSpPr/>
                <p:nvPr/>
              </p:nvSpPr>
              <p:spPr>
                <a:xfrm rot="21595200">
                  <a:off x="11561670" y="2716094"/>
                  <a:ext cx="239361" cy="3670"/>
                </a:xfrm>
                <a:custGeom>
                  <a:avLst/>
                  <a:gdLst>
                    <a:gd name="connsiteX0" fmla="*/ 0 w 1330451"/>
                    <a:gd name="connsiteY0" fmla="*/ 0 h 19811"/>
                    <a:gd name="connsiteX1" fmla="*/ 1330452 w 1330451"/>
                    <a:gd name="connsiteY1" fmla="*/ 0 h 19811"/>
                    <a:gd name="connsiteX2" fmla="*/ 1330452 w 1330451"/>
                    <a:gd name="connsiteY2" fmla="*/ 19812 h 19811"/>
                    <a:gd name="connsiteX3" fmla="*/ 0 w 1330451"/>
                    <a:gd name="connsiteY3" fmla="*/ 19812 h 19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0451" h="19811">
                      <a:moveTo>
                        <a:pt x="0" y="0"/>
                      </a:moveTo>
                      <a:lnTo>
                        <a:pt x="1330452" y="0"/>
                      </a:lnTo>
                      <a:lnTo>
                        <a:pt x="1330452" y="19812"/>
                      </a:lnTo>
                      <a:lnTo>
                        <a:pt x="0" y="198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0" name="Freeform: Shape 2099">
                  <a:extLst>
                    <a:ext uri="{FF2B5EF4-FFF2-40B4-BE49-F238E27FC236}">
                      <a16:creationId xmlns:a16="http://schemas.microsoft.com/office/drawing/2014/main" id="{6584B088-F432-4FD3-9814-6891A0F00F71}"/>
                    </a:ext>
                  </a:extLst>
                </p:cNvPr>
                <p:cNvSpPr/>
                <p:nvPr/>
              </p:nvSpPr>
              <p:spPr>
                <a:xfrm>
                  <a:off x="11554345" y="2741547"/>
                  <a:ext cx="241333" cy="3670"/>
                </a:xfrm>
                <a:custGeom>
                  <a:avLst/>
                  <a:gdLst>
                    <a:gd name="connsiteX0" fmla="*/ 1341406 w 1341405"/>
                    <a:gd name="connsiteY0" fmla="*/ 0 h 19812"/>
                    <a:gd name="connsiteX1" fmla="*/ 1341406 w 1341405"/>
                    <a:gd name="connsiteY1" fmla="*/ 19812 h 19812"/>
                    <a:gd name="connsiteX2" fmla="*/ 0 w 1341405"/>
                    <a:gd name="connsiteY2" fmla="*/ 19812 h 19812"/>
                    <a:gd name="connsiteX3" fmla="*/ 3048 w 1341405"/>
                    <a:gd name="connsiteY3" fmla="*/ 0 h 19812"/>
                    <a:gd name="connsiteX4" fmla="*/ 1341406 w 1341405"/>
                    <a:gd name="connsiteY4" fmla="*/ 0 h 19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1405" h="19812">
                      <a:moveTo>
                        <a:pt x="1341406" y="0"/>
                      </a:moveTo>
                      <a:lnTo>
                        <a:pt x="1341406" y="19812"/>
                      </a:lnTo>
                      <a:lnTo>
                        <a:pt x="0" y="19812"/>
                      </a:lnTo>
                      <a:lnTo>
                        <a:pt x="3048" y="0"/>
                      </a:lnTo>
                      <a:lnTo>
                        <a:pt x="13414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1" name="Freeform: Shape 2100">
                  <a:extLst>
                    <a:ext uri="{FF2B5EF4-FFF2-40B4-BE49-F238E27FC236}">
                      <a16:creationId xmlns:a16="http://schemas.microsoft.com/office/drawing/2014/main" id="{132AD22C-E8D0-C9DE-30CA-E003BFE28063}"/>
                    </a:ext>
                  </a:extLst>
                </p:cNvPr>
                <p:cNvSpPr/>
                <p:nvPr/>
              </p:nvSpPr>
              <p:spPr>
                <a:xfrm>
                  <a:off x="11550559" y="2767196"/>
                  <a:ext cx="239789" cy="3670"/>
                </a:xfrm>
                <a:custGeom>
                  <a:avLst/>
                  <a:gdLst>
                    <a:gd name="connsiteX0" fmla="*/ 1332833 w 1332833"/>
                    <a:gd name="connsiteY0" fmla="*/ 0 h 19811"/>
                    <a:gd name="connsiteX1" fmla="*/ 1332833 w 1332833"/>
                    <a:gd name="connsiteY1" fmla="*/ 19812 h 19811"/>
                    <a:gd name="connsiteX2" fmla="*/ 0 w 1332833"/>
                    <a:gd name="connsiteY2" fmla="*/ 19812 h 19811"/>
                    <a:gd name="connsiteX3" fmla="*/ 3048 w 1332833"/>
                    <a:gd name="connsiteY3" fmla="*/ 0 h 19811"/>
                    <a:gd name="connsiteX4" fmla="*/ 1332833 w 1332833"/>
                    <a:gd name="connsiteY4" fmla="*/ 0 h 19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2833" h="19811">
                      <a:moveTo>
                        <a:pt x="1332833" y="0"/>
                      </a:moveTo>
                      <a:lnTo>
                        <a:pt x="1332833" y="19812"/>
                      </a:lnTo>
                      <a:lnTo>
                        <a:pt x="0" y="19812"/>
                      </a:lnTo>
                      <a:lnTo>
                        <a:pt x="3048" y="0"/>
                      </a:lnTo>
                      <a:lnTo>
                        <a:pt x="133283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2" name="Freeform: Shape 2101">
                  <a:extLst>
                    <a:ext uri="{FF2B5EF4-FFF2-40B4-BE49-F238E27FC236}">
                      <a16:creationId xmlns:a16="http://schemas.microsoft.com/office/drawing/2014/main" id="{E43B86B2-7B0A-C2E9-9D72-7F7B1459954C}"/>
                    </a:ext>
                  </a:extLst>
                </p:cNvPr>
                <p:cNvSpPr/>
                <p:nvPr/>
              </p:nvSpPr>
              <p:spPr>
                <a:xfrm>
                  <a:off x="11545418" y="2670000"/>
                  <a:ext cx="38643" cy="135565"/>
                </a:xfrm>
                <a:custGeom>
                  <a:avLst/>
                  <a:gdLst>
                    <a:gd name="connsiteX0" fmla="*/ 214789 w 214788"/>
                    <a:gd name="connsiteY0" fmla="*/ 731996 h 731996"/>
                    <a:gd name="connsiteX1" fmla="*/ 0 w 214788"/>
                    <a:gd name="connsiteY1" fmla="*/ 731996 h 731996"/>
                    <a:gd name="connsiteX2" fmla="*/ 28575 w 214788"/>
                    <a:gd name="connsiteY2" fmla="*/ 544639 h 731996"/>
                    <a:gd name="connsiteX3" fmla="*/ 31623 w 214788"/>
                    <a:gd name="connsiteY3" fmla="*/ 524828 h 731996"/>
                    <a:gd name="connsiteX4" fmla="*/ 49625 w 214788"/>
                    <a:gd name="connsiteY4" fmla="*/ 406146 h 731996"/>
                    <a:gd name="connsiteX5" fmla="*/ 52673 w 214788"/>
                    <a:gd name="connsiteY5" fmla="*/ 386334 h 731996"/>
                    <a:gd name="connsiteX6" fmla="*/ 111538 w 214788"/>
                    <a:gd name="connsiteY6" fmla="*/ 0 h 731996"/>
                    <a:gd name="connsiteX7" fmla="*/ 92773 w 214788"/>
                    <a:gd name="connsiteY7" fmla="*/ 386334 h 731996"/>
                    <a:gd name="connsiteX8" fmla="*/ 93440 w 214788"/>
                    <a:gd name="connsiteY8" fmla="*/ 406146 h 731996"/>
                    <a:gd name="connsiteX9" fmla="*/ 104013 w 214788"/>
                    <a:gd name="connsiteY9" fmla="*/ 524828 h 731996"/>
                    <a:gd name="connsiteX10" fmla="*/ 107156 w 214788"/>
                    <a:gd name="connsiteY10" fmla="*/ 544639 h 731996"/>
                    <a:gd name="connsiteX11" fmla="*/ 214694 w 214788"/>
                    <a:gd name="connsiteY11" fmla="*/ 731996 h 731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4788" h="731996">
                      <a:moveTo>
                        <a:pt x="214789" y="731996"/>
                      </a:moveTo>
                      <a:lnTo>
                        <a:pt x="0" y="731996"/>
                      </a:lnTo>
                      <a:lnTo>
                        <a:pt x="28575" y="544639"/>
                      </a:lnTo>
                      <a:lnTo>
                        <a:pt x="31623" y="524828"/>
                      </a:lnTo>
                      <a:lnTo>
                        <a:pt x="49625" y="406146"/>
                      </a:lnTo>
                      <a:lnTo>
                        <a:pt x="52673" y="386334"/>
                      </a:lnTo>
                      <a:lnTo>
                        <a:pt x="111538" y="0"/>
                      </a:lnTo>
                      <a:cubicBezTo>
                        <a:pt x="94488" y="161925"/>
                        <a:pt x="89726" y="288036"/>
                        <a:pt x="92773" y="386334"/>
                      </a:cubicBezTo>
                      <a:cubicBezTo>
                        <a:pt x="92964" y="393097"/>
                        <a:pt x="93154" y="399669"/>
                        <a:pt x="93440" y="406146"/>
                      </a:cubicBezTo>
                      <a:cubicBezTo>
                        <a:pt x="95440" y="451866"/>
                        <a:pt x="99060" y="491109"/>
                        <a:pt x="104013" y="524828"/>
                      </a:cubicBezTo>
                      <a:cubicBezTo>
                        <a:pt x="104965" y="531686"/>
                        <a:pt x="106013" y="538258"/>
                        <a:pt x="107156" y="544639"/>
                      </a:cubicBezTo>
                      <a:cubicBezTo>
                        <a:pt x="136779" y="717709"/>
                        <a:pt x="200501" y="731234"/>
                        <a:pt x="214694" y="731996"/>
                      </a:cubicBezTo>
                      <a:close/>
                    </a:path>
                  </a:pathLst>
                </a:custGeom>
                <a:solidFill>
                  <a:srgbClr val="DAA6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3" name="Freeform: Shape 2102">
                  <a:extLst>
                    <a:ext uri="{FF2B5EF4-FFF2-40B4-BE49-F238E27FC236}">
                      <a16:creationId xmlns:a16="http://schemas.microsoft.com/office/drawing/2014/main" id="{08975349-5ECC-52FD-C700-2A22796E7802}"/>
                    </a:ext>
                  </a:extLst>
                </p:cNvPr>
                <p:cNvSpPr/>
                <p:nvPr/>
              </p:nvSpPr>
              <p:spPr>
                <a:xfrm>
                  <a:off x="11584060" y="2805563"/>
                  <a:ext cx="514" cy="9"/>
                </a:xfrm>
                <a:custGeom>
                  <a:avLst/>
                  <a:gdLst>
                    <a:gd name="connsiteX0" fmla="*/ 2858 w 2857"/>
                    <a:gd name="connsiteY0" fmla="*/ 0 h 42"/>
                    <a:gd name="connsiteX1" fmla="*/ 0 w 2857"/>
                    <a:gd name="connsiteY1" fmla="*/ 0 h 42"/>
                    <a:gd name="connsiteX2" fmla="*/ 2858 w 2857"/>
                    <a:gd name="connsiteY2" fmla="*/ 0 h 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57" h="42">
                      <a:moveTo>
                        <a:pt x="2858" y="0"/>
                      </a:moveTo>
                      <a:cubicBezTo>
                        <a:pt x="2858" y="0"/>
                        <a:pt x="1905" y="95"/>
                        <a:pt x="0" y="0"/>
                      </a:cubicBezTo>
                      <a:lnTo>
                        <a:pt x="2858" y="0"/>
                      </a:lnTo>
                      <a:close/>
                    </a:path>
                  </a:pathLst>
                </a:custGeom>
                <a:solidFill>
                  <a:srgbClr val="0C1A51">
                    <a:alpha val="88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4" name="Freeform: Shape 2103">
                  <a:extLst>
                    <a:ext uri="{FF2B5EF4-FFF2-40B4-BE49-F238E27FC236}">
                      <a16:creationId xmlns:a16="http://schemas.microsoft.com/office/drawing/2014/main" id="{4BECD574-50FE-C058-91F0-EE2DF8EBAA3F}"/>
                    </a:ext>
                  </a:extLst>
                </p:cNvPr>
                <p:cNvSpPr/>
                <p:nvPr/>
              </p:nvSpPr>
              <p:spPr>
                <a:xfrm>
                  <a:off x="11594219" y="2519158"/>
                  <a:ext cx="163620" cy="84232"/>
                </a:xfrm>
                <a:custGeom>
                  <a:avLst/>
                  <a:gdLst>
                    <a:gd name="connsiteX0" fmla="*/ 873835 w 909453"/>
                    <a:gd name="connsiteY0" fmla="*/ 268129 h 454818"/>
                    <a:gd name="connsiteX1" fmla="*/ 565511 w 909453"/>
                    <a:gd name="connsiteY1" fmla="*/ 452724 h 454818"/>
                    <a:gd name="connsiteX2" fmla="*/ 520076 w 909453"/>
                    <a:gd name="connsiteY2" fmla="*/ 454819 h 454818"/>
                    <a:gd name="connsiteX3" fmla="*/ 208704 w 909453"/>
                    <a:gd name="connsiteY3" fmla="*/ 375952 h 454818"/>
                    <a:gd name="connsiteX4" fmla="*/ 43826 w 909453"/>
                    <a:gd name="connsiteY4" fmla="*/ 254413 h 454818"/>
                    <a:gd name="connsiteX5" fmla="*/ 964 w 909453"/>
                    <a:gd name="connsiteY5" fmla="*/ 109538 h 454818"/>
                    <a:gd name="connsiteX6" fmla="*/ 22300 w 909453"/>
                    <a:gd name="connsiteY6" fmla="*/ 104204 h 454818"/>
                    <a:gd name="connsiteX7" fmla="*/ 60209 w 909453"/>
                    <a:gd name="connsiteY7" fmla="*/ 242316 h 454818"/>
                    <a:gd name="connsiteX8" fmla="*/ 217467 w 909453"/>
                    <a:gd name="connsiteY8" fmla="*/ 357664 h 454818"/>
                    <a:gd name="connsiteX9" fmla="*/ 563701 w 909453"/>
                    <a:gd name="connsiteY9" fmla="*/ 432626 h 454818"/>
                    <a:gd name="connsiteX10" fmla="*/ 856118 w 909453"/>
                    <a:gd name="connsiteY10" fmla="*/ 258413 h 454818"/>
                    <a:gd name="connsiteX11" fmla="*/ 856499 w 909453"/>
                    <a:gd name="connsiteY11" fmla="*/ 0 h 454818"/>
                    <a:gd name="connsiteX12" fmla="*/ 882312 w 909453"/>
                    <a:gd name="connsiteY12" fmla="*/ 5715 h 454818"/>
                    <a:gd name="connsiteX13" fmla="*/ 873835 w 909453"/>
                    <a:gd name="connsiteY13" fmla="*/ 268415 h 454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09453" h="454818">
                      <a:moveTo>
                        <a:pt x="873835" y="268129"/>
                      </a:moveTo>
                      <a:cubicBezTo>
                        <a:pt x="816875" y="369856"/>
                        <a:pt x="698765" y="440627"/>
                        <a:pt x="565511" y="452724"/>
                      </a:cubicBezTo>
                      <a:cubicBezTo>
                        <a:pt x="550556" y="454057"/>
                        <a:pt x="535412" y="454819"/>
                        <a:pt x="520076" y="454819"/>
                      </a:cubicBezTo>
                      <a:cubicBezTo>
                        <a:pt x="423874" y="454819"/>
                        <a:pt x="319385" y="428339"/>
                        <a:pt x="208704" y="375952"/>
                      </a:cubicBezTo>
                      <a:cubicBezTo>
                        <a:pt x="155173" y="350616"/>
                        <a:pt x="88022" y="313849"/>
                        <a:pt x="43826" y="254413"/>
                      </a:cubicBezTo>
                      <a:cubicBezTo>
                        <a:pt x="10774" y="209836"/>
                        <a:pt x="-4085" y="157353"/>
                        <a:pt x="964" y="109538"/>
                      </a:cubicBezTo>
                      <a:cubicBezTo>
                        <a:pt x="8203" y="107728"/>
                        <a:pt x="15346" y="105823"/>
                        <a:pt x="22300" y="104204"/>
                      </a:cubicBezTo>
                      <a:cubicBezTo>
                        <a:pt x="14680" y="153734"/>
                        <a:pt x="33349" y="206216"/>
                        <a:pt x="60209" y="242316"/>
                      </a:cubicBezTo>
                      <a:cubicBezTo>
                        <a:pt x="101738" y="298133"/>
                        <a:pt x="166032" y="333280"/>
                        <a:pt x="217467" y="357664"/>
                      </a:cubicBezTo>
                      <a:cubicBezTo>
                        <a:pt x="342530" y="416814"/>
                        <a:pt x="459021" y="442055"/>
                        <a:pt x="563701" y="432626"/>
                      </a:cubicBezTo>
                      <a:cubicBezTo>
                        <a:pt x="690383" y="421196"/>
                        <a:pt x="802397" y="354425"/>
                        <a:pt x="856118" y="258413"/>
                      </a:cubicBezTo>
                      <a:cubicBezTo>
                        <a:pt x="901553" y="177070"/>
                        <a:pt x="899076" y="74486"/>
                        <a:pt x="856499" y="0"/>
                      </a:cubicBezTo>
                      <a:cubicBezTo>
                        <a:pt x="864596" y="1715"/>
                        <a:pt x="873168" y="3715"/>
                        <a:pt x="882312" y="5715"/>
                      </a:cubicBezTo>
                      <a:cubicBezTo>
                        <a:pt x="920031" y="84582"/>
                        <a:pt x="919555" y="186595"/>
                        <a:pt x="873835" y="2684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5" name="Freeform: Shape 2104">
                  <a:extLst>
                    <a:ext uri="{FF2B5EF4-FFF2-40B4-BE49-F238E27FC236}">
                      <a16:creationId xmlns:a16="http://schemas.microsoft.com/office/drawing/2014/main" id="{2650536E-6701-207D-7AD1-16309EB3FEC2}"/>
                    </a:ext>
                  </a:extLst>
                </p:cNvPr>
                <p:cNvSpPr/>
                <p:nvPr/>
              </p:nvSpPr>
              <p:spPr>
                <a:xfrm>
                  <a:off x="11505148" y="2803681"/>
                  <a:ext cx="41504" cy="22682"/>
                </a:xfrm>
                <a:custGeom>
                  <a:avLst/>
                  <a:gdLst>
                    <a:gd name="connsiteX0" fmla="*/ 8668 w 230695"/>
                    <a:gd name="connsiteY0" fmla="*/ 122378 h 122472"/>
                    <a:gd name="connsiteX1" fmla="*/ 0 w 230695"/>
                    <a:gd name="connsiteY1" fmla="*/ 116948 h 122472"/>
                    <a:gd name="connsiteX2" fmla="*/ 230696 w 230695"/>
                    <a:gd name="connsiteY2" fmla="*/ 648 h 122472"/>
                    <a:gd name="connsiteX3" fmla="*/ 229934 w 230695"/>
                    <a:gd name="connsiteY3" fmla="*/ 10840 h 122472"/>
                    <a:gd name="connsiteX4" fmla="*/ 8668 w 230695"/>
                    <a:gd name="connsiteY4" fmla="*/ 122473 h 122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695" h="122472">
                      <a:moveTo>
                        <a:pt x="8668" y="122378"/>
                      </a:moveTo>
                      <a:lnTo>
                        <a:pt x="0" y="116948"/>
                      </a:lnTo>
                      <a:cubicBezTo>
                        <a:pt x="48006" y="40558"/>
                        <a:pt x="140684" y="-6115"/>
                        <a:pt x="230696" y="648"/>
                      </a:cubicBezTo>
                      <a:lnTo>
                        <a:pt x="229934" y="10840"/>
                      </a:lnTo>
                      <a:cubicBezTo>
                        <a:pt x="143732" y="4458"/>
                        <a:pt x="54769" y="49226"/>
                        <a:pt x="8668" y="122473"/>
                      </a:cubicBezTo>
                      <a:close/>
                    </a:path>
                  </a:pathLst>
                </a:custGeom>
                <a:solidFill>
                  <a:srgbClr val="DAA6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6" name="Freeform: Shape 2105">
                  <a:extLst>
                    <a:ext uri="{FF2B5EF4-FFF2-40B4-BE49-F238E27FC236}">
                      <a16:creationId xmlns:a16="http://schemas.microsoft.com/office/drawing/2014/main" id="{41867F5E-E6AE-621F-6CF0-8F902826A809}"/>
                    </a:ext>
                  </a:extLst>
                </p:cNvPr>
                <p:cNvSpPr/>
                <p:nvPr/>
              </p:nvSpPr>
              <p:spPr>
                <a:xfrm rot="21571800">
                  <a:off x="11496480" y="2794523"/>
                  <a:ext cx="37202" cy="1887"/>
                </a:xfrm>
                <a:custGeom>
                  <a:avLst/>
                  <a:gdLst>
                    <a:gd name="connsiteX0" fmla="*/ 0 w 206787"/>
                    <a:gd name="connsiteY0" fmla="*/ 0 h 10191"/>
                    <a:gd name="connsiteX1" fmla="*/ 206788 w 206787"/>
                    <a:gd name="connsiteY1" fmla="*/ 0 h 10191"/>
                    <a:gd name="connsiteX2" fmla="*/ 206788 w 206787"/>
                    <a:gd name="connsiteY2" fmla="*/ 10192 h 10191"/>
                    <a:gd name="connsiteX3" fmla="*/ 0 w 206787"/>
                    <a:gd name="connsiteY3" fmla="*/ 10192 h 10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6787" h="10191">
                      <a:moveTo>
                        <a:pt x="0" y="0"/>
                      </a:moveTo>
                      <a:lnTo>
                        <a:pt x="206788" y="0"/>
                      </a:lnTo>
                      <a:lnTo>
                        <a:pt x="206788" y="10192"/>
                      </a:lnTo>
                      <a:lnTo>
                        <a:pt x="0" y="10192"/>
                      </a:lnTo>
                      <a:close/>
                    </a:path>
                  </a:pathLst>
                </a:custGeom>
                <a:solidFill>
                  <a:srgbClr val="DAA6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8" name="Freeform: Shape 2107">
                  <a:extLst>
                    <a:ext uri="{FF2B5EF4-FFF2-40B4-BE49-F238E27FC236}">
                      <a16:creationId xmlns:a16="http://schemas.microsoft.com/office/drawing/2014/main" id="{CE16EA77-3521-ACFF-CEE0-A23880EB1637}"/>
                    </a:ext>
                  </a:extLst>
                </p:cNvPr>
                <p:cNvSpPr/>
                <p:nvPr/>
              </p:nvSpPr>
              <p:spPr>
                <a:xfrm>
                  <a:off x="11582085" y="2209693"/>
                  <a:ext cx="195383" cy="153066"/>
                </a:xfrm>
                <a:custGeom>
                  <a:avLst/>
                  <a:gdLst>
                    <a:gd name="connsiteX0" fmla="*/ 1085782 w 1086001"/>
                    <a:gd name="connsiteY0" fmla="*/ 372447 h 826493"/>
                    <a:gd name="connsiteX1" fmla="*/ 1001771 w 1086001"/>
                    <a:gd name="connsiteY1" fmla="*/ 511797 h 826493"/>
                    <a:gd name="connsiteX2" fmla="*/ 1033870 w 1086001"/>
                    <a:gd name="connsiteY2" fmla="*/ 575234 h 826493"/>
                    <a:gd name="connsiteX3" fmla="*/ 1033394 w 1086001"/>
                    <a:gd name="connsiteY3" fmla="*/ 652672 h 826493"/>
                    <a:gd name="connsiteX4" fmla="*/ 924428 w 1086001"/>
                    <a:gd name="connsiteY4" fmla="*/ 754494 h 826493"/>
                    <a:gd name="connsiteX5" fmla="*/ 789268 w 1086001"/>
                    <a:gd name="connsiteY5" fmla="*/ 666769 h 826493"/>
                    <a:gd name="connsiteX6" fmla="*/ 622486 w 1086001"/>
                    <a:gd name="connsiteY6" fmla="*/ 601332 h 826493"/>
                    <a:gd name="connsiteX7" fmla="*/ 373121 w 1086001"/>
                    <a:gd name="connsiteY7" fmla="*/ 658292 h 826493"/>
                    <a:gd name="connsiteX8" fmla="*/ 244534 w 1086001"/>
                    <a:gd name="connsiteY8" fmla="*/ 762019 h 826493"/>
                    <a:gd name="connsiteX9" fmla="*/ 87180 w 1086001"/>
                    <a:gd name="connsiteY9" fmla="*/ 819836 h 826493"/>
                    <a:gd name="connsiteX10" fmla="*/ 37746 w 1086001"/>
                    <a:gd name="connsiteY10" fmla="*/ 741922 h 826493"/>
                    <a:gd name="connsiteX11" fmla="*/ 17172 w 1086001"/>
                    <a:gd name="connsiteY11" fmla="*/ 689153 h 826493"/>
                    <a:gd name="connsiteX12" fmla="*/ 8504 w 1086001"/>
                    <a:gd name="connsiteY12" fmla="*/ 656197 h 826493"/>
                    <a:gd name="connsiteX13" fmla="*/ 694 w 1086001"/>
                    <a:gd name="connsiteY13" fmla="*/ 553422 h 826493"/>
                    <a:gd name="connsiteX14" fmla="*/ 20791 w 1086001"/>
                    <a:gd name="connsiteY14" fmla="*/ 481984 h 826493"/>
                    <a:gd name="connsiteX15" fmla="*/ 85085 w 1086001"/>
                    <a:gd name="connsiteY15" fmla="*/ 452743 h 826493"/>
                    <a:gd name="connsiteX16" fmla="*/ 209291 w 1086001"/>
                    <a:gd name="connsiteY16" fmla="*/ 234620 h 826493"/>
                    <a:gd name="connsiteX17" fmla="*/ 460275 w 1086001"/>
                    <a:gd name="connsiteY17" fmla="*/ 237668 h 826493"/>
                    <a:gd name="connsiteX18" fmla="*/ 556382 w 1086001"/>
                    <a:gd name="connsiteY18" fmla="*/ 60027 h 826493"/>
                    <a:gd name="connsiteX19" fmla="*/ 754788 w 1086001"/>
                    <a:gd name="connsiteY19" fmla="*/ 210 h 826493"/>
                    <a:gd name="connsiteX20" fmla="*/ 950146 w 1086001"/>
                    <a:gd name="connsiteY20" fmla="*/ 56788 h 826493"/>
                    <a:gd name="connsiteX21" fmla="*/ 1005010 w 1086001"/>
                    <a:gd name="connsiteY21" fmla="*/ 162516 h 826493"/>
                    <a:gd name="connsiteX22" fmla="*/ 985960 w 1086001"/>
                    <a:gd name="connsiteY22" fmla="*/ 243573 h 826493"/>
                    <a:gd name="connsiteX23" fmla="*/ 1085591 w 1086001"/>
                    <a:gd name="connsiteY23" fmla="*/ 372351 h 826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86001" h="826493">
                      <a:moveTo>
                        <a:pt x="1085782" y="372447"/>
                      </a:moveTo>
                      <a:cubicBezTo>
                        <a:pt x="1089115" y="429978"/>
                        <a:pt x="1054254" y="487985"/>
                        <a:pt x="1001771" y="511797"/>
                      </a:cubicBezTo>
                      <a:cubicBezTo>
                        <a:pt x="1010534" y="507892"/>
                        <a:pt x="1032442" y="568852"/>
                        <a:pt x="1033870" y="575234"/>
                      </a:cubicBezTo>
                      <a:cubicBezTo>
                        <a:pt x="1039871" y="600570"/>
                        <a:pt x="1039680" y="627431"/>
                        <a:pt x="1033394" y="652672"/>
                      </a:cubicBezTo>
                      <a:cubicBezTo>
                        <a:pt x="1021012" y="702583"/>
                        <a:pt x="978339" y="750875"/>
                        <a:pt x="924428" y="754494"/>
                      </a:cubicBezTo>
                      <a:cubicBezTo>
                        <a:pt x="860134" y="758876"/>
                        <a:pt x="835369" y="699440"/>
                        <a:pt x="789268" y="666769"/>
                      </a:cubicBezTo>
                      <a:cubicBezTo>
                        <a:pt x="740024" y="631908"/>
                        <a:pt x="682303" y="609048"/>
                        <a:pt x="622486" y="601332"/>
                      </a:cubicBezTo>
                      <a:cubicBezTo>
                        <a:pt x="536189" y="590093"/>
                        <a:pt x="446083" y="610762"/>
                        <a:pt x="373121" y="658292"/>
                      </a:cubicBezTo>
                      <a:cubicBezTo>
                        <a:pt x="327020" y="688391"/>
                        <a:pt x="288158" y="728301"/>
                        <a:pt x="244534" y="762019"/>
                      </a:cubicBezTo>
                      <a:cubicBezTo>
                        <a:pt x="213387" y="786022"/>
                        <a:pt x="127471" y="846506"/>
                        <a:pt x="87180" y="819836"/>
                      </a:cubicBezTo>
                      <a:cubicBezTo>
                        <a:pt x="65654" y="805548"/>
                        <a:pt x="48509" y="764496"/>
                        <a:pt x="37746" y="741922"/>
                      </a:cubicBezTo>
                      <a:cubicBezTo>
                        <a:pt x="29554" y="724967"/>
                        <a:pt x="22696" y="707250"/>
                        <a:pt x="17172" y="689153"/>
                      </a:cubicBezTo>
                      <a:cubicBezTo>
                        <a:pt x="13743" y="678294"/>
                        <a:pt x="10885" y="667341"/>
                        <a:pt x="8504" y="656197"/>
                      </a:cubicBezTo>
                      <a:cubicBezTo>
                        <a:pt x="1265" y="622383"/>
                        <a:pt x="-1402" y="587807"/>
                        <a:pt x="694" y="553422"/>
                      </a:cubicBezTo>
                      <a:cubicBezTo>
                        <a:pt x="2313" y="528371"/>
                        <a:pt x="6694" y="502653"/>
                        <a:pt x="20791" y="481984"/>
                      </a:cubicBezTo>
                      <a:cubicBezTo>
                        <a:pt x="34793" y="461220"/>
                        <a:pt x="60796" y="446932"/>
                        <a:pt x="85085" y="452743"/>
                      </a:cubicBezTo>
                      <a:cubicBezTo>
                        <a:pt x="83752" y="364922"/>
                        <a:pt x="133186" y="278244"/>
                        <a:pt x="209291" y="234620"/>
                      </a:cubicBezTo>
                      <a:cubicBezTo>
                        <a:pt x="285396" y="190900"/>
                        <a:pt x="385218" y="192234"/>
                        <a:pt x="460275" y="237668"/>
                      </a:cubicBezTo>
                      <a:cubicBezTo>
                        <a:pt x="458465" y="167564"/>
                        <a:pt x="499327" y="100698"/>
                        <a:pt x="556382" y="60027"/>
                      </a:cubicBezTo>
                      <a:cubicBezTo>
                        <a:pt x="613532" y="19355"/>
                        <a:pt x="684779" y="2400"/>
                        <a:pt x="754788" y="210"/>
                      </a:cubicBezTo>
                      <a:cubicBezTo>
                        <a:pt x="824130" y="-1886"/>
                        <a:pt x="897663" y="11354"/>
                        <a:pt x="950146" y="56788"/>
                      </a:cubicBezTo>
                      <a:cubicBezTo>
                        <a:pt x="980721" y="83268"/>
                        <a:pt x="1001104" y="122796"/>
                        <a:pt x="1005010" y="162516"/>
                      </a:cubicBezTo>
                      <a:cubicBezTo>
                        <a:pt x="1007867" y="190995"/>
                        <a:pt x="1002343" y="219666"/>
                        <a:pt x="985960" y="243573"/>
                      </a:cubicBezTo>
                      <a:cubicBezTo>
                        <a:pt x="1040919" y="261385"/>
                        <a:pt x="1082162" y="314820"/>
                        <a:pt x="1085591" y="372351"/>
                      </a:cubicBezTo>
                      <a:close/>
                    </a:path>
                  </a:pathLst>
                </a:custGeom>
                <a:solidFill>
                  <a:srgbClr val="6C3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9" name="Freeform: Shape 2108">
                  <a:extLst>
                    <a:ext uri="{FF2B5EF4-FFF2-40B4-BE49-F238E27FC236}">
                      <a16:creationId xmlns:a16="http://schemas.microsoft.com/office/drawing/2014/main" id="{7BC59B4A-D2E8-FF29-D6A2-E37E3C79632F}"/>
                    </a:ext>
                  </a:extLst>
                </p:cNvPr>
                <p:cNvSpPr/>
                <p:nvPr/>
              </p:nvSpPr>
              <p:spPr>
                <a:xfrm>
                  <a:off x="11608058" y="2281480"/>
                  <a:ext cx="56173" cy="48475"/>
                </a:xfrm>
                <a:custGeom>
                  <a:avLst/>
                  <a:gdLst>
                    <a:gd name="connsiteX0" fmla="*/ 2632 w 312228"/>
                    <a:gd name="connsiteY0" fmla="*/ 261717 h 261746"/>
                    <a:gd name="connsiteX1" fmla="*/ 60 w 312228"/>
                    <a:gd name="connsiteY1" fmla="*/ 259908 h 261746"/>
                    <a:gd name="connsiteX2" fmla="*/ 1774 w 312228"/>
                    <a:gd name="connsiteY2" fmla="*/ 257145 h 261746"/>
                    <a:gd name="connsiteX3" fmla="*/ 103787 w 312228"/>
                    <a:gd name="connsiteY3" fmla="*/ 144465 h 261746"/>
                    <a:gd name="connsiteX4" fmla="*/ 104168 w 312228"/>
                    <a:gd name="connsiteY4" fmla="*/ 140464 h 261746"/>
                    <a:gd name="connsiteX5" fmla="*/ 84356 w 312228"/>
                    <a:gd name="connsiteY5" fmla="*/ 139131 h 261746"/>
                    <a:gd name="connsiteX6" fmla="*/ 62830 w 312228"/>
                    <a:gd name="connsiteY6" fmla="*/ 116175 h 261746"/>
                    <a:gd name="connsiteX7" fmla="*/ 70640 w 312228"/>
                    <a:gd name="connsiteY7" fmla="*/ 102745 h 261746"/>
                    <a:gd name="connsiteX8" fmla="*/ 97882 w 312228"/>
                    <a:gd name="connsiteY8" fmla="*/ 105317 h 261746"/>
                    <a:gd name="connsiteX9" fmla="*/ 108931 w 312228"/>
                    <a:gd name="connsiteY9" fmla="*/ 135702 h 261746"/>
                    <a:gd name="connsiteX10" fmla="*/ 215706 w 312228"/>
                    <a:gd name="connsiteY10" fmla="*/ 86267 h 261746"/>
                    <a:gd name="connsiteX11" fmla="*/ 199228 w 312228"/>
                    <a:gd name="connsiteY11" fmla="*/ 77599 h 261746"/>
                    <a:gd name="connsiteX12" fmla="*/ 178178 w 312228"/>
                    <a:gd name="connsiteY12" fmla="*/ 42738 h 261746"/>
                    <a:gd name="connsiteX13" fmla="*/ 203323 w 312228"/>
                    <a:gd name="connsiteY13" fmla="*/ 12543 h 261746"/>
                    <a:gd name="connsiteX14" fmla="*/ 232184 w 312228"/>
                    <a:gd name="connsiteY14" fmla="*/ 36261 h 261746"/>
                    <a:gd name="connsiteX15" fmla="*/ 231803 w 312228"/>
                    <a:gd name="connsiteY15" fmla="*/ 75123 h 261746"/>
                    <a:gd name="connsiteX16" fmla="*/ 224279 w 312228"/>
                    <a:gd name="connsiteY16" fmla="*/ 84076 h 261746"/>
                    <a:gd name="connsiteX17" fmla="*/ 278762 w 312228"/>
                    <a:gd name="connsiteY17" fmla="*/ 74837 h 261746"/>
                    <a:gd name="connsiteX18" fmla="*/ 305717 w 312228"/>
                    <a:gd name="connsiteY18" fmla="*/ 2828 h 261746"/>
                    <a:gd name="connsiteX19" fmla="*/ 307337 w 312228"/>
                    <a:gd name="connsiteY19" fmla="*/ 66 h 261746"/>
                    <a:gd name="connsiteX20" fmla="*/ 310099 w 312228"/>
                    <a:gd name="connsiteY20" fmla="*/ 1685 h 261746"/>
                    <a:gd name="connsiteX21" fmla="*/ 281333 w 312228"/>
                    <a:gd name="connsiteY21" fmla="*/ 78647 h 261746"/>
                    <a:gd name="connsiteX22" fmla="*/ 220564 w 312228"/>
                    <a:gd name="connsiteY22" fmla="*/ 87886 h 261746"/>
                    <a:gd name="connsiteX23" fmla="*/ 108740 w 312228"/>
                    <a:gd name="connsiteY23" fmla="*/ 140178 h 261746"/>
                    <a:gd name="connsiteX24" fmla="*/ 108264 w 312228"/>
                    <a:gd name="connsiteY24" fmla="*/ 145036 h 261746"/>
                    <a:gd name="connsiteX25" fmla="*/ 2632 w 312228"/>
                    <a:gd name="connsiteY25" fmla="*/ 261717 h 261746"/>
                    <a:gd name="connsiteX26" fmla="*/ 2537 w 312228"/>
                    <a:gd name="connsiteY26" fmla="*/ 261717 h 261746"/>
                    <a:gd name="connsiteX27" fmla="*/ 78832 w 312228"/>
                    <a:gd name="connsiteY27" fmla="*/ 104841 h 261746"/>
                    <a:gd name="connsiteX28" fmla="*/ 72736 w 312228"/>
                    <a:gd name="connsiteY28" fmla="*/ 106746 h 261746"/>
                    <a:gd name="connsiteX29" fmla="*/ 67402 w 312228"/>
                    <a:gd name="connsiteY29" fmla="*/ 115604 h 261746"/>
                    <a:gd name="connsiteX30" fmla="*/ 85499 w 312228"/>
                    <a:gd name="connsiteY30" fmla="*/ 134749 h 261746"/>
                    <a:gd name="connsiteX31" fmla="*/ 104359 w 312228"/>
                    <a:gd name="connsiteY31" fmla="*/ 136083 h 261746"/>
                    <a:gd name="connsiteX32" fmla="*/ 94834 w 312228"/>
                    <a:gd name="connsiteY32" fmla="*/ 108746 h 261746"/>
                    <a:gd name="connsiteX33" fmla="*/ 78832 w 312228"/>
                    <a:gd name="connsiteY33" fmla="*/ 104936 h 261746"/>
                    <a:gd name="connsiteX34" fmla="*/ 201609 w 312228"/>
                    <a:gd name="connsiteY34" fmla="*/ 17211 h 261746"/>
                    <a:gd name="connsiteX35" fmla="*/ 182749 w 312228"/>
                    <a:gd name="connsiteY35" fmla="*/ 42547 h 261746"/>
                    <a:gd name="connsiteX36" fmla="*/ 201895 w 312228"/>
                    <a:gd name="connsiteY36" fmla="*/ 73884 h 261746"/>
                    <a:gd name="connsiteX37" fmla="*/ 219325 w 312228"/>
                    <a:gd name="connsiteY37" fmla="*/ 82743 h 261746"/>
                    <a:gd name="connsiteX38" fmla="*/ 228089 w 312228"/>
                    <a:gd name="connsiteY38" fmla="*/ 72551 h 261746"/>
                    <a:gd name="connsiteX39" fmla="*/ 227803 w 312228"/>
                    <a:gd name="connsiteY39" fmla="*/ 37594 h 261746"/>
                    <a:gd name="connsiteX40" fmla="*/ 203514 w 312228"/>
                    <a:gd name="connsiteY40" fmla="*/ 17115 h 261746"/>
                    <a:gd name="connsiteX41" fmla="*/ 201514 w 312228"/>
                    <a:gd name="connsiteY41" fmla="*/ 17306 h 261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312228" h="261746">
                      <a:moveTo>
                        <a:pt x="2632" y="261717"/>
                      </a:moveTo>
                      <a:cubicBezTo>
                        <a:pt x="1489" y="261908"/>
                        <a:pt x="346" y="261146"/>
                        <a:pt x="60" y="259908"/>
                      </a:cubicBezTo>
                      <a:cubicBezTo>
                        <a:pt x="-226" y="258669"/>
                        <a:pt x="536" y="257431"/>
                        <a:pt x="1774" y="257145"/>
                      </a:cubicBezTo>
                      <a:cubicBezTo>
                        <a:pt x="54733" y="245620"/>
                        <a:pt x="97596" y="198186"/>
                        <a:pt x="103787" y="144465"/>
                      </a:cubicBezTo>
                      <a:cubicBezTo>
                        <a:pt x="103978" y="143226"/>
                        <a:pt x="104073" y="141893"/>
                        <a:pt x="104168" y="140464"/>
                      </a:cubicBezTo>
                      <a:cubicBezTo>
                        <a:pt x="96739" y="140940"/>
                        <a:pt x="90071" y="140464"/>
                        <a:pt x="84356" y="139131"/>
                      </a:cubicBezTo>
                      <a:cubicBezTo>
                        <a:pt x="71783" y="135892"/>
                        <a:pt x="64258" y="127986"/>
                        <a:pt x="62830" y="116175"/>
                      </a:cubicBezTo>
                      <a:cubicBezTo>
                        <a:pt x="62163" y="110556"/>
                        <a:pt x="64925" y="105698"/>
                        <a:pt x="70640" y="102745"/>
                      </a:cubicBezTo>
                      <a:cubicBezTo>
                        <a:pt x="78070" y="98840"/>
                        <a:pt x="90547" y="98745"/>
                        <a:pt x="97882" y="105317"/>
                      </a:cubicBezTo>
                      <a:cubicBezTo>
                        <a:pt x="105216" y="111889"/>
                        <a:pt x="108931" y="122271"/>
                        <a:pt x="108931" y="135702"/>
                      </a:cubicBezTo>
                      <a:cubicBezTo>
                        <a:pt x="142935" y="131987"/>
                        <a:pt x="189227" y="110841"/>
                        <a:pt x="215706" y="86267"/>
                      </a:cubicBezTo>
                      <a:cubicBezTo>
                        <a:pt x="209896" y="84171"/>
                        <a:pt x="204276" y="81219"/>
                        <a:pt x="199228" y="77599"/>
                      </a:cubicBezTo>
                      <a:cubicBezTo>
                        <a:pt x="186274" y="68265"/>
                        <a:pt x="178654" y="55596"/>
                        <a:pt x="178178" y="42738"/>
                      </a:cubicBezTo>
                      <a:cubicBezTo>
                        <a:pt x="177701" y="28926"/>
                        <a:pt x="187798" y="13115"/>
                        <a:pt x="203323" y="12543"/>
                      </a:cubicBezTo>
                      <a:cubicBezTo>
                        <a:pt x="217421" y="11972"/>
                        <a:pt x="228470" y="24069"/>
                        <a:pt x="232184" y="36261"/>
                      </a:cubicBezTo>
                      <a:cubicBezTo>
                        <a:pt x="236375" y="50262"/>
                        <a:pt x="239328" y="64740"/>
                        <a:pt x="231803" y="75123"/>
                      </a:cubicBezTo>
                      <a:cubicBezTo>
                        <a:pt x="229613" y="78171"/>
                        <a:pt x="227136" y="81123"/>
                        <a:pt x="224279" y="84076"/>
                      </a:cubicBezTo>
                      <a:cubicBezTo>
                        <a:pt x="242662" y="88553"/>
                        <a:pt x="263140" y="85505"/>
                        <a:pt x="278762" y="74837"/>
                      </a:cubicBezTo>
                      <a:cubicBezTo>
                        <a:pt x="301240" y="59502"/>
                        <a:pt x="312575" y="29117"/>
                        <a:pt x="305717" y="2828"/>
                      </a:cubicBezTo>
                      <a:cubicBezTo>
                        <a:pt x="305431" y="1590"/>
                        <a:pt x="306098" y="351"/>
                        <a:pt x="307337" y="66"/>
                      </a:cubicBezTo>
                      <a:cubicBezTo>
                        <a:pt x="308480" y="-220"/>
                        <a:pt x="309813" y="447"/>
                        <a:pt x="310099" y="1685"/>
                      </a:cubicBezTo>
                      <a:cubicBezTo>
                        <a:pt x="317433" y="29879"/>
                        <a:pt x="305336" y="62264"/>
                        <a:pt x="281333" y="78647"/>
                      </a:cubicBezTo>
                      <a:cubicBezTo>
                        <a:pt x="263903" y="90553"/>
                        <a:pt x="240852" y="93601"/>
                        <a:pt x="220564" y="87886"/>
                      </a:cubicBezTo>
                      <a:cubicBezTo>
                        <a:pt x="193513" y="113794"/>
                        <a:pt x="144554" y="136368"/>
                        <a:pt x="108740" y="140178"/>
                      </a:cubicBezTo>
                      <a:cubicBezTo>
                        <a:pt x="108740" y="141798"/>
                        <a:pt x="108550" y="143417"/>
                        <a:pt x="108264" y="145036"/>
                      </a:cubicBezTo>
                      <a:cubicBezTo>
                        <a:pt x="101882" y="200757"/>
                        <a:pt x="57400" y="249811"/>
                        <a:pt x="2632" y="261717"/>
                      </a:cubicBezTo>
                      <a:cubicBezTo>
                        <a:pt x="2632" y="261717"/>
                        <a:pt x="2537" y="261717"/>
                        <a:pt x="2537" y="261717"/>
                      </a:cubicBezTo>
                      <a:close/>
                      <a:moveTo>
                        <a:pt x="78832" y="104841"/>
                      </a:moveTo>
                      <a:cubicBezTo>
                        <a:pt x="76641" y="105222"/>
                        <a:pt x="74546" y="105793"/>
                        <a:pt x="72736" y="106746"/>
                      </a:cubicBezTo>
                      <a:cubicBezTo>
                        <a:pt x="69973" y="108174"/>
                        <a:pt x="66830" y="110937"/>
                        <a:pt x="67402" y="115604"/>
                      </a:cubicBezTo>
                      <a:cubicBezTo>
                        <a:pt x="68640" y="125605"/>
                        <a:pt x="74736" y="131987"/>
                        <a:pt x="85499" y="134749"/>
                      </a:cubicBezTo>
                      <a:cubicBezTo>
                        <a:pt x="90929" y="136083"/>
                        <a:pt x="97310" y="136559"/>
                        <a:pt x="104359" y="136083"/>
                      </a:cubicBezTo>
                      <a:cubicBezTo>
                        <a:pt x="104359" y="126272"/>
                        <a:pt x="102358" y="115509"/>
                        <a:pt x="94834" y="108746"/>
                      </a:cubicBezTo>
                      <a:cubicBezTo>
                        <a:pt x="90738" y="105126"/>
                        <a:pt x="84356" y="104079"/>
                        <a:pt x="78832" y="104936"/>
                      </a:cubicBezTo>
                      <a:close/>
                      <a:moveTo>
                        <a:pt x="201609" y="17211"/>
                      </a:moveTo>
                      <a:cubicBezTo>
                        <a:pt x="190274" y="18925"/>
                        <a:pt x="182369" y="31498"/>
                        <a:pt x="182749" y="42547"/>
                      </a:cubicBezTo>
                      <a:cubicBezTo>
                        <a:pt x="183131" y="53977"/>
                        <a:pt x="190179" y="65312"/>
                        <a:pt x="201895" y="73884"/>
                      </a:cubicBezTo>
                      <a:cubicBezTo>
                        <a:pt x="207229" y="77694"/>
                        <a:pt x="213134" y="80647"/>
                        <a:pt x="219325" y="82743"/>
                      </a:cubicBezTo>
                      <a:cubicBezTo>
                        <a:pt x="222659" y="79409"/>
                        <a:pt x="225612" y="75980"/>
                        <a:pt x="228089" y="72551"/>
                      </a:cubicBezTo>
                      <a:cubicBezTo>
                        <a:pt x="234375" y="63693"/>
                        <a:pt x="231708" y="50548"/>
                        <a:pt x="227803" y="37594"/>
                      </a:cubicBezTo>
                      <a:cubicBezTo>
                        <a:pt x="224660" y="27307"/>
                        <a:pt x="215135" y="16639"/>
                        <a:pt x="203514" y="17115"/>
                      </a:cubicBezTo>
                      <a:cubicBezTo>
                        <a:pt x="202847" y="17115"/>
                        <a:pt x="202181" y="17115"/>
                        <a:pt x="201514" y="17306"/>
                      </a:cubicBezTo>
                      <a:close/>
                    </a:path>
                  </a:pathLst>
                </a:custGeom>
                <a:solidFill>
                  <a:srgbClr val="99564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0" name="Freeform: Shape 2109">
                  <a:extLst>
                    <a:ext uri="{FF2B5EF4-FFF2-40B4-BE49-F238E27FC236}">
                      <a16:creationId xmlns:a16="http://schemas.microsoft.com/office/drawing/2014/main" id="{A212928B-5C18-B56D-C7BE-D1BBC021553E}"/>
                    </a:ext>
                  </a:extLst>
                </p:cNvPr>
                <p:cNvSpPr/>
                <p:nvPr/>
              </p:nvSpPr>
              <p:spPr>
                <a:xfrm>
                  <a:off x="11687398" y="2262529"/>
                  <a:ext cx="66951" cy="32826"/>
                </a:xfrm>
                <a:custGeom>
                  <a:avLst/>
                  <a:gdLst>
                    <a:gd name="connsiteX0" fmla="*/ 181999 w 372135"/>
                    <a:gd name="connsiteY0" fmla="*/ 175927 h 177246"/>
                    <a:gd name="connsiteX1" fmla="*/ 160759 w 372135"/>
                    <a:gd name="connsiteY1" fmla="*/ 177165 h 177246"/>
                    <a:gd name="connsiteX2" fmla="*/ 105133 w 372135"/>
                    <a:gd name="connsiteY2" fmla="*/ 150876 h 177246"/>
                    <a:gd name="connsiteX3" fmla="*/ 263 w 372135"/>
                    <a:gd name="connsiteY3" fmla="*/ 85249 h 177246"/>
                    <a:gd name="connsiteX4" fmla="*/ 1215 w 372135"/>
                    <a:gd name="connsiteY4" fmla="*/ 82201 h 177246"/>
                    <a:gd name="connsiteX5" fmla="*/ 4263 w 372135"/>
                    <a:gd name="connsiteY5" fmla="*/ 83153 h 177246"/>
                    <a:gd name="connsiteX6" fmla="*/ 101704 w 372135"/>
                    <a:gd name="connsiteY6" fmla="*/ 146209 h 177246"/>
                    <a:gd name="connsiteX7" fmla="*/ 110943 w 372135"/>
                    <a:gd name="connsiteY7" fmla="*/ 83153 h 177246"/>
                    <a:gd name="connsiteX8" fmla="*/ 147043 w 372135"/>
                    <a:gd name="connsiteY8" fmla="*/ 79534 h 177246"/>
                    <a:gd name="connsiteX9" fmla="*/ 167617 w 372135"/>
                    <a:gd name="connsiteY9" fmla="*/ 102680 h 177246"/>
                    <a:gd name="connsiteX10" fmla="*/ 149900 w 372135"/>
                    <a:gd name="connsiteY10" fmla="*/ 140589 h 177246"/>
                    <a:gd name="connsiteX11" fmla="*/ 111133 w 372135"/>
                    <a:gd name="connsiteY11" fmla="*/ 151067 h 177246"/>
                    <a:gd name="connsiteX12" fmla="*/ 160949 w 372135"/>
                    <a:gd name="connsiteY12" fmla="*/ 172688 h 177246"/>
                    <a:gd name="connsiteX13" fmla="*/ 224672 w 372135"/>
                    <a:gd name="connsiteY13" fmla="*/ 158210 h 177246"/>
                    <a:gd name="connsiteX14" fmla="*/ 255818 w 372135"/>
                    <a:gd name="connsiteY14" fmla="*/ 140589 h 177246"/>
                    <a:gd name="connsiteX15" fmla="*/ 241245 w 372135"/>
                    <a:gd name="connsiteY15" fmla="*/ 131064 h 177246"/>
                    <a:gd name="connsiteX16" fmla="*/ 224195 w 372135"/>
                    <a:gd name="connsiteY16" fmla="*/ 99441 h 177246"/>
                    <a:gd name="connsiteX17" fmla="*/ 230482 w 372135"/>
                    <a:gd name="connsiteY17" fmla="*/ 80867 h 177246"/>
                    <a:gd name="connsiteX18" fmla="*/ 251437 w 372135"/>
                    <a:gd name="connsiteY18" fmla="*/ 74009 h 177246"/>
                    <a:gd name="connsiteX19" fmla="*/ 274297 w 372135"/>
                    <a:gd name="connsiteY19" fmla="*/ 89059 h 177246"/>
                    <a:gd name="connsiteX20" fmla="*/ 266867 w 372135"/>
                    <a:gd name="connsiteY20" fmla="*/ 136017 h 177246"/>
                    <a:gd name="connsiteX21" fmla="*/ 264010 w 372135"/>
                    <a:gd name="connsiteY21" fmla="*/ 139256 h 177246"/>
                    <a:gd name="connsiteX22" fmla="*/ 302586 w 372135"/>
                    <a:gd name="connsiteY22" fmla="*/ 143542 h 177246"/>
                    <a:gd name="connsiteX23" fmla="*/ 355069 w 372135"/>
                    <a:gd name="connsiteY23" fmla="*/ 113443 h 177246"/>
                    <a:gd name="connsiteX24" fmla="*/ 365546 w 372135"/>
                    <a:gd name="connsiteY24" fmla="*/ 53816 h 177246"/>
                    <a:gd name="connsiteX25" fmla="*/ 330780 w 372135"/>
                    <a:gd name="connsiteY25" fmla="*/ 4286 h 177246"/>
                    <a:gd name="connsiteX26" fmla="*/ 329923 w 372135"/>
                    <a:gd name="connsiteY26" fmla="*/ 1143 h 177246"/>
                    <a:gd name="connsiteX27" fmla="*/ 333066 w 372135"/>
                    <a:gd name="connsiteY27" fmla="*/ 286 h 177246"/>
                    <a:gd name="connsiteX28" fmla="*/ 370023 w 372135"/>
                    <a:gd name="connsiteY28" fmla="*/ 52768 h 177246"/>
                    <a:gd name="connsiteX29" fmla="*/ 358783 w 372135"/>
                    <a:gd name="connsiteY29" fmla="*/ 116014 h 177246"/>
                    <a:gd name="connsiteX30" fmla="*/ 303157 w 372135"/>
                    <a:gd name="connsiteY30" fmla="*/ 148114 h 177246"/>
                    <a:gd name="connsiteX31" fmla="*/ 260390 w 372135"/>
                    <a:gd name="connsiteY31" fmla="*/ 142780 h 177246"/>
                    <a:gd name="connsiteX32" fmla="*/ 226386 w 372135"/>
                    <a:gd name="connsiteY32" fmla="*/ 162497 h 177246"/>
                    <a:gd name="connsiteX33" fmla="*/ 181904 w 372135"/>
                    <a:gd name="connsiteY33" fmla="*/ 176022 h 177246"/>
                    <a:gd name="connsiteX34" fmla="*/ 244388 w 372135"/>
                    <a:gd name="connsiteY34" fmla="*/ 78581 h 177246"/>
                    <a:gd name="connsiteX35" fmla="*/ 233815 w 372135"/>
                    <a:gd name="connsiteY35" fmla="*/ 84010 h 177246"/>
                    <a:gd name="connsiteX36" fmla="*/ 228767 w 372135"/>
                    <a:gd name="connsiteY36" fmla="*/ 99251 h 177246"/>
                    <a:gd name="connsiteX37" fmla="*/ 244198 w 372135"/>
                    <a:gd name="connsiteY37" fmla="*/ 127635 h 177246"/>
                    <a:gd name="connsiteX38" fmla="*/ 259533 w 372135"/>
                    <a:gd name="connsiteY38" fmla="*/ 137351 h 177246"/>
                    <a:gd name="connsiteX39" fmla="*/ 263438 w 372135"/>
                    <a:gd name="connsiteY39" fmla="*/ 133064 h 177246"/>
                    <a:gd name="connsiteX40" fmla="*/ 270296 w 372135"/>
                    <a:gd name="connsiteY40" fmla="*/ 91249 h 177246"/>
                    <a:gd name="connsiteX41" fmla="*/ 250865 w 372135"/>
                    <a:gd name="connsiteY41" fmla="*/ 78581 h 177246"/>
                    <a:gd name="connsiteX42" fmla="*/ 244388 w 372135"/>
                    <a:gd name="connsiteY42" fmla="*/ 78581 h 177246"/>
                    <a:gd name="connsiteX43" fmla="*/ 107419 w 372135"/>
                    <a:gd name="connsiteY43" fmla="*/ 146399 h 177246"/>
                    <a:gd name="connsiteX44" fmla="*/ 108848 w 372135"/>
                    <a:gd name="connsiteY44" fmla="*/ 146399 h 177246"/>
                    <a:gd name="connsiteX45" fmla="*/ 147329 w 372135"/>
                    <a:gd name="connsiteY45" fmla="*/ 136684 h 177246"/>
                    <a:gd name="connsiteX46" fmla="*/ 163140 w 372135"/>
                    <a:gd name="connsiteY46" fmla="*/ 103346 h 177246"/>
                    <a:gd name="connsiteX47" fmla="*/ 145424 w 372135"/>
                    <a:gd name="connsiteY47" fmla="*/ 83630 h 177246"/>
                    <a:gd name="connsiteX48" fmla="*/ 113705 w 372135"/>
                    <a:gd name="connsiteY48" fmla="*/ 86678 h 177246"/>
                    <a:gd name="connsiteX49" fmla="*/ 105704 w 372135"/>
                    <a:gd name="connsiteY49" fmla="*/ 143827 h 177246"/>
                    <a:gd name="connsiteX50" fmla="*/ 107419 w 372135"/>
                    <a:gd name="connsiteY50" fmla="*/ 146304 h 17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372135" h="177246">
                      <a:moveTo>
                        <a:pt x="181999" y="175927"/>
                      </a:moveTo>
                      <a:cubicBezTo>
                        <a:pt x="175046" y="176975"/>
                        <a:pt x="167998" y="177451"/>
                        <a:pt x="160759" y="177165"/>
                      </a:cubicBezTo>
                      <a:cubicBezTo>
                        <a:pt x="137899" y="176213"/>
                        <a:pt x="117134" y="166306"/>
                        <a:pt x="105133" y="150876"/>
                      </a:cubicBezTo>
                      <a:cubicBezTo>
                        <a:pt x="62365" y="148971"/>
                        <a:pt x="20551" y="122968"/>
                        <a:pt x="263" y="85249"/>
                      </a:cubicBezTo>
                      <a:cubicBezTo>
                        <a:pt x="-309" y="84106"/>
                        <a:pt x="72" y="82772"/>
                        <a:pt x="1215" y="82201"/>
                      </a:cubicBezTo>
                      <a:cubicBezTo>
                        <a:pt x="2263" y="81629"/>
                        <a:pt x="3691" y="82010"/>
                        <a:pt x="4263" y="83153"/>
                      </a:cubicBezTo>
                      <a:cubicBezTo>
                        <a:pt x="23218" y="118396"/>
                        <a:pt x="61794" y="143065"/>
                        <a:pt x="101704" y="146209"/>
                      </a:cubicBezTo>
                      <a:cubicBezTo>
                        <a:pt x="88750" y="125254"/>
                        <a:pt x="92941" y="96488"/>
                        <a:pt x="110943" y="83153"/>
                      </a:cubicBezTo>
                      <a:cubicBezTo>
                        <a:pt x="120658" y="75914"/>
                        <a:pt x="134565" y="74581"/>
                        <a:pt x="147043" y="79534"/>
                      </a:cubicBezTo>
                      <a:cubicBezTo>
                        <a:pt x="158187" y="83915"/>
                        <a:pt x="165712" y="92393"/>
                        <a:pt x="167617" y="102680"/>
                      </a:cubicBezTo>
                      <a:cubicBezTo>
                        <a:pt x="170189" y="116396"/>
                        <a:pt x="163045" y="131635"/>
                        <a:pt x="149900" y="140589"/>
                      </a:cubicBezTo>
                      <a:cubicBezTo>
                        <a:pt x="139899" y="147447"/>
                        <a:pt x="126850" y="150971"/>
                        <a:pt x="111133" y="151067"/>
                      </a:cubicBezTo>
                      <a:cubicBezTo>
                        <a:pt x="122659" y="163735"/>
                        <a:pt x="140852" y="171831"/>
                        <a:pt x="160949" y="172688"/>
                      </a:cubicBezTo>
                      <a:cubicBezTo>
                        <a:pt x="184666" y="173641"/>
                        <a:pt x="207431" y="165544"/>
                        <a:pt x="224672" y="158210"/>
                      </a:cubicBezTo>
                      <a:cubicBezTo>
                        <a:pt x="235625" y="153638"/>
                        <a:pt x="246674" y="148304"/>
                        <a:pt x="255818" y="140589"/>
                      </a:cubicBezTo>
                      <a:cubicBezTo>
                        <a:pt x="250580" y="138017"/>
                        <a:pt x="245627" y="134779"/>
                        <a:pt x="241245" y="131064"/>
                      </a:cubicBezTo>
                      <a:cubicBezTo>
                        <a:pt x="231530" y="122872"/>
                        <a:pt x="224862" y="110490"/>
                        <a:pt x="224195" y="99441"/>
                      </a:cubicBezTo>
                      <a:cubicBezTo>
                        <a:pt x="223719" y="92202"/>
                        <a:pt x="225910" y="85725"/>
                        <a:pt x="230482" y="80867"/>
                      </a:cubicBezTo>
                      <a:cubicBezTo>
                        <a:pt x="235530" y="75438"/>
                        <a:pt x="243150" y="72962"/>
                        <a:pt x="251437" y="74009"/>
                      </a:cubicBezTo>
                      <a:cubicBezTo>
                        <a:pt x="261248" y="75247"/>
                        <a:pt x="270011" y="80962"/>
                        <a:pt x="274297" y="89059"/>
                      </a:cubicBezTo>
                      <a:cubicBezTo>
                        <a:pt x="282869" y="104965"/>
                        <a:pt x="276773" y="124111"/>
                        <a:pt x="266867" y="136017"/>
                      </a:cubicBezTo>
                      <a:cubicBezTo>
                        <a:pt x="265915" y="137160"/>
                        <a:pt x="264962" y="138208"/>
                        <a:pt x="264010" y="139256"/>
                      </a:cubicBezTo>
                      <a:cubicBezTo>
                        <a:pt x="275821" y="143732"/>
                        <a:pt x="289061" y="145256"/>
                        <a:pt x="302586" y="143542"/>
                      </a:cubicBezTo>
                      <a:cubicBezTo>
                        <a:pt x="324303" y="140684"/>
                        <a:pt x="343639" y="129731"/>
                        <a:pt x="355069" y="113443"/>
                      </a:cubicBezTo>
                      <a:cubicBezTo>
                        <a:pt x="366499" y="97060"/>
                        <a:pt x="370404" y="75343"/>
                        <a:pt x="365546" y="53816"/>
                      </a:cubicBezTo>
                      <a:cubicBezTo>
                        <a:pt x="360784" y="32290"/>
                        <a:pt x="348116" y="14192"/>
                        <a:pt x="330780" y="4286"/>
                      </a:cubicBezTo>
                      <a:cubicBezTo>
                        <a:pt x="329732" y="3620"/>
                        <a:pt x="329351" y="2286"/>
                        <a:pt x="329923" y="1143"/>
                      </a:cubicBezTo>
                      <a:cubicBezTo>
                        <a:pt x="330494" y="0"/>
                        <a:pt x="331923" y="-286"/>
                        <a:pt x="333066" y="286"/>
                      </a:cubicBezTo>
                      <a:cubicBezTo>
                        <a:pt x="351449" y="10858"/>
                        <a:pt x="364975" y="30004"/>
                        <a:pt x="370023" y="52768"/>
                      </a:cubicBezTo>
                      <a:cubicBezTo>
                        <a:pt x="375071" y="75629"/>
                        <a:pt x="370975" y="98679"/>
                        <a:pt x="358783" y="116014"/>
                      </a:cubicBezTo>
                      <a:cubicBezTo>
                        <a:pt x="346591" y="133445"/>
                        <a:pt x="326208" y="145066"/>
                        <a:pt x="303157" y="148114"/>
                      </a:cubicBezTo>
                      <a:cubicBezTo>
                        <a:pt x="288108" y="150019"/>
                        <a:pt x="273344" y="148114"/>
                        <a:pt x="260390" y="142780"/>
                      </a:cubicBezTo>
                      <a:cubicBezTo>
                        <a:pt x="250580" y="151638"/>
                        <a:pt x="238388" y="157543"/>
                        <a:pt x="226386" y="162497"/>
                      </a:cubicBezTo>
                      <a:cubicBezTo>
                        <a:pt x="213908" y="167735"/>
                        <a:pt x="198573" y="173450"/>
                        <a:pt x="181904" y="176022"/>
                      </a:cubicBezTo>
                      <a:close/>
                      <a:moveTo>
                        <a:pt x="244388" y="78581"/>
                      </a:moveTo>
                      <a:cubicBezTo>
                        <a:pt x="240197" y="79248"/>
                        <a:pt x="236482" y="81058"/>
                        <a:pt x="233815" y="84010"/>
                      </a:cubicBezTo>
                      <a:cubicBezTo>
                        <a:pt x="230101" y="88011"/>
                        <a:pt x="228386" y="93155"/>
                        <a:pt x="228767" y="99251"/>
                      </a:cubicBezTo>
                      <a:cubicBezTo>
                        <a:pt x="229339" y="109061"/>
                        <a:pt x="235435" y="120206"/>
                        <a:pt x="244198" y="127635"/>
                      </a:cubicBezTo>
                      <a:cubicBezTo>
                        <a:pt x="248770" y="131540"/>
                        <a:pt x="253913" y="134779"/>
                        <a:pt x="259533" y="137351"/>
                      </a:cubicBezTo>
                      <a:cubicBezTo>
                        <a:pt x="260866" y="136017"/>
                        <a:pt x="262200" y="134588"/>
                        <a:pt x="263438" y="133064"/>
                      </a:cubicBezTo>
                      <a:cubicBezTo>
                        <a:pt x="272011" y="122682"/>
                        <a:pt x="277916" y="105156"/>
                        <a:pt x="270296" y="91249"/>
                      </a:cubicBezTo>
                      <a:cubicBezTo>
                        <a:pt x="266677" y="84582"/>
                        <a:pt x="259057" y="79629"/>
                        <a:pt x="250865" y="78581"/>
                      </a:cubicBezTo>
                      <a:cubicBezTo>
                        <a:pt x="248579" y="78295"/>
                        <a:pt x="246484" y="78295"/>
                        <a:pt x="244388" y="78581"/>
                      </a:cubicBezTo>
                      <a:close/>
                      <a:moveTo>
                        <a:pt x="107419" y="146399"/>
                      </a:moveTo>
                      <a:cubicBezTo>
                        <a:pt x="107895" y="146399"/>
                        <a:pt x="108371" y="146399"/>
                        <a:pt x="108848" y="146399"/>
                      </a:cubicBezTo>
                      <a:cubicBezTo>
                        <a:pt x="124659" y="146590"/>
                        <a:pt x="137613" y="143351"/>
                        <a:pt x="147329" y="136684"/>
                      </a:cubicBezTo>
                      <a:cubicBezTo>
                        <a:pt x="159044" y="128683"/>
                        <a:pt x="165331" y="115252"/>
                        <a:pt x="163140" y="103346"/>
                      </a:cubicBezTo>
                      <a:cubicBezTo>
                        <a:pt x="161521" y="94583"/>
                        <a:pt x="155044" y="87439"/>
                        <a:pt x="145424" y="83630"/>
                      </a:cubicBezTo>
                      <a:cubicBezTo>
                        <a:pt x="134470" y="79343"/>
                        <a:pt x="122087" y="80486"/>
                        <a:pt x="113705" y="86678"/>
                      </a:cubicBezTo>
                      <a:cubicBezTo>
                        <a:pt x="97417" y="98679"/>
                        <a:pt x="93798" y="124873"/>
                        <a:pt x="105704" y="143827"/>
                      </a:cubicBezTo>
                      <a:cubicBezTo>
                        <a:pt x="106276" y="144685"/>
                        <a:pt x="106752" y="145542"/>
                        <a:pt x="107419" y="146304"/>
                      </a:cubicBezTo>
                      <a:close/>
                    </a:path>
                  </a:pathLst>
                </a:custGeom>
                <a:solidFill>
                  <a:srgbClr val="99564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1" name="Freeform: Shape 2110">
                  <a:extLst>
                    <a:ext uri="{FF2B5EF4-FFF2-40B4-BE49-F238E27FC236}">
                      <a16:creationId xmlns:a16="http://schemas.microsoft.com/office/drawing/2014/main" id="{C2BD433A-7AF3-AD72-6A3E-6C2B668C8D69}"/>
                    </a:ext>
                  </a:extLst>
                </p:cNvPr>
                <p:cNvSpPr/>
                <p:nvPr/>
              </p:nvSpPr>
              <p:spPr>
                <a:xfrm>
                  <a:off x="11580375" y="2288090"/>
                  <a:ext cx="193134" cy="294853"/>
                </a:xfrm>
                <a:custGeom>
                  <a:avLst/>
                  <a:gdLst>
                    <a:gd name="connsiteX0" fmla="*/ 1062519 w 1073497"/>
                    <a:gd name="connsiteY0" fmla="*/ 452342 h 1592087"/>
                    <a:gd name="connsiteX1" fmla="*/ 998226 w 1073497"/>
                    <a:gd name="connsiteY1" fmla="*/ 554927 h 1592087"/>
                    <a:gd name="connsiteX2" fmla="*/ 997082 w 1073497"/>
                    <a:gd name="connsiteY2" fmla="*/ 578453 h 1592087"/>
                    <a:gd name="connsiteX3" fmla="*/ 866590 w 1073497"/>
                    <a:gd name="connsiteY3" fmla="*/ 963835 h 1592087"/>
                    <a:gd name="connsiteX4" fmla="*/ 875448 w 1073497"/>
                    <a:gd name="connsiteY4" fmla="*/ 1323404 h 1592087"/>
                    <a:gd name="connsiteX5" fmla="*/ 673613 w 1073497"/>
                    <a:gd name="connsiteY5" fmla="*/ 1576483 h 1592087"/>
                    <a:gd name="connsiteX6" fmla="*/ 185934 w 1073497"/>
                    <a:gd name="connsiteY6" fmla="*/ 1399604 h 1592087"/>
                    <a:gd name="connsiteX7" fmla="*/ 194887 w 1073497"/>
                    <a:gd name="connsiteY7" fmla="*/ 687515 h 1592087"/>
                    <a:gd name="connsiteX8" fmla="*/ 23151 w 1073497"/>
                    <a:gd name="connsiteY8" fmla="*/ 593598 h 1592087"/>
                    <a:gd name="connsiteX9" fmla="*/ 103923 w 1073497"/>
                    <a:gd name="connsiteY9" fmla="*/ 396145 h 1592087"/>
                    <a:gd name="connsiteX10" fmla="*/ 100780 w 1073497"/>
                    <a:gd name="connsiteY10" fmla="*/ 375380 h 1592087"/>
                    <a:gd name="connsiteX11" fmla="*/ 91445 w 1073497"/>
                    <a:gd name="connsiteY11" fmla="*/ 314801 h 1592087"/>
                    <a:gd name="connsiteX12" fmla="*/ 259752 w 1073497"/>
                    <a:gd name="connsiteY12" fmla="*/ 248126 h 1592087"/>
                    <a:gd name="connsiteX13" fmla="*/ 308520 w 1073497"/>
                    <a:gd name="connsiteY13" fmla="*/ 161258 h 1592087"/>
                    <a:gd name="connsiteX14" fmla="*/ 515118 w 1073497"/>
                    <a:gd name="connsiteY14" fmla="*/ 0 h 1592087"/>
                    <a:gd name="connsiteX15" fmla="*/ 952505 w 1073497"/>
                    <a:gd name="connsiteY15" fmla="*/ 16193 h 1592087"/>
                    <a:gd name="connsiteX16" fmla="*/ 983747 w 1073497"/>
                    <a:gd name="connsiteY16" fmla="*/ 159449 h 1592087"/>
                    <a:gd name="connsiteX17" fmla="*/ 989272 w 1073497"/>
                    <a:gd name="connsiteY17" fmla="*/ 315944 h 1592087"/>
                    <a:gd name="connsiteX18" fmla="*/ 1065758 w 1073497"/>
                    <a:gd name="connsiteY18" fmla="*/ 331946 h 1592087"/>
                    <a:gd name="connsiteX19" fmla="*/ 1062519 w 1073497"/>
                    <a:gd name="connsiteY19" fmla="*/ 452533 h 1592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73497" h="1592087">
                      <a:moveTo>
                        <a:pt x="1062519" y="452342"/>
                      </a:moveTo>
                      <a:cubicBezTo>
                        <a:pt x="1051661" y="486823"/>
                        <a:pt x="1031563" y="523113"/>
                        <a:pt x="998226" y="554927"/>
                      </a:cubicBezTo>
                      <a:cubicBezTo>
                        <a:pt x="998226" y="554927"/>
                        <a:pt x="998035" y="563594"/>
                        <a:pt x="997082" y="578453"/>
                      </a:cubicBezTo>
                      <a:cubicBezTo>
                        <a:pt x="992606" y="653225"/>
                        <a:pt x="970508" y="886016"/>
                        <a:pt x="866590" y="963835"/>
                      </a:cubicBezTo>
                      <a:lnTo>
                        <a:pt x="875448" y="1323404"/>
                      </a:lnTo>
                      <a:cubicBezTo>
                        <a:pt x="875448" y="1323404"/>
                        <a:pt x="905928" y="1522286"/>
                        <a:pt x="673613" y="1576483"/>
                      </a:cubicBezTo>
                      <a:cubicBezTo>
                        <a:pt x="441299" y="1630585"/>
                        <a:pt x="301662" y="1537335"/>
                        <a:pt x="185934" y="1399604"/>
                      </a:cubicBezTo>
                      <a:lnTo>
                        <a:pt x="194887" y="687515"/>
                      </a:lnTo>
                      <a:cubicBezTo>
                        <a:pt x="194887" y="687515"/>
                        <a:pt x="77348" y="705517"/>
                        <a:pt x="23151" y="593598"/>
                      </a:cubicBezTo>
                      <a:cubicBezTo>
                        <a:pt x="-31046" y="481584"/>
                        <a:pt x="15627" y="363379"/>
                        <a:pt x="103923" y="396145"/>
                      </a:cubicBezTo>
                      <a:lnTo>
                        <a:pt x="100780" y="375380"/>
                      </a:lnTo>
                      <a:cubicBezTo>
                        <a:pt x="96113" y="344710"/>
                        <a:pt x="91445" y="314801"/>
                        <a:pt x="91445" y="314801"/>
                      </a:cubicBezTo>
                      <a:cubicBezTo>
                        <a:pt x="91445" y="314801"/>
                        <a:pt x="195363" y="303657"/>
                        <a:pt x="259752" y="248126"/>
                      </a:cubicBezTo>
                      <a:cubicBezTo>
                        <a:pt x="284803" y="226504"/>
                        <a:pt x="303853" y="198215"/>
                        <a:pt x="308520" y="161258"/>
                      </a:cubicBezTo>
                      <a:cubicBezTo>
                        <a:pt x="308520" y="161258"/>
                        <a:pt x="499782" y="141161"/>
                        <a:pt x="515118" y="0"/>
                      </a:cubicBezTo>
                      <a:cubicBezTo>
                        <a:pt x="515118" y="0"/>
                        <a:pt x="775817" y="191357"/>
                        <a:pt x="952505" y="16193"/>
                      </a:cubicBezTo>
                      <a:cubicBezTo>
                        <a:pt x="952505" y="16193"/>
                        <a:pt x="980319" y="76676"/>
                        <a:pt x="983747" y="159449"/>
                      </a:cubicBezTo>
                      <a:cubicBezTo>
                        <a:pt x="986414" y="224123"/>
                        <a:pt x="989272" y="315944"/>
                        <a:pt x="989272" y="315944"/>
                      </a:cubicBezTo>
                      <a:cubicBezTo>
                        <a:pt x="989272" y="315944"/>
                        <a:pt x="1049756" y="288131"/>
                        <a:pt x="1065758" y="331946"/>
                      </a:cubicBezTo>
                      <a:cubicBezTo>
                        <a:pt x="1075187" y="357664"/>
                        <a:pt x="1078045" y="403479"/>
                        <a:pt x="1062519" y="452533"/>
                      </a:cubicBezTo>
                      <a:close/>
                    </a:path>
                  </a:pathLst>
                </a:custGeom>
                <a:solidFill>
                  <a:srgbClr val="DAA87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2" name="Freeform: Shape 2111">
                  <a:extLst>
                    <a:ext uri="{FF2B5EF4-FFF2-40B4-BE49-F238E27FC236}">
                      <a16:creationId xmlns:a16="http://schemas.microsoft.com/office/drawing/2014/main" id="{5A534A14-B466-BF55-5730-6BBECB02AD04}"/>
                    </a:ext>
                  </a:extLst>
                </p:cNvPr>
                <p:cNvSpPr/>
                <p:nvPr/>
              </p:nvSpPr>
              <p:spPr>
                <a:xfrm>
                  <a:off x="11653309" y="2457401"/>
                  <a:ext cx="83506" cy="36939"/>
                </a:xfrm>
                <a:custGeom>
                  <a:avLst/>
                  <a:gdLst>
                    <a:gd name="connsiteX0" fmla="*/ 95 w 464153"/>
                    <a:gd name="connsiteY0" fmla="*/ 0 h 199456"/>
                    <a:gd name="connsiteX1" fmla="*/ 461105 w 464153"/>
                    <a:gd name="connsiteY1" fmla="*/ 49625 h 199456"/>
                    <a:gd name="connsiteX2" fmla="*/ 464153 w 464153"/>
                    <a:gd name="connsiteY2" fmla="*/ 173926 h 199456"/>
                    <a:gd name="connsiteX3" fmla="*/ 0 w 464153"/>
                    <a:gd name="connsiteY3" fmla="*/ 0 h 199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4153" h="199456">
                      <a:moveTo>
                        <a:pt x="95" y="0"/>
                      </a:moveTo>
                      <a:cubicBezTo>
                        <a:pt x="95" y="0"/>
                        <a:pt x="257270" y="228886"/>
                        <a:pt x="461105" y="49625"/>
                      </a:cubicBezTo>
                      <a:lnTo>
                        <a:pt x="464153" y="173926"/>
                      </a:lnTo>
                      <a:cubicBezTo>
                        <a:pt x="464153" y="173926"/>
                        <a:pt x="230791" y="297751"/>
                        <a:pt x="0" y="0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3" name="Freeform: Shape 2112">
                  <a:extLst>
                    <a:ext uri="{FF2B5EF4-FFF2-40B4-BE49-F238E27FC236}">
                      <a16:creationId xmlns:a16="http://schemas.microsoft.com/office/drawing/2014/main" id="{612FF9F3-87DA-44FF-FE23-7E08BC5ED6DA}"/>
                    </a:ext>
                  </a:extLst>
                </p:cNvPr>
                <p:cNvSpPr/>
                <p:nvPr/>
              </p:nvSpPr>
              <p:spPr>
                <a:xfrm>
                  <a:off x="11646709" y="2332451"/>
                  <a:ext cx="48458" cy="18423"/>
                </a:xfrm>
                <a:custGeom>
                  <a:avLst/>
                  <a:gdLst>
                    <a:gd name="connsiteX0" fmla="*/ 5919 w 269347"/>
                    <a:gd name="connsiteY0" fmla="*/ 67553 h 99474"/>
                    <a:gd name="connsiteX1" fmla="*/ 244902 w 269347"/>
                    <a:gd name="connsiteY1" fmla="*/ 8117 h 99474"/>
                    <a:gd name="connsiteX2" fmla="*/ 245949 w 269347"/>
                    <a:gd name="connsiteY2" fmla="*/ 65934 h 99474"/>
                    <a:gd name="connsiteX3" fmla="*/ 127554 w 269347"/>
                    <a:gd name="connsiteY3" fmla="*/ 76792 h 99474"/>
                    <a:gd name="connsiteX4" fmla="*/ 15159 w 269347"/>
                    <a:gd name="connsiteY4" fmla="*/ 99176 h 99474"/>
                    <a:gd name="connsiteX5" fmla="*/ 5919 w 269347"/>
                    <a:gd name="connsiteY5" fmla="*/ 67553 h 99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9347" h="99474">
                      <a:moveTo>
                        <a:pt x="5919" y="67553"/>
                      </a:moveTo>
                      <a:cubicBezTo>
                        <a:pt x="5919" y="67553"/>
                        <a:pt x="160320" y="-27887"/>
                        <a:pt x="244902" y="8117"/>
                      </a:cubicBezTo>
                      <a:cubicBezTo>
                        <a:pt x="287002" y="26024"/>
                        <a:pt x="266142" y="62695"/>
                        <a:pt x="245949" y="65934"/>
                      </a:cubicBezTo>
                      <a:cubicBezTo>
                        <a:pt x="225756" y="69172"/>
                        <a:pt x="159177" y="67553"/>
                        <a:pt x="127554" y="76792"/>
                      </a:cubicBezTo>
                      <a:cubicBezTo>
                        <a:pt x="95931" y="86032"/>
                        <a:pt x="23826" y="101843"/>
                        <a:pt x="15159" y="99176"/>
                      </a:cubicBezTo>
                      <a:cubicBezTo>
                        <a:pt x="6396" y="96414"/>
                        <a:pt x="-8273" y="82221"/>
                        <a:pt x="5919" y="67553"/>
                      </a:cubicBezTo>
                      <a:close/>
                    </a:path>
                  </a:pathLst>
                </a:custGeom>
                <a:solidFill>
                  <a:srgbClr val="A37E5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4" name="Freeform: Shape 2113">
                  <a:extLst>
                    <a:ext uri="{FF2B5EF4-FFF2-40B4-BE49-F238E27FC236}">
                      <a16:creationId xmlns:a16="http://schemas.microsoft.com/office/drawing/2014/main" id="{A049AE66-305F-4194-33C7-666A6F9497A9}"/>
                    </a:ext>
                  </a:extLst>
                </p:cNvPr>
                <p:cNvSpPr/>
                <p:nvPr/>
              </p:nvSpPr>
              <p:spPr>
                <a:xfrm>
                  <a:off x="11711854" y="2328819"/>
                  <a:ext cx="35857" cy="11268"/>
                </a:xfrm>
                <a:custGeom>
                  <a:avLst/>
                  <a:gdLst>
                    <a:gd name="connsiteX0" fmla="*/ 29965 w 199304"/>
                    <a:gd name="connsiteY0" fmla="*/ 60685 h 60840"/>
                    <a:gd name="connsiteX1" fmla="*/ 1867 w 199304"/>
                    <a:gd name="connsiteY1" fmla="*/ 51541 h 60840"/>
                    <a:gd name="connsiteX2" fmla="*/ 14820 w 199304"/>
                    <a:gd name="connsiteY2" fmla="*/ 21442 h 60840"/>
                    <a:gd name="connsiteX3" fmla="*/ 95688 w 199304"/>
                    <a:gd name="connsiteY3" fmla="*/ 201 h 60840"/>
                    <a:gd name="connsiteX4" fmla="*/ 177984 w 199304"/>
                    <a:gd name="connsiteY4" fmla="*/ 20775 h 60840"/>
                    <a:gd name="connsiteX5" fmla="*/ 199034 w 199304"/>
                    <a:gd name="connsiteY5" fmla="*/ 44492 h 60840"/>
                    <a:gd name="connsiteX6" fmla="*/ 170459 w 199304"/>
                    <a:gd name="connsiteY6" fmla="*/ 58684 h 60840"/>
                    <a:gd name="connsiteX7" fmla="*/ 29965 w 199304"/>
                    <a:gd name="connsiteY7" fmla="*/ 60685 h 60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9304" h="60840">
                      <a:moveTo>
                        <a:pt x="29965" y="60685"/>
                      </a:moveTo>
                      <a:cubicBezTo>
                        <a:pt x="19583" y="61256"/>
                        <a:pt x="7010" y="60685"/>
                        <a:pt x="1867" y="51541"/>
                      </a:cubicBezTo>
                      <a:cubicBezTo>
                        <a:pt x="-4039" y="41063"/>
                        <a:pt x="5105" y="28490"/>
                        <a:pt x="14820" y="21442"/>
                      </a:cubicBezTo>
                      <a:cubicBezTo>
                        <a:pt x="37871" y="4868"/>
                        <a:pt x="67303" y="-1228"/>
                        <a:pt x="95688" y="201"/>
                      </a:cubicBezTo>
                      <a:cubicBezTo>
                        <a:pt x="124072" y="1725"/>
                        <a:pt x="151600" y="10297"/>
                        <a:pt x="177984" y="20775"/>
                      </a:cubicBezTo>
                      <a:cubicBezTo>
                        <a:pt x="188652" y="25061"/>
                        <a:pt x="201320" y="33158"/>
                        <a:pt x="199034" y="44492"/>
                      </a:cubicBezTo>
                      <a:cubicBezTo>
                        <a:pt x="196843" y="55827"/>
                        <a:pt x="181984" y="58494"/>
                        <a:pt x="170459" y="58684"/>
                      </a:cubicBezTo>
                      <a:cubicBezTo>
                        <a:pt x="123310" y="59351"/>
                        <a:pt x="77114" y="57922"/>
                        <a:pt x="29965" y="60685"/>
                      </a:cubicBezTo>
                      <a:close/>
                    </a:path>
                  </a:pathLst>
                </a:custGeom>
                <a:solidFill>
                  <a:srgbClr val="A37E5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5" name="Freeform: Shape 2114">
                  <a:extLst>
                    <a:ext uri="{FF2B5EF4-FFF2-40B4-BE49-F238E27FC236}">
                      <a16:creationId xmlns:a16="http://schemas.microsoft.com/office/drawing/2014/main" id="{20DD8F4F-D4AC-D5B3-D07A-BED8FFEDEF78}"/>
                    </a:ext>
                  </a:extLst>
                </p:cNvPr>
                <p:cNvSpPr/>
                <p:nvPr/>
              </p:nvSpPr>
              <p:spPr>
                <a:xfrm>
                  <a:off x="11703746" y="2350741"/>
                  <a:ext cx="16034" cy="43684"/>
                </a:xfrm>
                <a:custGeom>
                  <a:avLst/>
                  <a:gdLst>
                    <a:gd name="connsiteX0" fmla="*/ 5307 w 89120"/>
                    <a:gd name="connsiteY0" fmla="*/ 235778 h 235873"/>
                    <a:gd name="connsiteX1" fmla="*/ 164 w 89120"/>
                    <a:gd name="connsiteY1" fmla="*/ 232444 h 235873"/>
                    <a:gd name="connsiteX2" fmla="*/ 3402 w 89120"/>
                    <a:gd name="connsiteY2" fmla="*/ 226825 h 235873"/>
                    <a:gd name="connsiteX3" fmla="*/ 78935 w 89120"/>
                    <a:gd name="connsiteY3" fmla="*/ 182438 h 235873"/>
                    <a:gd name="connsiteX4" fmla="*/ 79602 w 89120"/>
                    <a:gd name="connsiteY4" fmla="*/ 177961 h 235873"/>
                    <a:gd name="connsiteX5" fmla="*/ 26929 w 89120"/>
                    <a:gd name="connsiteY5" fmla="*/ 5273 h 235873"/>
                    <a:gd name="connsiteX6" fmla="*/ 30643 w 89120"/>
                    <a:gd name="connsiteY6" fmla="*/ 34 h 235873"/>
                    <a:gd name="connsiteX7" fmla="*/ 35882 w 89120"/>
                    <a:gd name="connsiteY7" fmla="*/ 3749 h 235873"/>
                    <a:gd name="connsiteX8" fmla="*/ 87889 w 89120"/>
                    <a:gd name="connsiteY8" fmla="*/ 174246 h 235873"/>
                    <a:gd name="connsiteX9" fmla="*/ 85508 w 89120"/>
                    <a:gd name="connsiteY9" fmla="*/ 188915 h 235873"/>
                    <a:gd name="connsiteX10" fmla="*/ 5783 w 89120"/>
                    <a:gd name="connsiteY10" fmla="*/ 235778 h 235873"/>
                    <a:gd name="connsiteX11" fmla="*/ 5307 w 89120"/>
                    <a:gd name="connsiteY11" fmla="*/ 235873 h 235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9120" h="235873">
                      <a:moveTo>
                        <a:pt x="5307" y="235778"/>
                      </a:moveTo>
                      <a:cubicBezTo>
                        <a:pt x="3021" y="236159"/>
                        <a:pt x="830" y="234730"/>
                        <a:pt x="164" y="232444"/>
                      </a:cubicBezTo>
                      <a:cubicBezTo>
                        <a:pt x="-503" y="229968"/>
                        <a:pt x="926" y="227491"/>
                        <a:pt x="3402" y="226825"/>
                      </a:cubicBezTo>
                      <a:cubicBezTo>
                        <a:pt x="32072" y="219204"/>
                        <a:pt x="58266" y="203869"/>
                        <a:pt x="78935" y="182438"/>
                      </a:cubicBezTo>
                      <a:cubicBezTo>
                        <a:pt x="80078" y="181295"/>
                        <a:pt x="80269" y="179485"/>
                        <a:pt x="79602" y="177961"/>
                      </a:cubicBezTo>
                      <a:cubicBezTo>
                        <a:pt x="54742" y="122907"/>
                        <a:pt x="36930" y="64804"/>
                        <a:pt x="26929" y="5273"/>
                      </a:cubicBezTo>
                      <a:cubicBezTo>
                        <a:pt x="26548" y="2796"/>
                        <a:pt x="28167" y="415"/>
                        <a:pt x="30643" y="34"/>
                      </a:cubicBezTo>
                      <a:cubicBezTo>
                        <a:pt x="33501" y="-251"/>
                        <a:pt x="35501" y="1273"/>
                        <a:pt x="35882" y="3749"/>
                      </a:cubicBezTo>
                      <a:cubicBezTo>
                        <a:pt x="45788" y="62518"/>
                        <a:pt x="63314" y="119859"/>
                        <a:pt x="87889" y="174246"/>
                      </a:cubicBezTo>
                      <a:cubicBezTo>
                        <a:pt x="90175" y="179295"/>
                        <a:pt x="89222" y="185010"/>
                        <a:pt x="85508" y="188915"/>
                      </a:cubicBezTo>
                      <a:cubicBezTo>
                        <a:pt x="63600" y="211585"/>
                        <a:pt x="36073" y="227777"/>
                        <a:pt x="5783" y="235778"/>
                      </a:cubicBezTo>
                      <a:cubicBezTo>
                        <a:pt x="5593" y="235778"/>
                        <a:pt x="5498" y="235778"/>
                        <a:pt x="5307" y="235873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6" name="Freeform: Shape 2115">
                  <a:extLst>
                    <a:ext uri="{FF2B5EF4-FFF2-40B4-BE49-F238E27FC236}">
                      <a16:creationId xmlns:a16="http://schemas.microsoft.com/office/drawing/2014/main" id="{76CD5152-B82C-C571-F2C4-6EC5A937C8EB}"/>
                    </a:ext>
                  </a:extLst>
                </p:cNvPr>
                <p:cNvSpPr/>
                <p:nvPr/>
              </p:nvSpPr>
              <p:spPr>
                <a:xfrm>
                  <a:off x="11596587" y="2333990"/>
                  <a:ext cx="30520" cy="43271"/>
                </a:xfrm>
                <a:custGeom>
                  <a:avLst/>
                  <a:gdLst>
                    <a:gd name="connsiteX0" fmla="*/ 166402 w 169640"/>
                    <a:gd name="connsiteY0" fmla="*/ 218504 h 233648"/>
                    <a:gd name="connsiteX1" fmla="*/ 119539 w 169640"/>
                    <a:gd name="connsiteY1" fmla="*/ 233648 h 233648"/>
                    <a:gd name="connsiteX2" fmla="*/ 13907 w 169640"/>
                    <a:gd name="connsiteY2" fmla="*/ 148018 h 233648"/>
                    <a:gd name="connsiteX3" fmla="*/ 0 w 169640"/>
                    <a:gd name="connsiteY3" fmla="*/ 57626 h 233648"/>
                    <a:gd name="connsiteX4" fmla="*/ 169641 w 169640"/>
                    <a:gd name="connsiteY4" fmla="*/ 0 h 233648"/>
                    <a:gd name="connsiteX5" fmla="*/ 166402 w 169640"/>
                    <a:gd name="connsiteY5" fmla="*/ 218504 h 233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9640" h="233648">
                      <a:moveTo>
                        <a:pt x="166402" y="218504"/>
                      </a:moveTo>
                      <a:cubicBezTo>
                        <a:pt x="153543" y="223552"/>
                        <a:pt x="132302" y="228695"/>
                        <a:pt x="119539" y="233648"/>
                      </a:cubicBezTo>
                      <a:cubicBezTo>
                        <a:pt x="76486" y="194024"/>
                        <a:pt x="45149" y="171069"/>
                        <a:pt x="13907" y="148018"/>
                      </a:cubicBezTo>
                      <a:cubicBezTo>
                        <a:pt x="9239" y="117348"/>
                        <a:pt x="0" y="57626"/>
                        <a:pt x="0" y="57626"/>
                      </a:cubicBezTo>
                      <a:cubicBezTo>
                        <a:pt x="0" y="57626"/>
                        <a:pt x="105251" y="55531"/>
                        <a:pt x="169641" y="0"/>
                      </a:cubicBezTo>
                      <a:cubicBezTo>
                        <a:pt x="144399" y="71533"/>
                        <a:pt x="136970" y="144494"/>
                        <a:pt x="166402" y="218504"/>
                      </a:cubicBezTo>
                      <a:close/>
                    </a:path>
                  </a:pathLst>
                </a:custGeom>
                <a:solidFill>
                  <a:srgbClr val="6C3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7" name="Freeform: Shape 2116">
                  <a:extLst>
                    <a:ext uri="{FF2B5EF4-FFF2-40B4-BE49-F238E27FC236}">
                      <a16:creationId xmlns:a16="http://schemas.microsoft.com/office/drawing/2014/main" id="{A48F3ACA-A36A-2BDF-91BE-604DCD430252}"/>
                    </a:ext>
                  </a:extLst>
                </p:cNvPr>
                <p:cNvSpPr/>
                <p:nvPr/>
              </p:nvSpPr>
              <p:spPr>
                <a:xfrm>
                  <a:off x="11584048" y="2370490"/>
                  <a:ext cx="22568" cy="17240"/>
                </a:xfrm>
                <a:custGeom>
                  <a:avLst/>
                  <a:gdLst>
                    <a:gd name="connsiteX0" fmla="*/ 121512 w 125442"/>
                    <a:gd name="connsiteY0" fmla="*/ 93044 h 93090"/>
                    <a:gd name="connsiteX1" fmla="*/ 116654 w 125442"/>
                    <a:gd name="connsiteY1" fmla="*/ 90377 h 93090"/>
                    <a:gd name="connsiteX2" fmla="*/ 66362 w 125442"/>
                    <a:gd name="connsiteY2" fmla="*/ 22082 h 93090"/>
                    <a:gd name="connsiteX3" fmla="*/ 37216 w 125442"/>
                    <a:gd name="connsiteY3" fmla="*/ 9319 h 93090"/>
                    <a:gd name="connsiteX4" fmla="*/ 36835 w 125442"/>
                    <a:gd name="connsiteY4" fmla="*/ 9319 h 93090"/>
                    <a:gd name="connsiteX5" fmla="*/ 18452 w 125442"/>
                    <a:gd name="connsiteY5" fmla="*/ 22654 h 93090"/>
                    <a:gd name="connsiteX6" fmla="*/ 9022 w 125442"/>
                    <a:gd name="connsiteY6" fmla="*/ 47038 h 93090"/>
                    <a:gd name="connsiteX7" fmla="*/ 3402 w 125442"/>
                    <a:gd name="connsiteY7" fmla="*/ 50276 h 93090"/>
                    <a:gd name="connsiteX8" fmla="*/ 164 w 125442"/>
                    <a:gd name="connsiteY8" fmla="*/ 44657 h 93090"/>
                    <a:gd name="connsiteX9" fmla="*/ 10832 w 125442"/>
                    <a:gd name="connsiteY9" fmla="*/ 17701 h 93090"/>
                    <a:gd name="connsiteX10" fmla="*/ 36073 w 125442"/>
                    <a:gd name="connsiteY10" fmla="*/ 270 h 93090"/>
                    <a:gd name="connsiteX11" fmla="*/ 72363 w 125442"/>
                    <a:gd name="connsiteY11" fmla="*/ 15129 h 93090"/>
                    <a:gd name="connsiteX12" fmla="*/ 125037 w 125442"/>
                    <a:gd name="connsiteY12" fmla="*/ 86757 h 93090"/>
                    <a:gd name="connsiteX13" fmla="*/ 122655 w 125442"/>
                    <a:gd name="connsiteY13" fmla="*/ 92758 h 93090"/>
                    <a:gd name="connsiteX14" fmla="*/ 121512 w 125442"/>
                    <a:gd name="connsiteY14" fmla="*/ 93044 h 93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25442" h="93090">
                      <a:moveTo>
                        <a:pt x="121512" y="93044"/>
                      </a:moveTo>
                      <a:cubicBezTo>
                        <a:pt x="119512" y="93329"/>
                        <a:pt x="117512" y="92282"/>
                        <a:pt x="116654" y="90377"/>
                      </a:cubicBezTo>
                      <a:cubicBezTo>
                        <a:pt x="105320" y="64278"/>
                        <a:pt x="87889" y="40656"/>
                        <a:pt x="66362" y="22082"/>
                      </a:cubicBezTo>
                      <a:cubicBezTo>
                        <a:pt x="54932" y="12272"/>
                        <a:pt x="45693" y="8176"/>
                        <a:pt x="37216" y="9319"/>
                      </a:cubicBezTo>
                      <a:cubicBezTo>
                        <a:pt x="37121" y="9319"/>
                        <a:pt x="36930" y="9319"/>
                        <a:pt x="36835" y="9319"/>
                      </a:cubicBezTo>
                      <a:cubicBezTo>
                        <a:pt x="29977" y="10367"/>
                        <a:pt x="23214" y="15224"/>
                        <a:pt x="18452" y="22654"/>
                      </a:cubicBezTo>
                      <a:cubicBezTo>
                        <a:pt x="13880" y="29702"/>
                        <a:pt x="11308" y="38275"/>
                        <a:pt x="9022" y="47038"/>
                      </a:cubicBezTo>
                      <a:cubicBezTo>
                        <a:pt x="8355" y="49514"/>
                        <a:pt x="5879" y="50943"/>
                        <a:pt x="3402" y="50276"/>
                      </a:cubicBezTo>
                      <a:cubicBezTo>
                        <a:pt x="926" y="49610"/>
                        <a:pt x="-503" y="47133"/>
                        <a:pt x="164" y="44657"/>
                      </a:cubicBezTo>
                      <a:cubicBezTo>
                        <a:pt x="2735" y="35132"/>
                        <a:pt x="5498" y="25892"/>
                        <a:pt x="10832" y="17701"/>
                      </a:cubicBezTo>
                      <a:cubicBezTo>
                        <a:pt x="17213" y="7890"/>
                        <a:pt x="26262" y="1413"/>
                        <a:pt x="36073" y="270"/>
                      </a:cubicBezTo>
                      <a:cubicBezTo>
                        <a:pt x="50837" y="-1730"/>
                        <a:pt x="63886" y="7795"/>
                        <a:pt x="72363" y="15129"/>
                      </a:cubicBezTo>
                      <a:cubicBezTo>
                        <a:pt x="94937" y="34655"/>
                        <a:pt x="113130" y="59420"/>
                        <a:pt x="125037" y="86757"/>
                      </a:cubicBezTo>
                      <a:cubicBezTo>
                        <a:pt x="126084" y="89043"/>
                        <a:pt x="125037" y="91805"/>
                        <a:pt x="122655" y="92758"/>
                      </a:cubicBezTo>
                      <a:cubicBezTo>
                        <a:pt x="122274" y="92948"/>
                        <a:pt x="121893" y="93044"/>
                        <a:pt x="121512" y="93044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8" name="Freeform: Shape 2117">
                  <a:extLst>
                    <a:ext uri="{FF2B5EF4-FFF2-40B4-BE49-F238E27FC236}">
                      <a16:creationId xmlns:a16="http://schemas.microsoft.com/office/drawing/2014/main" id="{2D9756A9-C8B3-F61A-78C5-D0B32A9B3EBB}"/>
                    </a:ext>
                  </a:extLst>
                </p:cNvPr>
                <p:cNvSpPr/>
                <p:nvPr/>
              </p:nvSpPr>
              <p:spPr>
                <a:xfrm>
                  <a:off x="11589786" y="2372675"/>
                  <a:ext cx="4487" cy="22184"/>
                </a:xfrm>
                <a:custGeom>
                  <a:avLst/>
                  <a:gdLst>
                    <a:gd name="connsiteX0" fmla="*/ 20943 w 24941"/>
                    <a:gd name="connsiteY0" fmla="*/ 119727 h 119785"/>
                    <a:gd name="connsiteX1" fmla="*/ 16371 w 24941"/>
                    <a:gd name="connsiteY1" fmla="*/ 117631 h 119785"/>
                    <a:gd name="connsiteX2" fmla="*/ 16562 w 24941"/>
                    <a:gd name="connsiteY2" fmla="*/ 2093 h 119785"/>
                    <a:gd name="connsiteX3" fmla="*/ 22848 w 24941"/>
                    <a:gd name="connsiteY3" fmla="*/ 759 h 119785"/>
                    <a:gd name="connsiteX4" fmla="*/ 24182 w 24941"/>
                    <a:gd name="connsiteY4" fmla="*/ 7046 h 119785"/>
                    <a:gd name="connsiteX5" fmla="*/ 23991 w 24941"/>
                    <a:gd name="connsiteY5" fmla="*/ 112678 h 119785"/>
                    <a:gd name="connsiteX6" fmla="*/ 22658 w 24941"/>
                    <a:gd name="connsiteY6" fmla="*/ 118965 h 119785"/>
                    <a:gd name="connsiteX7" fmla="*/ 20848 w 24941"/>
                    <a:gd name="connsiteY7" fmla="*/ 119631 h 119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941" h="119785">
                      <a:moveTo>
                        <a:pt x="20943" y="119727"/>
                      </a:moveTo>
                      <a:cubicBezTo>
                        <a:pt x="19229" y="120012"/>
                        <a:pt x="17419" y="119250"/>
                        <a:pt x="16371" y="117631"/>
                      </a:cubicBezTo>
                      <a:cubicBezTo>
                        <a:pt x="-5536" y="83627"/>
                        <a:pt x="-5441" y="36097"/>
                        <a:pt x="16562" y="2093"/>
                      </a:cubicBezTo>
                      <a:cubicBezTo>
                        <a:pt x="17895" y="-2"/>
                        <a:pt x="20753" y="-669"/>
                        <a:pt x="22848" y="759"/>
                      </a:cubicBezTo>
                      <a:cubicBezTo>
                        <a:pt x="24944" y="2093"/>
                        <a:pt x="25610" y="4950"/>
                        <a:pt x="24182" y="7046"/>
                      </a:cubicBezTo>
                      <a:cubicBezTo>
                        <a:pt x="4084" y="38098"/>
                        <a:pt x="3989" y="81531"/>
                        <a:pt x="23991" y="112678"/>
                      </a:cubicBezTo>
                      <a:cubicBezTo>
                        <a:pt x="25325" y="114774"/>
                        <a:pt x="24753" y="117631"/>
                        <a:pt x="22658" y="118965"/>
                      </a:cubicBezTo>
                      <a:cubicBezTo>
                        <a:pt x="22086" y="119346"/>
                        <a:pt x="21515" y="119536"/>
                        <a:pt x="20848" y="119631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9" name="Freeform: Shape 2118">
                  <a:extLst>
                    <a:ext uri="{FF2B5EF4-FFF2-40B4-BE49-F238E27FC236}">
                      <a16:creationId xmlns:a16="http://schemas.microsoft.com/office/drawing/2014/main" id="{DE906824-3DBE-450A-5040-61AB7F2713BA}"/>
                    </a:ext>
                  </a:extLst>
                </p:cNvPr>
                <p:cNvSpPr/>
                <p:nvPr/>
              </p:nvSpPr>
              <p:spPr>
                <a:xfrm rot="21348000">
                  <a:off x="11671821" y="2357706"/>
                  <a:ext cx="11515" cy="22015"/>
                </a:xfrm>
                <a:custGeom>
                  <a:avLst/>
                  <a:gdLst>
                    <a:gd name="connsiteX0" fmla="*/ 64008 w 64007"/>
                    <a:gd name="connsiteY0" fmla="*/ 59436 h 118871"/>
                    <a:gd name="connsiteX1" fmla="*/ 32004 w 64007"/>
                    <a:gd name="connsiteY1" fmla="*/ 118872 h 118871"/>
                    <a:gd name="connsiteX2" fmla="*/ 0 w 64007"/>
                    <a:gd name="connsiteY2" fmla="*/ 59436 h 118871"/>
                    <a:gd name="connsiteX3" fmla="*/ 32004 w 64007"/>
                    <a:gd name="connsiteY3" fmla="*/ 0 h 118871"/>
                    <a:gd name="connsiteX4" fmla="*/ 64008 w 64007"/>
                    <a:gd name="connsiteY4" fmla="*/ 59436 h 118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07" h="118871">
                      <a:moveTo>
                        <a:pt x="64008" y="59436"/>
                      </a:moveTo>
                      <a:cubicBezTo>
                        <a:pt x="64008" y="92262"/>
                        <a:pt x="49679" y="118872"/>
                        <a:pt x="32004" y="118872"/>
                      </a:cubicBezTo>
                      <a:cubicBezTo>
                        <a:pt x="14329" y="118872"/>
                        <a:pt x="0" y="92262"/>
                        <a:pt x="0" y="59436"/>
                      </a:cubicBezTo>
                      <a:cubicBezTo>
                        <a:pt x="0" y="26610"/>
                        <a:pt x="14329" y="0"/>
                        <a:pt x="32004" y="0"/>
                      </a:cubicBezTo>
                      <a:cubicBezTo>
                        <a:pt x="49680" y="0"/>
                        <a:pt x="64008" y="26610"/>
                        <a:pt x="64008" y="594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0" name="Freeform: Shape 2119">
                  <a:extLst>
                    <a:ext uri="{FF2B5EF4-FFF2-40B4-BE49-F238E27FC236}">
                      <a16:creationId xmlns:a16="http://schemas.microsoft.com/office/drawing/2014/main" id="{7D538454-2984-D656-73E1-CABD37467F9B}"/>
                    </a:ext>
                  </a:extLst>
                </p:cNvPr>
                <p:cNvSpPr/>
                <p:nvPr/>
              </p:nvSpPr>
              <p:spPr>
                <a:xfrm>
                  <a:off x="11679611" y="2364026"/>
                  <a:ext cx="1702" cy="3362"/>
                </a:xfrm>
                <a:custGeom>
                  <a:avLst/>
                  <a:gdLst>
                    <a:gd name="connsiteX0" fmla="*/ 9254 w 9459"/>
                    <a:gd name="connsiteY0" fmla="*/ 8409 h 18151"/>
                    <a:gd name="connsiteX1" fmla="*/ 6111 w 9459"/>
                    <a:gd name="connsiteY1" fmla="*/ 18124 h 18151"/>
                    <a:gd name="connsiteX2" fmla="*/ 205 w 9459"/>
                    <a:gd name="connsiteY2" fmla="*/ 9742 h 18151"/>
                    <a:gd name="connsiteX3" fmla="*/ 3349 w 9459"/>
                    <a:gd name="connsiteY3" fmla="*/ 27 h 18151"/>
                    <a:gd name="connsiteX4" fmla="*/ 9254 w 9459"/>
                    <a:gd name="connsiteY4" fmla="*/ 8409 h 18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59" h="18151">
                      <a:moveTo>
                        <a:pt x="9254" y="8409"/>
                      </a:moveTo>
                      <a:cubicBezTo>
                        <a:pt x="10016" y="13362"/>
                        <a:pt x="8587" y="17743"/>
                        <a:pt x="6111" y="18124"/>
                      </a:cubicBezTo>
                      <a:cubicBezTo>
                        <a:pt x="3634" y="18505"/>
                        <a:pt x="967" y="14791"/>
                        <a:pt x="205" y="9742"/>
                      </a:cubicBezTo>
                      <a:cubicBezTo>
                        <a:pt x="-557" y="4789"/>
                        <a:pt x="872" y="408"/>
                        <a:pt x="3349" y="27"/>
                      </a:cubicBezTo>
                      <a:cubicBezTo>
                        <a:pt x="5825" y="-354"/>
                        <a:pt x="8492" y="3361"/>
                        <a:pt x="9254" y="84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1" name="Freeform: Shape 2120">
                  <a:extLst>
                    <a:ext uri="{FF2B5EF4-FFF2-40B4-BE49-F238E27FC236}">
                      <a16:creationId xmlns:a16="http://schemas.microsoft.com/office/drawing/2014/main" id="{0F69185D-5C7C-5195-29A6-CA8CE77107FF}"/>
                    </a:ext>
                  </a:extLst>
                </p:cNvPr>
                <p:cNvSpPr/>
                <p:nvPr/>
              </p:nvSpPr>
              <p:spPr>
                <a:xfrm rot="21348000">
                  <a:off x="11723894" y="2349481"/>
                  <a:ext cx="11515" cy="22015"/>
                </a:xfrm>
                <a:custGeom>
                  <a:avLst/>
                  <a:gdLst>
                    <a:gd name="connsiteX0" fmla="*/ 64008 w 64007"/>
                    <a:gd name="connsiteY0" fmla="*/ 59436 h 118871"/>
                    <a:gd name="connsiteX1" fmla="*/ 32004 w 64007"/>
                    <a:gd name="connsiteY1" fmla="*/ 118872 h 118871"/>
                    <a:gd name="connsiteX2" fmla="*/ 0 w 64007"/>
                    <a:gd name="connsiteY2" fmla="*/ 59436 h 118871"/>
                    <a:gd name="connsiteX3" fmla="*/ 32004 w 64007"/>
                    <a:gd name="connsiteY3" fmla="*/ 0 h 118871"/>
                    <a:gd name="connsiteX4" fmla="*/ 64008 w 64007"/>
                    <a:gd name="connsiteY4" fmla="*/ 59436 h 118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07" h="118871">
                      <a:moveTo>
                        <a:pt x="64008" y="59436"/>
                      </a:moveTo>
                      <a:cubicBezTo>
                        <a:pt x="64008" y="92261"/>
                        <a:pt x="49679" y="118872"/>
                        <a:pt x="32004" y="118872"/>
                      </a:cubicBezTo>
                      <a:cubicBezTo>
                        <a:pt x="14329" y="118872"/>
                        <a:pt x="0" y="92261"/>
                        <a:pt x="0" y="59436"/>
                      </a:cubicBezTo>
                      <a:cubicBezTo>
                        <a:pt x="0" y="26610"/>
                        <a:pt x="14329" y="0"/>
                        <a:pt x="32004" y="0"/>
                      </a:cubicBezTo>
                      <a:cubicBezTo>
                        <a:pt x="49679" y="0"/>
                        <a:pt x="64008" y="26610"/>
                        <a:pt x="64008" y="594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2" name="Freeform: Shape 2121">
                  <a:extLst>
                    <a:ext uri="{FF2B5EF4-FFF2-40B4-BE49-F238E27FC236}">
                      <a16:creationId xmlns:a16="http://schemas.microsoft.com/office/drawing/2014/main" id="{FCA1AEDB-0592-A64F-CC47-1140A1B30C8E}"/>
                    </a:ext>
                  </a:extLst>
                </p:cNvPr>
                <p:cNvSpPr/>
                <p:nvPr/>
              </p:nvSpPr>
              <p:spPr>
                <a:xfrm>
                  <a:off x="11731912" y="2357481"/>
                  <a:ext cx="1702" cy="3362"/>
                </a:xfrm>
                <a:custGeom>
                  <a:avLst/>
                  <a:gdLst>
                    <a:gd name="connsiteX0" fmla="*/ 9254 w 9459"/>
                    <a:gd name="connsiteY0" fmla="*/ 8409 h 18151"/>
                    <a:gd name="connsiteX1" fmla="*/ 6111 w 9459"/>
                    <a:gd name="connsiteY1" fmla="*/ 18124 h 18151"/>
                    <a:gd name="connsiteX2" fmla="*/ 205 w 9459"/>
                    <a:gd name="connsiteY2" fmla="*/ 9742 h 18151"/>
                    <a:gd name="connsiteX3" fmla="*/ 3348 w 9459"/>
                    <a:gd name="connsiteY3" fmla="*/ 27 h 18151"/>
                    <a:gd name="connsiteX4" fmla="*/ 9254 w 9459"/>
                    <a:gd name="connsiteY4" fmla="*/ 8409 h 18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59" h="18151">
                      <a:moveTo>
                        <a:pt x="9254" y="8409"/>
                      </a:moveTo>
                      <a:cubicBezTo>
                        <a:pt x="10016" y="13362"/>
                        <a:pt x="8587" y="17743"/>
                        <a:pt x="6111" y="18124"/>
                      </a:cubicBezTo>
                      <a:cubicBezTo>
                        <a:pt x="3634" y="18505"/>
                        <a:pt x="967" y="14791"/>
                        <a:pt x="205" y="9742"/>
                      </a:cubicBezTo>
                      <a:cubicBezTo>
                        <a:pt x="-557" y="4789"/>
                        <a:pt x="872" y="408"/>
                        <a:pt x="3348" y="27"/>
                      </a:cubicBezTo>
                      <a:cubicBezTo>
                        <a:pt x="5825" y="-354"/>
                        <a:pt x="8492" y="3361"/>
                        <a:pt x="9254" y="84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3" name="Freeform: Shape 2122">
                  <a:extLst>
                    <a:ext uri="{FF2B5EF4-FFF2-40B4-BE49-F238E27FC236}">
                      <a16:creationId xmlns:a16="http://schemas.microsoft.com/office/drawing/2014/main" id="{92428129-6F21-D76A-D2AB-D3E0733A65F4}"/>
                    </a:ext>
                  </a:extLst>
                </p:cNvPr>
                <p:cNvSpPr/>
                <p:nvPr/>
              </p:nvSpPr>
              <p:spPr>
                <a:xfrm>
                  <a:off x="11760652" y="2352141"/>
                  <a:ext cx="9117" cy="20455"/>
                </a:xfrm>
                <a:custGeom>
                  <a:avLst/>
                  <a:gdLst>
                    <a:gd name="connsiteX0" fmla="*/ 45911 w 50673"/>
                    <a:gd name="connsiteY0" fmla="*/ 0 h 110447"/>
                    <a:gd name="connsiteX1" fmla="*/ 0 w 50673"/>
                    <a:gd name="connsiteY1" fmla="*/ 45815 h 110447"/>
                    <a:gd name="connsiteX2" fmla="*/ 4572 w 50673"/>
                    <a:gd name="connsiteY2" fmla="*/ 50387 h 110447"/>
                    <a:gd name="connsiteX3" fmla="*/ 5334 w 50673"/>
                    <a:gd name="connsiteY3" fmla="*/ 50387 h 110447"/>
                    <a:gd name="connsiteX4" fmla="*/ 9239 w 50673"/>
                    <a:gd name="connsiteY4" fmla="*/ 45911 h 110447"/>
                    <a:gd name="connsiteX5" fmla="*/ 22765 w 50673"/>
                    <a:gd name="connsiteY5" fmla="*/ 18574 h 110447"/>
                    <a:gd name="connsiteX6" fmla="*/ 31813 w 50673"/>
                    <a:gd name="connsiteY6" fmla="*/ 104108 h 110447"/>
                    <a:gd name="connsiteX7" fmla="*/ 34290 w 50673"/>
                    <a:gd name="connsiteY7" fmla="*/ 110109 h 110447"/>
                    <a:gd name="connsiteX8" fmla="*/ 36766 w 50673"/>
                    <a:gd name="connsiteY8" fmla="*/ 110395 h 110447"/>
                    <a:gd name="connsiteX9" fmla="*/ 40291 w 50673"/>
                    <a:gd name="connsiteY9" fmla="*/ 107633 h 110447"/>
                    <a:gd name="connsiteX10" fmla="*/ 30385 w 50673"/>
                    <a:gd name="connsiteY10" fmla="*/ 13430 h 110447"/>
                    <a:gd name="connsiteX11" fmla="*/ 46101 w 50673"/>
                    <a:gd name="connsiteY11" fmla="*/ 9239 h 110447"/>
                    <a:gd name="connsiteX12" fmla="*/ 50673 w 50673"/>
                    <a:gd name="connsiteY12" fmla="*/ 4667 h 110447"/>
                    <a:gd name="connsiteX13" fmla="*/ 46101 w 50673"/>
                    <a:gd name="connsiteY13" fmla="*/ 95 h 110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673" h="110447">
                      <a:moveTo>
                        <a:pt x="45911" y="0"/>
                      </a:moveTo>
                      <a:cubicBezTo>
                        <a:pt x="21622" y="0"/>
                        <a:pt x="190" y="21527"/>
                        <a:pt x="0" y="45815"/>
                      </a:cubicBezTo>
                      <a:cubicBezTo>
                        <a:pt x="0" y="48292"/>
                        <a:pt x="2000" y="50387"/>
                        <a:pt x="4572" y="50387"/>
                      </a:cubicBezTo>
                      <a:cubicBezTo>
                        <a:pt x="4858" y="50387"/>
                        <a:pt x="5048" y="50387"/>
                        <a:pt x="5334" y="50387"/>
                      </a:cubicBezTo>
                      <a:cubicBezTo>
                        <a:pt x="7525" y="50006"/>
                        <a:pt x="9239" y="48197"/>
                        <a:pt x="9239" y="45911"/>
                      </a:cubicBezTo>
                      <a:cubicBezTo>
                        <a:pt x="9239" y="35338"/>
                        <a:pt x="14764" y="25432"/>
                        <a:pt x="22765" y="18574"/>
                      </a:cubicBezTo>
                      <a:cubicBezTo>
                        <a:pt x="39719" y="43148"/>
                        <a:pt x="43339" y="76581"/>
                        <a:pt x="31813" y="104108"/>
                      </a:cubicBezTo>
                      <a:cubicBezTo>
                        <a:pt x="30861" y="106394"/>
                        <a:pt x="31909" y="109157"/>
                        <a:pt x="34290" y="110109"/>
                      </a:cubicBezTo>
                      <a:cubicBezTo>
                        <a:pt x="35052" y="110490"/>
                        <a:pt x="35909" y="110490"/>
                        <a:pt x="36766" y="110395"/>
                      </a:cubicBezTo>
                      <a:cubicBezTo>
                        <a:pt x="38290" y="110204"/>
                        <a:pt x="39624" y="109157"/>
                        <a:pt x="40291" y="107633"/>
                      </a:cubicBezTo>
                      <a:cubicBezTo>
                        <a:pt x="53054" y="77343"/>
                        <a:pt x="49054" y="40481"/>
                        <a:pt x="30385" y="13430"/>
                      </a:cubicBezTo>
                      <a:cubicBezTo>
                        <a:pt x="35242" y="10859"/>
                        <a:pt x="40576" y="9239"/>
                        <a:pt x="46101" y="9239"/>
                      </a:cubicBezTo>
                      <a:cubicBezTo>
                        <a:pt x="48673" y="9239"/>
                        <a:pt x="50673" y="7144"/>
                        <a:pt x="50673" y="4667"/>
                      </a:cubicBezTo>
                      <a:cubicBezTo>
                        <a:pt x="50673" y="2191"/>
                        <a:pt x="48578" y="95"/>
                        <a:pt x="46101" y="95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4" name="Freeform: Shape 2123">
                  <a:extLst>
                    <a:ext uri="{FF2B5EF4-FFF2-40B4-BE49-F238E27FC236}">
                      <a16:creationId xmlns:a16="http://schemas.microsoft.com/office/drawing/2014/main" id="{24DBB619-58A5-2524-EBB0-E1EB518D0D26}"/>
                    </a:ext>
                  </a:extLst>
                </p:cNvPr>
                <p:cNvSpPr/>
                <p:nvPr/>
              </p:nvSpPr>
              <p:spPr>
                <a:xfrm>
                  <a:off x="11599603" y="2349062"/>
                  <a:ext cx="167412" cy="40313"/>
                </a:xfrm>
                <a:custGeom>
                  <a:avLst/>
                  <a:gdLst>
                    <a:gd name="connsiteX0" fmla="*/ 773906 w 930526"/>
                    <a:gd name="connsiteY0" fmla="*/ 3294 h 217676"/>
                    <a:gd name="connsiteX1" fmla="*/ 641604 w 930526"/>
                    <a:gd name="connsiteY1" fmla="*/ 86924 h 217676"/>
                    <a:gd name="connsiteX2" fmla="*/ 596360 w 930526"/>
                    <a:gd name="connsiteY2" fmla="*/ 80828 h 217676"/>
                    <a:gd name="connsiteX3" fmla="*/ 556451 w 930526"/>
                    <a:gd name="connsiteY3" fmla="*/ 104450 h 217676"/>
                    <a:gd name="connsiteX4" fmla="*/ 398717 w 930526"/>
                    <a:gd name="connsiteY4" fmla="*/ 60730 h 217676"/>
                    <a:gd name="connsiteX5" fmla="*/ 277559 w 930526"/>
                    <a:gd name="connsiteY5" fmla="*/ 115975 h 217676"/>
                    <a:gd name="connsiteX6" fmla="*/ 1810 w 930526"/>
                    <a:gd name="connsiteY6" fmla="*/ 57111 h 217676"/>
                    <a:gd name="connsiteX7" fmla="*/ 0 w 930526"/>
                    <a:gd name="connsiteY7" fmla="*/ 65778 h 217676"/>
                    <a:gd name="connsiteX8" fmla="*/ 271463 w 930526"/>
                    <a:gd name="connsiteY8" fmla="*/ 123786 h 217676"/>
                    <a:gd name="connsiteX9" fmla="*/ 261461 w 930526"/>
                    <a:gd name="connsiteY9" fmla="*/ 160362 h 217676"/>
                    <a:gd name="connsiteX10" fmla="*/ 422243 w 930526"/>
                    <a:gd name="connsiteY10" fmla="*/ 214178 h 217676"/>
                    <a:gd name="connsiteX11" fmla="*/ 559498 w 930526"/>
                    <a:gd name="connsiteY11" fmla="*/ 114927 h 217676"/>
                    <a:gd name="connsiteX12" fmla="*/ 598075 w 930526"/>
                    <a:gd name="connsiteY12" fmla="*/ 89496 h 217676"/>
                    <a:gd name="connsiteX13" fmla="*/ 640842 w 930526"/>
                    <a:gd name="connsiteY13" fmla="*/ 96544 h 217676"/>
                    <a:gd name="connsiteX14" fmla="*/ 641128 w 930526"/>
                    <a:gd name="connsiteY14" fmla="*/ 102069 h 217676"/>
                    <a:gd name="connsiteX15" fmla="*/ 797338 w 930526"/>
                    <a:gd name="connsiteY15" fmla="*/ 156552 h 217676"/>
                    <a:gd name="connsiteX16" fmla="*/ 930021 w 930526"/>
                    <a:gd name="connsiteY16" fmla="*/ 57777 h 217676"/>
                    <a:gd name="connsiteX17" fmla="*/ 773811 w 930526"/>
                    <a:gd name="connsiteY17" fmla="*/ 3294 h 217676"/>
                    <a:gd name="connsiteX18" fmla="*/ 420910 w 930526"/>
                    <a:gd name="connsiteY18" fmla="*/ 205415 h 217676"/>
                    <a:gd name="connsiteX19" fmla="*/ 270224 w 930526"/>
                    <a:gd name="connsiteY19" fmla="*/ 159028 h 217676"/>
                    <a:gd name="connsiteX20" fmla="*/ 400050 w 930526"/>
                    <a:gd name="connsiteY20" fmla="*/ 69588 h 217676"/>
                    <a:gd name="connsiteX21" fmla="*/ 550736 w 930526"/>
                    <a:gd name="connsiteY21" fmla="*/ 115975 h 217676"/>
                    <a:gd name="connsiteX22" fmla="*/ 420910 w 930526"/>
                    <a:gd name="connsiteY22" fmla="*/ 205415 h 217676"/>
                    <a:gd name="connsiteX23" fmla="*/ 796100 w 930526"/>
                    <a:gd name="connsiteY23" fmla="*/ 147979 h 217676"/>
                    <a:gd name="connsiteX24" fmla="*/ 649891 w 930526"/>
                    <a:gd name="connsiteY24" fmla="*/ 100830 h 217676"/>
                    <a:gd name="connsiteX25" fmla="*/ 649891 w 930526"/>
                    <a:gd name="connsiteY25" fmla="*/ 91686 h 217676"/>
                    <a:gd name="connsiteX26" fmla="*/ 649891 w 930526"/>
                    <a:gd name="connsiteY26" fmla="*/ 91686 h 217676"/>
                    <a:gd name="connsiteX27" fmla="*/ 649891 w 930526"/>
                    <a:gd name="connsiteY27" fmla="*/ 91686 h 217676"/>
                    <a:gd name="connsiteX28" fmla="*/ 775335 w 930526"/>
                    <a:gd name="connsiteY28" fmla="*/ 11962 h 217676"/>
                    <a:gd name="connsiteX29" fmla="*/ 921544 w 930526"/>
                    <a:gd name="connsiteY29" fmla="*/ 59111 h 217676"/>
                    <a:gd name="connsiteX30" fmla="*/ 796195 w 930526"/>
                    <a:gd name="connsiteY30" fmla="*/ 147979 h 217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30526" h="217676">
                      <a:moveTo>
                        <a:pt x="773906" y="3294"/>
                      </a:moveTo>
                      <a:cubicBezTo>
                        <a:pt x="702469" y="14248"/>
                        <a:pt x="648748" y="49300"/>
                        <a:pt x="641604" y="86924"/>
                      </a:cubicBezTo>
                      <a:cubicBezTo>
                        <a:pt x="627697" y="80066"/>
                        <a:pt x="611696" y="77780"/>
                        <a:pt x="596360" y="80828"/>
                      </a:cubicBezTo>
                      <a:cubicBezTo>
                        <a:pt x="580835" y="83971"/>
                        <a:pt x="566642" y="92448"/>
                        <a:pt x="556451" y="104450"/>
                      </a:cubicBezTo>
                      <a:cubicBezTo>
                        <a:pt x="541020" y="67969"/>
                        <a:pt x="475393" y="49014"/>
                        <a:pt x="398717" y="60730"/>
                      </a:cubicBezTo>
                      <a:cubicBezTo>
                        <a:pt x="344614" y="69017"/>
                        <a:pt x="300323" y="90353"/>
                        <a:pt x="277559" y="115975"/>
                      </a:cubicBezTo>
                      <a:lnTo>
                        <a:pt x="1810" y="57111"/>
                      </a:lnTo>
                      <a:lnTo>
                        <a:pt x="0" y="65778"/>
                      </a:lnTo>
                      <a:lnTo>
                        <a:pt x="271463" y="123786"/>
                      </a:lnTo>
                      <a:cubicBezTo>
                        <a:pt x="263271" y="135501"/>
                        <a:pt x="259556" y="147979"/>
                        <a:pt x="261461" y="160362"/>
                      </a:cubicBezTo>
                      <a:cubicBezTo>
                        <a:pt x="268034" y="203415"/>
                        <a:pt x="338709" y="227037"/>
                        <a:pt x="422243" y="214178"/>
                      </a:cubicBezTo>
                      <a:cubicBezTo>
                        <a:pt x="505587" y="201414"/>
                        <a:pt x="565785" y="157885"/>
                        <a:pt x="559498" y="114927"/>
                      </a:cubicBezTo>
                      <a:cubicBezTo>
                        <a:pt x="568452" y="102069"/>
                        <a:pt x="582739" y="92544"/>
                        <a:pt x="598075" y="89496"/>
                      </a:cubicBezTo>
                      <a:cubicBezTo>
                        <a:pt x="612458" y="86733"/>
                        <a:pt x="628079" y="89305"/>
                        <a:pt x="640842" y="96544"/>
                      </a:cubicBezTo>
                      <a:cubicBezTo>
                        <a:pt x="640842" y="98354"/>
                        <a:pt x="640842" y="100259"/>
                        <a:pt x="641128" y="102069"/>
                      </a:cubicBezTo>
                      <a:cubicBezTo>
                        <a:pt x="647700" y="145026"/>
                        <a:pt x="716375" y="169029"/>
                        <a:pt x="797338" y="156552"/>
                      </a:cubicBezTo>
                      <a:cubicBezTo>
                        <a:pt x="878300" y="144169"/>
                        <a:pt x="936593" y="100735"/>
                        <a:pt x="930021" y="57777"/>
                      </a:cubicBezTo>
                      <a:cubicBezTo>
                        <a:pt x="923449" y="14820"/>
                        <a:pt x="854773" y="-9183"/>
                        <a:pt x="773811" y="3294"/>
                      </a:cubicBezTo>
                      <a:close/>
                      <a:moveTo>
                        <a:pt x="420910" y="205415"/>
                      </a:moveTo>
                      <a:cubicBezTo>
                        <a:pt x="343567" y="217321"/>
                        <a:pt x="275939" y="196461"/>
                        <a:pt x="270224" y="159028"/>
                      </a:cubicBezTo>
                      <a:cubicBezTo>
                        <a:pt x="264509" y="121595"/>
                        <a:pt x="322707" y="81399"/>
                        <a:pt x="400050" y="69588"/>
                      </a:cubicBezTo>
                      <a:cubicBezTo>
                        <a:pt x="477393" y="57682"/>
                        <a:pt x="545021" y="78542"/>
                        <a:pt x="550736" y="115975"/>
                      </a:cubicBezTo>
                      <a:cubicBezTo>
                        <a:pt x="556451" y="153408"/>
                        <a:pt x="498253" y="193604"/>
                        <a:pt x="420910" y="205415"/>
                      </a:cubicBezTo>
                      <a:close/>
                      <a:moveTo>
                        <a:pt x="796100" y="147979"/>
                      </a:moveTo>
                      <a:cubicBezTo>
                        <a:pt x="721233" y="159504"/>
                        <a:pt x="655606" y="138264"/>
                        <a:pt x="649891" y="100830"/>
                      </a:cubicBezTo>
                      <a:cubicBezTo>
                        <a:pt x="649414" y="97782"/>
                        <a:pt x="649510" y="94734"/>
                        <a:pt x="649891" y="91686"/>
                      </a:cubicBezTo>
                      <a:lnTo>
                        <a:pt x="649891" y="91686"/>
                      </a:lnTo>
                      <a:cubicBezTo>
                        <a:pt x="649891" y="91686"/>
                        <a:pt x="649891" y="91686"/>
                        <a:pt x="649891" y="91686"/>
                      </a:cubicBezTo>
                      <a:cubicBezTo>
                        <a:pt x="653605" y="57015"/>
                        <a:pt x="706564" y="22535"/>
                        <a:pt x="775335" y="11962"/>
                      </a:cubicBezTo>
                      <a:cubicBezTo>
                        <a:pt x="850202" y="437"/>
                        <a:pt x="915829" y="21678"/>
                        <a:pt x="921544" y="59111"/>
                      </a:cubicBezTo>
                      <a:cubicBezTo>
                        <a:pt x="927259" y="96639"/>
                        <a:pt x="871061" y="136454"/>
                        <a:pt x="796195" y="1479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5" name="Freeform: Shape 2124">
                  <a:extLst>
                    <a:ext uri="{FF2B5EF4-FFF2-40B4-BE49-F238E27FC236}">
                      <a16:creationId xmlns:a16="http://schemas.microsoft.com/office/drawing/2014/main" id="{1C5BF64C-FFAB-8AA6-A7A4-444C1641EA6D}"/>
                    </a:ext>
                  </a:extLst>
                </p:cNvPr>
                <p:cNvSpPr/>
                <p:nvPr/>
              </p:nvSpPr>
              <p:spPr>
                <a:xfrm>
                  <a:off x="11690128" y="2411039"/>
                  <a:ext cx="39458" cy="10164"/>
                </a:xfrm>
                <a:custGeom>
                  <a:avLst/>
                  <a:gdLst>
                    <a:gd name="connsiteX0" fmla="*/ 98432 w 219320"/>
                    <a:gd name="connsiteY0" fmla="*/ 54881 h 54880"/>
                    <a:gd name="connsiteX1" fmla="*/ 2515 w 219320"/>
                    <a:gd name="connsiteY1" fmla="*/ 26496 h 54880"/>
                    <a:gd name="connsiteX2" fmla="*/ 991 w 219320"/>
                    <a:gd name="connsiteY2" fmla="*/ 18495 h 54880"/>
                    <a:gd name="connsiteX3" fmla="*/ 8897 w 219320"/>
                    <a:gd name="connsiteY3" fmla="*/ 16971 h 54880"/>
                    <a:gd name="connsiteX4" fmla="*/ 209684 w 219320"/>
                    <a:gd name="connsiteY4" fmla="*/ 1541 h 54880"/>
                    <a:gd name="connsiteX5" fmla="*/ 217780 w 219320"/>
                    <a:gd name="connsiteY5" fmla="*/ 1826 h 54880"/>
                    <a:gd name="connsiteX6" fmla="*/ 217495 w 219320"/>
                    <a:gd name="connsiteY6" fmla="*/ 9923 h 54880"/>
                    <a:gd name="connsiteX7" fmla="*/ 98432 w 219320"/>
                    <a:gd name="connsiteY7" fmla="*/ 54881 h 54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320" h="54880">
                      <a:moveTo>
                        <a:pt x="98432" y="54881"/>
                      </a:moveTo>
                      <a:cubicBezTo>
                        <a:pt x="64428" y="54881"/>
                        <a:pt x="30519" y="45546"/>
                        <a:pt x="2515" y="26496"/>
                      </a:cubicBezTo>
                      <a:cubicBezTo>
                        <a:pt x="-56" y="24686"/>
                        <a:pt x="-819" y="21162"/>
                        <a:pt x="991" y="18495"/>
                      </a:cubicBezTo>
                      <a:cubicBezTo>
                        <a:pt x="2801" y="15923"/>
                        <a:pt x="6325" y="15257"/>
                        <a:pt x="8897" y="16971"/>
                      </a:cubicBezTo>
                      <a:cubicBezTo>
                        <a:pt x="68619" y="57548"/>
                        <a:pt x="156820" y="50785"/>
                        <a:pt x="209684" y="1541"/>
                      </a:cubicBezTo>
                      <a:cubicBezTo>
                        <a:pt x="211970" y="-650"/>
                        <a:pt x="215589" y="-460"/>
                        <a:pt x="217780" y="1826"/>
                      </a:cubicBezTo>
                      <a:cubicBezTo>
                        <a:pt x="219971" y="4112"/>
                        <a:pt x="219780" y="7732"/>
                        <a:pt x="217495" y="9923"/>
                      </a:cubicBezTo>
                      <a:cubicBezTo>
                        <a:pt x="185681" y="39545"/>
                        <a:pt x="141961" y="54881"/>
                        <a:pt x="98432" y="54881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6" name="Freeform: Shape 2125">
                  <a:extLst>
                    <a:ext uri="{FF2B5EF4-FFF2-40B4-BE49-F238E27FC236}">
                      <a16:creationId xmlns:a16="http://schemas.microsoft.com/office/drawing/2014/main" id="{90102D03-C45F-7CE5-5AF4-5DAD10BCBF72}"/>
                    </a:ext>
                  </a:extLst>
                </p:cNvPr>
                <p:cNvSpPr/>
                <p:nvPr/>
              </p:nvSpPr>
              <p:spPr>
                <a:xfrm>
                  <a:off x="11704841" y="2423716"/>
                  <a:ext cx="17479" cy="6448"/>
                </a:xfrm>
                <a:custGeom>
                  <a:avLst/>
                  <a:gdLst>
                    <a:gd name="connsiteX0" fmla="*/ 37035 w 97154"/>
                    <a:gd name="connsiteY0" fmla="*/ 34722 h 34816"/>
                    <a:gd name="connsiteX1" fmla="*/ 3221 w 97154"/>
                    <a:gd name="connsiteY1" fmla="*/ 27102 h 34816"/>
                    <a:gd name="connsiteX2" fmla="*/ 554 w 97154"/>
                    <a:gd name="connsiteY2" fmla="*/ 19482 h 34816"/>
                    <a:gd name="connsiteX3" fmla="*/ 8174 w 97154"/>
                    <a:gd name="connsiteY3" fmla="*/ 16815 h 34816"/>
                    <a:gd name="connsiteX4" fmla="*/ 87232 w 97154"/>
                    <a:gd name="connsiteY4" fmla="*/ 1860 h 34816"/>
                    <a:gd name="connsiteX5" fmla="*/ 95328 w 97154"/>
                    <a:gd name="connsiteY5" fmla="*/ 1575 h 34816"/>
                    <a:gd name="connsiteX6" fmla="*/ 95614 w 97154"/>
                    <a:gd name="connsiteY6" fmla="*/ 9671 h 34816"/>
                    <a:gd name="connsiteX7" fmla="*/ 36940 w 97154"/>
                    <a:gd name="connsiteY7" fmla="*/ 34817 h 3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7154" h="34816">
                      <a:moveTo>
                        <a:pt x="37035" y="34722"/>
                      </a:moveTo>
                      <a:cubicBezTo>
                        <a:pt x="25415" y="34722"/>
                        <a:pt x="13889" y="32245"/>
                        <a:pt x="3221" y="27102"/>
                      </a:cubicBezTo>
                      <a:cubicBezTo>
                        <a:pt x="364" y="25673"/>
                        <a:pt x="-779" y="22339"/>
                        <a:pt x="554" y="19482"/>
                      </a:cubicBezTo>
                      <a:cubicBezTo>
                        <a:pt x="1888" y="16624"/>
                        <a:pt x="5317" y="15481"/>
                        <a:pt x="8174" y="16815"/>
                      </a:cubicBezTo>
                      <a:cubicBezTo>
                        <a:pt x="33892" y="29292"/>
                        <a:pt x="67896" y="22911"/>
                        <a:pt x="87232" y="1860"/>
                      </a:cubicBezTo>
                      <a:cubicBezTo>
                        <a:pt x="89423" y="-521"/>
                        <a:pt x="93042" y="-616"/>
                        <a:pt x="95328" y="1575"/>
                      </a:cubicBezTo>
                      <a:cubicBezTo>
                        <a:pt x="97614" y="3670"/>
                        <a:pt x="97804" y="7290"/>
                        <a:pt x="95614" y="9671"/>
                      </a:cubicBezTo>
                      <a:cubicBezTo>
                        <a:pt x="80564" y="25959"/>
                        <a:pt x="58752" y="34817"/>
                        <a:pt x="36940" y="34817"/>
                      </a:cubicBezTo>
                      <a:close/>
                    </a:path>
                  </a:pathLst>
                </a:custGeom>
                <a:solidFill>
                  <a:srgbClr val="A37E52">
                    <a:alpha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7" name="Freeform: Shape 2126">
                  <a:extLst>
                    <a:ext uri="{FF2B5EF4-FFF2-40B4-BE49-F238E27FC236}">
                      <a16:creationId xmlns:a16="http://schemas.microsoft.com/office/drawing/2014/main" id="{4D9905F7-708B-F934-3D68-023F9027D2A7}"/>
                    </a:ext>
                  </a:extLst>
                </p:cNvPr>
                <p:cNvSpPr/>
                <p:nvPr/>
              </p:nvSpPr>
              <p:spPr>
                <a:xfrm>
                  <a:off x="11600371" y="2633500"/>
                  <a:ext cx="443806" cy="281591"/>
                </a:xfrm>
                <a:custGeom>
                  <a:avLst/>
                  <a:gdLst>
                    <a:gd name="connsiteX0" fmla="*/ 2159154 w 2466837"/>
                    <a:gd name="connsiteY0" fmla="*/ 1520476 h 1520475"/>
                    <a:gd name="connsiteX1" fmla="*/ 152808 w 2466837"/>
                    <a:gd name="connsiteY1" fmla="*/ 1520476 h 1520475"/>
                    <a:gd name="connsiteX2" fmla="*/ 1265 w 2466837"/>
                    <a:gd name="connsiteY2" fmla="*/ 1348359 h 1520475"/>
                    <a:gd name="connsiteX3" fmla="*/ 156141 w 2466837"/>
                    <a:gd name="connsiteY3" fmla="*/ 133445 h 1520475"/>
                    <a:gd name="connsiteX4" fmla="*/ 307684 w 2466837"/>
                    <a:gd name="connsiteY4" fmla="*/ 0 h 1520475"/>
                    <a:gd name="connsiteX5" fmla="*/ 2314030 w 2466837"/>
                    <a:gd name="connsiteY5" fmla="*/ 0 h 1520475"/>
                    <a:gd name="connsiteX6" fmla="*/ 2465573 w 2466837"/>
                    <a:gd name="connsiteY6" fmla="*/ 172117 h 1520475"/>
                    <a:gd name="connsiteX7" fmla="*/ 2310696 w 2466837"/>
                    <a:gd name="connsiteY7" fmla="*/ 1387031 h 1520475"/>
                    <a:gd name="connsiteX8" fmla="*/ 2159154 w 2466837"/>
                    <a:gd name="connsiteY8" fmla="*/ 1520476 h 1520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66837" h="1520475">
                      <a:moveTo>
                        <a:pt x="2159154" y="1520476"/>
                      </a:moveTo>
                      <a:lnTo>
                        <a:pt x="152808" y="1520476"/>
                      </a:lnTo>
                      <a:cubicBezTo>
                        <a:pt x="60701" y="1520476"/>
                        <a:pt x="-10451" y="1439704"/>
                        <a:pt x="1265" y="1348359"/>
                      </a:cubicBezTo>
                      <a:lnTo>
                        <a:pt x="156141" y="133445"/>
                      </a:lnTo>
                      <a:cubicBezTo>
                        <a:pt x="165857" y="57150"/>
                        <a:pt x="230817" y="0"/>
                        <a:pt x="307684" y="0"/>
                      </a:cubicBezTo>
                      <a:lnTo>
                        <a:pt x="2314030" y="0"/>
                      </a:lnTo>
                      <a:cubicBezTo>
                        <a:pt x="2406137" y="0"/>
                        <a:pt x="2477289" y="80772"/>
                        <a:pt x="2465573" y="172117"/>
                      </a:cubicBezTo>
                      <a:lnTo>
                        <a:pt x="2310696" y="1387031"/>
                      </a:lnTo>
                      <a:cubicBezTo>
                        <a:pt x="2300981" y="1463326"/>
                        <a:pt x="2236021" y="1520476"/>
                        <a:pt x="2159154" y="1520476"/>
                      </a:cubicBezTo>
                      <a:close/>
                    </a:path>
                  </a:pathLst>
                </a:custGeom>
                <a:solidFill>
                  <a:srgbClr val="65656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8" name="Freeform: Shape 2127">
                  <a:extLst>
                    <a:ext uri="{FF2B5EF4-FFF2-40B4-BE49-F238E27FC236}">
                      <a16:creationId xmlns:a16="http://schemas.microsoft.com/office/drawing/2014/main" id="{C1B11F4F-4623-6D54-6CD3-27F428DDAF70}"/>
                    </a:ext>
                  </a:extLst>
                </p:cNvPr>
                <p:cNvSpPr/>
                <p:nvPr/>
              </p:nvSpPr>
              <p:spPr>
                <a:xfrm>
                  <a:off x="11812747" y="2748763"/>
                  <a:ext cx="49627" cy="51087"/>
                </a:xfrm>
                <a:custGeom>
                  <a:avLst/>
                  <a:gdLst>
                    <a:gd name="connsiteX0" fmla="*/ 275844 w 275844"/>
                    <a:gd name="connsiteY0" fmla="*/ 137922 h 275844"/>
                    <a:gd name="connsiteX1" fmla="*/ 137922 w 275844"/>
                    <a:gd name="connsiteY1" fmla="*/ 275844 h 275844"/>
                    <a:gd name="connsiteX2" fmla="*/ 0 w 275844"/>
                    <a:gd name="connsiteY2" fmla="*/ 137922 h 275844"/>
                    <a:gd name="connsiteX3" fmla="*/ 137922 w 275844"/>
                    <a:gd name="connsiteY3" fmla="*/ 0 h 275844"/>
                    <a:gd name="connsiteX4" fmla="*/ 275844 w 275844"/>
                    <a:gd name="connsiteY4" fmla="*/ 137922 h 27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844" h="275844">
                      <a:moveTo>
                        <a:pt x="275844" y="137922"/>
                      </a:moveTo>
                      <a:cubicBezTo>
                        <a:pt x="275844" y="214094"/>
                        <a:pt x="214094" y="275844"/>
                        <a:pt x="137922" y="275844"/>
                      </a:cubicBezTo>
                      <a:cubicBezTo>
                        <a:pt x="61750" y="275844"/>
                        <a:pt x="0" y="214094"/>
                        <a:pt x="0" y="137922"/>
                      </a:cubicBezTo>
                      <a:cubicBezTo>
                        <a:pt x="0" y="61750"/>
                        <a:pt x="61749" y="0"/>
                        <a:pt x="137922" y="0"/>
                      </a:cubicBezTo>
                      <a:cubicBezTo>
                        <a:pt x="214094" y="0"/>
                        <a:pt x="275844" y="61750"/>
                        <a:pt x="275844" y="1379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9" name="Freeform: Shape 2128">
                  <a:extLst>
                    <a:ext uri="{FF2B5EF4-FFF2-40B4-BE49-F238E27FC236}">
                      <a16:creationId xmlns:a16="http://schemas.microsoft.com/office/drawing/2014/main" id="{BC39E44C-345B-F2C5-7EED-44841918CE37}"/>
                    </a:ext>
                  </a:extLst>
                </p:cNvPr>
                <p:cNvSpPr/>
                <p:nvPr/>
              </p:nvSpPr>
              <p:spPr>
                <a:xfrm>
                  <a:off x="11497007" y="2896850"/>
                  <a:ext cx="135650" cy="18241"/>
                </a:xfrm>
                <a:custGeom>
                  <a:avLst/>
                  <a:gdLst>
                    <a:gd name="connsiteX0" fmla="*/ 96298 w 753999"/>
                    <a:gd name="connsiteY0" fmla="*/ 0 h 98488"/>
                    <a:gd name="connsiteX1" fmla="*/ 753999 w 753999"/>
                    <a:gd name="connsiteY1" fmla="*/ 0 h 98488"/>
                    <a:gd name="connsiteX2" fmla="*/ 753999 w 753999"/>
                    <a:gd name="connsiteY2" fmla="*/ 98488 h 98488"/>
                    <a:gd name="connsiteX3" fmla="*/ 2191 w 753999"/>
                    <a:gd name="connsiteY3" fmla="*/ 98488 h 98488"/>
                    <a:gd name="connsiteX4" fmla="*/ 0 w 753999"/>
                    <a:gd name="connsiteY4" fmla="*/ 96298 h 98488"/>
                    <a:gd name="connsiteX5" fmla="*/ 0 w 753999"/>
                    <a:gd name="connsiteY5" fmla="*/ 96298 h 98488"/>
                    <a:gd name="connsiteX6" fmla="*/ 96298 w 753999"/>
                    <a:gd name="connsiteY6" fmla="*/ 0 h 9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3999" h="98488">
                      <a:moveTo>
                        <a:pt x="96298" y="0"/>
                      </a:moveTo>
                      <a:lnTo>
                        <a:pt x="753999" y="0"/>
                      </a:lnTo>
                      <a:lnTo>
                        <a:pt x="753999" y="98488"/>
                      </a:lnTo>
                      <a:lnTo>
                        <a:pt x="2191" y="98488"/>
                      </a:lnTo>
                      <a:cubicBezTo>
                        <a:pt x="953" y="98488"/>
                        <a:pt x="0" y="97536"/>
                        <a:pt x="0" y="96298"/>
                      </a:cubicBezTo>
                      <a:lnTo>
                        <a:pt x="0" y="96298"/>
                      </a:lnTo>
                      <a:cubicBezTo>
                        <a:pt x="0" y="43148"/>
                        <a:pt x="43148" y="0"/>
                        <a:pt x="96298" y="0"/>
                      </a:cubicBezTo>
                      <a:close/>
                    </a:path>
                  </a:pathLst>
                </a:custGeom>
                <a:solidFill>
                  <a:srgbClr val="65656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NZ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188" name="Group 2187">
              <a:extLst>
                <a:ext uri="{FF2B5EF4-FFF2-40B4-BE49-F238E27FC236}">
                  <a16:creationId xmlns:a16="http://schemas.microsoft.com/office/drawing/2014/main" id="{A23808A7-A49A-368E-49EC-0F68A9550720}"/>
                </a:ext>
              </a:extLst>
            </p:cNvPr>
            <p:cNvGrpSpPr/>
            <p:nvPr/>
          </p:nvGrpSpPr>
          <p:grpSpPr>
            <a:xfrm>
              <a:off x="6286788" y="1051803"/>
              <a:ext cx="988660" cy="320040"/>
              <a:chOff x="6799868" y="1051803"/>
              <a:chExt cx="988660" cy="320040"/>
            </a:xfrm>
          </p:grpSpPr>
          <p:sp>
            <p:nvSpPr>
              <p:cNvPr id="1481" name="TextBox 1480">
                <a:extLst>
                  <a:ext uri="{FF2B5EF4-FFF2-40B4-BE49-F238E27FC236}">
                    <a16:creationId xmlns:a16="http://schemas.microsoft.com/office/drawing/2014/main" id="{9A5C8DE4-8FCA-2364-7016-EDE83F8AAE49}"/>
                  </a:ext>
                </a:extLst>
              </p:cNvPr>
              <p:cNvSpPr txBox="1"/>
              <p:nvPr/>
            </p:nvSpPr>
            <p:spPr>
              <a:xfrm>
                <a:off x="7219461" y="1150268"/>
                <a:ext cx="569067" cy="123111"/>
              </a:xfrm>
              <a:prstGeom prst="rect">
                <a:avLst/>
              </a:prstGeom>
            </p:spPr>
            <p:txBody>
              <a:bodyPr vert="horz" wrap="none" lIns="0" tIns="0" rIns="0" bIns="0" rtlCol="0" anchor="ctr" anchorCtr="0">
                <a:sp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lang="en-US" sz="1400" dirty="0">
                    <a:solidFill>
                      <a:srgbClr val="191C1E"/>
                    </a:solidFill>
                  </a:defRPr>
                </a:lvl1pPr>
                <a:lvl2pPr marL="230396" lvl="1" indent="-226796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Wingdings" panose="05000000000000000000" pitchFamily="2" charset="2"/>
                  <a:buChar char=""/>
                  <a:defRPr lang="en-US" sz="1400" dirty="0">
                    <a:solidFill>
                      <a:srgbClr val="191C1E"/>
                    </a:solidFill>
                  </a:defRPr>
                </a:lvl2pPr>
                <a:lvl3pPr marL="442793" lvl="2" indent="-215997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Arial" panose="020B0604020202020204" pitchFamily="34" charset="0"/>
                  <a:buChar char="‒"/>
                  <a:defRPr lang="en-US" sz="1400" dirty="0">
                    <a:solidFill>
                      <a:srgbClr val="191C1E"/>
                    </a:solidFill>
                  </a:defRPr>
                </a:lvl3pPr>
                <a:lvl4pPr marL="597590" lvl="3" indent="-1511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•"/>
                  <a:defRPr lang="en-US" sz="1400" dirty="0">
                    <a:solidFill>
                      <a:srgbClr val="191C1E"/>
                    </a:solidFill>
                  </a:defRPr>
                </a:lvl4pPr>
                <a:lvl5pPr marL="817187" lvl="4" indent="-1475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̶"/>
                  <a:defRPr lang="en-US" sz="1400" dirty="0">
                    <a:solidFill>
                      <a:srgbClr val="191C1E"/>
                    </a:solidFill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r>
                  <a:rPr lang="en-NZ" sz="800"/>
                  <a:t>GenAI agent</a:t>
                </a:r>
              </a:p>
            </p:txBody>
          </p:sp>
          <p:grpSp>
            <p:nvGrpSpPr>
              <p:cNvPr id="2161" name="Group 2160">
                <a:extLst>
                  <a:ext uri="{FF2B5EF4-FFF2-40B4-BE49-F238E27FC236}">
                    <a16:creationId xmlns:a16="http://schemas.microsoft.com/office/drawing/2014/main" id="{CDB5ADA4-CCD9-5CFA-9FAD-F83631322D6C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6799868" y="1051803"/>
                <a:ext cx="317224" cy="320040"/>
                <a:chOff x="822900" y="4823813"/>
                <a:chExt cx="418248" cy="481637"/>
              </a:xfrm>
            </p:grpSpPr>
            <p:sp>
              <p:nvSpPr>
                <p:cNvPr id="2162" name="Freeform: Shape 2161">
                  <a:extLst>
                    <a:ext uri="{FF2B5EF4-FFF2-40B4-BE49-F238E27FC236}">
                      <a16:creationId xmlns:a16="http://schemas.microsoft.com/office/drawing/2014/main" id="{79A4F33B-3199-F537-642E-A3ADD8E1D1E8}"/>
                    </a:ext>
                  </a:extLst>
                </p:cNvPr>
                <p:cNvSpPr/>
                <p:nvPr/>
              </p:nvSpPr>
              <p:spPr>
                <a:xfrm>
                  <a:off x="932558" y="5051347"/>
                  <a:ext cx="222106" cy="254103"/>
                </a:xfrm>
                <a:custGeom>
                  <a:avLst/>
                  <a:gdLst>
                    <a:gd name="connsiteX0" fmla="*/ 4888 w 554178"/>
                    <a:gd name="connsiteY0" fmla="*/ 259342 h 644909"/>
                    <a:gd name="connsiteX1" fmla="*/ 271633 w 554178"/>
                    <a:gd name="connsiteY1" fmla="*/ 644909 h 644909"/>
                    <a:gd name="connsiteX2" fmla="*/ 550106 w 554178"/>
                    <a:gd name="connsiteY2" fmla="*/ 259342 h 644909"/>
                    <a:gd name="connsiteX3" fmla="*/ 434245 w 554178"/>
                    <a:gd name="connsiteY3" fmla="*/ 15977 h 644909"/>
                    <a:gd name="connsiteX4" fmla="*/ 277497 w 554178"/>
                    <a:gd name="connsiteY4" fmla="*/ 0 h 644909"/>
                    <a:gd name="connsiteX5" fmla="*/ 29656 w 554178"/>
                    <a:gd name="connsiteY5" fmla="*/ 59917 h 644909"/>
                    <a:gd name="connsiteX6" fmla="*/ 4888 w 554178"/>
                    <a:gd name="connsiteY6" fmla="*/ 259342 h 644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4178" h="644909">
                      <a:moveTo>
                        <a:pt x="4888" y="259342"/>
                      </a:moveTo>
                      <a:cubicBezTo>
                        <a:pt x="28323" y="469020"/>
                        <a:pt x="160245" y="644909"/>
                        <a:pt x="271633" y="644909"/>
                      </a:cubicBezTo>
                      <a:cubicBezTo>
                        <a:pt x="377159" y="644909"/>
                        <a:pt x="526651" y="466079"/>
                        <a:pt x="550106" y="259342"/>
                      </a:cubicBezTo>
                      <a:cubicBezTo>
                        <a:pt x="565873" y="120400"/>
                        <a:pt x="537634" y="45701"/>
                        <a:pt x="434245" y="15977"/>
                      </a:cubicBezTo>
                      <a:cubicBezTo>
                        <a:pt x="395867" y="4956"/>
                        <a:pt x="344938" y="0"/>
                        <a:pt x="277497" y="0"/>
                      </a:cubicBezTo>
                      <a:cubicBezTo>
                        <a:pt x="128377" y="0"/>
                        <a:pt x="60425" y="17501"/>
                        <a:pt x="29656" y="59917"/>
                      </a:cubicBezTo>
                      <a:cubicBezTo>
                        <a:pt x="-73" y="100907"/>
                        <a:pt x="-5584" y="165740"/>
                        <a:pt x="4888" y="259342"/>
                      </a:cubicBezTo>
                      <a:close/>
                    </a:path>
                  </a:pathLst>
                </a:custGeom>
                <a:solidFill>
                  <a:schemeClr val="tx2">
                    <a:lumMod val="25000"/>
                    <a:lumOff val="75000"/>
                  </a:schemeClr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3" name="Freeform: Shape 2162">
                  <a:extLst>
                    <a:ext uri="{FF2B5EF4-FFF2-40B4-BE49-F238E27FC236}">
                      <a16:creationId xmlns:a16="http://schemas.microsoft.com/office/drawing/2014/main" id="{FE882827-C727-B00E-EFEA-E75F2D12DDA0}"/>
                    </a:ext>
                  </a:extLst>
                </p:cNvPr>
                <p:cNvSpPr/>
                <p:nvPr/>
              </p:nvSpPr>
              <p:spPr>
                <a:xfrm rot="16979471">
                  <a:off x="1078653" y="5164467"/>
                  <a:ext cx="152458" cy="83414"/>
                </a:xfrm>
                <a:custGeom>
                  <a:avLst/>
                  <a:gdLst>
                    <a:gd name="connsiteX0" fmla="*/ 386938 w 386937"/>
                    <a:gd name="connsiteY0" fmla="*/ 104064 h 208127"/>
                    <a:gd name="connsiteX1" fmla="*/ 193470 w 386937"/>
                    <a:gd name="connsiteY1" fmla="*/ 208128 h 208127"/>
                    <a:gd name="connsiteX2" fmla="*/ 1 w 386937"/>
                    <a:gd name="connsiteY2" fmla="*/ 104064 h 208127"/>
                    <a:gd name="connsiteX3" fmla="*/ 193470 w 386937"/>
                    <a:gd name="connsiteY3" fmla="*/ 0 h 208127"/>
                    <a:gd name="connsiteX4" fmla="*/ 386938 w 386937"/>
                    <a:gd name="connsiteY4" fmla="*/ 104064 h 208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6937" h="208127">
                      <a:moveTo>
                        <a:pt x="386938" y="104064"/>
                      </a:moveTo>
                      <a:cubicBezTo>
                        <a:pt x="386938" y="161537"/>
                        <a:pt x="300319" y="208128"/>
                        <a:pt x="193470" y="208128"/>
                      </a:cubicBezTo>
                      <a:cubicBezTo>
                        <a:pt x="86620" y="208128"/>
                        <a:pt x="1" y="161537"/>
                        <a:pt x="1" y="104064"/>
                      </a:cubicBezTo>
                      <a:cubicBezTo>
                        <a:pt x="1" y="46591"/>
                        <a:pt x="86621" y="0"/>
                        <a:pt x="193470" y="0"/>
                      </a:cubicBezTo>
                      <a:cubicBezTo>
                        <a:pt x="300320" y="0"/>
                        <a:pt x="386938" y="46591"/>
                        <a:pt x="386938" y="10406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4" name="Freeform: Shape 2163">
                  <a:extLst>
                    <a:ext uri="{FF2B5EF4-FFF2-40B4-BE49-F238E27FC236}">
                      <a16:creationId xmlns:a16="http://schemas.microsoft.com/office/drawing/2014/main" id="{0A87B661-AE33-5B85-2728-EDE380A76F23}"/>
                    </a:ext>
                  </a:extLst>
                </p:cNvPr>
                <p:cNvSpPr/>
                <p:nvPr/>
              </p:nvSpPr>
              <p:spPr>
                <a:xfrm rot="20820529">
                  <a:off x="891026" y="5129786"/>
                  <a:ext cx="83414" cy="152458"/>
                </a:xfrm>
                <a:custGeom>
                  <a:avLst/>
                  <a:gdLst>
                    <a:gd name="connsiteX0" fmla="*/ 208128 w 208127"/>
                    <a:gd name="connsiteY0" fmla="*/ 193469 h 386937"/>
                    <a:gd name="connsiteX1" fmla="*/ 104064 w 208127"/>
                    <a:gd name="connsiteY1" fmla="*/ 386938 h 386937"/>
                    <a:gd name="connsiteX2" fmla="*/ 0 w 208127"/>
                    <a:gd name="connsiteY2" fmla="*/ 193469 h 386937"/>
                    <a:gd name="connsiteX3" fmla="*/ 104064 w 208127"/>
                    <a:gd name="connsiteY3" fmla="*/ 0 h 386937"/>
                    <a:gd name="connsiteX4" fmla="*/ 208128 w 208127"/>
                    <a:gd name="connsiteY4" fmla="*/ 193469 h 386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127" h="386937">
                      <a:moveTo>
                        <a:pt x="208128" y="193469"/>
                      </a:moveTo>
                      <a:cubicBezTo>
                        <a:pt x="208128" y="300319"/>
                        <a:pt x="161537" y="386938"/>
                        <a:pt x="104064" y="386938"/>
                      </a:cubicBezTo>
                      <a:cubicBezTo>
                        <a:pt x="46591" y="386938"/>
                        <a:pt x="0" y="300319"/>
                        <a:pt x="0" y="193469"/>
                      </a:cubicBezTo>
                      <a:cubicBezTo>
                        <a:pt x="0" y="86619"/>
                        <a:pt x="46591" y="0"/>
                        <a:pt x="104064" y="0"/>
                      </a:cubicBezTo>
                      <a:cubicBezTo>
                        <a:pt x="161537" y="0"/>
                        <a:pt x="208128" y="86619"/>
                        <a:pt x="208128" y="19346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5" name="Freeform: Shape 2164">
                  <a:extLst>
                    <a:ext uri="{FF2B5EF4-FFF2-40B4-BE49-F238E27FC236}">
                      <a16:creationId xmlns:a16="http://schemas.microsoft.com/office/drawing/2014/main" id="{1209B689-A022-A11B-C2FE-2F7C6FCC3911}"/>
                    </a:ext>
                  </a:extLst>
                </p:cNvPr>
                <p:cNvSpPr/>
                <p:nvPr/>
              </p:nvSpPr>
              <p:spPr>
                <a:xfrm>
                  <a:off x="944444" y="5051346"/>
                  <a:ext cx="162153" cy="44375"/>
                </a:xfrm>
                <a:custGeom>
                  <a:avLst/>
                  <a:gdLst>
                    <a:gd name="connsiteX0" fmla="*/ 0 w 404589"/>
                    <a:gd name="connsiteY0" fmla="*/ 59919 h 112622"/>
                    <a:gd name="connsiteX1" fmla="*/ 6727 w 404589"/>
                    <a:gd name="connsiteY1" fmla="*/ 64198 h 112622"/>
                    <a:gd name="connsiteX2" fmla="*/ 221131 w 404589"/>
                    <a:gd name="connsiteY2" fmla="*/ 110244 h 112622"/>
                    <a:gd name="connsiteX3" fmla="*/ 394823 w 404589"/>
                    <a:gd name="connsiteY3" fmla="*/ 35148 h 112622"/>
                    <a:gd name="connsiteX4" fmla="*/ 404589 w 404589"/>
                    <a:gd name="connsiteY4" fmla="*/ 15977 h 112622"/>
                    <a:gd name="connsiteX5" fmla="*/ 247841 w 404589"/>
                    <a:gd name="connsiteY5" fmla="*/ 0 h 112622"/>
                    <a:gd name="connsiteX6" fmla="*/ 0 w 404589"/>
                    <a:gd name="connsiteY6" fmla="*/ 59919 h 112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4589" h="112622">
                      <a:moveTo>
                        <a:pt x="0" y="59919"/>
                      </a:moveTo>
                      <a:cubicBezTo>
                        <a:pt x="2217" y="61413"/>
                        <a:pt x="4472" y="62850"/>
                        <a:pt x="6727" y="64198"/>
                      </a:cubicBezTo>
                      <a:cubicBezTo>
                        <a:pt x="70462" y="102713"/>
                        <a:pt x="147238" y="119186"/>
                        <a:pt x="221131" y="110244"/>
                      </a:cubicBezTo>
                      <a:cubicBezTo>
                        <a:pt x="272550" y="104008"/>
                        <a:pt x="362956" y="80820"/>
                        <a:pt x="394823" y="35148"/>
                      </a:cubicBezTo>
                      <a:cubicBezTo>
                        <a:pt x="399530" y="28377"/>
                        <a:pt x="402727" y="21986"/>
                        <a:pt x="404589" y="15977"/>
                      </a:cubicBezTo>
                      <a:cubicBezTo>
                        <a:pt x="366212" y="4956"/>
                        <a:pt x="315282" y="0"/>
                        <a:pt x="247841" y="0"/>
                      </a:cubicBezTo>
                      <a:cubicBezTo>
                        <a:pt x="98721" y="2"/>
                        <a:pt x="30769" y="17501"/>
                        <a:pt x="0" y="5991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6" name="Freeform: Shape 2165">
                  <a:extLst>
                    <a:ext uri="{FF2B5EF4-FFF2-40B4-BE49-F238E27FC236}">
                      <a16:creationId xmlns:a16="http://schemas.microsoft.com/office/drawing/2014/main" id="{2355D3BA-B489-730F-DF4F-A007C910C993}"/>
                    </a:ext>
                  </a:extLst>
                </p:cNvPr>
                <p:cNvSpPr/>
                <p:nvPr/>
              </p:nvSpPr>
              <p:spPr>
                <a:xfrm>
                  <a:off x="1012050" y="5152988"/>
                  <a:ext cx="61092" cy="117810"/>
                </a:xfrm>
                <a:custGeom>
                  <a:avLst/>
                  <a:gdLst>
                    <a:gd name="connsiteX0" fmla="*/ 152430 w 152430"/>
                    <a:gd name="connsiteY0" fmla="*/ 149501 h 299001"/>
                    <a:gd name="connsiteX1" fmla="*/ 76216 w 152430"/>
                    <a:gd name="connsiteY1" fmla="*/ 299001 h 299001"/>
                    <a:gd name="connsiteX2" fmla="*/ 1 w 152430"/>
                    <a:gd name="connsiteY2" fmla="*/ 149501 h 299001"/>
                    <a:gd name="connsiteX3" fmla="*/ 76216 w 152430"/>
                    <a:gd name="connsiteY3" fmla="*/ 0 h 299001"/>
                    <a:gd name="connsiteX4" fmla="*/ 152430 w 152430"/>
                    <a:gd name="connsiteY4" fmla="*/ 149501 h 299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430" h="299001">
                      <a:moveTo>
                        <a:pt x="152430" y="149501"/>
                      </a:moveTo>
                      <a:cubicBezTo>
                        <a:pt x="152430" y="232068"/>
                        <a:pt x="118308" y="299001"/>
                        <a:pt x="76216" y="299001"/>
                      </a:cubicBezTo>
                      <a:cubicBezTo>
                        <a:pt x="34123" y="299001"/>
                        <a:pt x="1" y="232068"/>
                        <a:pt x="1" y="149501"/>
                      </a:cubicBezTo>
                      <a:cubicBezTo>
                        <a:pt x="1" y="66934"/>
                        <a:pt x="34123" y="0"/>
                        <a:pt x="76216" y="0"/>
                      </a:cubicBezTo>
                      <a:cubicBezTo>
                        <a:pt x="118308" y="0"/>
                        <a:pt x="152430" y="66934"/>
                        <a:pt x="152430" y="14950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7" name="Freeform: Shape 2166">
                  <a:extLst>
                    <a:ext uri="{FF2B5EF4-FFF2-40B4-BE49-F238E27FC236}">
                      <a16:creationId xmlns:a16="http://schemas.microsoft.com/office/drawing/2014/main" id="{466CBFC7-EB8C-37D5-5EF5-372A77671636}"/>
                    </a:ext>
                  </a:extLst>
                </p:cNvPr>
                <p:cNvSpPr/>
                <p:nvPr/>
              </p:nvSpPr>
              <p:spPr>
                <a:xfrm>
                  <a:off x="999084" y="5140813"/>
                  <a:ext cx="87029" cy="142159"/>
                </a:xfrm>
                <a:custGeom>
                  <a:avLst/>
                  <a:gdLst>
                    <a:gd name="connsiteX0" fmla="*/ 0 w 217149"/>
                    <a:gd name="connsiteY0" fmla="*/ 180399 h 360798"/>
                    <a:gd name="connsiteX1" fmla="*/ 108566 w 217149"/>
                    <a:gd name="connsiteY1" fmla="*/ 0 h 360798"/>
                    <a:gd name="connsiteX2" fmla="*/ 217150 w 217149"/>
                    <a:gd name="connsiteY2" fmla="*/ 180399 h 360798"/>
                    <a:gd name="connsiteX3" fmla="*/ 108566 w 217149"/>
                    <a:gd name="connsiteY3" fmla="*/ 360798 h 360798"/>
                    <a:gd name="connsiteX4" fmla="*/ 0 w 217149"/>
                    <a:gd name="connsiteY4" fmla="*/ 180399 h 360798"/>
                    <a:gd name="connsiteX5" fmla="*/ 3177 w 217149"/>
                    <a:gd name="connsiteY5" fmla="*/ 180399 h 360798"/>
                    <a:gd name="connsiteX6" fmla="*/ 108585 w 217149"/>
                    <a:gd name="connsiteY6" fmla="*/ 357621 h 360798"/>
                    <a:gd name="connsiteX7" fmla="*/ 213993 w 217149"/>
                    <a:gd name="connsiteY7" fmla="*/ 180399 h 360798"/>
                    <a:gd name="connsiteX8" fmla="*/ 108585 w 217149"/>
                    <a:gd name="connsiteY8" fmla="*/ 3177 h 360798"/>
                    <a:gd name="connsiteX9" fmla="*/ 3177 w 217149"/>
                    <a:gd name="connsiteY9" fmla="*/ 180399 h 360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7149" h="360798">
                      <a:moveTo>
                        <a:pt x="0" y="180399"/>
                      </a:moveTo>
                      <a:cubicBezTo>
                        <a:pt x="0" y="80933"/>
                        <a:pt x="48694" y="0"/>
                        <a:pt x="108566" y="0"/>
                      </a:cubicBezTo>
                      <a:cubicBezTo>
                        <a:pt x="168437" y="0"/>
                        <a:pt x="217150" y="80914"/>
                        <a:pt x="217150" y="180399"/>
                      </a:cubicBezTo>
                      <a:cubicBezTo>
                        <a:pt x="217150" y="279865"/>
                        <a:pt x="168437" y="360798"/>
                        <a:pt x="108566" y="360798"/>
                      </a:cubicBezTo>
                      <a:cubicBezTo>
                        <a:pt x="48694" y="360798"/>
                        <a:pt x="0" y="279865"/>
                        <a:pt x="0" y="180399"/>
                      </a:cubicBezTo>
                      <a:close/>
                      <a:moveTo>
                        <a:pt x="3177" y="180399"/>
                      </a:moveTo>
                      <a:cubicBezTo>
                        <a:pt x="3177" y="278119"/>
                        <a:pt x="50458" y="357621"/>
                        <a:pt x="108585" y="357621"/>
                      </a:cubicBezTo>
                      <a:cubicBezTo>
                        <a:pt x="166691" y="357621"/>
                        <a:pt x="213993" y="278119"/>
                        <a:pt x="213993" y="180399"/>
                      </a:cubicBezTo>
                      <a:cubicBezTo>
                        <a:pt x="213993" y="82679"/>
                        <a:pt x="166691" y="3177"/>
                        <a:pt x="108585" y="3177"/>
                      </a:cubicBezTo>
                      <a:cubicBezTo>
                        <a:pt x="50458" y="3177"/>
                        <a:pt x="3177" y="82679"/>
                        <a:pt x="3177" y="18039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8" name="Freeform: Shape 2167">
                  <a:extLst>
                    <a:ext uri="{FF2B5EF4-FFF2-40B4-BE49-F238E27FC236}">
                      <a16:creationId xmlns:a16="http://schemas.microsoft.com/office/drawing/2014/main" id="{5CAF1627-9D9C-110C-73A8-2E5FAC73B785}"/>
                    </a:ext>
                  </a:extLst>
                </p:cNvPr>
                <p:cNvSpPr/>
                <p:nvPr/>
              </p:nvSpPr>
              <p:spPr>
                <a:xfrm>
                  <a:off x="926292" y="4823813"/>
                  <a:ext cx="232198" cy="247169"/>
                </a:xfrm>
                <a:custGeom>
                  <a:avLst/>
                  <a:gdLst>
                    <a:gd name="connsiteX0" fmla="*/ 579360 w 579360"/>
                    <a:gd name="connsiteY0" fmla="*/ 313656 h 627312"/>
                    <a:gd name="connsiteX1" fmla="*/ 289680 w 579360"/>
                    <a:gd name="connsiteY1" fmla="*/ 627312 h 627312"/>
                    <a:gd name="connsiteX2" fmla="*/ 0 w 579360"/>
                    <a:gd name="connsiteY2" fmla="*/ 313656 h 627312"/>
                    <a:gd name="connsiteX3" fmla="*/ 289680 w 579360"/>
                    <a:gd name="connsiteY3" fmla="*/ 0 h 627312"/>
                    <a:gd name="connsiteX4" fmla="*/ 579360 w 579360"/>
                    <a:gd name="connsiteY4" fmla="*/ 313656 h 627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9360" h="627312">
                      <a:moveTo>
                        <a:pt x="579360" y="313656"/>
                      </a:moveTo>
                      <a:cubicBezTo>
                        <a:pt x="579360" y="486884"/>
                        <a:pt x="449666" y="627312"/>
                        <a:pt x="289680" y="627312"/>
                      </a:cubicBezTo>
                      <a:cubicBezTo>
                        <a:pt x="129694" y="627312"/>
                        <a:pt x="0" y="486884"/>
                        <a:pt x="0" y="313656"/>
                      </a:cubicBezTo>
                      <a:cubicBezTo>
                        <a:pt x="0" y="140429"/>
                        <a:pt x="129694" y="0"/>
                        <a:pt x="289680" y="0"/>
                      </a:cubicBezTo>
                      <a:cubicBezTo>
                        <a:pt x="449666" y="0"/>
                        <a:pt x="579360" y="140429"/>
                        <a:pt x="579360" y="313656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9" name="Freeform: Shape 2168">
                  <a:extLst>
                    <a:ext uri="{FF2B5EF4-FFF2-40B4-BE49-F238E27FC236}">
                      <a16:creationId xmlns:a16="http://schemas.microsoft.com/office/drawing/2014/main" id="{FDF4A692-C093-B8E5-2656-253BEBDB89EA}"/>
                    </a:ext>
                  </a:extLst>
                </p:cNvPr>
                <p:cNvSpPr/>
                <p:nvPr/>
              </p:nvSpPr>
              <p:spPr>
                <a:xfrm>
                  <a:off x="932684" y="4837672"/>
                  <a:ext cx="230844" cy="233311"/>
                </a:xfrm>
                <a:custGeom>
                  <a:avLst/>
                  <a:gdLst>
                    <a:gd name="connsiteX0" fmla="*/ 575979 w 575979"/>
                    <a:gd name="connsiteY0" fmla="*/ 296069 h 592138"/>
                    <a:gd name="connsiteX1" fmla="*/ 287990 w 575979"/>
                    <a:gd name="connsiteY1" fmla="*/ 592139 h 592138"/>
                    <a:gd name="connsiteX2" fmla="*/ 0 w 575979"/>
                    <a:gd name="connsiteY2" fmla="*/ 296069 h 592138"/>
                    <a:gd name="connsiteX3" fmla="*/ 287990 w 575979"/>
                    <a:gd name="connsiteY3" fmla="*/ 0 h 592138"/>
                    <a:gd name="connsiteX4" fmla="*/ 575979 w 575979"/>
                    <a:gd name="connsiteY4" fmla="*/ 296069 h 592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979" h="592138">
                      <a:moveTo>
                        <a:pt x="575979" y="296069"/>
                      </a:moveTo>
                      <a:cubicBezTo>
                        <a:pt x="575979" y="459584"/>
                        <a:pt x="447042" y="592139"/>
                        <a:pt x="287990" y="592139"/>
                      </a:cubicBezTo>
                      <a:cubicBezTo>
                        <a:pt x="128938" y="592139"/>
                        <a:pt x="0" y="459584"/>
                        <a:pt x="0" y="296069"/>
                      </a:cubicBezTo>
                      <a:cubicBezTo>
                        <a:pt x="0" y="132555"/>
                        <a:pt x="128938" y="0"/>
                        <a:pt x="287990" y="0"/>
                      </a:cubicBezTo>
                      <a:cubicBezTo>
                        <a:pt x="447042" y="0"/>
                        <a:pt x="575979" y="132555"/>
                        <a:pt x="575979" y="296069"/>
                      </a:cubicBezTo>
                      <a:close/>
                    </a:path>
                  </a:pathLst>
                </a:custGeom>
                <a:solidFill>
                  <a:schemeClr val="tx2">
                    <a:lumMod val="25000"/>
                    <a:lumOff val="75000"/>
                  </a:schemeClr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0" name="Freeform: Shape 2169">
                  <a:extLst>
                    <a:ext uri="{FF2B5EF4-FFF2-40B4-BE49-F238E27FC236}">
                      <a16:creationId xmlns:a16="http://schemas.microsoft.com/office/drawing/2014/main" id="{F1F336BA-8C26-314B-1033-722B6E39EF7C}"/>
                    </a:ext>
                  </a:extLst>
                </p:cNvPr>
                <p:cNvSpPr/>
                <p:nvPr/>
              </p:nvSpPr>
              <p:spPr>
                <a:xfrm>
                  <a:off x="1139608" y="4919677"/>
                  <a:ext cx="38764" cy="65835"/>
                </a:xfrm>
                <a:custGeom>
                  <a:avLst/>
                  <a:gdLst>
                    <a:gd name="connsiteX0" fmla="*/ 0 w 96720"/>
                    <a:gd name="connsiteY0" fmla="*/ 18877 h 167087"/>
                    <a:gd name="connsiteX1" fmla="*/ 0 w 96720"/>
                    <a:gd name="connsiteY1" fmla="*/ 148210 h 167087"/>
                    <a:gd name="connsiteX2" fmla="*/ 18866 w 96720"/>
                    <a:gd name="connsiteY2" fmla="*/ 167088 h 167087"/>
                    <a:gd name="connsiteX3" fmla="*/ 77855 w 96720"/>
                    <a:gd name="connsiteY3" fmla="*/ 167088 h 167087"/>
                    <a:gd name="connsiteX4" fmla="*/ 96485 w 96720"/>
                    <a:gd name="connsiteY4" fmla="*/ 151054 h 167087"/>
                    <a:gd name="connsiteX5" fmla="*/ 96721 w 96720"/>
                    <a:gd name="connsiteY5" fmla="*/ 148210 h 167087"/>
                    <a:gd name="connsiteX6" fmla="*/ 96721 w 96720"/>
                    <a:gd name="connsiteY6" fmla="*/ 18877 h 167087"/>
                    <a:gd name="connsiteX7" fmla="*/ 96485 w 96720"/>
                    <a:gd name="connsiteY7" fmla="*/ 16034 h 167087"/>
                    <a:gd name="connsiteX8" fmla="*/ 77855 w 96720"/>
                    <a:gd name="connsiteY8" fmla="*/ 0 h 167087"/>
                    <a:gd name="connsiteX9" fmla="*/ 18866 w 96720"/>
                    <a:gd name="connsiteY9" fmla="*/ 0 h 167087"/>
                    <a:gd name="connsiteX10" fmla="*/ 0 w 96720"/>
                    <a:gd name="connsiteY10" fmla="*/ 18877 h 167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6720" h="167087">
                      <a:moveTo>
                        <a:pt x="0" y="18877"/>
                      </a:moveTo>
                      <a:lnTo>
                        <a:pt x="0" y="148210"/>
                      </a:lnTo>
                      <a:cubicBezTo>
                        <a:pt x="0" y="158645"/>
                        <a:pt x="8433" y="167088"/>
                        <a:pt x="18866" y="167088"/>
                      </a:cubicBezTo>
                      <a:lnTo>
                        <a:pt x="77855" y="167088"/>
                      </a:lnTo>
                      <a:cubicBezTo>
                        <a:pt x="87307" y="167088"/>
                        <a:pt x="95151" y="160139"/>
                        <a:pt x="96485" y="151054"/>
                      </a:cubicBezTo>
                      <a:cubicBezTo>
                        <a:pt x="96661" y="150116"/>
                        <a:pt x="96721" y="149177"/>
                        <a:pt x="96721" y="148210"/>
                      </a:cubicBezTo>
                      <a:lnTo>
                        <a:pt x="96721" y="18877"/>
                      </a:lnTo>
                      <a:cubicBezTo>
                        <a:pt x="96721" y="17910"/>
                        <a:pt x="96661" y="16971"/>
                        <a:pt x="96485" y="16034"/>
                      </a:cubicBezTo>
                      <a:cubicBezTo>
                        <a:pt x="95151" y="6946"/>
                        <a:pt x="87307" y="0"/>
                        <a:pt x="77855" y="0"/>
                      </a:cubicBezTo>
                      <a:lnTo>
                        <a:pt x="18866" y="0"/>
                      </a:lnTo>
                      <a:cubicBezTo>
                        <a:pt x="8433" y="0"/>
                        <a:pt x="0" y="8442"/>
                        <a:pt x="0" y="18877"/>
                      </a:cubicBezTo>
                      <a:close/>
                    </a:path>
                  </a:pathLst>
                </a:custGeom>
                <a:solidFill>
                  <a:schemeClr val="tx2">
                    <a:lumMod val="25000"/>
                    <a:lumOff val="75000"/>
                  </a:schemeClr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1" name="Freeform: Shape 2170">
                  <a:extLst>
                    <a:ext uri="{FF2B5EF4-FFF2-40B4-BE49-F238E27FC236}">
                      <a16:creationId xmlns:a16="http://schemas.microsoft.com/office/drawing/2014/main" id="{E2054703-78FE-F4D6-B5D2-83E0A4AD2FC8}"/>
                    </a:ext>
                  </a:extLst>
                </p:cNvPr>
                <p:cNvSpPr/>
                <p:nvPr/>
              </p:nvSpPr>
              <p:spPr>
                <a:xfrm>
                  <a:off x="898410" y="4919678"/>
                  <a:ext cx="49704" cy="65835"/>
                </a:xfrm>
                <a:custGeom>
                  <a:avLst/>
                  <a:gdLst>
                    <a:gd name="connsiteX0" fmla="*/ 0 w 124018"/>
                    <a:gd name="connsiteY0" fmla="*/ 117156 h 167087"/>
                    <a:gd name="connsiteX1" fmla="*/ 49929 w 124018"/>
                    <a:gd name="connsiteY1" fmla="*/ 167087 h 167087"/>
                    <a:gd name="connsiteX2" fmla="*/ 99819 w 124018"/>
                    <a:gd name="connsiteY2" fmla="*/ 167087 h 167087"/>
                    <a:gd name="connsiteX3" fmla="*/ 124019 w 124018"/>
                    <a:gd name="connsiteY3" fmla="*/ 148210 h 167087"/>
                    <a:gd name="connsiteX4" fmla="*/ 124019 w 124018"/>
                    <a:gd name="connsiteY4" fmla="*/ 18877 h 167087"/>
                    <a:gd name="connsiteX5" fmla="*/ 99819 w 124018"/>
                    <a:gd name="connsiteY5" fmla="*/ 0 h 167087"/>
                    <a:gd name="connsiteX6" fmla="*/ 49596 w 124018"/>
                    <a:gd name="connsiteY6" fmla="*/ 337 h 167087"/>
                    <a:gd name="connsiteX7" fmla="*/ 0 w 124018"/>
                    <a:gd name="connsiteY7" fmla="*/ 50266 h 167087"/>
                    <a:gd name="connsiteX8" fmla="*/ 0 w 124018"/>
                    <a:gd name="connsiteY8" fmla="*/ 117156 h 167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4018" h="167087">
                      <a:moveTo>
                        <a:pt x="0" y="117156"/>
                      </a:moveTo>
                      <a:cubicBezTo>
                        <a:pt x="0" y="144733"/>
                        <a:pt x="22356" y="167087"/>
                        <a:pt x="49929" y="167087"/>
                      </a:cubicBezTo>
                      <a:lnTo>
                        <a:pt x="99819" y="167087"/>
                      </a:lnTo>
                      <a:cubicBezTo>
                        <a:pt x="113194" y="167087"/>
                        <a:pt x="124019" y="158645"/>
                        <a:pt x="124019" y="148210"/>
                      </a:cubicBezTo>
                      <a:lnTo>
                        <a:pt x="124019" y="18877"/>
                      </a:lnTo>
                      <a:cubicBezTo>
                        <a:pt x="124019" y="8442"/>
                        <a:pt x="113194" y="0"/>
                        <a:pt x="99819" y="0"/>
                      </a:cubicBezTo>
                      <a:lnTo>
                        <a:pt x="49596" y="337"/>
                      </a:lnTo>
                      <a:cubicBezTo>
                        <a:pt x="22160" y="522"/>
                        <a:pt x="0" y="22821"/>
                        <a:pt x="0" y="50266"/>
                      </a:cubicBezTo>
                      <a:lnTo>
                        <a:pt x="0" y="117156"/>
                      </a:lnTo>
                      <a:close/>
                    </a:path>
                  </a:pathLst>
                </a:custGeom>
                <a:solidFill>
                  <a:schemeClr val="tx2">
                    <a:lumMod val="25000"/>
                    <a:lumOff val="75000"/>
                  </a:schemeClr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2" name="Freeform: Shape 2171">
                  <a:extLst>
                    <a:ext uri="{FF2B5EF4-FFF2-40B4-BE49-F238E27FC236}">
                      <a16:creationId xmlns:a16="http://schemas.microsoft.com/office/drawing/2014/main" id="{63B0F4D7-990A-4B2E-17D9-73021C455C9D}"/>
                    </a:ext>
                  </a:extLst>
                </p:cNvPr>
                <p:cNvSpPr/>
                <p:nvPr/>
              </p:nvSpPr>
              <p:spPr>
                <a:xfrm>
                  <a:off x="976826" y="4891957"/>
                  <a:ext cx="157429" cy="133980"/>
                </a:xfrm>
                <a:custGeom>
                  <a:avLst/>
                  <a:gdLst>
                    <a:gd name="connsiteX0" fmla="*/ 392803 w 392803"/>
                    <a:gd name="connsiteY0" fmla="*/ 170019 h 340038"/>
                    <a:gd name="connsiteX1" fmla="*/ 196401 w 392803"/>
                    <a:gd name="connsiteY1" fmla="*/ 340039 h 340038"/>
                    <a:gd name="connsiteX2" fmla="*/ 0 w 392803"/>
                    <a:gd name="connsiteY2" fmla="*/ 170019 h 340038"/>
                    <a:gd name="connsiteX3" fmla="*/ 196401 w 392803"/>
                    <a:gd name="connsiteY3" fmla="*/ 0 h 340038"/>
                    <a:gd name="connsiteX4" fmla="*/ 392803 w 392803"/>
                    <a:gd name="connsiteY4" fmla="*/ 170019 h 340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03" h="340038">
                      <a:moveTo>
                        <a:pt x="392803" y="170019"/>
                      </a:moveTo>
                      <a:cubicBezTo>
                        <a:pt x="392803" y="263918"/>
                        <a:pt x="304871" y="340039"/>
                        <a:pt x="196401" y="340039"/>
                      </a:cubicBezTo>
                      <a:cubicBezTo>
                        <a:pt x="87931" y="340039"/>
                        <a:pt x="0" y="263918"/>
                        <a:pt x="0" y="170019"/>
                      </a:cubicBezTo>
                      <a:cubicBezTo>
                        <a:pt x="0" y="76120"/>
                        <a:pt x="87932" y="0"/>
                        <a:pt x="196401" y="0"/>
                      </a:cubicBezTo>
                      <a:cubicBezTo>
                        <a:pt x="304871" y="0"/>
                        <a:pt x="392803" y="76120"/>
                        <a:pt x="392803" y="17001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3" name="Freeform: Shape 2172">
                  <a:extLst>
                    <a:ext uri="{FF2B5EF4-FFF2-40B4-BE49-F238E27FC236}">
                      <a16:creationId xmlns:a16="http://schemas.microsoft.com/office/drawing/2014/main" id="{E6B34639-77AA-13F7-C2C4-73EE416F455D}"/>
                    </a:ext>
                  </a:extLst>
                </p:cNvPr>
                <p:cNvSpPr/>
                <p:nvPr/>
              </p:nvSpPr>
              <p:spPr>
                <a:xfrm>
                  <a:off x="986328" y="4900043"/>
                  <a:ext cx="138417" cy="117809"/>
                </a:xfrm>
                <a:custGeom>
                  <a:avLst/>
                  <a:gdLst>
                    <a:gd name="connsiteX0" fmla="*/ 0 w 345365"/>
                    <a:gd name="connsiteY0" fmla="*/ 149499 h 298999"/>
                    <a:gd name="connsiteX1" fmla="*/ 26181 w 345365"/>
                    <a:gd name="connsiteY1" fmla="*/ 228646 h 298999"/>
                    <a:gd name="connsiteX2" fmla="*/ 172692 w 345365"/>
                    <a:gd name="connsiteY2" fmla="*/ 298999 h 298999"/>
                    <a:gd name="connsiteX3" fmla="*/ 319185 w 345365"/>
                    <a:gd name="connsiteY3" fmla="*/ 228646 h 298999"/>
                    <a:gd name="connsiteX4" fmla="*/ 345366 w 345365"/>
                    <a:gd name="connsiteY4" fmla="*/ 149499 h 298999"/>
                    <a:gd name="connsiteX5" fmla="*/ 312340 w 345365"/>
                    <a:gd name="connsiteY5" fmla="*/ 61558 h 298999"/>
                    <a:gd name="connsiteX6" fmla="*/ 172692 w 345365"/>
                    <a:gd name="connsiteY6" fmla="*/ 0 h 298999"/>
                    <a:gd name="connsiteX7" fmla="*/ 33044 w 345365"/>
                    <a:gd name="connsiteY7" fmla="*/ 61558 h 298999"/>
                    <a:gd name="connsiteX8" fmla="*/ 0 w 345365"/>
                    <a:gd name="connsiteY8" fmla="*/ 149499 h 298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5365" h="298999">
                      <a:moveTo>
                        <a:pt x="0" y="149499"/>
                      </a:moveTo>
                      <a:cubicBezTo>
                        <a:pt x="0" y="178548"/>
                        <a:pt x="9590" y="205693"/>
                        <a:pt x="26181" y="228646"/>
                      </a:cubicBezTo>
                      <a:cubicBezTo>
                        <a:pt x="56656" y="270887"/>
                        <a:pt x="110860" y="298999"/>
                        <a:pt x="172692" y="298999"/>
                      </a:cubicBezTo>
                      <a:cubicBezTo>
                        <a:pt x="234505" y="298999"/>
                        <a:pt x="288710" y="270887"/>
                        <a:pt x="319185" y="228646"/>
                      </a:cubicBezTo>
                      <a:cubicBezTo>
                        <a:pt x="335776" y="205693"/>
                        <a:pt x="345366" y="178548"/>
                        <a:pt x="345366" y="149499"/>
                      </a:cubicBezTo>
                      <a:cubicBezTo>
                        <a:pt x="345366" y="116637"/>
                        <a:pt x="333128" y="86211"/>
                        <a:pt x="312340" y="61558"/>
                      </a:cubicBezTo>
                      <a:cubicBezTo>
                        <a:pt x="280944" y="24241"/>
                        <a:pt x="230113" y="0"/>
                        <a:pt x="172692" y="0"/>
                      </a:cubicBezTo>
                      <a:cubicBezTo>
                        <a:pt x="115252" y="0"/>
                        <a:pt x="64421" y="24243"/>
                        <a:pt x="33044" y="61558"/>
                      </a:cubicBezTo>
                      <a:cubicBezTo>
                        <a:pt x="12257" y="86211"/>
                        <a:pt x="0" y="116639"/>
                        <a:pt x="0" y="14949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4" name="Freeform: Shape 2173">
                  <a:extLst>
                    <a:ext uri="{FF2B5EF4-FFF2-40B4-BE49-F238E27FC236}">
                      <a16:creationId xmlns:a16="http://schemas.microsoft.com/office/drawing/2014/main" id="{20AF2983-E13D-C1D8-DC57-F1EDD17A7918}"/>
                    </a:ext>
                  </a:extLst>
                </p:cNvPr>
                <p:cNvSpPr/>
                <p:nvPr/>
              </p:nvSpPr>
              <p:spPr>
                <a:xfrm>
                  <a:off x="1092298" y="4950329"/>
                  <a:ext cx="25847" cy="35184"/>
                </a:xfrm>
                <a:custGeom>
                  <a:avLst/>
                  <a:gdLst>
                    <a:gd name="connsiteX0" fmla="*/ 64492 w 64491"/>
                    <a:gd name="connsiteY0" fmla="*/ 44648 h 89295"/>
                    <a:gd name="connsiteX1" fmla="*/ 32247 w 64491"/>
                    <a:gd name="connsiteY1" fmla="*/ 89296 h 89295"/>
                    <a:gd name="connsiteX2" fmla="*/ 1 w 64491"/>
                    <a:gd name="connsiteY2" fmla="*/ 44648 h 89295"/>
                    <a:gd name="connsiteX3" fmla="*/ 32247 w 64491"/>
                    <a:gd name="connsiteY3" fmla="*/ 0 h 89295"/>
                    <a:gd name="connsiteX4" fmla="*/ 64492 w 64491"/>
                    <a:gd name="connsiteY4" fmla="*/ 44648 h 89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491" h="89295">
                      <a:moveTo>
                        <a:pt x="64492" y="44648"/>
                      </a:moveTo>
                      <a:cubicBezTo>
                        <a:pt x="64492" y="69306"/>
                        <a:pt x="50055" y="89296"/>
                        <a:pt x="32247" y="89296"/>
                      </a:cubicBezTo>
                      <a:cubicBezTo>
                        <a:pt x="14438" y="89296"/>
                        <a:pt x="1" y="69306"/>
                        <a:pt x="1" y="44648"/>
                      </a:cubicBezTo>
                      <a:cubicBezTo>
                        <a:pt x="1" y="19990"/>
                        <a:pt x="14438" y="0"/>
                        <a:pt x="32247" y="0"/>
                      </a:cubicBezTo>
                      <a:cubicBezTo>
                        <a:pt x="50055" y="0"/>
                        <a:pt x="64492" y="19989"/>
                        <a:pt x="64492" y="44648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5" name="Freeform: Shape 2174">
                  <a:extLst>
                    <a:ext uri="{FF2B5EF4-FFF2-40B4-BE49-F238E27FC236}">
                      <a16:creationId xmlns:a16="http://schemas.microsoft.com/office/drawing/2014/main" id="{F01A6AC7-1AA4-E2A9-A4D5-32ED22F78CBD}"/>
                    </a:ext>
                  </a:extLst>
                </p:cNvPr>
                <p:cNvSpPr/>
                <p:nvPr/>
              </p:nvSpPr>
              <p:spPr>
                <a:xfrm>
                  <a:off x="1005362" y="4950329"/>
                  <a:ext cx="25847" cy="35184"/>
                </a:xfrm>
                <a:custGeom>
                  <a:avLst/>
                  <a:gdLst>
                    <a:gd name="connsiteX0" fmla="*/ 64492 w 64491"/>
                    <a:gd name="connsiteY0" fmla="*/ 44648 h 89295"/>
                    <a:gd name="connsiteX1" fmla="*/ 32246 w 64491"/>
                    <a:gd name="connsiteY1" fmla="*/ 89296 h 89295"/>
                    <a:gd name="connsiteX2" fmla="*/ 0 w 64491"/>
                    <a:gd name="connsiteY2" fmla="*/ 44648 h 89295"/>
                    <a:gd name="connsiteX3" fmla="*/ 32246 w 64491"/>
                    <a:gd name="connsiteY3" fmla="*/ 0 h 89295"/>
                    <a:gd name="connsiteX4" fmla="*/ 64492 w 64491"/>
                    <a:gd name="connsiteY4" fmla="*/ 44648 h 89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491" h="89295">
                      <a:moveTo>
                        <a:pt x="64492" y="44648"/>
                      </a:moveTo>
                      <a:cubicBezTo>
                        <a:pt x="64492" y="69306"/>
                        <a:pt x="50055" y="89296"/>
                        <a:pt x="32246" y="89296"/>
                      </a:cubicBezTo>
                      <a:cubicBezTo>
                        <a:pt x="14437" y="89296"/>
                        <a:pt x="0" y="69306"/>
                        <a:pt x="0" y="44648"/>
                      </a:cubicBezTo>
                      <a:cubicBezTo>
                        <a:pt x="0" y="19990"/>
                        <a:pt x="14437" y="0"/>
                        <a:pt x="32246" y="0"/>
                      </a:cubicBezTo>
                      <a:cubicBezTo>
                        <a:pt x="50055" y="0"/>
                        <a:pt x="64492" y="19989"/>
                        <a:pt x="64492" y="44648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6" name="Freeform: Shape 2175">
                  <a:extLst>
                    <a:ext uri="{FF2B5EF4-FFF2-40B4-BE49-F238E27FC236}">
                      <a16:creationId xmlns:a16="http://schemas.microsoft.com/office/drawing/2014/main" id="{416ADC11-D63D-FDB5-17BB-33144DE81411}"/>
                    </a:ext>
                  </a:extLst>
                </p:cNvPr>
                <p:cNvSpPr/>
                <p:nvPr/>
              </p:nvSpPr>
              <p:spPr>
                <a:xfrm>
                  <a:off x="999565" y="4900043"/>
                  <a:ext cx="111945" cy="24255"/>
                </a:xfrm>
                <a:custGeom>
                  <a:avLst/>
                  <a:gdLst>
                    <a:gd name="connsiteX0" fmla="*/ 0 w 279315"/>
                    <a:gd name="connsiteY0" fmla="*/ 61558 h 61558"/>
                    <a:gd name="connsiteX1" fmla="*/ 279315 w 279315"/>
                    <a:gd name="connsiteY1" fmla="*/ 61558 h 61558"/>
                    <a:gd name="connsiteX2" fmla="*/ 139667 w 279315"/>
                    <a:gd name="connsiteY2" fmla="*/ 0 h 61558"/>
                    <a:gd name="connsiteX3" fmla="*/ 0 w 279315"/>
                    <a:gd name="connsiteY3" fmla="*/ 61558 h 61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9315" h="61558">
                      <a:moveTo>
                        <a:pt x="0" y="61558"/>
                      </a:moveTo>
                      <a:lnTo>
                        <a:pt x="279315" y="61558"/>
                      </a:lnTo>
                      <a:cubicBezTo>
                        <a:pt x="247919" y="24241"/>
                        <a:pt x="197088" y="0"/>
                        <a:pt x="139667" y="0"/>
                      </a:cubicBezTo>
                      <a:cubicBezTo>
                        <a:pt x="82227" y="0"/>
                        <a:pt x="31396" y="24241"/>
                        <a:pt x="0" y="6155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7" name="Freeform: Shape 2176">
                  <a:extLst>
                    <a:ext uri="{FF2B5EF4-FFF2-40B4-BE49-F238E27FC236}">
                      <a16:creationId xmlns:a16="http://schemas.microsoft.com/office/drawing/2014/main" id="{DCB75CD8-347C-3E93-E808-AEF421658A84}"/>
                    </a:ext>
                  </a:extLst>
                </p:cNvPr>
                <p:cNvSpPr/>
                <p:nvPr/>
              </p:nvSpPr>
              <p:spPr>
                <a:xfrm>
                  <a:off x="996821" y="4990132"/>
                  <a:ext cx="117432" cy="18480"/>
                </a:xfrm>
                <a:custGeom>
                  <a:avLst/>
                  <a:gdLst>
                    <a:gd name="connsiteX0" fmla="*/ 0 w 293004"/>
                    <a:gd name="connsiteY0" fmla="*/ 0 h 46901"/>
                    <a:gd name="connsiteX1" fmla="*/ 146512 w 293004"/>
                    <a:gd name="connsiteY1" fmla="*/ 46901 h 46901"/>
                    <a:gd name="connsiteX2" fmla="*/ 293004 w 293004"/>
                    <a:gd name="connsiteY2" fmla="*/ 0 h 46901"/>
                    <a:gd name="connsiteX3" fmla="*/ 0 w 293004"/>
                    <a:gd name="connsiteY3" fmla="*/ 0 h 46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3004" h="46901">
                      <a:moveTo>
                        <a:pt x="0" y="0"/>
                      </a:moveTo>
                      <a:cubicBezTo>
                        <a:pt x="30475" y="28161"/>
                        <a:pt x="84680" y="46901"/>
                        <a:pt x="146512" y="46901"/>
                      </a:cubicBezTo>
                      <a:cubicBezTo>
                        <a:pt x="208325" y="46901"/>
                        <a:pt x="262529" y="28159"/>
                        <a:pt x="29300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8" name="Freeform: Shape 2177">
                  <a:extLst>
                    <a:ext uri="{FF2B5EF4-FFF2-40B4-BE49-F238E27FC236}">
                      <a16:creationId xmlns:a16="http://schemas.microsoft.com/office/drawing/2014/main" id="{123140BD-524A-2637-A4AD-9A3DDD2786B8}"/>
                    </a:ext>
                  </a:extLst>
                </p:cNvPr>
                <p:cNvSpPr/>
                <p:nvPr/>
              </p:nvSpPr>
              <p:spPr>
                <a:xfrm>
                  <a:off x="844006" y="5040520"/>
                  <a:ext cx="64904" cy="88277"/>
                </a:xfrm>
                <a:custGeom>
                  <a:avLst/>
                  <a:gdLst>
                    <a:gd name="connsiteX0" fmla="*/ 153550 w 161942"/>
                    <a:gd name="connsiteY0" fmla="*/ 224047 h 224046"/>
                    <a:gd name="connsiteX1" fmla="*/ 665 w 161942"/>
                    <a:gd name="connsiteY1" fmla="*/ 0 h 224046"/>
                    <a:gd name="connsiteX2" fmla="*/ 29884 w 161942"/>
                    <a:gd name="connsiteY2" fmla="*/ 2426 h 224046"/>
                    <a:gd name="connsiteX3" fmla="*/ 161943 w 161942"/>
                    <a:gd name="connsiteY3" fmla="*/ 195964 h 224046"/>
                    <a:gd name="connsiteX4" fmla="*/ 153550 w 161942"/>
                    <a:gd name="connsiteY4" fmla="*/ 224047 h 224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942" h="224046">
                      <a:moveTo>
                        <a:pt x="153550" y="224047"/>
                      </a:moveTo>
                      <a:cubicBezTo>
                        <a:pt x="59712" y="196023"/>
                        <a:pt x="-7455" y="97605"/>
                        <a:pt x="665" y="0"/>
                      </a:cubicBezTo>
                      <a:lnTo>
                        <a:pt x="29884" y="2426"/>
                      </a:lnTo>
                      <a:cubicBezTo>
                        <a:pt x="22864" y="86738"/>
                        <a:pt x="80872" y="171745"/>
                        <a:pt x="161943" y="195964"/>
                      </a:cubicBezTo>
                      <a:lnTo>
                        <a:pt x="153550" y="22404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9" name="Freeform: Shape 2178">
                  <a:extLst>
                    <a:ext uri="{FF2B5EF4-FFF2-40B4-BE49-F238E27FC236}">
                      <a16:creationId xmlns:a16="http://schemas.microsoft.com/office/drawing/2014/main" id="{8D4C59CC-BDF6-2F85-7292-D27FD4B7DAF8}"/>
                    </a:ext>
                  </a:extLst>
                </p:cNvPr>
                <p:cNvSpPr/>
                <p:nvPr/>
              </p:nvSpPr>
              <p:spPr>
                <a:xfrm>
                  <a:off x="882820" y="5091775"/>
                  <a:ext cx="65792" cy="72763"/>
                </a:xfrm>
                <a:custGeom>
                  <a:avLst/>
                  <a:gdLst>
                    <a:gd name="connsiteX0" fmla="*/ 164158 w 164157"/>
                    <a:gd name="connsiteY0" fmla="*/ 92337 h 184674"/>
                    <a:gd name="connsiteX1" fmla="*/ 82079 w 164157"/>
                    <a:gd name="connsiteY1" fmla="*/ 184674 h 184674"/>
                    <a:gd name="connsiteX2" fmla="*/ 0 w 164157"/>
                    <a:gd name="connsiteY2" fmla="*/ 92337 h 184674"/>
                    <a:gd name="connsiteX3" fmla="*/ 82079 w 164157"/>
                    <a:gd name="connsiteY3" fmla="*/ 0 h 184674"/>
                    <a:gd name="connsiteX4" fmla="*/ 164158 w 164157"/>
                    <a:gd name="connsiteY4" fmla="*/ 92337 h 184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157" h="184674">
                      <a:moveTo>
                        <a:pt x="164158" y="92337"/>
                      </a:moveTo>
                      <a:cubicBezTo>
                        <a:pt x="164158" y="143334"/>
                        <a:pt x="127410" y="184674"/>
                        <a:pt x="82079" y="184674"/>
                      </a:cubicBezTo>
                      <a:cubicBezTo>
                        <a:pt x="36748" y="184674"/>
                        <a:pt x="0" y="143334"/>
                        <a:pt x="0" y="92337"/>
                      </a:cubicBezTo>
                      <a:cubicBezTo>
                        <a:pt x="0" y="41341"/>
                        <a:pt x="36748" y="0"/>
                        <a:pt x="82079" y="0"/>
                      </a:cubicBezTo>
                      <a:cubicBezTo>
                        <a:pt x="127410" y="0"/>
                        <a:pt x="164158" y="41341"/>
                        <a:pt x="164158" y="92337"/>
                      </a:cubicBezTo>
                      <a:close/>
                    </a:path>
                  </a:pathLst>
                </a:custGeom>
                <a:solidFill>
                  <a:schemeClr val="tx2">
                    <a:lumMod val="25000"/>
                    <a:lumOff val="75000"/>
                  </a:schemeClr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0" name="Freeform: Shape 2179">
                  <a:extLst>
                    <a:ext uri="{FF2B5EF4-FFF2-40B4-BE49-F238E27FC236}">
                      <a16:creationId xmlns:a16="http://schemas.microsoft.com/office/drawing/2014/main" id="{60AC3D5E-CB41-0998-596F-489C0C88E9DD}"/>
                    </a:ext>
                  </a:extLst>
                </p:cNvPr>
                <p:cNvSpPr/>
                <p:nvPr/>
              </p:nvSpPr>
              <p:spPr>
                <a:xfrm>
                  <a:off x="822900" y="4986667"/>
                  <a:ext cx="52867" cy="75074"/>
                </a:xfrm>
                <a:custGeom>
                  <a:avLst/>
                  <a:gdLst>
                    <a:gd name="connsiteX0" fmla="*/ 131910 w 131909"/>
                    <a:gd name="connsiteY0" fmla="*/ 95269 h 190537"/>
                    <a:gd name="connsiteX1" fmla="*/ 65955 w 131909"/>
                    <a:gd name="connsiteY1" fmla="*/ 190538 h 190537"/>
                    <a:gd name="connsiteX2" fmla="*/ 0 w 131909"/>
                    <a:gd name="connsiteY2" fmla="*/ 95269 h 190537"/>
                    <a:gd name="connsiteX3" fmla="*/ 65955 w 131909"/>
                    <a:gd name="connsiteY3" fmla="*/ 0 h 190537"/>
                    <a:gd name="connsiteX4" fmla="*/ 131910 w 131909"/>
                    <a:gd name="connsiteY4" fmla="*/ 95269 h 19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909" h="190537">
                      <a:moveTo>
                        <a:pt x="131910" y="95269"/>
                      </a:moveTo>
                      <a:cubicBezTo>
                        <a:pt x="131910" y="147885"/>
                        <a:pt x="102380" y="190538"/>
                        <a:pt x="65955" y="190538"/>
                      </a:cubicBezTo>
                      <a:cubicBezTo>
                        <a:pt x="29530" y="190538"/>
                        <a:pt x="0" y="147885"/>
                        <a:pt x="0" y="95269"/>
                      </a:cubicBezTo>
                      <a:cubicBezTo>
                        <a:pt x="0" y="42653"/>
                        <a:pt x="29530" y="0"/>
                        <a:pt x="65955" y="0"/>
                      </a:cubicBezTo>
                      <a:cubicBezTo>
                        <a:pt x="102380" y="0"/>
                        <a:pt x="131910" y="42653"/>
                        <a:pt x="131910" y="95269"/>
                      </a:cubicBezTo>
                      <a:close/>
                    </a:path>
                  </a:pathLst>
                </a:custGeom>
                <a:solidFill>
                  <a:schemeClr val="tx2">
                    <a:lumMod val="25000"/>
                    <a:lumOff val="75000"/>
                  </a:schemeClr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1" name="Freeform: Shape 2180">
                  <a:extLst>
                    <a:ext uri="{FF2B5EF4-FFF2-40B4-BE49-F238E27FC236}">
                      <a16:creationId xmlns:a16="http://schemas.microsoft.com/office/drawing/2014/main" id="{EA4D121C-1B2B-2E74-97BA-CC23C2FD88F5}"/>
                    </a:ext>
                  </a:extLst>
                </p:cNvPr>
                <p:cNvSpPr/>
                <p:nvPr/>
              </p:nvSpPr>
              <p:spPr>
                <a:xfrm>
                  <a:off x="1177908" y="5132430"/>
                  <a:ext cx="43178" cy="94113"/>
                </a:xfrm>
                <a:custGeom>
                  <a:avLst/>
                  <a:gdLst>
                    <a:gd name="connsiteX0" fmla="*/ 104545 w 107735"/>
                    <a:gd name="connsiteY0" fmla="*/ 238859 h 238858"/>
                    <a:gd name="connsiteX1" fmla="*/ 75600 w 107735"/>
                    <a:gd name="connsiteY1" fmla="*/ 234152 h 238858"/>
                    <a:gd name="connsiteX2" fmla="*/ 0 w 107735"/>
                    <a:gd name="connsiteY2" fmla="*/ 21945 h 238858"/>
                    <a:gd name="connsiteX3" fmla="*/ 19454 w 107735"/>
                    <a:gd name="connsiteY3" fmla="*/ 0 h 238858"/>
                    <a:gd name="connsiteX4" fmla="*/ 104545 w 107735"/>
                    <a:gd name="connsiteY4" fmla="*/ 238859 h 238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735" h="238858">
                      <a:moveTo>
                        <a:pt x="104545" y="238859"/>
                      </a:moveTo>
                      <a:lnTo>
                        <a:pt x="75600" y="234152"/>
                      </a:lnTo>
                      <a:cubicBezTo>
                        <a:pt x="88151" y="157063"/>
                        <a:pt x="58460" y="73756"/>
                        <a:pt x="0" y="21945"/>
                      </a:cubicBezTo>
                      <a:lnTo>
                        <a:pt x="19454" y="0"/>
                      </a:lnTo>
                      <a:cubicBezTo>
                        <a:pt x="85248" y="58323"/>
                        <a:pt x="118645" y="152081"/>
                        <a:pt x="104545" y="23885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2" name="Freeform: Shape 2181">
                  <a:extLst>
                    <a:ext uri="{FF2B5EF4-FFF2-40B4-BE49-F238E27FC236}">
                      <a16:creationId xmlns:a16="http://schemas.microsoft.com/office/drawing/2014/main" id="{DF6B2CFB-20CE-6295-D7B5-E4D8F4B0EA29}"/>
                    </a:ext>
                  </a:extLst>
                </p:cNvPr>
                <p:cNvSpPr/>
                <p:nvPr/>
              </p:nvSpPr>
              <p:spPr>
                <a:xfrm>
                  <a:off x="1136586" y="5091775"/>
                  <a:ext cx="65791" cy="72764"/>
                </a:xfrm>
                <a:custGeom>
                  <a:avLst/>
                  <a:gdLst>
                    <a:gd name="connsiteX0" fmla="*/ 164158 w 164157"/>
                    <a:gd name="connsiteY0" fmla="*/ 92337 h 184674"/>
                    <a:gd name="connsiteX1" fmla="*/ 82079 w 164157"/>
                    <a:gd name="connsiteY1" fmla="*/ 184674 h 184674"/>
                    <a:gd name="connsiteX2" fmla="*/ 0 w 164157"/>
                    <a:gd name="connsiteY2" fmla="*/ 92337 h 184674"/>
                    <a:gd name="connsiteX3" fmla="*/ 82079 w 164157"/>
                    <a:gd name="connsiteY3" fmla="*/ 0 h 184674"/>
                    <a:gd name="connsiteX4" fmla="*/ 164158 w 164157"/>
                    <a:gd name="connsiteY4" fmla="*/ 92337 h 184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157" h="184674">
                      <a:moveTo>
                        <a:pt x="164158" y="92337"/>
                      </a:moveTo>
                      <a:cubicBezTo>
                        <a:pt x="164158" y="143334"/>
                        <a:pt x="127410" y="184674"/>
                        <a:pt x="82079" y="184674"/>
                      </a:cubicBezTo>
                      <a:cubicBezTo>
                        <a:pt x="36748" y="184674"/>
                        <a:pt x="0" y="143334"/>
                        <a:pt x="0" y="92337"/>
                      </a:cubicBezTo>
                      <a:cubicBezTo>
                        <a:pt x="0" y="41341"/>
                        <a:pt x="36748" y="0"/>
                        <a:pt x="82079" y="0"/>
                      </a:cubicBezTo>
                      <a:cubicBezTo>
                        <a:pt x="127410" y="0"/>
                        <a:pt x="164158" y="41341"/>
                        <a:pt x="164158" y="92337"/>
                      </a:cubicBezTo>
                      <a:close/>
                    </a:path>
                  </a:pathLst>
                </a:custGeom>
                <a:solidFill>
                  <a:schemeClr val="tx2">
                    <a:lumMod val="25000"/>
                    <a:lumOff val="75000"/>
                  </a:schemeClr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3" name="Freeform: Shape 2182">
                  <a:extLst>
                    <a:ext uri="{FF2B5EF4-FFF2-40B4-BE49-F238E27FC236}">
                      <a16:creationId xmlns:a16="http://schemas.microsoft.com/office/drawing/2014/main" id="{6D499788-36C9-A4D7-0198-8BFE5A83B39C}"/>
                    </a:ext>
                  </a:extLst>
                </p:cNvPr>
                <p:cNvSpPr/>
                <p:nvPr/>
              </p:nvSpPr>
              <p:spPr>
                <a:xfrm>
                  <a:off x="1188281" y="5194569"/>
                  <a:ext cx="52867" cy="75074"/>
                </a:xfrm>
                <a:custGeom>
                  <a:avLst/>
                  <a:gdLst>
                    <a:gd name="connsiteX0" fmla="*/ 131909 w 131909"/>
                    <a:gd name="connsiteY0" fmla="*/ 95269 h 190537"/>
                    <a:gd name="connsiteX1" fmla="*/ 65955 w 131909"/>
                    <a:gd name="connsiteY1" fmla="*/ 190538 h 190537"/>
                    <a:gd name="connsiteX2" fmla="*/ 0 w 131909"/>
                    <a:gd name="connsiteY2" fmla="*/ 95269 h 190537"/>
                    <a:gd name="connsiteX3" fmla="*/ 65955 w 131909"/>
                    <a:gd name="connsiteY3" fmla="*/ 0 h 190537"/>
                    <a:gd name="connsiteX4" fmla="*/ 131909 w 131909"/>
                    <a:gd name="connsiteY4" fmla="*/ 95269 h 19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909" h="190537">
                      <a:moveTo>
                        <a:pt x="131909" y="95269"/>
                      </a:moveTo>
                      <a:cubicBezTo>
                        <a:pt x="131909" y="147884"/>
                        <a:pt x="102380" y="190538"/>
                        <a:pt x="65955" y="190538"/>
                      </a:cubicBezTo>
                      <a:cubicBezTo>
                        <a:pt x="29529" y="190538"/>
                        <a:pt x="0" y="147884"/>
                        <a:pt x="0" y="95269"/>
                      </a:cubicBezTo>
                      <a:cubicBezTo>
                        <a:pt x="0" y="42653"/>
                        <a:pt x="29529" y="0"/>
                        <a:pt x="65955" y="0"/>
                      </a:cubicBezTo>
                      <a:cubicBezTo>
                        <a:pt x="102380" y="0"/>
                        <a:pt x="131909" y="42653"/>
                        <a:pt x="131909" y="95269"/>
                      </a:cubicBezTo>
                      <a:close/>
                    </a:path>
                  </a:pathLst>
                </a:custGeom>
                <a:solidFill>
                  <a:schemeClr val="tx2">
                    <a:lumMod val="25000"/>
                    <a:lumOff val="75000"/>
                  </a:schemeClr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4" name="Freeform: Shape 2183">
                  <a:extLst>
                    <a:ext uri="{FF2B5EF4-FFF2-40B4-BE49-F238E27FC236}">
                      <a16:creationId xmlns:a16="http://schemas.microsoft.com/office/drawing/2014/main" id="{3ADE951F-6AB1-8181-5ABC-02BF51FCABCC}"/>
                    </a:ext>
                  </a:extLst>
                </p:cNvPr>
                <p:cNvSpPr/>
                <p:nvPr/>
              </p:nvSpPr>
              <p:spPr>
                <a:xfrm>
                  <a:off x="902440" y="4925888"/>
                  <a:ext cx="17137" cy="54505"/>
                </a:xfrm>
                <a:custGeom>
                  <a:avLst/>
                  <a:gdLst>
                    <a:gd name="connsiteX0" fmla="*/ 42760 w 42759"/>
                    <a:gd name="connsiteY0" fmla="*/ 69167 h 138334"/>
                    <a:gd name="connsiteX1" fmla="*/ 21380 w 42759"/>
                    <a:gd name="connsiteY1" fmla="*/ 138334 h 138334"/>
                    <a:gd name="connsiteX2" fmla="*/ 1 w 42759"/>
                    <a:gd name="connsiteY2" fmla="*/ 69167 h 138334"/>
                    <a:gd name="connsiteX3" fmla="*/ 21380 w 42759"/>
                    <a:gd name="connsiteY3" fmla="*/ 0 h 138334"/>
                    <a:gd name="connsiteX4" fmla="*/ 42760 w 42759"/>
                    <a:gd name="connsiteY4" fmla="*/ 69167 h 13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59" h="138334">
                      <a:moveTo>
                        <a:pt x="42760" y="69167"/>
                      </a:moveTo>
                      <a:cubicBezTo>
                        <a:pt x="42760" y="107367"/>
                        <a:pt x="33188" y="138334"/>
                        <a:pt x="21380" y="138334"/>
                      </a:cubicBezTo>
                      <a:cubicBezTo>
                        <a:pt x="9573" y="138334"/>
                        <a:pt x="1" y="107367"/>
                        <a:pt x="1" y="69167"/>
                      </a:cubicBezTo>
                      <a:cubicBezTo>
                        <a:pt x="1" y="30967"/>
                        <a:pt x="9573" y="0"/>
                        <a:pt x="21380" y="0"/>
                      </a:cubicBezTo>
                      <a:cubicBezTo>
                        <a:pt x="33188" y="0"/>
                        <a:pt x="42760" y="30967"/>
                        <a:pt x="42760" y="691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5" name="Freeform: Shape 2184">
                  <a:extLst>
                    <a:ext uri="{FF2B5EF4-FFF2-40B4-BE49-F238E27FC236}">
                      <a16:creationId xmlns:a16="http://schemas.microsoft.com/office/drawing/2014/main" id="{17FDA8CE-E5B0-5D9B-AFDC-722C6EE47DD4}"/>
                    </a:ext>
                  </a:extLst>
                </p:cNvPr>
                <p:cNvSpPr/>
                <p:nvPr/>
              </p:nvSpPr>
              <p:spPr>
                <a:xfrm>
                  <a:off x="906472" y="4938711"/>
                  <a:ext cx="9073" cy="28857"/>
                </a:xfrm>
                <a:custGeom>
                  <a:avLst/>
                  <a:gdLst>
                    <a:gd name="connsiteX0" fmla="*/ 22638 w 22638"/>
                    <a:gd name="connsiteY0" fmla="*/ 36619 h 73238"/>
                    <a:gd name="connsiteX1" fmla="*/ 11319 w 22638"/>
                    <a:gd name="connsiteY1" fmla="*/ 73238 h 73238"/>
                    <a:gd name="connsiteX2" fmla="*/ 0 w 22638"/>
                    <a:gd name="connsiteY2" fmla="*/ 36619 h 73238"/>
                    <a:gd name="connsiteX3" fmla="*/ 11319 w 22638"/>
                    <a:gd name="connsiteY3" fmla="*/ 0 h 73238"/>
                    <a:gd name="connsiteX4" fmla="*/ 22638 w 22638"/>
                    <a:gd name="connsiteY4" fmla="*/ 36619 h 73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38" h="73238">
                      <a:moveTo>
                        <a:pt x="22638" y="36619"/>
                      </a:moveTo>
                      <a:cubicBezTo>
                        <a:pt x="22638" y="56843"/>
                        <a:pt x="17571" y="73238"/>
                        <a:pt x="11319" y="73238"/>
                      </a:cubicBezTo>
                      <a:cubicBezTo>
                        <a:pt x="5067" y="73238"/>
                        <a:pt x="0" y="56843"/>
                        <a:pt x="0" y="36619"/>
                      </a:cubicBezTo>
                      <a:cubicBezTo>
                        <a:pt x="0" y="16395"/>
                        <a:pt x="5067" y="0"/>
                        <a:pt x="11319" y="0"/>
                      </a:cubicBezTo>
                      <a:cubicBezTo>
                        <a:pt x="17571" y="0"/>
                        <a:pt x="22638" y="16395"/>
                        <a:pt x="22638" y="3661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1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grpSp>
        <p:nvGrpSpPr>
          <p:cNvPr id="3" name="sticker">
            <a:extLst>
              <a:ext uri="{FF2B5EF4-FFF2-40B4-BE49-F238E27FC236}">
                <a16:creationId xmlns:a16="http://schemas.microsoft.com/office/drawing/2014/main" id="{DF503E95-1556-262B-AC1D-300E6AA5D84C}"/>
              </a:ext>
            </a:extLst>
          </p:cNvPr>
          <p:cNvGrpSpPr/>
          <p:nvPr/>
        </p:nvGrpSpPr>
        <p:grpSpPr>
          <a:xfrm>
            <a:off x="559460" y="1170401"/>
            <a:ext cx="654025" cy="156966"/>
            <a:chOff x="559460" y="1289273"/>
            <a:chExt cx="654025" cy="156966"/>
          </a:xfrm>
        </p:grpSpPr>
        <p:sp>
          <p:nvSpPr>
            <p:cNvPr id="4" name="StickerRectangle">
              <a:extLst>
                <a:ext uri="{FF2B5EF4-FFF2-40B4-BE49-F238E27FC236}">
                  <a16:creationId xmlns:a16="http://schemas.microsoft.com/office/drawing/2014/main" id="{7F128263-1026-82F9-AFDF-DD7721490F94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559460" y="1289273"/>
              <a:ext cx="654025" cy="156966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18288" anchor="t" anchorCtr="0">
              <a:spAutoFit/>
            </a:bodyPr>
            <a:lstStyle/>
            <a:p>
              <a:pPr marL="0" marR="0" lvl="0" indent="0" algn="l" defTabSz="119386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50" normalizeH="0" baseline="0" noProof="0">
                  <a:ln w="3175">
                    <a:noFill/>
                  </a:ln>
                  <a:effectLst/>
                  <a:uLnTx/>
                  <a:uFillTx/>
                  <a:latin typeface="Arial"/>
                  <a:ea typeface="+mn-ea"/>
                  <a:cs typeface="+mn-cs"/>
                </a:rPr>
                <a:t>Illustrative</a:t>
              </a:r>
              <a:endParaRPr kumimoji="0" 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cxnSp>
          <p:nvCxnSpPr>
            <p:cNvPr id="6" name="StickerUnderline">
              <a:extLst>
                <a:ext uri="{FF2B5EF4-FFF2-40B4-BE49-F238E27FC236}">
                  <a16:creationId xmlns:a16="http://schemas.microsoft.com/office/drawing/2014/main" id="{489A1148-180C-BAE1-CA6F-2B54731BFF9A}"/>
                </a:ext>
              </a:extLst>
            </p:cNvPr>
            <p:cNvCxnSpPr>
              <a:cxnSpLocks noChangeShapeType="1"/>
              <a:stCxn id="4" idx="4"/>
              <a:endCxn id="4" idx="6"/>
            </p:cNvCxnSpPr>
            <p:nvPr/>
          </p:nvCxnSpPr>
          <p:spPr bwMode="gray">
            <a:xfrm>
              <a:off x="559460" y="1446239"/>
              <a:ext cx="654025" cy="0"/>
            </a:xfrm>
            <a:prstGeom prst="straightConnector1">
              <a:avLst/>
            </a:prstGeom>
            <a:noFill/>
            <a:ln w="4191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0" name="TrackerNumBlue 42">
            <a:extLst>
              <a:ext uri="{FF2B5EF4-FFF2-40B4-BE49-F238E27FC236}">
                <a16:creationId xmlns:a16="http://schemas.microsoft.com/office/drawing/2014/main" id="{218AB647-12FE-8E3B-DC67-2C9D0504E1DE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554734" y="329909"/>
            <a:ext cx="408981" cy="408981"/>
          </a:xfrm>
          <a:prstGeom prst="ellipse">
            <a:avLst/>
          </a:prstGeom>
          <a:solidFill>
            <a:srgbClr val="1C863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b="1">
                <a:solidFill>
                  <a:schemeClr val="bg1"/>
                </a:solidFill>
              </a:rPr>
              <a:t>5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9168247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3AB2BB-252F-5F2C-CA92-660FC77420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8674EDC1-B226-84CA-4877-E243010CD2A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434364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606" imgH="608" progId="TCLayout.ActiveDocument.1">
                  <p:embed/>
                </p:oleObj>
              </mc:Choice>
              <mc:Fallback>
                <p:oleObj name="think-cell Slide" r:id="rId5" imgW="606" imgH="608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674EDC1-B226-84CA-4877-E243010CD2A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: Top Corners Rounded 5">
            <a:extLst>
              <a:ext uri="{FF2B5EF4-FFF2-40B4-BE49-F238E27FC236}">
                <a16:creationId xmlns:a16="http://schemas.microsoft.com/office/drawing/2014/main" id="{7AD58501-366B-3966-631B-9B4E6768CD3C}"/>
              </a:ext>
            </a:extLst>
          </p:cNvPr>
          <p:cNvSpPr>
            <a:spLocks/>
          </p:cNvSpPr>
          <p:nvPr/>
        </p:nvSpPr>
        <p:spPr>
          <a:xfrm flipV="1">
            <a:off x="554734" y="1691246"/>
            <a:ext cx="5243500" cy="4519053"/>
          </a:xfrm>
          <a:prstGeom prst="round2SameRect">
            <a:avLst>
              <a:gd name="adj1" fmla="val 6044"/>
              <a:gd name="adj2" fmla="val 0"/>
            </a:avLst>
          </a:prstGeom>
          <a:solidFill>
            <a:schemeClr val="bg1"/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8" name="Rectangle: Top Corners Rounded 7">
            <a:extLst>
              <a:ext uri="{FF2B5EF4-FFF2-40B4-BE49-F238E27FC236}">
                <a16:creationId xmlns:a16="http://schemas.microsoft.com/office/drawing/2014/main" id="{D7A6ED00-6E61-D449-3B56-5F220AC4B338}"/>
              </a:ext>
            </a:extLst>
          </p:cNvPr>
          <p:cNvSpPr>
            <a:spLocks/>
          </p:cNvSpPr>
          <p:nvPr/>
        </p:nvSpPr>
        <p:spPr>
          <a:xfrm flipV="1">
            <a:off x="6014257" y="1691246"/>
            <a:ext cx="5623005" cy="4519053"/>
          </a:xfrm>
          <a:prstGeom prst="round2SameRect">
            <a:avLst>
              <a:gd name="adj1" fmla="val 6044"/>
              <a:gd name="adj2" fmla="val 0"/>
            </a:avLst>
          </a:prstGeom>
          <a:solidFill>
            <a:schemeClr val="bg1"/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6A914DC-E503-A602-ACA7-5958A737A68A}"/>
              </a:ext>
            </a:extLst>
          </p:cNvPr>
          <p:cNvSpPr txBox="1">
            <a:spLocks/>
          </p:cNvSpPr>
          <p:nvPr/>
        </p:nvSpPr>
        <p:spPr>
          <a:xfrm>
            <a:off x="6014257" y="1310735"/>
            <a:ext cx="5623005" cy="582671"/>
          </a:xfrm>
          <a:prstGeom prst="round2SameRect">
            <a:avLst/>
          </a:prstGeom>
          <a:solidFill>
            <a:schemeClr val="accent2"/>
          </a:solidFill>
          <a:ln w="6350">
            <a:solidFill>
              <a:schemeClr val="accent2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600" b="1">
                <a:solidFill>
                  <a:schemeClr val="bg1"/>
                </a:solidFill>
                <a:latin typeface="+mn-lt"/>
              </a:rPr>
              <a:t>Approach description</a:t>
            </a:r>
            <a:r>
              <a:rPr lang="ru-RU" sz="1600" b="1">
                <a:solidFill>
                  <a:schemeClr val="bg1"/>
                </a:solidFill>
                <a:latin typeface="+mn-lt"/>
              </a:rPr>
              <a:t> </a:t>
            </a:r>
            <a:endParaRPr kumimoji="0" lang="en-US" sz="16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E2ECE66-0AFB-4B2E-33DC-CC93A70AE997}"/>
              </a:ext>
            </a:extLst>
          </p:cNvPr>
          <p:cNvSpPr txBox="1">
            <a:spLocks/>
          </p:cNvSpPr>
          <p:nvPr/>
        </p:nvSpPr>
        <p:spPr>
          <a:xfrm>
            <a:off x="554734" y="1310735"/>
            <a:ext cx="5243500" cy="582671"/>
          </a:xfrm>
          <a:prstGeom prst="round2SameRect">
            <a:avLst/>
          </a:prstGeom>
          <a:solidFill>
            <a:schemeClr val="accent2"/>
          </a:solidFill>
          <a:ln w="6350">
            <a:solidFill>
              <a:schemeClr val="accent2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600" b="1">
                <a:solidFill>
                  <a:schemeClr val="bg1"/>
                </a:solidFill>
                <a:latin typeface="+mn-lt"/>
              </a:rPr>
              <a:t>More detailed observations from diagnostics: processes, automatization and AI application</a:t>
            </a:r>
            <a:r>
              <a:rPr lang="ru-RU" sz="1600" b="1">
                <a:solidFill>
                  <a:schemeClr val="bg1"/>
                </a:solidFill>
                <a:latin typeface="+mn-lt"/>
              </a:rPr>
              <a:t> </a:t>
            </a:r>
            <a:endParaRPr kumimoji="0" lang="en-US" sz="16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32" name="2. Slide Title">
            <a:extLst>
              <a:ext uri="{FF2B5EF4-FFF2-40B4-BE49-F238E27FC236}">
                <a16:creationId xmlns:a16="http://schemas.microsoft.com/office/drawing/2014/main" id="{81E4AEB8-1247-3739-2570-7664E96C2421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203019" y="165068"/>
            <a:ext cx="10434242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anchor="b" anchorCtr="0">
            <a:noAutofit/>
          </a:bodyPr>
          <a:lstStyle/>
          <a:p>
            <a:r>
              <a:rPr lang="en-US"/>
              <a:t>We have conducted a preliminary diagnostics of PASHA Bank credit processes for Corporate, Commercial and SME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B05D6147-F16A-9F99-695C-3425957DBED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27293" y="2009436"/>
            <a:ext cx="5104223" cy="4084834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5E3D391B-17FD-9038-8E4A-0C477C38FE73}"/>
              </a:ext>
            </a:extLst>
          </p:cNvPr>
          <p:cNvGrpSpPr/>
          <p:nvPr/>
        </p:nvGrpSpPr>
        <p:grpSpPr>
          <a:xfrm>
            <a:off x="997273" y="2166172"/>
            <a:ext cx="4214807" cy="3928098"/>
            <a:chOff x="5258377" y="2009436"/>
            <a:chExt cx="4214807" cy="3928098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0107E48E-1180-7F03-120B-E5E44E5BC5B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rcRect l="22528" t="23601" r="8222" b="14266"/>
            <a:stretch>
              <a:fillRect/>
            </a:stretch>
          </p:blipFill>
          <p:spPr>
            <a:xfrm>
              <a:off x="5632008" y="3783517"/>
              <a:ext cx="3841176" cy="2154017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C4B5B925-93F5-E644-219D-A66D3F192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rcRect l="22361" t="23467" r="7972" b="14267"/>
            <a:stretch>
              <a:fillRect/>
            </a:stretch>
          </p:blipFill>
          <p:spPr>
            <a:xfrm>
              <a:off x="5464123" y="2861691"/>
              <a:ext cx="3824904" cy="2136639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5050BBAE-F1E5-8B48-936E-1FBDBABA17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rcRect l="22695" t="23594" r="8222" b="15467"/>
            <a:stretch>
              <a:fillRect/>
            </a:stretch>
          </p:blipFill>
          <p:spPr>
            <a:xfrm>
              <a:off x="5258377" y="2009436"/>
              <a:ext cx="3824904" cy="2108741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</p:grpSp>
      <p:sp>
        <p:nvSpPr>
          <p:cNvPr id="2" name="Subtitle 48">
            <a:extLst>
              <a:ext uri="{FF2B5EF4-FFF2-40B4-BE49-F238E27FC236}">
                <a16:creationId xmlns:a16="http://schemas.microsoft.com/office/drawing/2014/main" id="{4549C424-BBAD-3363-7CA3-09117EE1312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54735" y="41597"/>
            <a:ext cx="3843338" cy="123111"/>
          </a:xfrm>
        </p:spPr>
        <p:txBody>
          <a:bodyPr/>
          <a:lstStyle/>
          <a:p>
            <a:r>
              <a:rPr lang="en-US"/>
              <a:t>For non-digital loans</a:t>
            </a:r>
          </a:p>
        </p:txBody>
      </p:sp>
      <p:sp>
        <p:nvSpPr>
          <p:cNvPr id="7" name="TrackerNumBlue 42">
            <a:extLst>
              <a:ext uri="{FF2B5EF4-FFF2-40B4-BE49-F238E27FC236}">
                <a16:creationId xmlns:a16="http://schemas.microsoft.com/office/drawing/2014/main" id="{7139DC9C-72DD-7601-7C9B-7E304525FD5C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554734" y="329909"/>
            <a:ext cx="408981" cy="408981"/>
          </a:xfrm>
          <a:prstGeom prst="ellipse">
            <a:avLst/>
          </a:prstGeom>
          <a:solidFill>
            <a:srgbClr val="1C863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b="1">
                <a:solidFill>
                  <a:schemeClr val="bg1"/>
                </a:solidFill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196561394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A8AAD9AC-1685-37D0-5D75-865D8CFD2F3E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51678294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5" imgW="606" imgH="608" progId="TCLayout.ActiveDocument.1">
                  <p:embed/>
                </p:oleObj>
              </mc:Choice>
              <mc:Fallback>
                <p:oleObj name="think-cell Slide" r:id="rId35" imgW="606" imgH="608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A8AAD9AC-1685-37D0-5D75-865D8CFD2F3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12028576-CEE5-775E-500C-A45893AA0E7D}"/>
              </a:ext>
            </a:extLst>
          </p:cNvPr>
          <p:cNvSpPr/>
          <p:nvPr/>
        </p:nvSpPr>
        <p:spPr>
          <a:xfrm>
            <a:off x="2636772" y="2829454"/>
            <a:ext cx="8997633" cy="43392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C583F06-BD0D-8749-3E1E-9F6C2BCA490F}"/>
              </a:ext>
            </a:extLst>
          </p:cNvPr>
          <p:cNvSpPr/>
          <p:nvPr/>
        </p:nvSpPr>
        <p:spPr>
          <a:xfrm>
            <a:off x="2636772" y="3733646"/>
            <a:ext cx="8997633" cy="14609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81A1456C-18C4-E43A-FD88-AEDD9D5EF921}"/>
              </a:ext>
            </a:extLst>
          </p:cNvPr>
          <p:cNvSpPr/>
          <p:nvPr/>
        </p:nvSpPr>
        <p:spPr>
          <a:xfrm>
            <a:off x="2636772" y="1933982"/>
            <a:ext cx="8997633" cy="43392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58" name="2. Slide Title">
            <a:extLst>
              <a:ext uri="{FF2B5EF4-FFF2-40B4-BE49-F238E27FC236}">
                <a16:creationId xmlns:a16="http://schemas.microsoft.com/office/drawing/2014/main" id="{710B5127-E084-4995-7425-F0C033C3949F}"/>
              </a:ext>
            </a:extLst>
          </p:cNvPr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anchor="b" anchorCtr="0">
            <a:spAutoFit/>
          </a:bodyPr>
          <a:lstStyle/>
          <a:p>
            <a:r>
              <a:rPr lang="en-US">
                <a:latin typeface="+mj-lt"/>
              </a:rPr>
              <a:t>Corporate lending process qualitative assessment – we can streamline further the financial and credit analysis including the credit memo </a:t>
            </a:r>
          </a:p>
        </p:txBody>
      </p:sp>
      <p:sp>
        <p:nvSpPr>
          <p:cNvPr id="2" name="1. On-page tracker">
            <a:extLst>
              <a:ext uri="{FF2B5EF4-FFF2-40B4-BE49-F238E27FC236}">
                <a16:creationId xmlns:a16="http://schemas.microsoft.com/office/drawing/2014/main" id="{CBD02C68-EF6F-18A5-1485-15E85A0299D8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>
          <a:xfrm>
            <a:off x="554735" y="41597"/>
            <a:ext cx="3843338" cy="12311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>
                <a:latin typeface="+mn-lt"/>
              </a:rPr>
              <a:t>For non-digital loans</a:t>
            </a:r>
          </a:p>
        </p:txBody>
      </p:sp>
      <p:sp>
        <p:nvSpPr>
          <p:cNvPr id="15" name="TrackerNumBlue 164">
            <a:extLst>
              <a:ext uri="{FF2B5EF4-FFF2-40B4-BE49-F238E27FC236}">
                <a16:creationId xmlns:a16="http://schemas.microsoft.com/office/drawing/2014/main" id="{0C13BFB5-9298-39F4-0482-23C983A748F8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21444" y="165068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5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1E0EED1-1AC3-1A85-D1DD-577043F28D50}"/>
              </a:ext>
            </a:extLst>
          </p:cNvPr>
          <p:cNvGrpSpPr/>
          <p:nvPr/>
        </p:nvGrpSpPr>
        <p:grpSpPr>
          <a:xfrm>
            <a:off x="10854421" y="1022550"/>
            <a:ext cx="782841" cy="138499"/>
            <a:chOff x="10309400" y="765233"/>
            <a:chExt cx="782841" cy="138499"/>
          </a:xfrm>
        </p:grpSpPr>
        <p:sp>
          <p:nvSpPr>
            <p:cNvPr id="21" name="RectangleLegend1">
              <a:extLst>
                <a:ext uri="{FF2B5EF4-FFF2-40B4-BE49-F238E27FC236}">
                  <a16:creationId xmlns:a16="http://schemas.microsoft.com/office/drawing/2014/main" id="{126AE064-20BD-E3F0-AE98-6442A9ED19AC}"/>
                </a:ext>
              </a:extLst>
            </p:cNvPr>
            <p:cNvSpPr>
              <a:spLocks/>
            </p:cNvSpPr>
            <p:nvPr/>
          </p:nvSpPr>
          <p:spPr>
            <a:xfrm>
              <a:off x="10309400" y="765233"/>
              <a:ext cx="140400" cy="1384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100" err="1">
                <a:solidFill>
                  <a:schemeClr val="tx1"/>
                </a:solidFill>
              </a:endParaRPr>
            </a:p>
          </p:txBody>
        </p:sp>
        <p:sp>
          <p:nvSpPr>
            <p:cNvPr id="27" name="Legend1">
              <a:extLst>
                <a:ext uri="{FF2B5EF4-FFF2-40B4-BE49-F238E27FC236}">
                  <a16:creationId xmlns:a16="http://schemas.microsoft.com/office/drawing/2014/main" id="{AB8507EA-8299-8848-1A51-3ABCC859ADA8}"/>
                </a:ext>
              </a:extLst>
            </p:cNvPr>
            <p:cNvSpPr txBox="1">
              <a:spLocks/>
            </p:cNvSpPr>
            <p:nvPr/>
          </p:nvSpPr>
          <p:spPr>
            <a:xfrm>
              <a:off x="10487908" y="765233"/>
              <a:ext cx="604333" cy="138499"/>
            </a:xfrm>
            <a:prstGeom prst="rect">
              <a:avLst/>
            </a:prstGeom>
            <a:noFill/>
            <a:ln>
              <a:noFill/>
              <a:miter lim="800000"/>
            </a:ln>
          </p:spPr>
          <p:txBody>
            <a:bodyPr wrap="none" lIns="0" tIns="0" rIns="0" bIns="0" rtlCol="0" anchor="ctr" anchorCtr="0">
              <a:spAutoFit/>
            </a:bodyPr>
            <a:lstStyle/>
            <a:p>
              <a:pPr>
                <a:spcAft>
                  <a:spcPts val="600"/>
                </a:spcAft>
              </a:pPr>
              <a:r>
                <a:rPr lang="en-US" sz="900"/>
                <a:t>Focus areas</a:t>
              </a:r>
            </a:p>
          </p:txBody>
        </p:sp>
      </p:grpSp>
      <p:sp>
        <p:nvSpPr>
          <p:cNvPr id="13" name="Rectangle 12">
            <a:extLst>
              <a:ext uri="{FF2B5EF4-FFF2-40B4-BE49-F238E27FC236}">
                <a16:creationId xmlns:a16="http://schemas.microsoft.com/office/drawing/2014/main" id="{8E1D6861-AFE1-88CE-8E3C-A67B6486724C}"/>
              </a:ext>
            </a:extLst>
          </p:cNvPr>
          <p:cNvSpPr>
            <a:spLocks/>
          </p:cNvSpPr>
          <p:nvPr/>
        </p:nvSpPr>
        <p:spPr>
          <a:xfrm>
            <a:off x="704852" y="2849865"/>
            <a:ext cx="1883427" cy="1288572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73152" rIns="18288" bIns="73152" rtlCol="0" anchor="t">
            <a:noAutofit/>
          </a:bodyPr>
          <a:lstStyle/>
          <a:p>
            <a:pPr marL="69649"/>
            <a:r>
              <a:rPr lang="en-US" sz="1400" b="1">
                <a:solidFill>
                  <a:schemeClr val="bg1"/>
                </a:solidFill>
              </a:rPr>
              <a:t>Credit Risk Evaluation and Approvals</a:t>
            </a:r>
          </a:p>
        </p:txBody>
      </p:sp>
      <p:sp>
        <p:nvSpPr>
          <p:cNvPr id="16" name="Marvintrackercircle">
            <a:extLst>
              <a:ext uri="{FF2B5EF4-FFF2-40B4-BE49-F238E27FC236}">
                <a16:creationId xmlns:a16="http://schemas.microsoft.com/office/drawing/2014/main" id="{C63E9622-7B07-5743-9093-AD77651AA076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>
          <a:xfrm>
            <a:off x="554734" y="3353181"/>
            <a:ext cx="281940" cy="281940"/>
          </a:xfrm>
          <a:prstGeom prst="ellipse">
            <a:avLst/>
          </a:prstGeom>
          <a:solidFill>
            <a:schemeClr val="accent2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B</a:t>
            </a:r>
          </a:p>
        </p:txBody>
      </p:sp>
      <p:sp>
        <p:nvSpPr>
          <p:cNvPr id="276495" name="Rectangle 276494">
            <a:extLst>
              <a:ext uri="{FF2B5EF4-FFF2-40B4-BE49-F238E27FC236}">
                <a16:creationId xmlns:a16="http://schemas.microsoft.com/office/drawing/2014/main" id="{699B57BB-8B64-D38F-C0CF-C848B9BE059A}"/>
              </a:ext>
            </a:extLst>
          </p:cNvPr>
          <p:cNvSpPr>
            <a:spLocks/>
          </p:cNvSpPr>
          <p:nvPr/>
        </p:nvSpPr>
        <p:spPr>
          <a:xfrm>
            <a:off x="704852" y="4193075"/>
            <a:ext cx="1883427" cy="989780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73152" rIns="18288" bIns="73152" rtlCol="0" anchor="t">
            <a:noAutofit/>
          </a:bodyPr>
          <a:lstStyle/>
          <a:p>
            <a:pPr marL="69649"/>
            <a:r>
              <a:rPr lang="en-US" sz="1400" b="1">
                <a:solidFill>
                  <a:schemeClr val="bg1"/>
                </a:solidFill>
              </a:rPr>
              <a:t>Credit Documentation Process</a:t>
            </a:r>
          </a:p>
        </p:txBody>
      </p:sp>
      <p:sp>
        <p:nvSpPr>
          <p:cNvPr id="276496" name="Marvintrackercircle">
            <a:extLst>
              <a:ext uri="{FF2B5EF4-FFF2-40B4-BE49-F238E27FC236}">
                <a16:creationId xmlns:a16="http://schemas.microsoft.com/office/drawing/2014/main" id="{81E11849-F70B-600C-BF1E-4A2497408D6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554734" y="4546994"/>
            <a:ext cx="281940" cy="281940"/>
          </a:xfrm>
          <a:prstGeom prst="ellipse">
            <a:avLst/>
          </a:prstGeom>
          <a:solidFill>
            <a:schemeClr val="accent2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C</a:t>
            </a:r>
          </a:p>
        </p:txBody>
      </p:sp>
      <p:sp>
        <p:nvSpPr>
          <p:cNvPr id="276505" name="Rectangle 276504">
            <a:extLst>
              <a:ext uri="{FF2B5EF4-FFF2-40B4-BE49-F238E27FC236}">
                <a16:creationId xmlns:a16="http://schemas.microsoft.com/office/drawing/2014/main" id="{3F070BB6-2F9D-68AC-5E6D-FEECE54F022C}"/>
              </a:ext>
            </a:extLst>
          </p:cNvPr>
          <p:cNvSpPr>
            <a:spLocks/>
          </p:cNvSpPr>
          <p:nvPr/>
        </p:nvSpPr>
        <p:spPr>
          <a:xfrm>
            <a:off x="704852" y="5233862"/>
            <a:ext cx="1883427" cy="937829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73152" rIns="18288" bIns="73152" rtlCol="0" anchor="t">
            <a:noAutofit/>
          </a:bodyPr>
          <a:lstStyle/>
          <a:p>
            <a:pPr marL="69649"/>
            <a:r>
              <a:rPr lang="en-US" sz="1400" b="1">
                <a:solidFill>
                  <a:schemeClr val="bg1"/>
                </a:solidFill>
              </a:rPr>
              <a:t>Credit Limit Loading and disbursement</a:t>
            </a:r>
          </a:p>
        </p:txBody>
      </p:sp>
      <p:sp>
        <p:nvSpPr>
          <p:cNvPr id="276506" name="Marvintrackercircle">
            <a:extLst>
              <a:ext uri="{FF2B5EF4-FFF2-40B4-BE49-F238E27FC236}">
                <a16:creationId xmlns:a16="http://schemas.microsoft.com/office/drawing/2014/main" id="{59672706-421F-6CF3-6082-7509F105377B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>
          <a:xfrm>
            <a:off x="554734" y="5561806"/>
            <a:ext cx="281940" cy="281940"/>
          </a:xfrm>
          <a:prstGeom prst="ellipse">
            <a:avLst/>
          </a:prstGeom>
          <a:solidFill>
            <a:schemeClr val="accent2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D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14928-46F0-1A72-CE10-51057BB790BD}"/>
              </a:ext>
            </a:extLst>
          </p:cNvPr>
          <p:cNvCxnSpPr>
            <a:cxnSpLocks/>
          </p:cNvCxnSpPr>
          <p:nvPr/>
        </p:nvCxnSpPr>
        <p:spPr>
          <a:xfrm>
            <a:off x="2740557" y="1927075"/>
            <a:ext cx="8896705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D07F04DB-4079-DAA4-6648-F1A5FA03B522}"/>
              </a:ext>
            </a:extLst>
          </p:cNvPr>
          <p:cNvCxnSpPr>
            <a:cxnSpLocks/>
          </p:cNvCxnSpPr>
          <p:nvPr/>
        </p:nvCxnSpPr>
        <p:spPr>
          <a:xfrm>
            <a:off x="2740557" y="2374811"/>
            <a:ext cx="8896705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86F61FE0-A9EE-610D-5D97-C75E62085BFC}"/>
              </a:ext>
            </a:extLst>
          </p:cNvPr>
          <p:cNvCxnSpPr>
            <a:cxnSpLocks/>
          </p:cNvCxnSpPr>
          <p:nvPr/>
        </p:nvCxnSpPr>
        <p:spPr>
          <a:xfrm>
            <a:off x="704852" y="2822547"/>
            <a:ext cx="10932410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15996E5E-9332-66E0-2CC6-3A9F3DD90F3A}"/>
              </a:ext>
            </a:extLst>
          </p:cNvPr>
          <p:cNvCxnSpPr>
            <a:cxnSpLocks/>
          </p:cNvCxnSpPr>
          <p:nvPr/>
        </p:nvCxnSpPr>
        <p:spPr>
          <a:xfrm>
            <a:off x="2740557" y="3270283"/>
            <a:ext cx="8896705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422A515B-6931-5392-76C6-EC5FCE4E4251}"/>
              </a:ext>
            </a:extLst>
          </p:cNvPr>
          <p:cNvCxnSpPr>
            <a:cxnSpLocks/>
          </p:cNvCxnSpPr>
          <p:nvPr/>
        </p:nvCxnSpPr>
        <p:spPr>
          <a:xfrm>
            <a:off x="704852" y="4165755"/>
            <a:ext cx="10932410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DAEBDDD-6A98-E0BB-6BF0-6BE2313B3569}"/>
              </a:ext>
            </a:extLst>
          </p:cNvPr>
          <p:cNvCxnSpPr>
            <a:cxnSpLocks/>
          </p:cNvCxnSpPr>
          <p:nvPr/>
        </p:nvCxnSpPr>
        <p:spPr>
          <a:xfrm>
            <a:off x="2740557" y="4613491"/>
            <a:ext cx="8896705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AB9AF8F4-1E6B-1AC5-04DB-68F7EE6679AC}"/>
              </a:ext>
            </a:extLst>
          </p:cNvPr>
          <p:cNvCxnSpPr>
            <a:cxnSpLocks/>
          </p:cNvCxnSpPr>
          <p:nvPr/>
        </p:nvCxnSpPr>
        <p:spPr>
          <a:xfrm>
            <a:off x="704852" y="5210174"/>
            <a:ext cx="10932410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3EB30119-DCE3-4C19-7019-5D9D1A999DD5}"/>
              </a:ext>
            </a:extLst>
          </p:cNvPr>
          <p:cNvCxnSpPr>
            <a:cxnSpLocks/>
          </p:cNvCxnSpPr>
          <p:nvPr/>
        </p:nvCxnSpPr>
        <p:spPr>
          <a:xfrm>
            <a:off x="2740557" y="3718019"/>
            <a:ext cx="8896705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B5CEB548-F0FA-6C15-BC7F-E589380EF895}"/>
              </a:ext>
            </a:extLst>
          </p:cNvPr>
          <p:cNvSpPr>
            <a:spLocks/>
          </p:cNvSpPr>
          <p:nvPr/>
        </p:nvSpPr>
        <p:spPr>
          <a:xfrm>
            <a:off x="704852" y="1562236"/>
            <a:ext cx="1883427" cy="1232987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73152" rIns="18288" bIns="73152" rtlCol="0" anchor="t">
            <a:noAutofit/>
          </a:bodyPr>
          <a:lstStyle/>
          <a:p>
            <a:pPr marL="69649"/>
            <a:r>
              <a:rPr lang="en-US" sz="1400" b="1">
                <a:solidFill>
                  <a:schemeClr val="bg1"/>
                </a:solidFill>
              </a:rPr>
              <a:t>Preparation of Credit </a:t>
            </a:r>
            <a:br>
              <a:rPr lang="en-US" sz="1400" b="1">
                <a:solidFill>
                  <a:schemeClr val="bg1"/>
                </a:solidFill>
              </a:rPr>
            </a:br>
            <a:r>
              <a:rPr lang="en-US" sz="1400" b="1">
                <a:solidFill>
                  <a:schemeClr val="bg1"/>
                </a:solidFill>
              </a:rPr>
              <a:t>application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DC7B512-2C13-0521-5B7A-F26297656FDE}"/>
              </a:ext>
            </a:extLst>
          </p:cNvPr>
          <p:cNvSpPr txBox="1"/>
          <p:nvPr/>
        </p:nvSpPr>
        <p:spPr>
          <a:xfrm>
            <a:off x="9794539" y="1251609"/>
            <a:ext cx="131446" cy="246221"/>
          </a:xfrm>
          <a:prstGeom prst="rect">
            <a:avLst/>
          </a:prstGeom>
        </p:spPr>
        <p:txBody>
          <a:bodyPr vert="horz" wrap="none" lIns="0" tIns="0" rIns="0" bIns="0" rtlCol="0">
            <a:sp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sz="1400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sz="1400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sz="1400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sz="1400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sz="1400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9pPr>
          </a:lstStyle>
          <a:p>
            <a:r>
              <a:rPr lang="en-US" sz="1600" b="1"/>
              <a:t>1</a:t>
            </a:r>
          </a:p>
        </p:txBody>
      </p:sp>
      <p:sp>
        <p:nvSpPr>
          <p:cNvPr id="34" name="ACET">
            <a:extLst>
              <a:ext uri="{FF2B5EF4-FFF2-40B4-BE49-F238E27FC236}">
                <a16:creationId xmlns:a16="http://schemas.microsoft.com/office/drawing/2014/main" id="{0BB6D0EE-0225-D3CD-DA2A-6BB5AD09E0BE}"/>
              </a:ext>
            </a:extLst>
          </p:cNvPr>
          <p:cNvSpPr>
            <a:spLocks noChangeArrowheads="1"/>
          </p:cNvSpPr>
          <p:nvPr/>
        </p:nvSpPr>
        <p:spPr bwMode="gray">
          <a:xfrm>
            <a:off x="2713887" y="1232768"/>
            <a:ext cx="6990617" cy="265062"/>
          </a:xfrm>
          <a:prstGeom prst="leftRightArrow">
            <a:avLst>
              <a:gd name="adj1" fmla="val 100000"/>
              <a:gd name="adj2" fmla="val 0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18659" anchor="t" anchorCtr="0">
            <a:noAutofit/>
          </a:bodyPr>
          <a:lstStyle/>
          <a:p>
            <a:r>
              <a:rPr lang="en-US" sz="1600" b="1"/>
              <a:t>Dimension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C737E13-C02B-67CC-863D-6D172340214E}"/>
              </a:ext>
            </a:extLst>
          </p:cNvPr>
          <p:cNvSpPr txBox="1"/>
          <p:nvPr/>
        </p:nvSpPr>
        <p:spPr>
          <a:xfrm>
            <a:off x="11502959" y="1251609"/>
            <a:ext cx="131446" cy="246221"/>
          </a:xfrm>
          <a:prstGeom prst="rect">
            <a:avLst/>
          </a:prstGeom>
        </p:spPr>
        <p:txBody>
          <a:bodyPr vert="horz" wrap="none" lIns="0" tIns="0" rIns="0" bIns="0" rtlCol="0">
            <a:sp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sz="1400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sz="1400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sz="1400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sz="1400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sz="1400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9pPr>
          </a:lstStyle>
          <a:p>
            <a:r>
              <a:rPr lang="en-US" sz="1600" b="1"/>
              <a:t>3</a:t>
            </a:r>
          </a:p>
        </p:txBody>
      </p:sp>
      <p:cxnSp>
        <p:nvCxnSpPr>
          <p:cNvPr id="276525" name="Straight Connector 276524">
            <a:extLst>
              <a:ext uri="{FF2B5EF4-FFF2-40B4-BE49-F238E27FC236}">
                <a16:creationId xmlns:a16="http://schemas.microsoft.com/office/drawing/2014/main" id="{BB274D21-BCFD-F0BC-6F54-301DA629183B}"/>
              </a:ext>
            </a:extLst>
          </p:cNvPr>
          <p:cNvCxnSpPr>
            <a:cxnSpLocks/>
            <a:stCxn id="276522" idx="1"/>
            <a:endCxn id="38" idx="5"/>
          </p:cNvCxnSpPr>
          <p:nvPr/>
        </p:nvCxnSpPr>
        <p:spPr>
          <a:xfrm flipH="1" flipV="1">
            <a:off x="10797254" y="4960531"/>
            <a:ext cx="791514" cy="424808"/>
          </a:xfrm>
          <a:prstGeom prst="line">
            <a:avLst/>
          </a:prstGeom>
          <a:ln w="28575" cap="flat">
            <a:solidFill>
              <a:schemeClr val="accent2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F9840290-4C9B-34AA-2318-482F1C495E81}"/>
              </a:ext>
            </a:extLst>
          </p:cNvPr>
          <p:cNvCxnSpPr>
            <a:cxnSpLocks/>
            <a:stCxn id="57" idx="3"/>
            <a:endCxn id="40" idx="7"/>
          </p:cNvCxnSpPr>
          <p:nvPr/>
        </p:nvCxnSpPr>
        <p:spPr>
          <a:xfrm flipH="1">
            <a:off x="10797254" y="3542850"/>
            <a:ext cx="267863" cy="350338"/>
          </a:xfrm>
          <a:prstGeom prst="line">
            <a:avLst/>
          </a:prstGeom>
          <a:ln w="28575" cap="flat">
            <a:solidFill>
              <a:schemeClr val="accent2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2700A41B-AEB9-80EB-E517-373D372D1D59}"/>
              </a:ext>
            </a:extLst>
          </p:cNvPr>
          <p:cNvCxnSpPr>
            <a:cxnSpLocks/>
            <a:stCxn id="57" idx="1"/>
            <a:endCxn id="56" idx="5"/>
          </p:cNvCxnSpPr>
          <p:nvPr/>
        </p:nvCxnSpPr>
        <p:spPr>
          <a:xfrm flipH="1" flipV="1">
            <a:off x="10797254" y="3095114"/>
            <a:ext cx="267863" cy="350338"/>
          </a:xfrm>
          <a:prstGeom prst="line">
            <a:avLst/>
          </a:prstGeom>
          <a:ln w="28575" cap="flat">
            <a:solidFill>
              <a:schemeClr val="accent2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9EC6F93-6E34-93CB-E6D8-C4A61AFFBC62}"/>
              </a:ext>
            </a:extLst>
          </p:cNvPr>
          <p:cNvCxnSpPr>
            <a:cxnSpLocks/>
          </p:cNvCxnSpPr>
          <p:nvPr/>
        </p:nvCxnSpPr>
        <p:spPr>
          <a:xfrm>
            <a:off x="9860262" y="1543153"/>
            <a:ext cx="0" cy="4473765"/>
          </a:xfrm>
          <a:prstGeom prst="line">
            <a:avLst/>
          </a:prstGeom>
          <a:ln w="635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163E12BC-6F18-A571-1EF4-B1588ACA22BF}"/>
              </a:ext>
            </a:extLst>
          </p:cNvPr>
          <p:cNvCxnSpPr>
            <a:cxnSpLocks/>
          </p:cNvCxnSpPr>
          <p:nvPr/>
        </p:nvCxnSpPr>
        <p:spPr>
          <a:xfrm>
            <a:off x="11637262" y="1543153"/>
            <a:ext cx="0" cy="4473765"/>
          </a:xfrm>
          <a:prstGeom prst="line">
            <a:avLst/>
          </a:prstGeom>
          <a:ln w="635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111F10F-B5E3-D5ED-AB8C-9390A9A927F6}"/>
              </a:ext>
            </a:extLst>
          </p:cNvPr>
          <p:cNvCxnSpPr>
            <a:cxnSpLocks/>
          </p:cNvCxnSpPr>
          <p:nvPr/>
        </p:nvCxnSpPr>
        <p:spPr>
          <a:xfrm>
            <a:off x="10748762" y="1543153"/>
            <a:ext cx="0" cy="4473765"/>
          </a:xfrm>
          <a:prstGeom prst="line">
            <a:avLst/>
          </a:prstGeom>
          <a:ln w="635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8C70B8FB-C97C-AEDD-B1DC-BBF658D271BB}"/>
              </a:ext>
            </a:extLst>
          </p:cNvPr>
          <p:cNvSpPr txBox="1"/>
          <p:nvPr/>
        </p:nvSpPr>
        <p:spPr>
          <a:xfrm>
            <a:off x="10647321" y="1251609"/>
            <a:ext cx="131446" cy="246221"/>
          </a:xfrm>
          <a:prstGeom prst="rect">
            <a:avLst/>
          </a:prstGeom>
        </p:spPr>
        <p:txBody>
          <a:bodyPr vert="horz" wrap="none" lIns="0" tIns="0" rIns="0" bIns="0" rtlCol="0">
            <a:sp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sz="1400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sz="1400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sz="1400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sz="1400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sz="1400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baseline="0">
                <a:latin typeface="+mn-lt"/>
              </a:defRPr>
            </a:lvl9pPr>
          </a:lstStyle>
          <a:p>
            <a:r>
              <a:rPr lang="en-US" sz="1600" b="1"/>
              <a:t>2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06D64E5B-1775-1335-ADF3-B0DBCEEB5399}"/>
              </a:ext>
            </a:extLst>
          </p:cNvPr>
          <p:cNvCxnSpPr>
            <a:cxnSpLocks/>
            <a:stCxn id="38" idx="0"/>
            <a:endCxn id="40" idx="4"/>
          </p:cNvCxnSpPr>
          <p:nvPr/>
        </p:nvCxnSpPr>
        <p:spPr>
          <a:xfrm flipV="1">
            <a:off x="10748761" y="4010758"/>
            <a:ext cx="0" cy="832203"/>
          </a:xfrm>
          <a:prstGeom prst="line">
            <a:avLst/>
          </a:prstGeom>
          <a:ln w="28575" cap="flat">
            <a:solidFill>
              <a:schemeClr val="accent2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6497" name="Straight Connector 276496">
            <a:extLst>
              <a:ext uri="{FF2B5EF4-FFF2-40B4-BE49-F238E27FC236}">
                <a16:creationId xmlns:a16="http://schemas.microsoft.com/office/drawing/2014/main" id="{D35EDF95-E0F7-F7E2-AD1C-707C6EFF4E5C}"/>
              </a:ext>
            </a:extLst>
          </p:cNvPr>
          <p:cNvCxnSpPr>
            <a:cxnSpLocks/>
            <a:stCxn id="56" idx="0"/>
            <a:endCxn id="55" idx="4"/>
          </p:cNvCxnSpPr>
          <p:nvPr/>
        </p:nvCxnSpPr>
        <p:spPr>
          <a:xfrm flipV="1">
            <a:off x="10748761" y="2667550"/>
            <a:ext cx="0" cy="309994"/>
          </a:xfrm>
          <a:prstGeom prst="line">
            <a:avLst/>
          </a:prstGeom>
          <a:ln w="28575" cap="flat">
            <a:solidFill>
              <a:schemeClr val="accent2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6502" name="Straight Connector 276501">
            <a:extLst>
              <a:ext uri="{FF2B5EF4-FFF2-40B4-BE49-F238E27FC236}">
                <a16:creationId xmlns:a16="http://schemas.microsoft.com/office/drawing/2014/main" id="{FE6FD239-2C05-BC4D-09D5-D9DAB5879214}"/>
              </a:ext>
            </a:extLst>
          </p:cNvPr>
          <p:cNvCxnSpPr>
            <a:cxnSpLocks/>
            <a:stCxn id="55" idx="1"/>
            <a:endCxn id="54" idx="5"/>
          </p:cNvCxnSpPr>
          <p:nvPr/>
        </p:nvCxnSpPr>
        <p:spPr>
          <a:xfrm flipH="1" flipV="1">
            <a:off x="10345661" y="2199642"/>
            <a:ext cx="354607" cy="350338"/>
          </a:xfrm>
          <a:prstGeom prst="line">
            <a:avLst/>
          </a:prstGeom>
          <a:ln w="28575" cap="flat">
            <a:solidFill>
              <a:schemeClr val="accent2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6512" name="Straight Connector 276511">
            <a:extLst>
              <a:ext uri="{FF2B5EF4-FFF2-40B4-BE49-F238E27FC236}">
                <a16:creationId xmlns:a16="http://schemas.microsoft.com/office/drawing/2014/main" id="{E93B4A2C-238C-B7F3-4F24-84EFFF5AC115}"/>
              </a:ext>
            </a:extLst>
          </p:cNvPr>
          <p:cNvCxnSpPr>
            <a:cxnSpLocks/>
            <a:stCxn id="54" idx="7"/>
            <a:endCxn id="53" idx="3"/>
          </p:cNvCxnSpPr>
          <p:nvPr/>
        </p:nvCxnSpPr>
        <p:spPr>
          <a:xfrm flipV="1">
            <a:off x="10345661" y="1751906"/>
            <a:ext cx="354607" cy="350338"/>
          </a:xfrm>
          <a:prstGeom prst="line">
            <a:avLst/>
          </a:prstGeom>
          <a:ln w="28575" cap="flat">
            <a:solidFill>
              <a:schemeClr val="accent2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2562666-4002-AC71-799B-3CE77460FF98}"/>
              </a:ext>
            </a:extLst>
          </p:cNvPr>
          <p:cNvCxnSpPr>
            <a:cxnSpLocks/>
          </p:cNvCxnSpPr>
          <p:nvPr/>
        </p:nvCxnSpPr>
        <p:spPr>
          <a:xfrm>
            <a:off x="704852" y="1526366"/>
            <a:ext cx="10932410" cy="0"/>
          </a:xfrm>
          <a:prstGeom prst="line">
            <a:avLst/>
          </a:prstGeom>
          <a:ln w="12700" cap="sq">
            <a:solidFill>
              <a:srgbClr val="7F7F7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4. Footnote">
            <a:extLst>
              <a:ext uri="{FF2B5EF4-FFF2-40B4-BE49-F238E27FC236}">
                <a16:creationId xmlns:a16="http://schemas.microsoft.com/office/drawing/2014/main" id="{20EE4B0E-F779-BF19-6350-353042D0073A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1.	Not in the focus as it requires specially designed data infrastructure</a:t>
            </a:r>
          </a:p>
        </p:txBody>
      </p:sp>
      <p:sp>
        <p:nvSpPr>
          <p:cNvPr id="276511" name="Marvintrackercircle">
            <a:extLst>
              <a:ext uri="{FF2B5EF4-FFF2-40B4-BE49-F238E27FC236}">
                <a16:creationId xmlns:a16="http://schemas.microsoft.com/office/drawing/2014/main" id="{62067F66-F9E2-6881-0D20-AE0A4C055765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2713887" y="5293068"/>
            <a:ext cx="281940" cy="281940"/>
          </a:xfrm>
          <a:prstGeom prst="ellipse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/>
          <a:lstStyle/>
          <a:p>
            <a:pPr algn="ctr"/>
            <a:r>
              <a:rPr lang="en-US" sz="1400">
                <a:solidFill>
                  <a:schemeClr val="bg1"/>
                </a:solidFill>
              </a:rPr>
              <a:t>9</a:t>
            </a:r>
          </a:p>
        </p:txBody>
      </p:sp>
      <p:sp>
        <p:nvSpPr>
          <p:cNvPr id="276522" name="Marvintrackercircle">
            <a:extLst>
              <a:ext uri="{FF2B5EF4-FFF2-40B4-BE49-F238E27FC236}">
                <a16:creationId xmlns:a16="http://schemas.microsoft.com/office/drawing/2014/main" id="{F179A441-95FC-59BF-C1C3-76CC9CDEB09F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>
          <a:xfrm>
            <a:off x="11568681" y="5365167"/>
            <a:ext cx="137160" cy="137742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76500" name="TextBox 276499">
            <a:extLst>
              <a:ext uri="{FF2B5EF4-FFF2-40B4-BE49-F238E27FC236}">
                <a16:creationId xmlns:a16="http://schemas.microsoft.com/office/drawing/2014/main" id="{6938AC66-F5AD-B11C-0DA1-83DE83AB5573}"/>
              </a:ext>
            </a:extLst>
          </p:cNvPr>
          <p:cNvSpPr txBox="1">
            <a:spLocks/>
          </p:cNvSpPr>
          <p:nvPr/>
        </p:nvSpPr>
        <p:spPr>
          <a:xfrm>
            <a:off x="3060822" y="5326316"/>
            <a:ext cx="6643682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latin typeface="+mn-lt"/>
                <a:ea typeface="+mn-ea"/>
                <a:cs typeface="+mn-cs"/>
              </a:rPr>
              <a:t>The loan disbursement  </a:t>
            </a:r>
          </a:p>
        </p:txBody>
      </p:sp>
      <p:sp>
        <p:nvSpPr>
          <p:cNvPr id="38" name="Marvintrackercircle">
            <a:extLst>
              <a:ext uri="{FF2B5EF4-FFF2-40B4-BE49-F238E27FC236}">
                <a16:creationId xmlns:a16="http://schemas.microsoft.com/office/drawing/2014/main" id="{0C390077-BC41-BEF2-9B81-D18071DFC5DD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>
          <a:xfrm>
            <a:off x="10680181" y="4842961"/>
            <a:ext cx="137160" cy="137742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76503" name="Marvintrackercircle">
            <a:extLst>
              <a:ext uri="{FF2B5EF4-FFF2-40B4-BE49-F238E27FC236}">
                <a16:creationId xmlns:a16="http://schemas.microsoft.com/office/drawing/2014/main" id="{85473C69-3FA2-12B1-8701-22B79765F20C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2713887" y="4696389"/>
            <a:ext cx="281940" cy="281940"/>
          </a:xfrm>
          <a:prstGeom prst="ellipse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/>
          <a:lstStyle/>
          <a:p>
            <a:pPr algn="ctr"/>
            <a:r>
              <a:rPr lang="en-US" sz="1400">
                <a:solidFill>
                  <a:schemeClr val="bg1"/>
                </a:solidFill>
              </a:rPr>
              <a:t>8</a:t>
            </a:r>
          </a:p>
        </p:txBody>
      </p:sp>
      <p:sp>
        <p:nvSpPr>
          <p:cNvPr id="276507" name="TextBox 276506">
            <a:extLst>
              <a:ext uri="{FF2B5EF4-FFF2-40B4-BE49-F238E27FC236}">
                <a16:creationId xmlns:a16="http://schemas.microsoft.com/office/drawing/2014/main" id="{CD1E1EA5-B18D-4B42-0974-6B45B3131174}"/>
              </a:ext>
            </a:extLst>
          </p:cNvPr>
          <p:cNvSpPr txBox="1">
            <a:spLocks/>
          </p:cNvSpPr>
          <p:nvPr/>
        </p:nvSpPr>
        <p:spPr>
          <a:xfrm>
            <a:off x="3060822" y="4696389"/>
            <a:ext cx="6643682" cy="430887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latin typeface="+mn-lt"/>
                <a:ea typeface="+mn-ea"/>
                <a:cs typeface="+mn-cs"/>
              </a:rPr>
              <a:t>Reconciliation of the loan agreement basing and the supplementary documents with the client </a:t>
            </a:r>
          </a:p>
        </p:txBody>
      </p:sp>
      <p:sp>
        <p:nvSpPr>
          <p:cNvPr id="276498" name="Marvintrackercircle">
            <a:extLst>
              <a:ext uri="{FF2B5EF4-FFF2-40B4-BE49-F238E27FC236}">
                <a16:creationId xmlns:a16="http://schemas.microsoft.com/office/drawing/2014/main" id="{10B549CE-1D2D-241F-7D14-BBD28AC93A55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2713887" y="4248653"/>
            <a:ext cx="281940" cy="281940"/>
          </a:xfrm>
          <a:prstGeom prst="ellipse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/>
          <a:lstStyle/>
          <a:p>
            <a:pPr algn="ctr"/>
            <a:r>
              <a:rPr lang="en-US" sz="1400">
                <a:solidFill>
                  <a:schemeClr val="bg1"/>
                </a:solidFill>
              </a:rPr>
              <a:t>7</a:t>
            </a:r>
          </a:p>
        </p:txBody>
      </p:sp>
      <p:sp>
        <p:nvSpPr>
          <p:cNvPr id="36" name="Marvintrackercircle">
            <a:extLst>
              <a:ext uri="{FF2B5EF4-FFF2-40B4-BE49-F238E27FC236}">
                <a16:creationId xmlns:a16="http://schemas.microsoft.com/office/drawing/2014/main" id="{64A68E88-C965-99FC-1C2F-50A3A4E20C4E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>
          <a:xfrm>
            <a:off x="10680181" y="4320752"/>
            <a:ext cx="137160" cy="137742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76509" name="TextBox 276508">
            <a:extLst>
              <a:ext uri="{FF2B5EF4-FFF2-40B4-BE49-F238E27FC236}">
                <a16:creationId xmlns:a16="http://schemas.microsoft.com/office/drawing/2014/main" id="{6C40414D-870A-E0C6-0E2C-ACC88ADEDD87}"/>
              </a:ext>
            </a:extLst>
          </p:cNvPr>
          <p:cNvSpPr txBox="1">
            <a:spLocks/>
          </p:cNvSpPr>
          <p:nvPr/>
        </p:nvSpPr>
        <p:spPr>
          <a:xfrm>
            <a:off x="3060822" y="4281901"/>
            <a:ext cx="6643682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latin typeface="+mn-lt"/>
                <a:ea typeface="+mn-ea"/>
                <a:cs typeface="+mn-cs"/>
              </a:rPr>
              <a:t>Preparation of the loan agreement and the supplementary documents by the Bank </a:t>
            </a:r>
          </a:p>
        </p:txBody>
      </p:sp>
      <p:sp>
        <p:nvSpPr>
          <p:cNvPr id="57" name="Marvintrackercircle">
            <a:extLst>
              <a:ext uri="{FF2B5EF4-FFF2-40B4-BE49-F238E27FC236}">
                <a16:creationId xmlns:a16="http://schemas.microsoft.com/office/drawing/2014/main" id="{EA5A9D29-0B32-F68D-5A41-EE7A25B7378C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>
          <a:xfrm>
            <a:off x="11045030" y="3425280"/>
            <a:ext cx="137160" cy="137742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76488" name="Marvintrackercircle">
            <a:extLst>
              <a:ext uri="{FF2B5EF4-FFF2-40B4-BE49-F238E27FC236}">
                <a16:creationId xmlns:a16="http://schemas.microsoft.com/office/drawing/2014/main" id="{2865E220-65DC-70AA-C495-14C7105E9065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>
            <a:off x="2713887" y="3353181"/>
            <a:ext cx="281940" cy="281940"/>
          </a:xfrm>
          <a:prstGeom prst="ellipse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/>
          <a:lstStyle/>
          <a:p>
            <a:pPr algn="ctr"/>
            <a:r>
              <a:rPr lang="en-US" sz="14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276516" name="TextBox 276515">
            <a:extLst>
              <a:ext uri="{FF2B5EF4-FFF2-40B4-BE49-F238E27FC236}">
                <a16:creationId xmlns:a16="http://schemas.microsoft.com/office/drawing/2014/main" id="{EB817B85-9581-C252-88DE-9EE96868930A}"/>
              </a:ext>
            </a:extLst>
          </p:cNvPr>
          <p:cNvSpPr txBox="1">
            <a:spLocks/>
          </p:cNvSpPr>
          <p:nvPr/>
        </p:nvSpPr>
        <p:spPr>
          <a:xfrm>
            <a:off x="3060822" y="3386429"/>
            <a:ext cx="6643682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latin typeface="+mn-lt"/>
                <a:ea typeface="+mn-ea"/>
                <a:cs typeface="+mn-cs"/>
              </a:rPr>
              <a:t>The loan limits setup</a:t>
            </a:r>
            <a:r>
              <a:rPr lang="en-US" baseline="30000">
                <a:latin typeface="+mn-lt"/>
                <a:ea typeface="+mn-ea"/>
                <a:cs typeface="+mn-cs"/>
              </a:rPr>
              <a:t>1</a:t>
            </a:r>
          </a:p>
        </p:txBody>
      </p:sp>
      <p:sp>
        <p:nvSpPr>
          <p:cNvPr id="276491" name="Marvintrackercircle">
            <a:extLst>
              <a:ext uri="{FF2B5EF4-FFF2-40B4-BE49-F238E27FC236}">
                <a16:creationId xmlns:a16="http://schemas.microsoft.com/office/drawing/2014/main" id="{EB7395E2-E922-D9E0-B0EA-EEC94388C8B4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>
            <a:off x="2713887" y="3800917"/>
            <a:ext cx="281940" cy="281940"/>
          </a:xfrm>
          <a:prstGeom prst="ellipse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/>
          <a:lstStyle/>
          <a:p>
            <a:pPr algn="ctr"/>
            <a:r>
              <a:rPr lang="en-US" sz="1400">
                <a:solidFill>
                  <a:schemeClr val="bg1"/>
                </a:solidFill>
              </a:rPr>
              <a:t>6</a:t>
            </a:r>
          </a:p>
        </p:txBody>
      </p:sp>
      <p:sp>
        <p:nvSpPr>
          <p:cNvPr id="40" name="Marvintrackercircle">
            <a:extLst>
              <a:ext uri="{FF2B5EF4-FFF2-40B4-BE49-F238E27FC236}">
                <a16:creationId xmlns:a16="http://schemas.microsoft.com/office/drawing/2014/main" id="{8E728540-2E48-43A5-01A6-A084823BDA6E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>
          <a:xfrm>
            <a:off x="10680181" y="3873016"/>
            <a:ext cx="137160" cy="137742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76514" name="TextBox 276513">
            <a:extLst>
              <a:ext uri="{FF2B5EF4-FFF2-40B4-BE49-F238E27FC236}">
                <a16:creationId xmlns:a16="http://schemas.microsoft.com/office/drawing/2014/main" id="{DC12C870-932D-855C-AF7F-24277A558E1B}"/>
              </a:ext>
            </a:extLst>
          </p:cNvPr>
          <p:cNvSpPr txBox="1">
            <a:spLocks/>
          </p:cNvSpPr>
          <p:nvPr/>
        </p:nvSpPr>
        <p:spPr>
          <a:xfrm>
            <a:off x="3060822" y="3834165"/>
            <a:ext cx="6643682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latin typeface="+mn-lt"/>
                <a:ea typeface="+mn-ea"/>
                <a:cs typeface="+mn-cs"/>
              </a:rPr>
              <a:t>Loan request approval based on the decision of the authorized person/ committee </a:t>
            </a:r>
          </a:p>
        </p:txBody>
      </p:sp>
      <p:sp>
        <p:nvSpPr>
          <p:cNvPr id="276484" name="Marvintrackercircle">
            <a:extLst>
              <a:ext uri="{FF2B5EF4-FFF2-40B4-BE49-F238E27FC236}">
                <a16:creationId xmlns:a16="http://schemas.microsoft.com/office/drawing/2014/main" id="{C5DDD5B7-E5A5-CC1A-1F9B-79F4A9B0676F}"/>
              </a:ext>
            </a:extLst>
          </p:cNvPr>
          <p:cNvSpPr/>
          <p:nvPr>
            <p:custDataLst>
              <p:tags r:id="rId20"/>
            </p:custDataLst>
          </p:nvPr>
        </p:nvSpPr>
        <p:spPr>
          <a:xfrm>
            <a:off x="2713887" y="2905445"/>
            <a:ext cx="281940" cy="281940"/>
          </a:xfrm>
          <a:prstGeom prst="ellipse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/>
          <a:lstStyle/>
          <a:p>
            <a:pPr algn="ctr"/>
            <a:r>
              <a:rPr lang="en-US" sz="14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56" name="Marvintrackercircle">
            <a:extLst>
              <a:ext uri="{FF2B5EF4-FFF2-40B4-BE49-F238E27FC236}">
                <a16:creationId xmlns:a16="http://schemas.microsoft.com/office/drawing/2014/main" id="{E25F6385-CE42-D907-0E0E-4DF2B18F5BBA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>
          <a:xfrm>
            <a:off x="10680181" y="2977544"/>
            <a:ext cx="137160" cy="137742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76518" name="TextBox 276517">
            <a:extLst>
              <a:ext uri="{FF2B5EF4-FFF2-40B4-BE49-F238E27FC236}">
                <a16:creationId xmlns:a16="http://schemas.microsoft.com/office/drawing/2014/main" id="{7F4D5975-6150-EF44-38EC-809C7B0FCF56}"/>
              </a:ext>
            </a:extLst>
          </p:cNvPr>
          <p:cNvSpPr txBox="1">
            <a:spLocks/>
          </p:cNvSpPr>
          <p:nvPr/>
        </p:nvSpPr>
        <p:spPr>
          <a:xfrm>
            <a:off x="3060822" y="2938693"/>
            <a:ext cx="6643682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latin typeface="+mn-lt"/>
                <a:ea typeface="+mn-ea"/>
                <a:cs typeface="+mn-cs"/>
              </a:rPr>
              <a:t>Review and assessment of the credit application in terms of its risk profile</a:t>
            </a:r>
          </a:p>
        </p:txBody>
      </p:sp>
      <p:sp>
        <p:nvSpPr>
          <p:cNvPr id="54" name="Marvintrackercircle">
            <a:extLst>
              <a:ext uri="{FF2B5EF4-FFF2-40B4-BE49-F238E27FC236}">
                <a16:creationId xmlns:a16="http://schemas.microsoft.com/office/drawing/2014/main" id="{11F5D431-8664-BA0B-1CC9-A52D70A666AA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>
          <a:xfrm>
            <a:off x="10228588" y="2082072"/>
            <a:ext cx="137160" cy="137742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61" name="Marvintrackercircle">
            <a:extLst>
              <a:ext uri="{FF2B5EF4-FFF2-40B4-BE49-F238E27FC236}">
                <a16:creationId xmlns:a16="http://schemas.microsoft.com/office/drawing/2014/main" id="{BA796B27-90B2-C33C-DCA0-5E2CC9A8F6E2}"/>
              </a:ext>
            </a:extLst>
          </p:cNvPr>
          <p:cNvSpPr/>
          <p:nvPr>
            <p:custDataLst>
              <p:tags r:id="rId23"/>
            </p:custDataLst>
          </p:nvPr>
        </p:nvSpPr>
        <p:spPr>
          <a:xfrm>
            <a:off x="2713887" y="2009973"/>
            <a:ext cx="281940" cy="281940"/>
          </a:xfrm>
          <a:prstGeom prst="ellipse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/>
          <a:lstStyle/>
          <a:p>
            <a:pPr algn="ctr"/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76523" name="TextBox 276522">
            <a:extLst>
              <a:ext uri="{FF2B5EF4-FFF2-40B4-BE49-F238E27FC236}">
                <a16:creationId xmlns:a16="http://schemas.microsoft.com/office/drawing/2014/main" id="{6A0F1086-3074-A72E-5F46-CDB734565A57}"/>
              </a:ext>
            </a:extLst>
          </p:cNvPr>
          <p:cNvSpPr txBox="1">
            <a:spLocks/>
          </p:cNvSpPr>
          <p:nvPr/>
        </p:nvSpPr>
        <p:spPr>
          <a:xfrm>
            <a:off x="3060822" y="2043221"/>
            <a:ext cx="6643682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latin typeface="+mn-lt"/>
                <a:ea typeface="+mn-ea"/>
                <a:cs typeface="+mn-cs"/>
              </a:rPr>
              <a:t>Preliminary credit analysis </a:t>
            </a:r>
          </a:p>
        </p:txBody>
      </p:sp>
      <p:sp>
        <p:nvSpPr>
          <p:cNvPr id="276480" name="Marvintrackercircle">
            <a:extLst>
              <a:ext uri="{FF2B5EF4-FFF2-40B4-BE49-F238E27FC236}">
                <a16:creationId xmlns:a16="http://schemas.microsoft.com/office/drawing/2014/main" id="{42CEE0B8-7CA2-ED6C-065A-EEDAC8C8B82B}"/>
              </a:ext>
            </a:extLst>
          </p:cNvPr>
          <p:cNvSpPr/>
          <p:nvPr>
            <p:custDataLst>
              <p:tags r:id="rId24"/>
            </p:custDataLst>
          </p:nvPr>
        </p:nvSpPr>
        <p:spPr>
          <a:xfrm>
            <a:off x="2713887" y="2457709"/>
            <a:ext cx="281940" cy="281940"/>
          </a:xfrm>
          <a:prstGeom prst="ellipse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/>
          <a:lstStyle/>
          <a:p>
            <a:pPr algn="ctr"/>
            <a:r>
              <a:rPr lang="en-US" sz="14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55" name="Marvintrackercircle">
            <a:extLst>
              <a:ext uri="{FF2B5EF4-FFF2-40B4-BE49-F238E27FC236}">
                <a16:creationId xmlns:a16="http://schemas.microsoft.com/office/drawing/2014/main" id="{A2A50425-ECB9-C309-8271-36D3EFEF5E55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>
          <a:xfrm>
            <a:off x="10680181" y="2529808"/>
            <a:ext cx="137160" cy="137742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76520" name="TextBox 276519">
            <a:extLst>
              <a:ext uri="{FF2B5EF4-FFF2-40B4-BE49-F238E27FC236}">
                <a16:creationId xmlns:a16="http://schemas.microsoft.com/office/drawing/2014/main" id="{E26BEEB7-3CDC-319E-5175-22478C80D03A}"/>
              </a:ext>
            </a:extLst>
          </p:cNvPr>
          <p:cNvSpPr txBox="1">
            <a:spLocks/>
          </p:cNvSpPr>
          <p:nvPr/>
        </p:nvSpPr>
        <p:spPr>
          <a:xfrm>
            <a:off x="3060822" y="2490957"/>
            <a:ext cx="6643682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latin typeface="+mn-lt"/>
                <a:ea typeface="+mn-ea"/>
                <a:cs typeface="+mn-cs"/>
              </a:rPr>
              <a:t>Definition of working model applicable for the client: additional needs and objectives </a:t>
            </a:r>
          </a:p>
        </p:txBody>
      </p:sp>
      <p:sp>
        <p:nvSpPr>
          <p:cNvPr id="53" name="Marvintrackercircle">
            <a:extLst>
              <a:ext uri="{FF2B5EF4-FFF2-40B4-BE49-F238E27FC236}">
                <a16:creationId xmlns:a16="http://schemas.microsoft.com/office/drawing/2014/main" id="{6B444E8C-189B-2C61-5AC0-720E9B1B0290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>
          <a:xfrm>
            <a:off x="10680181" y="1634336"/>
            <a:ext cx="137160" cy="137742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0" name="Marvintrackercircle">
            <a:extLst>
              <a:ext uri="{FF2B5EF4-FFF2-40B4-BE49-F238E27FC236}">
                <a16:creationId xmlns:a16="http://schemas.microsoft.com/office/drawing/2014/main" id="{51F919D4-F761-8BEE-A0DF-F0CDBA2F0CD7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>
          <a:xfrm>
            <a:off x="2713887" y="1562237"/>
            <a:ext cx="281940" cy="281940"/>
          </a:xfrm>
          <a:prstGeom prst="ellipse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276526" name="TextBox 276525">
            <a:extLst>
              <a:ext uri="{FF2B5EF4-FFF2-40B4-BE49-F238E27FC236}">
                <a16:creationId xmlns:a16="http://schemas.microsoft.com/office/drawing/2014/main" id="{098FF969-E9D1-D44D-AC90-7E9B90FF8737}"/>
              </a:ext>
            </a:extLst>
          </p:cNvPr>
          <p:cNvSpPr txBox="1">
            <a:spLocks/>
          </p:cNvSpPr>
          <p:nvPr/>
        </p:nvSpPr>
        <p:spPr>
          <a:xfrm>
            <a:off x="3060822" y="1595485"/>
            <a:ext cx="6643682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latin typeface="+mn-lt"/>
                <a:ea typeface="+mn-ea"/>
                <a:cs typeface="+mn-cs"/>
              </a:rPr>
              <a:t>Loan application by a client or loan proposal initiated by Bank </a:t>
            </a:r>
          </a:p>
        </p:txBody>
      </p:sp>
      <p:sp>
        <p:nvSpPr>
          <p:cNvPr id="14" name="Marvintrackercircle">
            <a:extLst>
              <a:ext uri="{FF2B5EF4-FFF2-40B4-BE49-F238E27FC236}">
                <a16:creationId xmlns:a16="http://schemas.microsoft.com/office/drawing/2014/main" id="{089D6A9C-FDB8-C524-A537-559F88AE50AF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>
          <a:xfrm>
            <a:off x="554734" y="2009973"/>
            <a:ext cx="281940" cy="281940"/>
          </a:xfrm>
          <a:prstGeom prst="ellipse">
            <a:avLst/>
          </a:prstGeom>
          <a:solidFill>
            <a:schemeClr val="accent2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A</a:t>
            </a:r>
          </a:p>
        </p:txBody>
      </p:sp>
      <p:pic>
        <p:nvPicPr>
          <p:cNvPr id="1037" name="CustomIcon">
            <a:extLst>
              <a:ext uri="{FF2B5EF4-FFF2-40B4-BE49-F238E27FC236}">
                <a16:creationId xmlns:a16="http://schemas.microsoft.com/office/drawing/2014/main" id="{AF027082-FAD7-7B99-EB27-D5F171274DCB}"/>
              </a:ext>
            </a:extLst>
          </p:cNvPr>
          <p:cNvPicPr>
            <a:picLocks noChangeAspect="1"/>
          </p:cNvPicPr>
          <p:nvPr>
            <p:custDataLst>
              <p:tags r:id="rId29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2223441" y="2430385"/>
            <a:ext cx="326737" cy="326737"/>
          </a:xfrm>
          <a:prstGeom prst="rect">
            <a:avLst/>
          </a:prstGeom>
        </p:spPr>
      </p:pic>
      <p:pic>
        <p:nvPicPr>
          <p:cNvPr id="1039" name="CustomIcon">
            <a:extLst>
              <a:ext uri="{FF2B5EF4-FFF2-40B4-BE49-F238E27FC236}">
                <a16:creationId xmlns:a16="http://schemas.microsoft.com/office/drawing/2014/main" id="{D0A40034-DCB3-AEF4-851B-86E19438CFC5}"/>
              </a:ext>
            </a:extLst>
          </p:cNvPr>
          <p:cNvPicPr>
            <a:picLocks noChangeAspect="1"/>
          </p:cNvPicPr>
          <p:nvPr>
            <p:custDataLst>
              <p:tags r:id="rId30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2223441" y="3773599"/>
            <a:ext cx="326737" cy="326737"/>
          </a:xfrm>
          <a:prstGeom prst="rect">
            <a:avLst/>
          </a:prstGeom>
        </p:spPr>
      </p:pic>
      <p:pic>
        <p:nvPicPr>
          <p:cNvPr id="1041" name="CustomIcon">
            <a:extLst>
              <a:ext uri="{FF2B5EF4-FFF2-40B4-BE49-F238E27FC236}">
                <a16:creationId xmlns:a16="http://schemas.microsoft.com/office/drawing/2014/main" id="{6556F467-51D8-108B-40F0-A0E07920EFD4}"/>
              </a:ext>
            </a:extLst>
          </p:cNvPr>
          <p:cNvPicPr>
            <a:picLocks noChangeAspect="1"/>
          </p:cNvPicPr>
          <p:nvPr>
            <p:custDataLst>
              <p:tags r:id="rId31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2223441" y="4818017"/>
            <a:ext cx="326737" cy="326737"/>
          </a:xfrm>
          <a:prstGeom prst="rect">
            <a:avLst/>
          </a:prstGeom>
        </p:spPr>
      </p:pic>
      <p:pic>
        <p:nvPicPr>
          <p:cNvPr id="1043" name="CustomIcon">
            <a:extLst>
              <a:ext uri="{FF2B5EF4-FFF2-40B4-BE49-F238E27FC236}">
                <a16:creationId xmlns:a16="http://schemas.microsoft.com/office/drawing/2014/main" id="{EECDDF7C-A2D9-4CC1-4360-9B8D6FF91345}"/>
              </a:ext>
            </a:extLst>
          </p:cNvPr>
          <p:cNvPicPr>
            <a:picLocks noChangeAspect="1"/>
          </p:cNvPicPr>
          <p:nvPr>
            <p:custDataLst>
              <p:tags r:id="rId32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2223441" y="5806853"/>
            <a:ext cx="326737" cy="32673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10320651"/>
      </p:ext>
    </p:extLst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DA79C2-1950-A0A3-ECCC-75589579C7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1BD4E50B-B9B0-0DF9-3C1A-88EAF0B85F2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2" imgW="606" imgH="608" progId="TCLayout.ActiveDocument.1">
                  <p:embed/>
                </p:oleObj>
              </mc:Choice>
              <mc:Fallback>
                <p:oleObj name="think-cell Slide" r:id="rId22" imgW="606" imgH="608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BD4E50B-B9B0-0DF9-3C1A-88EAF0B85F2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1" name="2. Slide Title">
            <a:extLst>
              <a:ext uri="{FF2B5EF4-FFF2-40B4-BE49-F238E27FC236}">
                <a16:creationId xmlns:a16="http://schemas.microsoft.com/office/drawing/2014/main" id="{FBE64DA6-4C4B-D1AA-6B72-C830729FAA8A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8803"/>
            <a:ext cx="11082528" cy="36933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anchor="b" anchorCtr="0">
            <a:noAutofit/>
          </a:bodyPr>
          <a:lstStyle/>
          <a:p>
            <a:r>
              <a:rPr lang="en-US">
                <a:latin typeface="+mj-lt"/>
              </a:rPr>
              <a:t>Credit process for Corporate, Commercial and SMEs – as-is </a:t>
            </a:r>
          </a:p>
        </p:txBody>
      </p:sp>
      <p:sp>
        <p:nvSpPr>
          <p:cNvPr id="49" name="1. On-page tracker">
            <a:extLst>
              <a:ext uri="{FF2B5EF4-FFF2-40B4-BE49-F238E27FC236}">
                <a16:creationId xmlns:a16="http://schemas.microsoft.com/office/drawing/2014/main" id="{2B0FBAF7-FE3B-D552-695E-AB23332A72C0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3"/>
            </p:custDataLst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>
                <a:latin typeface="+mn-lt"/>
              </a:rPr>
              <a:t>For non-digital loans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F06859F-DB3A-DCD6-C5C4-93CD1B87B154}"/>
              </a:ext>
            </a:extLst>
          </p:cNvPr>
          <p:cNvCxnSpPr>
            <a:cxnSpLocks/>
          </p:cNvCxnSpPr>
          <p:nvPr/>
        </p:nvCxnSpPr>
        <p:spPr>
          <a:xfrm>
            <a:off x="554735" y="2786470"/>
            <a:ext cx="11082528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A170F992-166D-3AD7-62C6-E32965283088}"/>
              </a:ext>
            </a:extLst>
          </p:cNvPr>
          <p:cNvCxnSpPr>
            <a:cxnSpLocks/>
          </p:cNvCxnSpPr>
          <p:nvPr/>
        </p:nvCxnSpPr>
        <p:spPr>
          <a:xfrm>
            <a:off x="554736" y="1673344"/>
            <a:ext cx="11082528" cy="0"/>
          </a:xfrm>
          <a:prstGeom prst="line">
            <a:avLst/>
          </a:prstGeom>
          <a:ln w="12700" cap="sq">
            <a:solidFill>
              <a:srgbClr val="7F7F7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5D6B011A-874E-CFD0-6611-0D96954466E8}"/>
              </a:ext>
            </a:extLst>
          </p:cNvPr>
          <p:cNvCxnSpPr>
            <a:cxnSpLocks/>
          </p:cNvCxnSpPr>
          <p:nvPr/>
        </p:nvCxnSpPr>
        <p:spPr>
          <a:xfrm>
            <a:off x="554735" y="3552361"/>
            <a:ext cx="11082528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79B5B821-717D-A923-14F7-9BE434F07F24}"/>
              </a:ext>
            </a:extLst>
          </p:cNvPr>
          <p:cNvGrpSpPr/>
          <p:nvPr>
            <p:custDataLst>
              <p:tags r:id="rId4"/>
            </p:custDataLst>
          </p:nvPr>
        </p:nvGrpSpPr>
        <p:grpSpPr>
          <a:xfrm>
            <a:off x="1712064" y="1024036"/>
            <a:ext cx="2204520" cy="611207"/>
            <a:chOff x="1712064" y="898528"/>
            <a:chExt cx="2204520" cy="611207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F9E61EEB-358C-35A3-5E02-0EFBBC370FFC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712064" y="898528"/>
              <a:ext cx="2204520" cy="611207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9120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sX0" fmla="*/ 0 w 1828800"/>
                <a:gd name="csY0" fmla="*/ 0 h 914400"/>
                <a:gd name="csX1" fmla="*/ 179120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5283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5283 w 1828800"/>
                <a:gd name="csY1" fmla="*/ 0 h 914400"/>
                <a:gd name="csX2" fmla="*/ 1828800 w 1828800"/>
                <a:gd name="csY2" fmla="*/ 457200 h 914400"/>
                <a:gd name="csX3" fmla="*/ 171528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15283 w 1828800"/>
                <a:gd name="csY1" fmla="*/ 0 h 914400"/>
                <a:gd name="csX2" fmla="*/ 1828800 w 1828800"/>
                <a:gd name="csY2" fmla="*/ 457200 h 914400"/>
                <a:gd name="csX3" fmla="*/ 171528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1528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97596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97596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97596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97596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97596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97596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204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204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37533" y="0"/>
                  </a:lnTo>
                  <a:lnTo>
                    <a:pt x="1828800" y="457200"/>
                  </a:lnTo>
                  <a:lnTo>
                    <a:pt x="1737533" y="914400"/>
                  </a:lnTo>
                  <a:lnTo>
                    <a:pt x="0" y="914400"/>
                  </a:lnTo>
                  <a:lnTo>
                    <a:pt x="0" y="45720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200" err="1">
                <a:solidFill>
                  <a:schemeClr val="bg1"/>
                </a:solidFill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9F67C6F3-613D-1E26-0FC3-2784D1AA3492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775564" y="940974"/>
              <a:ext cx="2031003" cy="526315"/>
            </a:xfrm>
            <a:prstGeom prst="rect">
              <a:avLst/>
            </a:prstGeom>
            <a:no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de-DE" sz="1200" b="1">
                  <a:solidFill>
                    <a:schemeClr val="bg1"/>
                  </a:solidFill>
                </a:rPr>
                <a:t>Preparation of Credit application</a:t>
              </a: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B4C2CCE-E2A6-D25A-6BDB-DCCF107E2941}"/>
              </a:ext>
            </a:extLst>
          </p:cNvPr>
          <p:cNvGrpSpPr/>
          <p:nvPr>
            <p:custDataLst>
              <p:tags r:id="rId5"/>
            </p:custDataLst>
          </p:nvPr>
        </p:nvGrpSpPr>
        <p:grpSpPr>
          <a:xfrm>
            <a:off x="3852623" y="1024036"/>
            <a:ext cx="2204520" cy="611207"/>
            <a:chOff x="3852623" y="898528"/>
            <a:chExt cx="2204520" cy="611207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5F9A6F1-7D71-D165-A3A5-D1651951FB4D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3852623" y="898528"/>
              <a:ext cx="2204520" cy="611207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89900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sX0" fmla="*/ 0 w 1828800"/>
                <a:gd name="csY0" fmla="*/ 0 h 914400"/>
                <a:gd name="csX1" fmla="*/ 1789900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17443 w 1828800"/>
                <a:gd name="csY5" fmla="*/ 457201 h 914400"/>
                <a:gd name="csX0" fmla="*/ 0 w 1828800"/>
                <a:gd name="csY0" fmla="*/ 0 h 914400"/>
                <a:gd name="csX1" fmla="*/ 1711356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17443 w 1828800"/>
                <a:gd name="csY5" fmla="*/ 457201 h 914400"/>
                <a:gd name="csX0" fmla="*/ 0 w 1828800"/>
                <a:gd name="csY0" fmla="*/ 0 h 914400"/>
                <a:gd name="csX1" fmla="*/ 1711356 w 1828800"/>
                <a:gd name="csY1" fmla="*/ 0 h 914400"/>
                <a:gd name="csX2" fmla="*/ 1828800 w 1828800"/>
                <a:gd name="csY2" fmla="*/ 457200 h 914400"/>
                <a:gd name="csX3" fmla="*/ 1711356 w 1828800"/>
                <a:gd name="csY3" fmla="*/ 914400 h 914400"/>
                <a:gd name="csX4" fmla="*/ 0 w 1828800"/>
                <a:gd name="csY4" fmla="*/ 914400 h 914400"/>
                <a:gd name="csX5" fmla="*/ 117443 w 1828800"/>
                <a:gd name="csY5" fmla="*/ 457201 h 914400"/>
                <a:gd name="csX0" fmla="*/ 0 w 1828800"/>
                <a:gd name="csY0" fmla="*/ 0 h 914400"/>
                <a:gd name="csX1" fmla="*/ 1711356 w 1828800"/>
                <a:gd name="csY1" fmla="*/ 0 h 914400"/>
                <a:gd name="csX2" fmla="*/ 1828800 w 1828800"/>
                <a:gd name="csY2" fmla="*/ 457200 h 914400"/>
                <a:gd name="csX3" fmla="*/ 1711356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11356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9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31769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37533" y="0"/>
                  </a:lnTo>
                  <a:lnTo>
                    <a:pt x="1828800" y="457200"/>
                  </a:lnTo>
                  <a:lnTo>
                    <a:pt x="1737533" y="914400"/>
                  </a:lnTo>
                  <a:lnTo>
                    <a:pt x="0" y="914400"/>
                  </a:lnTo>
                  <a:lnTo>
                    <a:pt x="91267" y="45720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200" err="1">
                <a:solidFill>
                  <a:schemeClr val="bg1"/>
                </a:solidFill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C8544621-37E1-5809-2C93-BC708D6F302F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4013440" y="940974"/>
              <a:ext cx="1933685" cy="526315"/>
            </a:xfrm>
            <a:prstGeom prst="rect">
              <a:avLst/>
            </a:prstGeom>
            <a:no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en-US" sz="1200" b="1">
                  <a:solidFill>
                    <a:schemeClr val="bg1"/>
                  </a:solidFill>
                </a:rPr>
                <a:t>Credit Risk Evaluation and Approvals</a:t>
              </a:r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EF3BD5A2-E5C0-0521-39A6-369A81768F4B}"/>
              </a:ext>
            </a:extLst>
          </p:cNvPr>
          <p:cNvGrpSpPr/>
          <p:nvPr>
            <p:custDataLst>
              <p:tags r:id="rId6"/>
            </p:custDataLst>
          </p:nvPr>
        </p:nvGrpSpPr>
        <p:grpSpPr>
          <a:xfrm>
            <a:off x="5993182" y="1024036"/>
            <a:ext cx="2204520" cy="611207"/>
            <a:chOff x="5993182" y="898528"/>
            <a:chExt cx="2204520" cy="611207"/>
          </a:xfrm>
        </p:grpSpPr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59268C4-2AE7-EAE4-3529-CC67AE23ED66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5993182" y="898528"/>
              <a:ext cx="2204520" cy="611207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89900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sX0" fmla="*/ 0 w 1828800"/>
                <a:gd name="csY0" fmla="*/ 0 h 914400"/>
                <a:gd name="csX1" fmla="*/ 1789900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17444 w 1828800"/>
                <a:gd name="csY5" fmla="*/ 457201 h 914400"/>
                <a:gd name="csX0" fmla="*/ 0 w 1828800"/>
                <a:gd name="csY0" fmla="*/ 0 h 914400"/>
                <a:gd name="csX1" fmla="*/ 1711357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17444 w 1828800"/>
                <a:gd name="csY5" fmla="*/ 457201 h 914400"/>
                <a:gd name="csX0" fmla="*/ 0 w 1828800"/>
                <a:gd name="csY0" fmla="*/ 0 h 914400"/>
                <a:gd name="csX1" fmla="*/ 1711357 w 1828800"/>
                <a:gd name="csY1" fmla="*/ 0 h 914400"/>
                <a:gd name="csX2" fmla="*/ 1828800 w 1828800"/>
                <a:gd name="csY2" fmla="*/ 457200 h 914400"/>
                <a:gd name="csX3" fmla="*/ 1711357 w 1828800"/>
                <a:gd name="csY3" fmla="*/ 914400 h 914400"/>
                <a:gd name="csX4" fmla="*/ 0 w 1828800"/>
                <a:gd name="csY4" fmla="*/ 914400 h 914400"/>
                <a:gd name="csX5" fmla="*/ 117444 w 1828800"/>
                <a:gd name="csY5" fmla="*/ 457201 h 914400"/>
                <a:gd name="csX0" fmla="*/ 0 w 1828800"/>
                <a:gd name="csY0" fmla="*/ 0 h 914400"/>
                <a:gd name="csX1" fmla="*/ 1711357 w 1828800"/>
                <a:gd name="csY1" fmla="*/ 0 h 914400"/>
                <a:gd name="csX2" fmla="*/ 1828800 w 1828800"/>
                <a:gd name="csY2" fmla="*/ 457200 h 914400"/>
                <a:gd name="csX3" fmla="*/ 1711357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11357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37533" y="0"/>
                  </a:lnTo>
                  <a:lnTo>
                    <a:pt x="1828800" y="457200"/>
                  </a:lnTo>
                  <a:lnTo>
                    <a:pt x="1737533" y="914400"/>
                  </a:lnTo>
                  <a:lnTo>
                    <a:pt x="0" y="914400"/>
                  </a:lnTo>
                  <a:lnTo>
                    <a:pt x="91267" y="45720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200" err="1">
                <a:solidFill>
                  <a:schemeClr val="bg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1714E09D-85B9-A60A-4B7B-5A85E69EA38E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6153999" y="940974"/>
              <a:ext cx="1933685" cy="526315"/>
            </a:xfrm>
            <a:prstGeom prst="rect">
              <a:avLst/>
            </a:prstGeom>
            <a:no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de-DE" sz="1200" b="1">
                  <a:solidFill>
                    <a:schemeClr val="bg1"/>
                  </a:solidFill>
                </a:rPr>
                <a:t>Credit Documentation Process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BF1A1824-8672-BB46-1555-5144CA10D645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8133741" y="1024036"/>
            <a:ext cx="2204520" cy="611207"/>
            <a:chOff x="8133741" y="898528"/>
            <a:chExt cx="2204520" cy="611207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9CC089A-2C89-5CB0-D1BA-596348F59489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8133741" y="898528"/>
              <a:ext cx="2204520" cy="611207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89900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sX0" fmla="*/ 0 w 1828800"/>
                <a:gd name="csY0" fmla="*/ 0 h 914400"/>
                <a:gd name="csX1" fmla="*/ 1789900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17444 w 1828800"/>
                <a:gd name="csY5" fmla="*/ 457201 h 914400"/>
                <a:gd name="csX0" fmla="*/ 0 w 1828800"/>
                <a:gd name="csY0" fmla="*/ 0 h 914400"/>
                <a:gd name="csX1" fmla="*/ 1711357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17444 w 1828800"/>
                <a:gd name="csY5" fmla="*/ 457201 h 914400"/>
                <a:gd name="csX0" fmla="*/ 0 w 1828800"/>
                <a:gd name="csY0" fmla="*/ 0 h 914400"/>
                <a:gd name="csX1" fmla="*/ 1711357 w 1828800"/>
                <a:gd name="csY1" fmla="*/ 0 h 914400"/>
                <a:gd name="csX2" fmla="*/ 1828800 w 1828800"/>
                <a:gd name="csY2" fmla="*/ 457200 h 914400"/>
                <a:gd name="csX3" fmla="*/ 1711357 w 1828800"/>
                <a:gd name="csY3" fmla="*/ 914400 h 914400"/>
                <a:gd name="csX4" fmla="*/ 0 w 1828800"/>
                <a:gd name="csY4" fmla="*/ 914400 h 914400"/>
                <a:gd name="csX5" fmla="*/ 117444 w 1828800"/>
                <a:gd name="csY5" fmla="*/ 457201 h 914400"/>
                <a:gd name="csX0" fmla="*/ 0 w 1828800"/>
                <a:gd name="csY0" fmla="*/ 0 h 914400"/>
                <a:gd name="csX1" fmla="*/ 1711357 w 1828800"/>
                <a:gd name="csY1" fmla="*/ 0 h 914400"/>
                <a:gd name="csX2" fmla="*/ 1828800 w 1828800"/>
                <a:gd name="csY2" fmla="*/ 457200 h 914400"/>
                <a:gd name="csX3" fmla="*/ 1711357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11357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100971 w 1828800"/>
                <a:gd name="csY5" fmla="*/ 457201 h 914400"/>
                <a:gd name="csX0" fmla="*/ 0 w 1828800"/>
                <a:gd name="csY0" fmla="*/ 0 h 914400"/>
                <a:gd name="csX1" fmla="*/ 1727828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9 w 1828800"/>
                <a:gd name="csY1" fmla="*/ 0 h 914400"/>
                <a:gd name="csX2" fmla="*/ 1828800 w 1828800"/>
                <a:gd name="csY2" fmla="*/ 457200 h 914400"/>
                <a:gd name="csX3" fmla="*/ 172782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9 w 1828800"/>
                <a:gd name="csY1" fmla="*/ 0 h 914400"/>
                <a:gd name="csX2" fmla="*/ 1828800 w 1828800"/>
                <a:gd name="csY2" fmla="*/ 457200 h 914400"/>
                <a:gd name="csX3" fmla="*/ 172782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27829 w 1828800"/>
                <a:gd name="csY1" fmla="*/ 0 h 914400"/>
                <a:gd name="csX2" fmla="*/ 1828800 w 1828800"/>
                <a:gd name="csY2" fmla="*/ 457200 h 914400"/>
                <a:gd name="csX3" fmla="*/ 1727829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9 w 1828800"/>
                <a:gd name="csY1" fmla="*/ 0 h 914400"/>
                <a:gd name="csX2" fmla="*/ 1828800 w 1828800"/>
                <a:gd name="csY2" fmla="*/ 457200 h 914400"/>
                <a:gd name="csX3" fmla="*/ 1727829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9 w 1828800"/>
                <a:gd name="csY1" fmla="*/ 0 h 914400"/>
                <a:gd name="csX2" fmla="*/ 1828800 w 1828800"/>
                <a:gd name="csY2" fmla="*/ 457200 h 914400"/>
                <a:gd name="csX3" fmla="*/ 1727829 w 1828800"/>
                <a:gd name="csY3" fmla="*/ 914400 h 914400"/>
                <a:gd name="csX4" fmla="*/ 0 w 1828800"/>
                <a:gd name="csY4" fmla="*/ 914400 h 914400"/>
                <a:gd name="csX5" fmla="*/ 100972 w 1828800"/>
                <a:gd name="csY5" fmla="*/ 457201 h 914400"/>
                <a:gd name="csX0" fmla="*/ 0 w 1828800"/>
                <a:gd name="csY0" fmla="*/ 0 h 914400"/>
                <a:gd name="csX1" fmla="*/ 1727829 w 1828800"/>
                <a:gd name="csY1" fmla="*/ 0 h 914400"/>
                <a:gd name="csX2" fmla="*/ 1828800 w 1828800"/>
                <a:gd name="csY2" fmla="*/ 457200 h 914400"/>
                <a:gd name="csX3" fmla="*/ 172782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27829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97031 w 1828800"/>
                <a:gd name="csY5" fmla="*/ 457201 h 914400"/>
                <a:gd name="csX0" fmla="*/ 0 w 1828800"/>
                <a:gd name="csY0" fmla="*/ 0 h 914400"/>
                <a:gd name="csX1" fmla="*/ 1731768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31768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79420 w 1828800"/>
                <a:gd name="csY5" fmla="*/ 457202 h 914400"/>
                <a:gd name="csX0" fmla="*/ 0 w 1828800"/>
                <a:gd name="csY0" fmla="*/ 0 h 914400"/>
                <a:gd name="csX1" fmla="*/ 1749380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49380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  <a:gd name="csX0" fmla="*/ 0 w 1828800"/>
                <a:gd name="csY0" fmla="*/ 0 h 914400"/>
                <a:gd name="csX1" fmla="*/ 1737533 w 1828800"/>
                <a:gd name="csY1" fmla="*/ 0 h 914400"/>
                <a:gd name="csX2" fmla="*/ 1828800 w 1828800"/>
                <a:gd name="csY2" fmla="*/ 457200 h 914400"/>
                <a:gd name="csX3" fmla="*/ 1737533 w 1828800"/>
                <a:gd name="csY3" fmla="*/ 914400 h 914400"/>
                <a:gd name="csX4" fmla="*/ 0 w 1828800"/>
                <a:gd name="csY4" fmla="*/ 914400 h 914400"/>
                <a:gd name="csX5" fmla="*/ 91267 w 1828800"/>
                <a:gd name="csY5" fmla="*/ 457202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37533" y="0"/>
                  </a:lnTo>
                  <a:lnTo>
                    <a:pt x="1828800" y="457200"/>
                  </a:lnTo>
                  <a:lnTo>
                    <a:pt x="1737533" y="914400"/>
                  </a:lnTo>
                  <a:lnTo>
                    <a:pt x="0" y="914400"/>
                  </a:lnTo>
                  <a:lnTo>
                    <a:pt x="91267" y="45720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200" err="1">
                <a:solidFill>
                  <a:schemeClr val="bg1"/>
                </a:solidFill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E3E767B3-0271-701E-B536-1F020DEC796C}"/>
                </a:ext>
              </a:extLst>
            </p:cNvPr>
            <p:cNvSpPr txBox="1">
              <a:spLocks/>
            </p:cNvSpPr>
            <p:nvPr>
              <p:custDataLst>
                <p:tags r:id="rId13"/>
              </p:custDataLst>
            </p:nvPr>
          </p:nvSpPr>
          <p:spPr>
            <a:xfrm>
              <a:off x="8294558" y="940974"/>
              <a:ext cx="1933685" cy="526315"/>
            </a:xfrm>
            <a:prstGeom prst="rect">
              <a:avLst/>
            </a:prstGeom>
            <a:no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en-US" sz="1200" b="1">
                  <a:solidFill>
                    <a:schemeClr val="bg1"/>
                  </a:solidFill>
                </a:rPr>
                <a:t>Credit disbursement</a:t>
              </a:r>
            </a:p>
          </p:txBody>
        </p: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id="{B788BB72-7FE2-F5F9-DF5E-DB5ABE8B157E}"/>
              </a:ext>
            </a:extLst>
          </p:cNvPr>
          <p:cNvSpPr txBox="1">
            <a:spLocks/>
          </p:cNvSpPr>
          <p:nvPr/>
        </p:nvSpPr>
        <p:spPr>
          <a:xfrm>
            <a:off x="10274301" y="1425032"/>
            <a:ext cx="1362962" cy="215444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>
                <a:latin typeface="+mn-lt"/>
                <a:ea typeface="+mn-ea"/>
                <a:cs typeface="Segoe UI" panose="020B0502040204020203" pitchFamily="34" charset="0"/>
              </a:rPr>
              <a:t>TTY/TTM</a:t>
            </a: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BE062CBF-B4A6-F37A-D01F-9DF24B20490E}"/>
              </a:ext>
            </a:extLst>
          </p:cNvPr>
          <p:cNvSpPr>
            <a:spLocks/>
          </p:cNvSpPr>
          <p:nvPr/>
        </p:nvSpPr>
        <p:spPr>
          <a:xfrm>
            <a:off x="10274301" y="1723612"/>
            <a:ext cx="1362962" cy="101632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004858A-10E0-59D5-8088-7AE84530FB3A}"/>
              </a:ext>
            </a:extLst>
          </p:cNvPr>
          <p:cNvSpPr txBox="1">
            <a:spLocks/>
          </p:cNvSpPr>
          <p:nvPr/>
        </p:nvSpPr>
        <p:spPr>
          <a:xfrm>
            <a:off x="10366322" y="2008636"/>
            <a:ext cx="1178920" cy="44627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10-20 days/</a:t>
            </a:r>
          </a:p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11-21 days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C08D389-BE09-441D-4333-26D6AF88F718}"/>
              </a:ext>
            </a:extLst>
          </p:cNvPr>
          <p:cNvSpPr>
            <a:spLocks/>
          </p:cNvSpPr>
          <p:nvPr/>
        </p:nvSpPr>
        <p:spPr>
          <a:xfrm>
            <a:off x="8133741" y="1723612"/>
            <a:ext cx="2087554" cy="101632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A07626C-007E-828D-6AB0-517075C3061C}"/>
              </a:ext>
            </a:extLst>
          </p:cNvPr>
          <p:cNvSpPr txBox="1">
            <a:spLocks/>
          </p:cNvSpPr>
          <p:nvPr/>
        </p:nvSpPr>
        <p:spPr>
          <a:xfrm>
            <a:off x="8211470" y="2139441"/>
            <a:ext cx="1932095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4-8 hours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998884C-DCB1-05AF-AAC1-153844161BB2}"/>
              </a:ext>
            </a:extLst>
          </p:cNvPr>
          <p:cNvSpPr>
            <a:spLocks/>
          </p:cNvSpPr>
          <p:nvPr/>
        </p:nvSpPr>
        <p:spPr>
          <a:xfrm>
            <a:off x="5993182" y="1723612"/>
            <a:ext cx="2087554" cy="101632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66B7085-3474-31B6-BDBE-B1FDFD7DA528}"/>
              </a:ext>
            </a:extLst>
          </p:cNvPr>
          <p:cNvSpPr txBox="1">
            <a:spLocks/>
          </p:cNvSpPr>
          <p:nvPr/>
        </p:nvSpPr>
        <p:spPr>
          <a:xfrm>
            <a:off x="6070911" y="2139441"/>
            <a:ext cx="1932095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1 day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03F1D6C-9523-6F3C-5BF8-DF8A8141A36C}"/>
              </a:ext>
            </a:extLst>
          </p:cNvPr>
          <p:cNvSpPr>
            <a:spLocks/>
          </p:cNvSpPr>
          <p:nvPr/>
        </p:nvSpPr>
        <p:spPr>
          <a:xfrm>
            <a:off x="3852623" y="1723612"/>
            <a:ext cx="2087554" cy="101632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FA5EEA6-D301-2130-88A1-D59DDF5A0B60}"/>
              </a:ext>
            </a:extLst>
          </p:cNvPr>
          <p:cNvSpPr txBox="1">
            <a:spLocks/>
          </p:cNvSpPr>
          <p:nvPr/>
        </p:nvSpPr>
        <p:spPr>
          <a:xfrm>
            <a:off x="3930353" y="1916303"/>
            <a:ext cx="1932095" cy="63094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Standard case – 3 days</a:t>
            </a:r>
          </a:p>
          <a:p>
            <a:pPr lvl="0" algn="ctr">
              <a:defRPr/>
            </a:pPr>
            <a:r>
              <a:rPr lang="en-US" sz="1200" b="1">
                <a:latin typeface="+mn-lt"/>
              </a:rPr>
              <a:t>Complex case – 7-10 days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352738A-4D64-2BF1-30E6-0496A61E9731}"/>
              </a:ext>
            </a:extLst>
          </p:cNvPr>
          <p:cNvSpPr>
            <a:spLocks/>
          </p:cNvSpPr>
          <p:nvPr/>
        </p:nvSpPr>
        <p:spPr>
          <a:xfrm>
            <a:off x="1712064" y="1723612"/>
            <a:ext cx="2087554" cy="101632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93549DF-5755-7E86-AA3F-8EEEE3260BF2}"/>
              </a:ext>
            </a:extLst>
          </p:cNvPr>
          <p:cNvSpPr txBox="1">
            <a:spLocks/>
          </p:cNvSpPr>
          <p:nvPr/>
        </p:nvSpPr>
        <p:spPr>
          <a:xfrm>
            <a:off x="1762723" y="1916303"/>
            <a:ext cx="1986236" cy="63094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Standard case – 7 days</a:t>
            </a:r>
          </a:p>
          <a:p>
            <a:pPr lvl="0" algn="ctr">
              <a:defRPr/>
            </a:pPr>
            <a:r>
              <a:rPr lang="en-US" sz="1200" b="1">
                <a:latin typeface="+mn-lt"/>
              </a:rPr>
              <a:t>Complex case – 10-60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DB0D0916-51B1-0B03-2A4A-D1108B29E456}"/>
              </a:ext>
            </a:extLst>
          </p:cNvPr>
          <p:cNvGrpSpPr>
            <a:grpSpLocks/>
          </p:cNvGrpSpPr>
          <p:nvPr/>
        </p:nvGrpSpPr>
        <p:grpSpPr>
          <a:xfrm>
            <a:off x="554735" y="1723612"/>
            <a:ext cx="1068294" cy="1016325"/>
            <a:chOff x="554735" y="1919282"/>
            <a:chExt cx="1068294" cy="1016325"/>
          </a:xfrm>
        </p:grpSpPr>
        <p:pic>
          <p:nvPicPr>
            <p:cNvPr id="17" name="CustomIcon">
              <a:extLst>
                <a:ext uri="{FF2B5EF4-FFF2-40B4-BE49-F238E27FC236}">
                  <a16:creationId xmlns:a16="http://schemas.microsoft.com/office/drawing/2014/main" id="{B997A036-7E3D-B9F0-31B0-243F4764F3E7}"/>
                </a:ext>
              </a:extLst>
            </p:cNvPr>
            <p:cNvPicPr>
              <a:picLocks noChangeAspect="1"/>
            </p:cNvPicPr>
            <p:nvPr>
              <p:custDataLst>
                <p:tags r:id="rId11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554735" y="2576926"/>
              <a:ext cx="358681" cy="358681"/>
            </a:xfrm>
            <a:prstGeom prst="rect">
              <a:avLst/>
            </a:prstGeom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6ED1E0B-9263-5E86-B535-28C60C8608B4}"/>
                </a:ext>
              </a:extLst>
            </p:cNvPr>
            <p:cNvSpPr txBox="1">
              <a:spLocks/>
            </p:cNvSpPr>
            <p:nvPr/>
          </p:nvSpPr>
          <p:spPr>
            <a:xfrm>
              <a:off x="554735" y="1919282"/>
              <a:ext cx="1068294" cy="553998"/>
            </a:xfrm>
            <a:prstGeom prst="rect">
              <a:avLst/>
            </a:prstGeom>
            <a:noFill/>
          </p:spPr>
          <p:txBody>
            <a:bodyPr vert="horz" wrap="square" lIns="0" tIns="0" rIns="0" bIns="0" rtlCol="0" anchor="t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lvl="0">
                <a:defRPr/>
              </a:pPr>
              <a:r>
                <a:rPr lang="en-US" sz="1200" b="1">
                  <a:latin typeface="+mn-lt"/>
                </a:rPr>
                <a:t>Corporate and Commercial</a:t>
              </a: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D2E8142A-E1D0-A485-04D6-F8A6FF555BC8}"/>
              </a:ext>
            </a:extLst>
          </p:cNvPr>
          <p:cNvSpPr>
            <a:spLocks/>
          </p:cNvSpPr>
          <p:nvPr/>
        </p:nvSpPr>
        <p:spPr>
          <a:xfrm>
            <a:off x="5993182" y="2833003"/>
            <a:ext cx="2087554" cy="67282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B8907FF-97BB-3A5B-9717-454DB14BB336}"/>
              </a:ext>
            </a:extLst>
          </p:cNvPr>
          <p:cNvSpPr>
            <a:spLocks/>
          </p:cNvSpPr>
          <p:nvPr/>
        </p:nvSpPr>
        <p:spPr>
          <a:xfrm>
            <a:off x="8133741" y="2833003"/>
            <a:ext cx="2087554" cy="67282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90FC649-E90E-7E05-31F6-0A476DF576F6}"/>
              </a:ext>
            </a:extLst>
          </p:cNvPr>
          <p:cNvSpPr txBox="1">
            <a:spLocks/>
          </p:cNvSpPr>
          <p:nvPr/>
        </p:nvSpPr>
        <p:spPr>
          <a:xfrm>
            <a:off x="8211470" y="3077082"/>
            <a:ext cx="1932095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1-2 hours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35F8D51-17BE-EEF0-B80A-E10F389CEE8E}"/>
              </a:ext>
            </a:extLst>
          </p:cNvPr>
          <p:cNvSpPr>
            <a:spLocks/>
          </p:cNvSpPr>
          <p:nvPr/>
        </p:nvSpPr>
        <p:spPr>
          <a:xfrm>
            <a:off x="1712064" y="2833003"/>
            <a:ext cx="4228113" cy="67282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E1216CC-6ECD-9B18-EBA1-AB166D5A0C18}"/>
              </a:ext>
            </a:extLst>
          </p:cNvPr>
          <p:cNvSpPr txBox="1">
            <a:spLocks/>
          </p:cNvSpPr>
          <p:nvPr/>
        </p:nvSpPr>
        <p:spPr>
          <a:xfrm>
            <a:off x="1744346" y="3077082"/>
            <a:ext cx="4163549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Standard case – 7-9 days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BF94FF6-9AE1-8B7C-B274-8905F30C6D9C}"/>
              </a:ext>
            </a:extLst>
          </p:cNvPr>
          <p:cNvSpPr txBox="1">
            <a:spLocks/>
          </p:cNvSpPr>
          <p:nvPr/>
        </p:nvSpPr>
        <p:spPr>
          <a:xfrm>
            <a:off x="6070911" y="3077082"/>
            <a:ext cx="1932095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1 day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935DFFAB-5FD7-4178-06DC-D80C33A21797}"/>
              </a:ext>
            </a:extLst>
          </p:cNvPr>
          <p:cNvSpPr>
            <a:spLocks/>
          </p:cNvSpPr>
          <p:nvPr/>
        </p:nvSpPr>
        <p:spPr>
          <a:xfrm>
            <a:off x="10274301" y="2833003"/>
            <a:ext cx="1362962" cy="67282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944CF6B-7D7C-519E-8FD9-FE167312B403}"/>
              </a:ext>
            </a:extLst>
          </p:cNvPr>
          <p:cNvSpPr txBox="1">
            <a:spLocks/>
          </p:cNvSpPr>
          <p:nvPr/>
        </p:nvSpPr>
        <p:spPr>
          <a:xfrm>
            <a:off x="10366322" y="2946277"/>
            <a:ext cx="1178920" cy="44627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7 days/</a:t>
            </a:r>
          </a:p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8 days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60704280-9E04-3F52-D8B3-5A803B9A2FA7}"/>
              </a:ext>
            </a:extLst>
          </p:cNvPr>
          <p:cNvGrpSpPr>
            <a:grpSpLocks/>
          </p:cNvGrpSpPr>
          <p:nvPr/>
        </p:nvGrpSpPr>
        <p:grpSpPr>
          <a:xfrm>
            <a:off x="554735" y="2842897"/>
            <a:ext cx="1068294" cy="653037"/>
            <a:chOff x="554735" y="3272832"/>
            <a:chExt cx="1068294" cy="653037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81FD0F4-4277-A060-65B8-396FF03CB5AF}"/>
                </a:ext>
              </a:extLst>
            </p:cNvPr>
            <p:cNvSpPr txBox="1">
              <a:spLocks/>
            </p:cNvSpPr>
            <p:nvPr/>
          </p:nvSpPr>
          <p:spPr>
            <a:xfrm>
              <a:off x="554735" y="3272832"/>
              <a:ext cx="1068294" cy="184666"/>
            </a:xfrm>
            <a:prstGeom prst="rect">
              <a:avLst/>
            </a:prstGeom>
            <a:noFill/>
          </p:spPr>
          <p:txBody>
            <a:bodyPr vert="horz" wrap="square" lIns="0" tIns="0" rIns="0" bIns="0" rtlCol="0" anchor="ctr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lvl="0">
                <a:defRPr/>
              </a:pPr>
              <a:r>
                <a:rPr lang="en-US" sz="1200" b="1">
                  <a:latin typeface="+mn-lt"/>
                </a:rPr>
                <a:t>SME</a:t>
              </a:r>
              <a:endParaRPr kumimoji="0" lang="en-US" sz="12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</a:endParaRPr>
            </a:p>
          </p:txBody>
        </p:sp>
        <p:pic>
          <p:nvPicPr>
            <p:cNvPr id="40" name="CustomIcon">
              <a:extLst>
                <a:ext uri="{FF2B5EF4-FFF2-40B4-BE49-F238E27FC236}">
                  <a16:creationId xmlns:a16="http://schemas.microsoft.com/office/drawing/2014/main" id="{60E8FEF4-5898-6CF3-F2D3-E8E71C439E32}"/>
                </a:ext>
              </a:extLst>
            </p:cNvPr>
            <p:cNvPicPr>
              <a:picLocks noChangeAspect="1"/>
            </p:cNvPicPr>
            <p:nvPr>
              <p:custDataLst>
                <p:tags r:id="rId10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554735" y="3567188"/>
              <a:ext cx="358681" cy="358681"/>
            </a:xfrm>
            <a:prstGeom prst="rect">
              <a:avLst/>
            </a:prstGeom>
          </p:spPr>
        </p:pic>
      </p:grpSp>
      <p:sp>
        <p:nvSpPr>
          <p:cNvPr id="15" name="TrackerNumBlue 164">
            <a:extLst>
              <a:ext uri="{FF2B5EF4-FFF2-40B4-BE49-F238E27FC236}">
                <a16:creationId xmlns:a16="http://schemas.microsoft.com/office/drawing/2014/main" id="{851B2D6E-A072-4DA9-9F83-CDCF525F7B9B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121444" y="165068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5</a:t>
            </a:r>
          </a:p>
        </p:txBody>
      </p:sp>
      <p:sp>
        <p:nvSpPr>
          <p:cNvPr id="19" name="4. Footnote">
            <a:extLst>
              <a:ext uri="{FF2B5EF4-FFF2-40B4-BE49-F238E27FC236}">
                <a16:creationId xmlns:a16="http://schemas.microsoft.com/office/drawing/2014/main" id="{C139810B-55C6-63E7-E9C1-D24FDDEAFFAC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1.	TTY – Time-to-Yes, TTN – Time-to-Money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980B06B4-D6B4-62D5-43B4-BFC36318EF6B}"/>
              </a:ext>
            </a:extLst>
          </p:cNvPr>
          <p:cNvSpPr txBox="1"/>
          <p:nvPr/>
        </p:nvSpPr>
        <p:spPr>
          <a:xfrm>
            <a:off x="1762723" y="3598896"/>
            <a:ext cx="1986236" cy="266226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spc="-30">
                <a:latin typeface="+mn-lt"/>
                <a:ea typeface="+mn-ea"/>
                <a:cs typeface="+mn-cs"/>
              </a:rPr>
              <a:t>Back-and-forth cycles with risk, credit analysis, client/ RM </a:t>
            </a:r>
            <a:r>
              <a:rPr lang="en-US" sz="1200" spc="-30">
                <a:latin typeface="+mn-lt"/>
                <a:ea typeface="+mn-ea"/>
                <a:cs typeface="+mn-cs"/>
              </a:rPr>
              <a:t>– multiple additional requests per application (first of all</a:t>
            </a:r>
            <a:r>
              <a:rPr lang="en-US" sz="1200" spc="-30">
                <a:latin typeface="+mn-lt"/>
              </a:rPr>
              <a:t>, for Corporate and Commercial). Sometimes low responsiveness from a client</a:t>
            </a:r>
          </a:p>
          <a:p>
            <a:r>
              <a:rPr lang="en-US" sz="1200" b="1" spc="-30">
                <a:latin typeface="+mn-lt"/>
                <a:ea typeface="+mn-ea"/>
                <a:cs typeface="+mn-cs"/>
              </a:rPr>
              <a:t>Limited journey differentiation for Corporate and Commercial </a:t>
            </a:r>
            <a:r>
              <a:rPr lang="en-US" sz="1200" spc="-30">
                <a:latin typeface="+mn-lt"/>
                <a:ea typeface="+mn-ea"/>
                <a:cs typeface="+mn-cs"/>
              </a:rPr>
              <a:t>customers, that makes the procedures for the latter more time consuming with the lower automatization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8AF57465-162A-5C45-8FCA-6ED04042DC4F}"/>
              </a:ext>
            </a:extLst>
          </p:cNvPr>
          <p:cNvSpPr txBox="1"/>
          <p:nvPr/>
        </p:nvSpPr>
        <p:spPr>
          <a:xfrm>
            <a:off x="554735" y="3598896"/>
            <a:ext cx="1068294" cy="553998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>
                <a:latin typeface="+mn-lt"/>
                <a:ea typeface="+mn-ea"/>
                <a:cs typeface="Segoe UI" panose="020B0502040204020203" pitchFamily="34" charset="0"/>
              </a:rPr>
              <a:t>Identified pain points to be addressed 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C0A3865-3E7B-72F2-392B-9C27E08A4C3E}"/>
              </a:ext>
            </a:extLst>
          </p:cNvPr>
          <p:cNvSpPr txBox="1"/>
          <p:nvPr/>
        </p:nvSpPr>
        <p:spPr>
          <a:xfrm>
            <a:off x="3930353" y="3598896"/>
            <a:ext cx="1932095" cy="136960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>
                <a:latin typeface="+mn-lt"/>
                <a:ea typeface="+mn-ea"/>
                <a:cs typeface="+mn-cs"/>
              </a:rPr>
              <a:t>Lack of the centralized process of pipe-line management </a:t>
            </a:r>
            <a:r>
              <a:rPr lang="en-US" sz="1200">
                <a:latin typeface="+mn-lt"/>
                <a:ea typeface="+mn-ea"/>
                <a:cs typeface="+mn-cs"/>
              </a:rPr>
              <a:t>and as a result</a:t>
            </a:r>
            <a:r>
              <a:rPr lang="en-US" sz="1200" b="1">
                <a:latin typeface="+mn-lt"/>
                <a:ea typeface="+mn-ea"/>
                <a:cs typeface="+mn-cs"/>
              </a:rPr>
              <a:t> low real-time pipeline visibility</a:t>
            </a:r>
          </a:p>
          <a:p>
            <a:r>
              <a:rPr lang="en-US" sz="1200">
                <a:latin typeface="+mn-lt"/>
                <a:ea typeface="+mn-ea"/>
                <a:cs typeface="+mn-cs"/>
              </a:rPr>
              <a:t>Predominantly </a:t>
            </a:r>
            <a:r>
              <a:rPr lang="en-US" sz="1200" b="1">
                <a:latin typeface="+mn-lt"/>
                <a:ea typeface="+mn-ea"/>
                <a:cs typeface="+mn-cs"/>
              </a:rPr>
              <a:t>manual credit memo generation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9A0677EF-C932-ABFD-0587-62AAD181EE31}"/>
              </a:ext>
            </a:extLst>
          </p:cNvPr>
          <p:cNvSpPr txBox="1"/>
          <p:nvPr/>
        </p:nvSpPr>
        <p:spPr>
          <a:xfrm>
            <a:off x="6070911" y="3598896"/>
            <a:ext cx="1932095" cy="369332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  <a:ea typeface="+mn-ea"/>
                <a:cs typeface="+mn-cs"/>
              </a:rPr>
              <a:t>Partially </a:t>
            </a:r>
            <a:r>
              <a:rPr lang="en-US" sz="1200" b="1">
                <a:latin typeface="+mn-lt"/>
                <a:ea typeface="+mn-ea"/>
                <a:cs typeface="+mn-cs"/>
              </a:rPr>
              <a:t>manual contract generation</a:t>
            </a:r>
          </a:p>
        </p:txBody>
      </p:sp>
    </p:spTree>
    <p:extLst>
      <p:ext uri="{BB962C8B-B14F-4D97-AF65-F5344CB8AC3E}">
        <p14:creationId xmlns:p14="http://schemas.microsoft.com/office/powerpoint/2010/main" val="212805551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12599C-D10D-6661-25B0-F79D013F37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Rectangle: Top Corners Rounded 140">
            <a:extLst>
              <a:ext uri="{FF2B5EF4-FFF2-40B4-BE49-F238E27FC236}">
                <a16:creationId xmlns:a16="http://schemas.microsoft.com/office/drawing/2014/main" id="{D481554E-EF25-5E79-BE99-5E154623F0C9}"/>
              </a:ext>
            </a:extLst>
          </p:cNvPr>
          <p:cNvSpPr/>
          <p:nvPr/>
        </p:nvSpPr>
        <p:spPr>
          <a:xfrm rot="16200000">
            <a:off x="8422824" y="2441349"/>
            <a:ext cx="5125356" cy="2413003"/>
          </a:xfrm>
          <a:prstGeom prst="round2SameRect">
            <a:avLst>
              <a:gd name="adj1" fmla="val 4634"/>
              <a:gd name="adj2" fmla="val 0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graphicFrame>
        <p:nvGraphicFramePr>
          <p:cNvPr id="27" name="think-cell data - do not delete" hidden="1">
            <a:extLst>
              <a:ext uri="{FF2B5EF4-FFF2-40B4-BE49-F238E27FC236}">
                <a16:creationId xmlns:a16="http://schemas.microsoft.com/office/drawing/2014/main" id="{38909A9D-FD9A-1084-7DED-3C3E53D78FA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2" imgW="404" imgH="403" progId="TCLayout.ActiveDocument.1">
                  <p:embed/>
                </p:oleObj>
              </mc:Choice>
              <mc:Fallback>
                <p:oleObj name="think-cell Slide" r:id="rId22" imgW="404" imgH="403" progId="TCLayout.ActiveDocument.1">
                  <p:embed/>
                  <p:pic>
                    <p:nvPicPr>
                      <p:cNvPr id="2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8909A9D-FD9A-1084-7DED-3C3E53D78FA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1" name="2. Slide Title">
            <a:extLst>
              <a:ext uri="{FF2B5EF4-FFF2-40B4-BE49-F238E27FC236}">
                <a16:creationId xmlns:a16="http://schemas.microsoft.com/office/drawing/2014/main" id="{67A4D05E-2758-DC09-64D9-96B2D1DA99B2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anchor="b" anchorCtr="0">
            <a:spAutoFit/>
          </a:bodyPr>
          <a:lstStyle/>
          <a:p>
            <a:r>
              <a:rPr lang="en-US">
                <a:latin typeface="+mj-lt"/>
              </a:rPr>
              <a:t>Credit process for Corporate, Commercial and SMEs after the processes revamp and introduction of agentic AI – to-be</a:t>
            </a:r>
          </a:p>
        </p:txBody>
      </p:sp>
      <p:sp>
        <p:nvSpPr>
          <p:cNvPr id="49" name="Subtitle 48">
            <a:extLst>
              <a:ext uri="{FF2B5EF4-FFF2-40B4-BE49-F238E27FC236}">
                <a16:creationId xmlns:a16="http://schemas.microsoft.com/office/drawing/2014/main" id="{54F5C71C-C3BD-2B1B-E970-A20B3FC654A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>
                <a:latin typeface="+mn-lt"/>
              </a:rPr>
              <a:t>For non-digital loans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A6D5528-AE1D-24D7-0E6B-B8F5A19023C2}"/>
              </a:ext>
            </a:extLst>
          </p:cNvPr>
          <p:cNvCxnSpPr>
            <a:cxnSpLocks/>
          </p:cNvCxnSpPr>
          <p:nvPr/>
        </p:nvCxnSpPr>
        <p:spPr>
          <a:xfrm>
            <a:off x="554736" y="1766654"/>
            <a:ext cx="9014328" cy="0"/>
          </a:xfrm>
          <a:prstGeom prst="line">
            <a:avLst/>
          </a:prstGeom>
          <a:ln w="12700" cap="sq">
            <a:solidFill>
              <a:srgbClr val="7F7F7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F15A8F34-7107-D978-D15E-6646DD49DE52}"/>
              </a:ext>
            </a:extLst>
          </p:cNvPr>
          <p:cNvGrpSpPr>
            <a:grpSpLocks/>
          </p:cNvGrpSpPr>
          <p:nvPr>
            <p:custDataLst>
              <p:tags r:id="rId3"/>
            </p:custDataLst>
          </p:nvPr>
        </p:nvGrpSpPr>
        <p:grpSpPr>
          <a:xfrm>
            <a:off x="1755074" y="1085174"/>
            <a:ext cx="1489994" cy="643379"/>
            <a:chOff x="1755074" y="1352550"/>
            <a:chExt cx="1489994" cy="649813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A4AC783-301F-B50E-44A3-170DFF110873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755074" y="1352550"/>
              <a:ext cx="1489994" cy="649813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770456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7045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91200 w 1828800"/>
                <a:gd name="connsiteY1" fmla="*/ 0 h 914400"/>
                <a:gd name="connsiteX2" fmla="*/ 1828800 w 1828800"/>
                <a:gd name="connsiteY2" fmla="*/ 457200 h 914400"/>
                <a:gd name="connsiteX3" fmla="*/ 179120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sX0" fmla="*/ 0 w 1828800"/>
                <a:gd name="csY0" fmla="*/ 0 h 914400"/>
                <a:gd name="csX1" fmla="*/ 179120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9120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06420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706420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37358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91442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91442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143563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5237 w 1828800"/>
                <a:gd name="csY1" fmla="*/ 0 h 914400"/>
                <a:gd name="csX2" fmla="*/ 1828800 w 1828800"/>
                <a:gd name="csY2" fmla="*/ 457200 h 914400"/>
                <a:gd name="csX3" fmla="*/ 168523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685237" y="0"/>
                  </a:lnTo>
                  <a:lnTo>
                    <a:pt x="1828800" y="457200"/>
                  </a:lnTo>
                  <a:lnTo>
                    <a:pt x="1685237" y="914400"/>
                  </a:lnTo>
                  <a:lnTo>
                    <a:pt x="0" y="914400"/>
                  </a:lnTo>
                  <a:lnTo>
                    <a:pt x="0" y="457201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200" err="1">
                <a:solidFill>
                  <a:schemeClr val="bg1"/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805D9D4F-F836-430C-A49C-2F68CF33E2B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818574" y="1397677"/>
              <a:ext cx="1309528" cy="559560"/>
            </a:xfrm>
            <a:prstGeom prst="rect">
              <a:avLst/>
            </a:prstGeom>
            <a:no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de-DE" sz="1200" b="1">
                  <a:solidFill>
                    <a:schemeClr val="bg1"/>
                  </a:solidFill>
                </a:rPr>
                <a:t>Preparation of Credit application</a:t>
              </a:r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9FFA2E32-34C4-C4D0-8027-247031268F34}"/>
              </a:ext>
            </a:extLst>
          </p:cNvPr>
          <p:cNvGrpSpPr>
            <a:grpSpLocks/>
          </p:cNvGrpSpPr>
          <p:nvPr>
            <p:custDataLst>
              <p:tags r:id="rId4"/>
            </p:custDataLst>
          </p:nvPr>
        </p:nvGrpSpPr>
        <p:grpSpPr>
          <a:xfrm>
            <a:off x="3194100" y="1085174"/>
            <a:ext cx="1440187" cy="643379"/>
            <a:chOff x="3194100" y="1352550"/>
            <a:chExt cx="1440187" cy="649813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80A8AA3-AE51-9396-C38F-F6FE2712A672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3194100" y="1352550"/>
              <a:ext cx="1440187" cy="649813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89900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sX0" fmla="*/ 0 w 1828800"/>
                <a:gd name="csY0" fmla="*/ 0 h 914400"/>
                <a:gd name="csX1" fmla="*/ 1789900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680271" y="0"/>
                  </a:lnTo>
                  <a:lnTo>
                    <a:pt x="1828800" y="457200"/>
                  </a:lnTo>
                  <a:lnTo>
                    <a:pt x="1680271" y="914400"/>
                  </a:lnTo>
                  <a:lnTo>
                    <a:pt x="0" y="914400"/>
                  </a:lnTo>
                  <a:lnTo>
                    <a:pt x="148529" y="457201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200" err="1">
                <a:solidFill>
                  <a:schemeClr val="bg1"/>
                </a:solidFill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8BBE23B-BAC1-55F5-9C31-26936F24CE5D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3366924" y="1397677"/>
              <a:ext cx="1155454" cy="559560"/>
            </a:xfrm>
            <a:prstGeom prst="rect">
              <a:avLst/>
            </a:prstGeom>
            <a:no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en-US" sz="1200" b="1">
                  <a:solidFill>
                    <a:schemeClr val="bg1"/>
                  </a:solidFill>
                </a:rPr>
                <a:t>Credit Risk Evaluation and Approvals</a:t>
              </a: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61BFD23-E5F8-DACD-054F-15BECB1136CC}"/>
              </a:ext>
            </a:extLst>
          </p:cNvPr>
          <p:cNvGrpSpPr>
            <a:grpSpLocks/>
          </p:cNvGrpSpPr>
          <p:nvPr>
            <p:custDataLst>
              <p:tags r:id="rId5"/>
            </p:custDataLst>
          </p:nvPr>
        </p:nvGrpSpPr>
        <p:grpSpPr>
          <a:xfrm>
            <a:off x="4581787" y="1085174"/>
            <a:ext cx="1440187" cy="643379"/>
            <a:chOff x="4581787" y="1352550"/>
            <a:chExt cx="1440187" cy="649813"/>
          </a:xfrm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3C63A53-2D64-F737-0B93-DDBAA7637259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4581787" y="1352550"/>
              <a:ext cx="1440187" cy="649813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89900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sX0" fmla="*/ 0 w 1828800"/>
                <a:gd name="csY0" fmla="*/ 0 h 914400"/>
                <a:gd name="csX1" fmla="*/ 1789900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680271" y="0"/>
                  </a:lnTo>
                  <a:lnTo>
                    <a:pt x="1828800" y="457200"/>
                  </a:lnTo>
                  <a:lnTo>
                    <a:pt x="1680271" y="914400"/>
                  </a:lnTo>
                  <a:lnTo>
                    <a:pt x="0" y="914400"/>
                  </a:lnTo>
                  <a:lnTo>
                    <a:pt x="148529" y="457201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200" err="1">
                <a:solidFill>
                  <a:schemeClr val="bg1"/>
                </a:solidFill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23F419B-FE8E-BAC4-3DFD-88316C0D0EE1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4749554" y="1397677"/>
              <a:ext cx="1187696" cy="559560"/>
            </a:xfrm>
            <a:prstGeom prst="rect">
              <a:avLst/>
            </a:prstGeom>
            <a:no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de-DE" sz="1200" b="1">
                  <a:solidFill>
                    <a:schemeClr val="bg1"/>
                  </a:solidFill>
                </a:rPr>
                <a:t>Credit Documentation Process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46E4D9A-6DB5-AC84-4FCD-CFE512EF9197}"/>
              </a:ext>
            </a:extLst>
          </p:cNvPr>
          <p:cNvGrpSpPr>
            <a:grpSpLocks/>
          </p:cNvGrpSpPr>
          <p:nvPr>
            <p:custDataLst>
              <p:tags r:id="rId6"/>
            </p:custDataLst>
          </p:nvPr>
        </p:nvGrpSpPr>
        <p:grpSpPr>
          <a:xfrm>
            <a:off x="5969474" y="1085173"/>
            <a:ext cx="1440187" cy="643379"/>
            <a:chOff x="5969474" y="1352549"/>
            <a:chExt cx="1440187" cy="649813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C38594A-F5CC-023E-21AE-AA0B69B37855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5969474" y="1352549"/>
              <a:ext cx="1440187" cy="649813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126842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1958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7019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94631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69463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707924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707924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9161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9161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409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9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64392 w 1828800"/>
                <a:gd name="connsiteY5" fmla="*/ 457200 h 914400"/>
                <a:gd name="connsiteX0" fmla="*/ 0 w 1828800"/>
                <a:gd name="connsiteY0" fmla="*/ 0 h 914400"/>
                <a:gd name="connsiteX1" fmla="*/ 1664408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64408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36903 w 1828800"/>
                <a:gd name="connsiteY5" fmla="*/ 457200 h 914400"/>
                <a:gd name="connsiteX0" fmla="*/ 0 w 1828800"/>
                <a:gd name="connsiteY0" fmla="*/ 0 h 914400"/>
                <a:gd name="connsiteX1" fmla="*/ 1691897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91897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159267 w 1828800"/>
                <a:gd name="connsiteY5" fmla="*/ 457201 h 914400"/>
                <a:gd name="connsiteX0" fmla="*/ 0 w 1828800"/>
                <a:gd name="connsiteY0" fmla="*/ 0 h 914400"/>
                <a:gd name="connsiteX1" fmla="*/ 1669533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669533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58344 w 1828800"/>
                <a:gd name="connsiteY5" fmla="*/ 457201 h 914400"/>
                <a:gd name="connsiteX0" fmla="*/ 0 w 1828800"/>
                <a:gd name="connsiteY0" fmla="*/ 0 h 914400"/>
                <a:gd name="connsiteX1" fmla="*/ 1770457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70457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60362 w 1828800"/>
                <a:gd name="connsiteY5" fmla="*/ 457201 h 914400"/>
                <a:gd name="connsiteX0" fmla="*/ 0 w 1828800"/>
                <a:gd name="connsiteY0" fmla="*/ 0 h 914400"/>
                <a:gd name="connsiteX1" fmla="*/ 1768439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68439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onnsiteX0" fmla="*/ 0 w 1828800"/>
                <a:gd name="connsiteY0" fmla="*/ 0 h 914400"/>
                <a:gd name="connsiteX1" fmla="*/ 1789900 w 1828800"/>
                <a:gd name="connsiteY1" fmla="*/ 0 h 914400"/>
                <a:gd name="connsiteX2" fmla="*/ 1828800 w 1828800"/>
                <a:gd name="connsiteY2" fmla="*/ 457200 h 914400"/>
                <a:gd name="connsiteX3" fmla="*/ 1789900 w 1828800"/>
                <a:gd name="connsiteY3" fmla="*/ 914400 h 914400"/>
                <a:gd name="connsiteX4" fmla="*/ 0 w 1828800"/>
                <a:gd name="connsiteY4" fmla="*/ 914400 h 914400"/>
                <a:gd name="connsiteX5" fmla="*/ 38900 w 1828800"/>
                <a:gd name="connsiteY5" fmla="*/ 457200 h 914400"/>
                <a:gd name="csX0" fmla="*/ 0 w 1828800"/>
                <a:gd name="csY0" fmla="*/ 0 h 914400"/>
                <a:gd name="csX1" fmla="*/ 1789900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89900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126613 w 1828800"/>
                <a:gd name="csY5" fmla="*/ 457201 h 914400"/>
                <a:gd name="csX0" fmla="*/ 0 w 1828800"/>
                <a:gd name="csY0" fmla="*/ 0 h 914400"/>
                <a:gd name="csX1" fmla="*/ 1702187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702187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142108 w 1828800"/>
                <a:gd name="csY5" fmla="*/ 457201 h 914400"/>
                <a:gd name="csX0" fmla="*/ 0 w 1828800"/>
                <a:gd name="csY0" fmla="*/ 0 h 914400"/>
                <a:gd name="csX1" fmla="*/ 1686692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669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  <a:gd name="csX0" fmla="*/ 0 w 1828800"/>
                <a:gd name="csY0" fmla="*/ 0 h 914400"/>
                <a:gd name="csX1" fmla="*/ 1680271 w 1828800"/>
                <a:gd name="csY1" fmla="*/ 0 h 914400"/>
                <a:gd name="csX2" fmla="*/ 1828800 w 1828800"/>
                <a:gd name="csY2" fmla="*/ 457200 h 914400"/>
                <a:gd name="csX3" fmla="*/ 1680271 w 1828800"/>
                <a:gd name="csY3" fmla="*/ 914400 h 914400"/>
                <a:gd name="csX4" fmla="*/ 0 w 1828800"/>
                <a:gd name="csY4" fmla="*/ 914400 h 914400"/>
                <a:gd name="csX5" fmla="*/ 148529 w 1828800"/>
                <a:gd name="csY5" fmla="*/ 457201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680271" y="0"/>
                  </a:lnTo>
                  <a:lnTo>
                    <a:pt x="1828800" y="457200"/>
                  </a:lnTo>
                  <a:lnTo>
                    <a:pt x="1680271" y="914400"/>
                  </a:lnTo>
                  <a:lnTo>
                    <a:pt x="0" y="914400"/>
                  </a:lnTo>
                  <a:lnTo>
                    <a:pt x="148529" y="457201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200" err="1">
                <a:solidFill>
                  <a:schemeClr val="bg1"/>
                </a:solidFill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07AB359-69D3-83F2-A50B-33260F11FF03}"/>
                </a:ext>
              </a:extLst>
            </p:cNvPr>
            <p:cNvSpPr txBox="1">
              <a:spLocks/>
            </p:cNvSpPr>
            <p:nvPr>
              <p:custDataLst>
                <p:tags r:id="rId13"/>
              </p:custDataLst>
            </p:nvPr>
          </p:nvSpPr>
          <p:spPr>
            <a:xfrm>
              <a:off x="6137241" y="1397677"/>
              <a:ext cx="1155454" cy="559560"/>
            </a:xfrm>
            <a:prstGeom prst="rect">
              <a:avLst/>
            </a:prstGeom>
            <a:no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en-US" baseline="0" dirty="0">
                  <a:latin typeface="+mn-lt"/>
                </a:defRPr>
              </a:lvl1pPr>
              <a:lvl2pPr marL="194400" lvl="1" indent="-190800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en-US" baseline="0" dirty="0">
                  <a:latin typeface="+mn-lt"/>
                </a:defRPr>
              </a:lvl2pPr>
              <a:lvl3pPr marL="446400" lvl="2" indent="-2484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en-US" baseline="0" dirty="0">
                  <a:latin typeface="+mn-lt"/>
                </a:defRPr>
              </a:lvl3pPr>
              <a:lvl4pPr marL="615600" lvl="3" indent="-154800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en-US" baseline="0" dirty="0">
                  <a:latin typeface="+mn-lt"/>
                </a:defRPr>
              </a:lvl4pPr>
              <a:lvl5pPr marL="748800" lvl="4" indent="-129600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en-US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r>
                <a:rPr lang="en-US" sz="1200" b="1">
                  <a:solidFill>
                    <a:schemeClr val="bg1"/>
                  </a:solidFill>
                </a:rPr>
                <a:t>Credit disbursement</a:t>
              </a:r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8376AE42-2854-C344-BE8C-D3C57E046BD1}"/>
              </a:ext>
            </a:extLst>
          </p:cNvPr>
          <p:cNvSpPr txBox="1">
            <a:spLocks/>
          </p:cNvSpPr>
          <p:nvPr/>
        </p:nvSpPr>
        <p:spPr>
          <a:xfrm>
            <a:off x="7458117" y="1225470"/>
            <a:ext cx="2110947" cy="215444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>
                <a:latin typeface="+mn-lt"/>
                <a:ea typeface="+mn-ea"/>
                <a:cs typeface="Segoe UI" panose="020B0502040204020203" pitchFamily="34" charset="0"/>
              </a:rPr>
              <a:t>TTY/TTM</a:t>
            </a:r>
            <a:r>
              <a:rPr lang="en-US" b="1" baseline="30000">
                <a:latin typeface="+mn-lt"/>
                <a:ea typeface="+mn-ea"/>
                <a:cs typeface="Segoe UI" panose="020B0502040204020203" pitchFamily="34" charset="0"/>
              </a:rPr>
              <a:t>1</a:t>
            </a:r>
          </a:p>
        </p:txBody>
      </p:sp>
      <p:cxnSp>
        <p:nvCxnSpPr>
          <p:cNvPr id="86" name="Straight Connector 85">
            <a:extLst>
              <a:ext uri="{FF2B5EF4-FFF2-40B4-BE49-F238E27FC236}">
                <a16:creationId xmlns:a16="http://schemas.microsoft.com/office/drawing/2014/main" id="{0E7B346F-B132-2E42-4794-FA19CA2146D5}"/>
              </a:ext>
            </a:extLst>
          </p:cNvPr>
          <p:cNvCxnSpPr>
            <a:cxnSpLocks/>
          </p:cNvCxnSpPr>
          <p:nvPr/>
        </p:nvCxnSpPr>
        <p:spPr>
          <a:xfrm>
            <a:off x="7458117" y="1470991"/>
            <a:ext cx="2110947" cy="0"/>
          </a:xfrm>
          <a:prstGeom prst="line">
            <a:avLst/>
          </a:prstGeom>
          <a:ln w="12700" cap="sq">
            <a:solidFill>
              <a:srgbClr val="7F7F7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4692728F-F152-88E8-79D8-53A3CE6396F8}"/>
              </a:ext>
            </a:extLst>
          </p:cNvPr>
          <p:cNvCxnSpPr>
            <a:cxnSpLocks/>
          </p:cNvCxnSpPr>
          <p:nvPr/>
        </p:nvCxnSpPr>
        <p:spPr>
          <a:xfrm>
            <a:off x="554736" y="3230993"/>
            <a:ext cx="9014328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EF8E98DC-8D6E-3561-B25F-C0E392C1B6ED}"/>
              </a:ext>
            </a:extLst>
          </p:cNvPr>
          <p:cNvCxnSpPr>
            <a:cxnSpLocks/>
          </p:cNvCxnSpPr>
          <p:nvPr/>
        </p:nvCxnSpPr>
        <p:spPr>
          <a:xfrm>
            <a:off x="554736" y="2495267"/>
            <a:ext cx="9014328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5A6413C6-6580-BFFC-D1C5-0155510CCE3E}"/>
              </a:ext>
            </a:extLst>
          </p:cNvPr>
          <p:cNvGrpSpPr/>
          <p:nvPr/>
        </p:nvGrpSpPr>
        <p:grpSpPr>
          <a:xfrm>
            <a:off x="554735" y="1816922"/>
            <a:ext cx="908551" cy="620965"/>
            <a:chOff x="554735" y="1723612"/>
            <a:chExt cx="908551" cy="620965"/>
          </a:xfrm>
        </p:grpSpPr>
        <p:pic>
          <p:nvPicPr>
            <p:cNvPr id="73" name="CustomIcon">
              <a:extLst>
                <a:ext uri="{FF2B5EF4-FFF2-40B4-BE49-F238E27FC236}">
                  <a16:creationId xmlns:a16="http://schemas.microsoft.com/office/drawing/2014/main" id="{DDFC3E91-E11E-F260-C24C-E8240BAD93AC}"/>
                </a:ext>
              </a:extLst>
            </p:cNvPr>
            <p:cNvPicPr>
              <a:picLocks/>
            </p:cNvPicPr>
            <p:nvPr>
              <p:custDataLst>
                <p:tags r:id="rId11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554735" y="1985896"/>
              <a:ext cx="358681" cy="358681"/>
            </a:xfrm>
            <a:prstGeom prst="rect">
              <a:avLst/>
            </a:prstGeom>
          </p:spPr>
        </p:pic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2FC3ACC9-6C63-76B9-2A00-D71030F7F8AD}"/>
                </a:ext>
              </a:extLst>
            </p:cNvPr>
            <p:cNvSpPr txBox="1">
              <a:spLocks/>
            </p:cNvSpPr>
            <p:nvPr/>
          </p:nvSpPr>
          <p:spPr>
            <a:xfrm>
              <a:off x="554735" y="1723612"/>
              <a:ext cx="908551" cy="184666"/>
            </a:xfrm>
            <a:prstGeom prst="rect">
              <a:avLst/>
            </a:prstGeom>
            <a:noFill/>
          </p:spPr>
          <p:txBody>
            <a:bodyPr vert="horz" wrap="square" lIns="0" tIns="0" rIns="0" bIns="0" rtlCol="0" anchor="ctr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lvl="0">
                <a:defRPr/>
              </a:pPr>
              <a:r>
                <a:rPr lang="en-US" sz="1200" b="1">
                  <a:latin typeface="+mn-lt"/>
                </a:rPr>
                <a:t>Corporate</a:t>
              </a:r>
              <a:endParaRPr kumimoji="0" lang="en-US" sz="12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917A4EF-728F-F1E7-2215-12DEE4AC9936}"/>
              </a:ext>
            </a:extLst>
          </p:cNvPr>
          <p:cNvSpPr>
            <a:spLocks/>
          </p:cNvSpPr>
          <p:nvPr/>
        </p:nvSpPr>
        <p:spPr>
          <a:xfrm>
            <a:off x="3194100" y="1816922"/>
            <a:ext cx="1328278" cy="62096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3A655C0-96A8-84B9-B55A-F201C0341A00}"/>
              </a:ext>
            </a:extLst>
          </p:cNvPr>
          <p:cNvSpPr>
            <a:spLocks/>
          </p:cNvSpPr>
          <p:nvPr/>
        </p:nvSpPr>
        <p:spPr>
          <a:xfrm>
            <a:off x="4581787" y="1816922"/>
            <a:ext cx="1328278" cy="62096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E2440AC-FC32-96B4-FCCD-6D6B3D29527B}"/>
              </a:ext>
            </a:extLst>
          </p:cNvPr>
          <p:cNvSpPr>
            <a:spLocks/>
          </p:cNvSpPr>
          <p:nvPr/>
        </p:nvSpPr>
        <p:spPr>
          <a:xfrm>
            <a:off x="5969474" y="1816922"/>
            <a:ext cx="1328278" cy="62096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2555495-CF40-E1A2-58D0-C9688B34A450}"/>
              </a:ext>
            </a:extLst>
          </p:cNvPr>
          <p:cNvSpPr>
            <a:spLocks/>
          </p:cNvSpPr>
          <p:nvPr/>
        </p:nvSpPr>
        <p:spPr>
          <a:xfrm>
            <a:off x="1755074" y="1816922"/>
            <a:ext cx="1373028" cy="62096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62AB9D84-AEC5-C2EC-D81A-64E3E90AC4F2}"/>
              </a:ext>
            </a:extLst>
          </p:cNvPr>
          <p:cNvSpPr txBox="1">
            <a:spLocks/>
          </p:cNvSpPr>
          <p:nvPr/>
        </p:nvSpPr>
        <p:spPr>
          <a:xfrm>
            <a:off x="6053268" y="2035072"/>
            <a:ext cx="1160691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1-2 hours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66A4B5CD-AD67-2169-41A4-F979A5DAB692}"/>
              </a:ext>
            </a:extLst>
          </p:cNvPr>
          <p:cNvSpPr txBox="1">
            <a:spLocks/>
          </p:cNvSpPr>
          <p:nvPr/>
        </p:nvSpPr>
        <p:spPr>
          <a:xfrm>
            <a:off x="4665581" y="2035072"/>
            <a:ext cx="1160691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&lt;1 day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3450DC3B-60D5-3D0C-2A28-676EF84EE853}"/>
              </a:ext>
            </a:extLst>
          </p:cNvPr>
          <p:cNvSpPr txBox="1">
            <a:spLocks/>
          </p:cNvSpPr>
          <p:nvPr/>
        </p:nvSpPr>
        <p:spPr>
          <a:xfrm>
            <a:off x="3277894" y="1942739"/>
            <a:ext cx="1160691" cy="36933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Standard case – 3 days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3F1E1E3-6669-E8A4-F84F-FF7F04599781}"/>
              </a:ext>
            </a:extLst>
          </p:cNvPr>
          <p:cNvSpPr txBox="1">
            <a:spLocks/>
          </p:cNvSpPr>
          <p:nvPr/>
        </p:nvSpPr>
        <p:spPr>
          <a:xfrm>
            <a:off x="1787345" y="1942739"/>
            <a:ext cx="1308487" cy="36933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Standard case – 3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pic>
        <p:nvPicPr>
          <p:cNvPr id="75" name="CustomIcon">
            <a:extLst>
              <a:ext uri="{FF2B5EF4-FFF2-40B4-BE49-F238E27FC236}">
                <a16:creationId xmlns:a16="http://schemas.microsoft.com/office/drawing/2014/main" id="{0FC6142E-3DBA-9B28-6B9B-35429427CC59}"/>
              </a:ext>
            </a:extLst>
          </p:cNvPr>
          <p:cNvPicPr>
            <a:picLocks/>
          </p:cNvPicPr>
          <p:nvPr>
            <p:custDataLst>
              <p:tags r:id="rId7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554735" y="3550657"/>
            <a:ext cx="358681" cy="358681"/>
          </a:xfrm>
          <a:prstGeom prst="rect">
            <a:avLst/>
          </a:prstGeom>
        </p:spPr>
      </p:pic>
      <p:sp>
        <p:nvSpPr>
          <p:cNvPr id="77" name="TextBox 76">
            <a:extLst>
              <a:ext uri="{FF2B5EF4-FFF2-40B4-BE49-F238E27FC236}">
                <a16:creationId xmlns:a16="http://schemas.microsoft.com/office/drawing/2014/main" id="{C3986956-9126-AE0F-85FC-6F20C59EC0A1}"/>
              </a:ext>
            </a:extLst>
          </p:cNvPr>
          <p:cNvSpPr txBox="1">
            <a:spLocks/>
          </p:cNvSpPr>
          <p:nvPr/>
        </p:nvSpPr>
        <p:spPr>
          <a:xfrm>
            <a:off x="554735" y="3288373"/>
            <a:ext cx="908551" cy="1846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defRPr/>
            </a:pPr>
            <a:r>
              <a:rPr lang="en-US" sz="1200" b="1">
                <a:latin typeface="+mn-lt"/>
              </a:rPr>
              <a:t>SME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53BE127-4FA1-BF7D-4C7A-D8282180ABFA}"/>
              </a:ext>
            </a:extLst>
          </p:cNvPr>
          <p:cNvSpPr>
            <a:spLocks/>
          </p:cNvSpPr>
          <p:nvPr/>
        </p:nvSpPr>
        <p:spPr>
          <a:xfrm>
            <a:off x="1755074" y="3288373"/>
            <a:ext cx="2767304" cy="62096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>
              <a:solidFill>
                <a:schemeClr val="bg1"/>
              </a:solidFill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7A7B357A-8394-2731-1236-7A88F783CB4C}"/>
              </a:ext>
            </a:extLst>
          </p:cNvPr>
          <p:cNvSpPr>
            <a:spLocks/>
          </p:cNvSpPr>
          <p:nvPr/>
        </p:nvSpPr>
        <p:spPr>
          <a:xfrm>
            <a:off x="4581787" y="3288373"/>
            <a:ext cx="1328278" cy="62096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01A586C-6E39-72E4-074A-9C12E083A4FF}"/>
              </a:ext>
            </a:extLst>
          </p:cNvPr>
          <p:cNvSpPr>
            <a:spLocks/>
          </p:cNvSpPr>
          <p:nvPr/>
        </p:nvSpPr>
        <p:spPr>
          <a:xfrm>
            <a:off x="5969474" y="3288373"/>
            <a:ext cx="1328278" cy="620965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EC4D4C5E-6BBC-61D0-5A73-5A4C809E393E}"/>
              </a:ext>
            </a:extLst>
          </p:cNvPr>
          <p:cNvSpPr txBox="1">
            <a:spLocks/>
          </p:cNvSpPr>
          <p:nvPr/>
        </p:nvSpPr>
        <p:spPr>
          <a:xfrm>
            <a:off x="6053268" y="3506522"/>
            <a:ext cx="1160691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1-2 hours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3F439C3E-4EE6-52BF-9D1F-FD987C0BF853}"/>
              </a:ext>
            </a:extLst>
          </p:cNvPr>
          <p:cNvSpPr txBox="1">
            <a:spLocks/>
          </p:cNvSpPr>
          <p:nvPr/>
        </p:nvSpPr>
        <p:spPr>
          <a:xfrm>
            <a:off x="1786824" y="3506522"/>
            <a:ext cx="2703804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Standard case – 4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38BA782-E401-9E7E-843A-42008CBC7CB6}"/>
              </a:ext>
            </a:extLst>
          </p:cNvPr>
          <p:cNvSpPr txBox="1">
            <a:spLocks/>
          </p:cNvSpPr>
          <p:nvPr/>
        </p:nvSpPr>
        <p:spPr>
          <a:xfrm>
            <a:off x="4665581" y="3506522"/>
            <a:ext cx="1160691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&lt;1 day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B54BD6E2-F390-45CC-1502-DABE7681722A}"/>
              </a:ext>
            </a:extLst>
          </p:cNvPr>
          <p:cNvGrpSpPr>
            <a:grpSpLocks/>
          </p:cNvGrpSpPr>
          <p:nvPr/>
        </p:nvGrpSpPr>
        <p:grpSpPr>
          <a:xfrm>
            <a:off x="554735" y="2552647"/>
            <a:ext cx="908551" cy="620966"/>
            <a:chOff x="554735" y="2972730"/>
            <a:chExt cx="908551" cy="620966"/>
          </a:xfrm>
        </p:grpSpPr>
        <p:pic>
          <p:nvPicPr>
            <p:cNvPr id="19" name="CustomIcon">
              <a:extLst>
                <a:ext uri="{FF2B5EF4-FFF2-40B4-BE49-F238E27FC236}">
                  <a16:creationId xmlns:a16="http://schemas.microsoft.com/office/drawing/2014/main" id="{E29F1F7C-D457-7DEF-9AED-8E2EFC226725}"/>
                </a:ext>
              </a:extLst>
            </p:cNvPr>
            <p:cNvPicPr>
              <a:picLocks/>
            </p:cNvPicPr>
            <p:nvPr>
              <p:custDataLst>
                <p:tags r:id="rId10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554736" y="3235015"/>
              <a:ext cx="358681" cy="358681"/>
            </a:xfrm>
            <a:prstGeom prst="rect">
              <a:avLst/>
            </a:prstGeom>
          </p:spPr>
        </p:pic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6F26A6F-9E25-5538-050A-1E4781ED3B1C}"/>
                </a:ext>
              </a:extLst>
            </p:cNvPr>
            <p:cNvSpPr txBox="1">
              <a:spLocks/>
            </p:cNvSpPr>
            <p:nvPr/>
          </p:nvSpPr>
          <p:spPr>
            <a:xfrm>
              <a:off x="554735" y="2972730"/>
              <a:ext cx="908551" cy="184666"/>
            </a:xfrm>
            <a:prstGeom prst="rect">
              <a:avLst/>
            </a:prstGeom>
            <a:noFill/>
          </p:spPr>
          <p:txBody>
            <a:bodyPr vert="horz" wrap="square" lIns="0" tIns="0" rIns="0" bIns="0" rtlCol="0" anchor="ctr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latin typeface="Segoe UI" panose="020B0502040204020203" pitchFamily="34" charset="0"/>
                  <a:cs typeface="Segoe UI" panose="020B0502040204020203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lvl="0">
                <a:defRPr/>
              </a:pPr>
              <a:r>
                <a:rPr lang="en-US" sz="1200" b="1">
                  <a:latin typeface="+mn-lt"/>
                </a:rPr>
                <a:t>Commercial</a:t>
              </a:r>
              <a:endParaRPr kumimoji="0" lang="en-US" sz="12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lt"/>
              </a:endParaRP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45943508-0F9F-C9A7-BD7E-D56602543B66}"/>
              </a:ext>
            </a:extLst>
          </p:cNvPr>
          <p:cNvSpPr>
            <a:spLocks/>
          </p:cNvSpPr>
          <p:nvPr/>
        </p:nvSpPr>
        <p:spPr>
          <a:xfrm>
            <a:off x="1755074" y="2552647"/>
            <a:ext cx="2767304" cy="620966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C2FB0A3-4C38-9730-7F89-27FFEFAE5362}"/>
              </a:ext>
            </a:extLst>
          </p:cNvPr>
          <p:cNvSpPr>
            <a:spLocks/>
          </p:cNvSpPr>
          <p:nvPr/>
        </p:nvSpPr>
        <p:spPr>
          <a:xfrm>
            <a:off x="4581787" y="2552647"/>
            <a:ext cx="1328278" cy="620966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B233CA63-C016-5DC6-8A8B-27E07D9844AD}"/>
              </a:ext>
            </a:extLst>
          </p:cNvPr>
          <p:cNvSpPr>
            <a:spLocks/>
          </p:cNvSpPr>
          <p:nvPr/>
        </p:nvSpPr>
        <p:spPr>
          <a:xfrm>
            <a:off x="5969474" y="2552647"/>
            <a:ext cx="1328278" cy="620966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B07CE4D-26E6-8103-CC48-C46C68EB10D2}"/>
              </a:ext>
            </a:extLst>
          </p:cNvPr>
          <p:cNvSpPr txBox="1">
            <a:spLocks/>
          </p:cNvSpPr>
          <p:nvPr/>
        </p:nvSpPr>
        <p:spPr>
          <a:xfrm>
            <a:off x="6053268" y="2770797"/>
            <a:ext cx="1160691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1-2 hours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9814484-D19E-81E8-E2D8-D05B2A2C7313}"/>
              </a:ext>
            </a:extLst>
          </p:cNvPr>
          <p:cNvSpPr txBox="1">
            <a:spLocks/>
          </p:cNvSpPr>
          <p:nvPr/>
        </p:nvSpPr>
        <p:spPr>
          <a:xfrm>
            <a:off x="1786824" y="2770797"/>
            <a:ext cx="2703804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Standard case – 5</a:t>
            </a:r>
            <a:r>
              <a:rPr lang="ru-RU" sz="1200" b="1">
                <a:latin typeface="+mn-lt"/>
              </a:rPr>
              <a:t>-6</a:t>
            </a:r>
            <a:r>
              <a:rPr lang="en-US" sz="1200" b="1">
                <a:latin typeface="+mn-lt"/>
              </a:rPr>
              <a:t>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B153AF-6CD9-7D4D-FEFB-C3DCAC5468F0}"/>
              </a:ext>
            </a:extLst>
          </p:cNvPr>
          <p:cNvSpPr txBox="1">
            <a:spLocks/>
          </p:cNvSpPr>
          <p:nvPr/>
        </p:nvSpPr>
        <p:spPr>
          <a:xfrm>
            <a:off x="4665581" y="2770797"/>
            <a:ext cx="1160691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latin typeface="+mn-lt"/>
              </a:rPr>
              <a:t>&lt;1 day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9D176D3C-2752-79DB-CD7B-A0763BED9451}"/>
              </a:ext>
            </a:extLst>
          </p:cNvPr>
          <p:cNvCxnSpPr>
            <a:cxnSpLocks/>
          </p:cNvCxnSpPr>
          <p:nvPr/>
        </p:nvCxnSpPr>
        <p:spPr>
          <a:xfrm>
            <a:off x="554736" y="3966718"/>
            <a:ext cx="9014328" cy="0"/>
          </a:xfrm>
          <a:prstGeom prst="line">
            <a:avLst/>
          </a:prstGeom>
          <a:ln w="6350">
            <a:solidFill>
              <a:srgbClr val="7F7F7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4. Footnote">
            <a:extLst>
              <a:ext uri="{FF2B5EF4-FFF2-40B4-BE49-F238E27FC236}">
                <a16:creationId xmlns:a16="http://schemas.microsoft.com/office/drawing/2014/main" id="{F4F9BF1A-CB32-AAA6-CD81-28F6B0AF2718}"/>
              </a:ext>
            </a:extLst>
          </p:cNvPr>
          <p:cNvSpPr txBox="1">
            <a:spLocks/>
          </p:cNvSpPr>
          <p:nvPr>
            <p:custDataLst>
              <p:tags r:id="rId8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1.	TTY – Time-to-Yes, TTN – Time-to-Money. Moderate benchmarks of the productivity improvements are applied (40%)</a:t>
            </a:r>
          </a:p>
        </p:txBody>
      </p:sp>
      <p:sp>
        <p:nvSpPr>
          <p:cNvPr id="55" name="TrackerNumBlue 164">
            <a:extLst>
              <a:ext uri="{FF2B5EF4-FFF2-40B4-BE49-F238E27FC236}">
                <a16:creationId xmlns:a16="http://schemas.microsoft.com/office/drawing/2014/main" id="{0EF66859-FBC1-6BD6-BCE3-0712C06F187C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121444" y="165068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5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8659F17E-0046-380D-AEC3-1645CF7CA672}"/>
              </a:ext>
            </a:extLst>
          </p:cNvPr>
          <p:cNvSpPr txBox="1">
            <a:spLocks/>
          </p:cNvSpPr>
          <p:nvPr/>
        </p:nvSpPr>
        <p:spPr>
          <a:xfrm>
            <a:off x="1787345" y="4024100"/>
            <a:ext cx="1308487" cy="2077492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 spc="-30">
                <a:latin typeface="Segoe UI" panose="020B0502040204020203" pitchFamily="34" charset="0"/>
                <a:ea typeface="+mn-ea"/>
                <a:cs typeface="+mn-cs"/>
              </a:rPr>
              <a:t>Intelligent virtual assistant designed to guide potential customers through the loan application process</a:t>
            </a:r>
          </a:p>
          <a:p>
            <a:r>
              <a:rPr lang="en-US" sz="1000" spc="-30">
                <a:latin typeface="Segoe UI" panose="020B0502040204020203" pitchFamily="34" charset="0"/>
                <a:ea typeface="+mn-ea"/>
                <a:cs typeface="+mn-cs"/>
              </a:rPr>
              <a:t>Agentic AI working with prompts from advisors to guide the process and data from direct uploads, internal and public sources, and ERP integrations, to support preliminary analysis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C65981CC-E7F2-2DFC-9B7C-8510FB9B0E16}"/>
              </a:ext>
            </a:extLst>
          </p:cNvPr>
          <p:cNvSpPr txBox="1">
            <a:spLocks/>
          </p:cNvSpPr>
          <p:nvPr/>
        </p:nvSpPr>
        <p:spPr>
          <a:xfrm>
            <a:off x="3277894" y="4024100"/>
            <a:ext cx="1160691" cy="215443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>
                <a:latin typeface="Segoe UI" panose="020B0502040204020203" pitchFamily="34" charset="0"/>
                <a:ea typeface="+mn-ea"/>
                <a:cs typeface="+mn-cs"/>
              </a:rPr>
              <a:t>A coordinated multi-agent orchestration system for compiling a credit memo – Data Ingestion and Spreading Agent, Quantitative Financial Analysis Agent, Qualitative Business and Macro Environment Agent etc. 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FABFBCB-1CF7-D145-C7B0-2A421E95C283}"/>
              </a:ext>
            </a:extLst>
          </p:cNvPr>
          <p:cNvSpPr txBox="1">
            <a:spLocks/>
          </p:cNvSpPr>
          <p:nvPr/>
        </p:nvSpPr>
        <p:spPr>
          <a:xfrm>
            <a:off x="4665581" y="4024100"/>
            <a:ext cx="1160691" cy="923330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>
                <a:latin typeface="Segoe UI" panose="020B0502040204020203" pitchFamily="34" charset="0"/>
                <a:ea typeface="+mn-ea"/>
                <a:cs typeface="+mn-cs"/>
              </a:rPr>
              <a:t>AI assistant preparing a loan agreement and reconciling all the necessary details and terms in it 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1EB513D8-62D9-9023-1B81-02CEA6A3A05E}"/>
              </a:ext>
            </a:extLst>
          </p:cNvPr>
          <p:cNvSpPr txBox="1"/>
          <p:nvPr/>
        </p:nvSpPr>
        <p:spPr>
          <a:xfrm>
            <a:off x="554737" y="4024100"/>
            <a:ext cx="908551" cy="55399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>
                <a:latin typeface="+mn-lt"/>
                <a:ea typeface="+mn-ea"/>
                <a:cs typeface="Segoe UI" panose="020B0502040204020203" pitchFamily="34" charset="0"/>
              </a:rPr>
              <a:t>Agentic AI to be introduced 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1C7C2CB-11A6-8A00-1D0C-2DBEC466302B}"/>
              </a:ext>
            </a:extLst>
          </p:cNvPr>
          <p:cNvSpPr txBox="1">
            <a:spLocks/>
          </p:cNvSpPr>
          <p:nvPr/>
        </p:nvSpPr>
        <p:spPr>
          <a:xfrm>
            <a:off x="9988550" y="2635530"/>
            <a:ext cx="1648714" cy="67710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defRPr/>
            </a:pPr>
            <a:r>
              <a:rPr lang="en-US" sz="2200" b="1">
                <a:solidFill>
                  <a:schemeClr val="bg1"/>
                </a:solidFill>
                <a:latin typeface="+mj-lt"/>
              </a:rPr>
              <a:t>10-14 </a:t>
            </a:r>
            <a:r>
              <a:rPr lang="en-US" sz="2200" b="1" err="1">
                <a:solidFill>
                  <a:schemeClr val="bg1"/>
                </a:solidFill>
                <a:latin typeface="+mj-lt"/>
              </a:rPr>
              <a:t>mn</a:t>
            </a:r>
            <a:r>
              <a:rPr lang="en-US" sz="2200" b="1">
                <a:solidFill>
                  <a:schemeClr val="bg1"/>
                </a:solidFill>
                <a:latin typeface="+mj-lt"/>
              </a:rPr>
              <a:t> AZN</a:t>
            </a:r>
            <a:endParaRPr kumimoji="0" lang="en-US" sz="22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FF3B80A-17E8-169B-ED95-30837FED4CBE}"/>
              </a:ext>
            </a:extLst>
          </p:cNvPr>
          <p:cNvSpPr txBox="1">
            <a:spLocks/>
          </p:cNvSpPr>
          <p:nvPr/>
        </p:nvSpPr>
        <p:spPr>
          <a:xfrm>
            <a:off x="9988550" y="3502056"/>
            <a:ext cx="1648714" cy="646331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buClr>
                <a:schemeClr val="tx1"/>
              </a:buClr>
              <a:defRPr/>
            </a:pPr>
            <a:r>
              <a:rPr lang="en-US" i="1">
                <a:solidFill>
                  <a:schemeClr val="bg1"/>
                </a:solidFill>
                <a:latin typeface="+mn-lt"/>
              </a:rPr>
              <a:t>of Pretax Profit </a:t>
            </a:r>
            <a:r>
              <a:rPr lang="en-US" b="1" i="1">
                <a:solidFill>
                  <a:schemeClr val="bg1"/>
                </a:solidFill>
                <a:latin typeface="+mn-lt"/>
              </a:rPr>
              <a:t>annually </a:t>
            </a:r>
            <a:r>
              <a:rPr lang="en-US" i="1">
                <a:solidFill>
                  <a:schemeClr val="bg1"/>
                </a:solidFill>
                <a:latin typeface="+mn-lt"/>
              </a:rPr>
              <a:t>starting from 2028</a:t>
            </a:r>
            <a:endParaRPr kumimoji="0" lang="en-US" i="1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EB9382C-53AF-3F6E-36C9-C4F5C2D9E63E}"/>
              </a:ext>
            </a:extLst>
          </p:cNvPr>
          <p:cNvSpPr txBox="1">
            <a:spLocks/>
          </p:cNvSpPr>
          <p:nvPr/>
        </p:nvSpPr>
        <p:spPr>
          <a:xfrm>
            <a:off x="9988551" y="4337805"/>
            <a:ext cx="1648714" cy="67710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defRPr/>
            </a:pPr>
            <a:r>
              <a:rPr lang="en-US" sz="2200" b="1">
                <a:solidFill>
                  <a:schemeClr val="bg1"/>
                </a:solidFill>
                <a:latin typeface="+mj-lt"/>
              </a:rPr>
              <a:t>450-550 </a:t>
            </a:r>
            <a:r>
              <a:rPr lang="en-US" sz="2200" b="1" err="1">
                <a:solidFill>
                  <a:schemeClr val="bg1"/>
                </a:solidFill>
                <a:latin typeface="+mj-lt"/>
              </a:rPr>
              <a:t>mn</a:t>
            </a:r>
            <a:r>
              <a:rPr lang="en-US" sz="2200" b="1">
                <a:solidFill>
                  <a:schemeClr val="bg1"/>
                </a:solidFill>
                <a:latin typeface="+mj-lt"/>
              </a:rPr>
              <a:t> AZN</a:t>
            </a:r>
            <a:endParaRPr kumimoji="0" lang="en-US" sz="22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3478AAC-192A-7992-1790-F5202B2432C2}"/>
              </a:ext>
            </a:extLst>
          </p:cNvPr>
          <p:cNvSpPr txBox="1">
            <a:spLocks/>
          </p:cNvSpPr>
          <p:nvPr/>
        </p:nvSpPr>
        <p:spPr>
          <a:xfrm>
            <a:off x="9988551" y="5204330"/>
            <a:ext cx="1648714" cy="646331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buClr>
                <a:schemeClr val="tx1"/>
              </a:buClr>
              <a:defRPr/>
            </a:pPr>
            <a:r>
              <a:rPr lang="en-US" i="1">
                <a:solidFill>
                  <a:schemeClr val="bg1"/>
                </a:solidFill>
                <a:latin typeface="+mn-lt"/>
              </a:rPr>
              <a:t>of annual increment in loans granted starting from 2028</a:t>
            </a:r>
            <a:endParaRPr kumimoji="0" lang="en-US" i="1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C16A0B7-FC17-F8E2-E0F0-4B7F82AAABCE}"/>
              </a:ext>
            </a:extLst>
          </p:cNvPr>
          <p:cNvSpPr txBox="1">
            <a:spLocks/>
          </p:cNvSpPr>
          <p:nvPr/>
        </p:nvSpPr>
        <p:spPr>
          <a:xfrm>
            <a:off x="9988551" y="1445040"/>
            <a:ext cx="1648714" cy="984885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 b="1">
                <a:solidFill>
                  <a:schemeClr val="bg1"/>
                </a:solidFill>
                <a:latin typeface="+mn-lt"/>
              </a:rPr>
              <a:t>Expected effect from the grown productivity </a:t>
            </a:r>
            <a:r>
              <a:rPr lang="en-US" sz="1600">
                <a:solidFill>
                  <a:schemeClr val="bg1"/>
                </a:solidFill>
                <a:latin typeface="+mn-lt"/>
              </a:rPr>
              <a:t>(on a yearly basis)</a:t>
            </a:r>
            <a:endParaRPr kumimoji="0" lang="en-US" sz="1600" i="0" u="none" strike="noStrike" kern="1200" cap="none" spc="0" normalizeH="0" baseline="3000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158544DF-C4F2-0785-D6A2-79FBD187C281}"/>
              </a:ext>
            </a:extLst>
          </p:cNvPr>
          <p:cNvSpPr>
            <a:spLocks/>
          </p:cNvSpPr>
          <p:nvPr/>
        </p:nvSpPr>
        <p:spPr>
          <a:xfrm>
            <a:off x="7458117" y="1816922"/>
            <a:ext cx="978129" cy="6209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A2616C0-B69D-DDD8-31E9-E86A79EEAAC1}"/>
              </a:ext>
            </a:extLst>
          </p:cNvPr>
          <p:cNvSpPr txBox="1">
            <a:spLocks/>
          </p:cNvSpPr>
          <p:nvPr/>
        </p:nvSpPr>
        <p:spPr>
          <a:xfrm>
            <a:off x="7478808" y="1904267"/>
            <a:ext cx="936746" cy="44627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10-20 days/</a:t>
            </a:r>
          </a:p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11-21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8120C6A-37A3-01E9-A34C-8A8805FA8840}"/>
              </a:ext>
            </a:extLst>
          </p:cNvPr>
          <p:cNvSpPr>
            <a:spLocks/>
          </p:cNvSpPr>
          <p:nvPr/>
        </p:nvSpPr>
        <p:spPr>
          <a:xfrm>
            <a:off x="7458117" y="3288373"/>
            <a:ext cx="978129" cy="6209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E21B6258-FF0F-0EE0-D951-DAB400FF50D2}"/>
              </a:ext>
            </a:extLst>
          </p:cNvPr>
          <p:cNvSpPr txBox="1">
            <a:spLocks/>
          </p:cNvSpPr>
          <p:nvPr/>
        </p:nvSpPr>
        <p:spPr>
          <a:xfrm>
            <a:off x="7478808" y="3375718"/>
            <a:ext cx="936745" cy="44627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7 days/</a:t>
            </a:r>
          </a:p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8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F8045A5-7FDC-8651-0982-FC516F2E00DA}"/>
              </a:ext>
            </a:extLst>
          </p:cNvPr>
          <p:cNvSpPr>
            <a:spLocks/>
          </p:cNvSpPr>
          <p:nvPr/>
        </p:nvSpPr>
        <p:spPr>
          <a:xfrm>
            <a:off x="7458117" y="2552648"/>
            <a:ext cx="978129" cy="6209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03459B4-8902-CC34-C504-25DCC0E0FA0D}"/>
              </a:ext>
            </a:extLst>
          </p:cNvPr>
          <p:cNvSpPr txBox="1">
            <a:spLocks/>
          </p:cNvSpPr>
          <p:nvPr/>
        </p:nvSpPr>
        <p:spPr>
          <a:xfrm>
            <a:off x="7478808" y="2639992"/>
            <a:ext cx="936746" cy="44627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10-20 days/</a:t>
            </a:r>
          </a:p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11-21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805C2AB6-3A58-8182-2728-EB4114B8346B}"/>
              </a:ext>
            </a:extLst>
          </p:cNvPr>
          <p:cNvSpPr txBox="1">
            <a:spLocks/>
          </p:cNvSpPr>
          <p:nvPr/>
        </p:nvSpPr>
        <p:spPr>
          <a:xfrm>
            <a:off x="7458117" y="1513108"/>
            <a:ext cx="978129" cy="215444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>
                <a:latin typeface="+mn-lt"/>
                <a:ea typeface="+mn-ea"/>
                <a:cs typeface="Segoe UI" panose="020B0502040204020203" pitchFamily="34" charset="0"/>
              </a:rPr>
              <a:t>From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747B2177-DAB6-598E-76FE-D81A450EE3EC}"/>
              </a:ext>
            </a:extLst>
          </p:cNvPr>
          <p:cNvSpPr>
            <a:spLocks/>
          </p:cNvSpPr>
          <p:nvPr/>
        </p:nvSpPr>
        <p:spPr>
          <a:xfrm>
            <a:off x="8590935" y="1816922"/>
            <a:ext cx="978129" cy="6209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830D7E6-EAEF-2722-488F-08A36C109201}"/>
              </a:ext>
            </a:extLst>
          </p:cNvPr>
          <p:cNvSpPr txBox="1">
            <a:spLocks/>
          </p:cNvSpPr>
          <p:nvPr/>
        </p:nvSpPr>
        <p:spPr>
          <a:xfrm>
            <a:off x="8590935" y="1904267"/>
            <a:ext cx="978129" cy="44627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7 days/</a:t>
            </a:r>
          </a:p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8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5686D32F-AC55-8FB9-9D9F-5C86B7BCE11B}"/>
              </a:ext>
            </a:extLst>
          </p:cNvPr>
          <p:cNvSpPr>
            <a:spLocks/>
          </p:cNvSpPr>
          <p:nvPr/>
        </p:nvSpPr>
        <p:spPr>
          <a:xfrm>
            <a:off x="8590935" y="3288373"/>
            <a:ext cx="978129" cy="6209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195E939-1769-40DF-13F1-2F12B6BB3E2C}"/>
              </a:ext>
            </a:extLst>
          </p:cNvPr>
          <p:cNvSpPr txBox="1">
            <a:spLocks/>
          </p:cNvSpPr>
          <p:nvPr/>
        </p:nvSpPr>
        <p:spPr>
          <a:xfrm>
            <a:off x="8590935" y="3375718"/>
            <a:ext cx="978129" cy="44627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4 days/</a:t>
            </a:r>
          </a:p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5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C76FD217-FA4E-E9FF-8BD0-2B928C843840}"/>
              </a:ext>
            </a:extLst>
          </p:cNvPr>
          <p:cNvSpPr>
            <a:spLocks/>
          </p:cNvSpPr>
          <p:nvPr/>
        </p:nvSpPr>
        <p:spPr>
          <a:xfrm>
            <a:off x="8590935" y="2552648"/>
            <a:ext cx="978129" cy="6209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E9D7B0D-ADB1-374A-2DC2-5B8D175969A6}"/>
              </a:ext>
            </a:extLst>
          </p:cNvPr>
          <p:cNvSpPr txBox="1">
            <a:spLocks/>
          </p:cNvSpPr>
          <p:nvPr/>
        </p:nvSpPr>
        <p:spPr>
          <a:xfrm>
            <a:off x="8590935" y="2639992"/>
            <a:ext cx="978129" cy="44627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latin typeface="Segoe UI" panose="020B0502040204020203" pitchFamily="34" charset="0"/>
                <a:cs typeface="Segoe UI" panose="020B0502040204020203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5 days/</a:t>
            </a:r>
          </a:p>
          <a:p>
            <a:pPr lvl="0" algn="ctr">
              <a:defRPr/>
            </a:pPr>
            <a:r>
              <a:rPr lang="en-US" sz="1200" b="1">
                <a:solidFill>
                  <a:schemeClr val="accent2"/>
                </a:solidFill>
                <a:latin typeface="+mj-lt"/>
              </a:rPr>
              <a:t>6 days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50301A3A-ABC0-EBD4-3467-EB9C7E79E62B}"/>
              </a:ext>
            </a:extLst>
          </p:cNvPr>
          <p:cNvSpPr txBox="1">
            <a:spLocks/>
          </p:cNvSpPr>
          <p:nvPr/>
        </p:nvSpPr>
        <p:spPr>
          <a:xfrm>
            <a:off x="8590935" y="1513108"/>
            <a:ext cx="978129" cy="215444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>
                <a:latin typeface="+mn-lt"/>
                <a:ea typeface="+mn-ea"/>
                <a:cs typeface="Segoe UI" panose="020B0502040204020203" pitchFamily="34" charset="0"/>
              </a:rPr>
              <a:t>To</a:t>
            </a:r>
          </a:p>
        </p:txBody>
      </p:sp>
      <p:sp>
        <p:nvSpPr>
          <p:cNvPr id="144" name="Graphic 77">
            <a:extLst>
              <a:ext uri="{FF2B5EF4-FFF2-40B4-BE49-F238E27FC236}">
                <a16:creationId xmlns:a16="http://schemas.microsoft.com/office/drawing/2014/main" id="{9894AE63-BC58-947E-C5CC-344A0D551A4D}"/>
              </a:ext>
            </a:extLst>
          </p:cNvPr>
          <p:cNvSpPr/>
          <p:nvPr/>
        </p:nvSpPr>
        <p:spPr>
          <a:xfrm>
            <a:off x="8473655" y="1540959"/>
            <a:ext cx="79870" cy="159742"/>
          </a:xfrm>
          <a:custGeom>
            <a:avLst/>
            <a:gdLst>
              <a:gd name="csX0" fmla="*/ 0 w 57036"/>
              <a:gd name="csY0" fmla="*/ 0 h 114073"/>
              <a:gd name="csX1" fmla="*/ 57037 w 57036"/>
              <a:gd name="csY1" fmla="*/ 57037 h 114073"/>
              <a:gd name="csX2" fmla="*/ 0 w 57036"/>
              <a:gd name="csY2" fmla="*/ 114074 h 11407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57036" h="114073">
                <a:moveTo>
                  <a:pt x="0" y="0"/>
                </a:moveTo>
                <a:lnTo>
                  <a:pt x="57037" y="57037"/>
                </a:lnTo>
                <a:lnTo>
                  <a:pt x="0" y="114074"/>
                </a:lnTo>
              </a:path>
            </a:pathLst>
          </a:custGeom>
          <a:noFill/>
          <a:ln w="8124" cap="flat">
            <a:solidFill>
              <a:schemeClr val="accent1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9" name="Sticker">
            <a:extLst>
              <a:ext uri="{FF2B5EF4-FFF2-40B4-BE49-F238E27FC236}">
                <a16:creationId xmlns:a16="http://schemas.microsoft.com/office/drawing/2014/main" id="{745EC96C-3C3F-8FD9-1A48-71C624246B46}"/>
              </a:ext>
            </a:extLst>
          </p:cNvPr>
          <p:cNvSpPr txBox="1"/>
          <p:nvPr/>
        </p:nvSpPr>
        <p:spPr>
          <a:xfrm>
            <a:off x="573163" y="935086"/>
            <a:ext cx="2200512" cy="123111"/>
          </a:xfrm>
          <a:prstGeom prst="rect">
            <a:avLst/>
          </a:prstGeom>
          <a:solidFill>
            <a:schemeClr val="bg1"/>
          </a:solidFill>
          <a:ln w="6350">
            <a:noFill/>
            <a:miter lim="800000"/>
          </a:ln>
        </p:spPr>
        <p:txBody>
          <a:bodyPr vert="horz" wrap="square" lIns="0" tIns="0" rIns="0" bIns="0" rtlCol="0" anchor="ctr" anchorCtr="0">
            <a:sp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rtl="0"/>
            <a:r>
              <a:rPr lang="en-US">
                <a:solidFill>
                  <a:srgbClr val="C00000"/>
                </a:solidFill>
                <a:latin typeface="+mn-lt"/>
              </a:rPr>
              <a:t>Preliminary - to be further verified</a:t>
            </a:r>
          </a:p>
        </p:txBody>
      </p:sp>
    </p:spTree>
    <p:extLst>
      <p:ext uri="{BB962C8B-B14F-4D97-AF65-F5344CB8AC3E}">
        <p14:creationId xmlns:p14="http://schemas.microsoft.com/office/powerpoint/2010/main" val="318978301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783C57-0056-2F76-81FC-4D5D749E6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80C44517-F1D4-B79F-3536-E1BC01E4180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8752785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606" imgH="608" progId="TCLayout.ActiveDocument.1">
                  <p:embed/>
                </p:oleObj>
              </mc:Choice>
              <mc:Fallback>
                <p:oleObj name="think-cell Slide" r:id="rId18" imgW="606" imgH="608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80C44517-F1D4-B79F-3536-E1BC01E4180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DEB7DC79-6B77-D512-77C7-CD93DB27918B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US"/>
              <a:t>PASHA Bank’s strategy in commercial and SME banking consists of 6 initiatives and 3 enablers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035F2C38-0257-B96A-BBCC-13147AF52A58}"/>
              </a:ext>
            </a:extLst>
          </p:cNvPr>
          <p:cNvSpPr>
            <a:spLocks/>
          </p:cNvSpPr>
          <p:nvPr/>
        </p:nvSpPr>
        <p:spPr>
          <a:xfrm>
            <a:off x="554734" y="1638299"/>
            <a:ext cx="1312166" cy="2002652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Transaction banking-led ecosystem platform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51DF8763-4B9B-BBEF-F7B7-4AAE5415AF5F}"/>
              </a:ext>
            </a:extLst>
          </p:cNvPr>
          <p:cNvSpPr>
            <a:spLocks/>
          </p:cNvSpPr>
          <p:nvPr/>
        </p:nvSpPr>
        <p:spPr>
          <a:xfrm>
            <a:off x="554734" y="3728783"/>
            <a:ext cx="1312166" cy="2039966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bg1"/>
                </a:solidFill>
              </a:rPr>
              <a:t>Optimize and selectively scale commercial and SME banking</a:t>
            </a:r>
          </a:p>
        </p:txBody>
      </p:sp>
      <p:cxnSp>
        <p:nvCxnSpPr>
          <p:cNvPr id="19" name="LineBasicDefault 299">
            <a:extLst>
              <a:ext uri="{FF2B5EF4-FFF2-40B4-BE49-F238E27FC236}">
                <a16:creationId xmlns:a16="http://schemas.microsoft.com/office/drawing/2014/main" id="{55B23647-8F85-C9F1-AEB2-6F3DC9835EF2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038" y="1575177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250FC53-EBDF-23F3-45B0-029381B20492}"/>
              </a:ext>
            </a:extLst>
          </p:cNvPr>
          <p:cNvSpPr txBox="1"/>
          <p:nvPr/>
        </p:nvSpPr>
        <p:spPr>
          <a:xfrm>
            <a:off x="554039" y="1161649"/>
            <a:ext cx="1312862" cy="369332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Strategic programs</a:t>
            </a:r>
            <a:endParaRPr lang="en-US" sz="120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ED4B1AC-2076-C885-97A8-0D1E8CB6E216}"/>
              </a:ext>
            </a:extLst>
          </p:cNvPr>
          <p:cNvSpPr txBox="1"/>
          <p:nvPr/>
        </p:nvSpPr>
        <p:spPr>
          <a:xfrm>
            <a:off x="1956402" y="1346315"/>
            <a:ext cx="2653697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Initiatives</a:t>
            </a:r>
            <a:endParaRPr lang="en-US" sz="120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FC824EA-CC67-A8DC-75FC-6DAE2F3D7C22}"/>
              </a:ext>
            </a:extLst>
          </p:cNvPr>
          <p:cNvSpPr txBox="1"/>
          <p:nvPr/>
        </p:nvSpPr>
        <p:spPr>
          <a:xfrm>
            <a:off x="4769149" y="1346315"/>
            <a:ext cx="6698950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Scope</a:t>
            </a:r>
            <a:endParaRPr lang="en-US" sz="1200"/>
          </a:p>
        </p:txBody>
      </p:sp>
      <p:cxnSp>
        <p:nvCxnSpPr>
          <p:cNvPr id="25" name="LineBasicDefault 299">
            <a:extLst>
              <a:ext uri="{FF2B5EF4-FFF2-40B4-BE49-F238E27FC236}">
                <a16:creationId xmlns:a16="http://schemas.microsoft.com/office/drawing/2014/main" id="{F09DEB4F-79A2-1574-33AF-BFAF207B9406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038" y="3685148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A8B6E5AA-1B96-FA0C-0F27-EF4C63747C68}"/>
              </a:ext>
            </a:extLst>
          </p:cNvPr>
          <p:cNvSpPr/>
          <p:nvPr/>
        </p:nvSpPr>
        <p:spPr>
          <a:xfrm>
            <a:off x="2152651" y="1638298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CIB counterparties acquisition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68FA1A2A-5B5C-A709-3AD8-1C5095485FA6}"/>
              </a:ext>
            </a:extLst>
          </p:cNvPr>
          <p:cNvSpPr/>
          <p:nvPr/>
        </p:nvSpPr>
        <p:spPr>
          <a:xfrm>
            <a:off x="2152651" y="2335127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Supply chain / trade products double-down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F1633F13-9EC3-004F-5014-D703B85E7BB6}"/>
              </a:ext>
            </a:extLst>
          </p:cNvPr>
          <p:cNvSpPr/>
          <p:nvPr/>
        </p:nvSpPr>
        <p:spPr>
          <a:xfrm>
            <a:off x="2152651" y="3031954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E2E business partnership beyond banking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8FA1A-ACCC-573A-CB18-28A78E2E0158}"/>
              </a:ext>
            </a:extLst>
          </p:cNvPr>
          <p:cNvSpPr/>
          <p:nvPr/>
        </p:nvSpPr>
        <p:spPr>
          <a:xfrm>
            <a:off x="2152651" y="3728782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Commercial and micro reactivation program</a:t>
            </a:r>
          </a:p>
        </p:txBody>
      </p:sp>
      <p:cxnSp>
        <p:nvCxnSpPr>
          <p:cNvPr id="28" name="LineBasicDefault 299">
            <a:extLst>
              <a:ext uri="{FF2B5EF4-FFF2-40B4-BE49-F238E27FC236}">
                <a16:creationId xmlns:a16="http://schemas.microsoft.com/office/drawing/2014/main" id="{D861D321-3299-F94B-6A8F-7FEF012D9249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1956403" y="2974172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4985ED5E-EC9F-B646-937F-F40AD0779F0E}"/>
              </a:ext>
            </a:extLst>
          </p:cNvPr>
          <p:cNvSpPr txBox="1"/>
          <p:nvPr/>
        </p:nvSpPr>
        <p:spPr>
          <a:xfrm>
            <a:off x="4773262" y="166491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existing payment data and additional insights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captured via the Transaction banking-led ecosystem platform supply chain module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to identify vendors and distributors of existing PBA CIB customers </a:t>
            </a:r>
            <a:r>
              <a:rPr lang="en-US" sz="1200">
                <a:solidFill>
                  <a:schemeClr val="bg2">
                    <a:lumMod val="85000"/>
                  </a:schemeClr>
                </a:solidFill>
              </a:rPr>
              <a:t>and </a:t>
            </a:r>
            <a:r>
              <a:rPr lang="en-US" sz="1200" b="1">
                <a:solidFill>
                  <a:schemeClr val="bg2">
                    <a:lumMod val="85000"/>
                  </a:schemeClr>
                </a:solidFill>
              </a:rPr>
              <a:t>target them with tailored onboarding bundles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6E3D0A9-CB98-EDA2-2016-D5CA4DFAC056}"/>
              </a:ext>
            </a:extLst>
          </p:cNvPr>
          <p:cNvSpPr txBox="1"/>
          <p:nvPr/>
        </p:nvSpPr>
        <p:spPr>
          <a:xfrm>
            <a:off x="4773262" y="246308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>
                <a:solidFill>
                  <a:schemeClr val="bg1">
                    <a:lumMod val="85000"/>
                  </a:schemeClr>
                </a:solidFill>
              </a:rPr>
              <a:t>Leverage </a:t>
            </a:r>
            <a:r>
              <a:rPr lang="en-US" sz="1200" b="1">
                <a:solidFill>
                  <a:schemeClr val="bg1">
                    <a:lumMod val="85000"/>
                  </a:schemeClr>
                </a:solidFill>
              </a:rPr>
              <a:t>existing cash flow data and additional insights </a:t>
            </a:r>
            <a:r>
              <a:rPr lang="en-US" sz="1200">
                <a:solidFill>
                  <a:schemeClr val="bg1">
                    <a:lumMod val="85000"/>
                  </a:schemeClr>
                </a:solidFill>
              </a:rPr>
              <a:t>captured via the Transaction banking-led ecosystem to identify </a:t>
            </a:r>
            <a:r>
              <a:rPr lang="en-US" sz="1200" b="1">
                <a:solidFill>
                  <a:schemeClr val="bg1">
                    <a:lumMod val="85000"/>
                  </a:schemeClr>
                </a:solidFill>
              </a:rPr>
              <a:t>customer needs and offer them trade related products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A5969E4-A717-AE16-DF58-AAF8A7185670}"/>
              </a:ext>
            </a:extLst>
          </p:cNvPr>
          <p:cNvSpPr txBox="1"/>
          <p:nvPr/>
        </p:nvSpPr>
        <p:spPr>
          <a:xfrm>
            <a:off x="4773262" y="3156836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Develop an </a:t>
            </a:r>
            <a:r>
              <a:rPr lang="en-US" sz="1200" b="1">
                <a:solidFill>
                  <a:schemeClr val="bg1">
                    <a:lumMod val="75000"/>
                  </a:schemeClr>
                </a:solidFill>
              </a:rPr>
              <a:t>ecosystem of value-added services</a:t>
            </a:r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, e.g. accounting, insurance etc., to support smaller customers, i.e. SMEs, with their beyond banking needs to generate additional income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87B4574-4C1A-8FAC-16FF-3D639CEF43E3}"/>
              </a:ext>
            </a:extLst>
          </p:cNvPr>
          <p:cNvSpPr txBox="1"/>
          <p:nvPr/>
        </p:nvSpPr>
        <p:spPr>
          <a:xfrm>
            <a:off x="4773262" y="3850858"/>
            <a:ext cx="669483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Double-down on commercial and micro SME segments with </a:t>
            </a:r>
            <a:r>
              <a:rPr lang="en-US" sz="1200" b="1">
                <a:solidFill>
                  <a:schemeClr val="bg1">
                    <a:lumMod val="75000"/>
                  </a:schemeClr>
                </a:solidFill>
              </a:rPr>
              <a:t>tailored re-activation and churn prevention journeys and product offerings</a:t>
            </a:r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 to grow active customer base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6D957719-16CE-94CE-C839-37BE91D66BEE}"/>
              </a:ext>
            </a:extLst>
          </p:cNvPr>
          <p:cNvSpPr/>
          <p:nvPr/>
        </p:nvSpPr>
        <p:spPr>
          <a:xfrm>
            <a:off x="2152651" y="4440823"/>
            <a:ext cx="2457450" cy="60955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200" b="1">
                <a:solidFill>
                  <a:schemeClr val="bg1">
                    <a:lumMod val="6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Credit process transformation</a:t>
            </a:r>
          </a:p>
        </p:txBody>
      </p:sp>
      <p:cxnSp>
        <p:nvCxnSpPr>
          <p:cNvPr id="14" name="LineBasicDefault 299">
            <a:extLst>
              <a:ext uri="{FF2B5EF4-FFF2-40B4-BE49-F238E27FC236}">
                <a16:creationId xmlns:a16="http://schemas.microsoft.com/office/drawing/2014/main" id="{D125FD56-44C9-C472-28E0-80F7802AC7A9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1956403" y="4386419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C0BDA94F-B18D-1EF7-41D0-DC6C9A5BDD2D}"/>
              </a:ext>
            </a:extLst>
          </p:cNvPr>
          <p:cNvSpPr/>
          <p:nvPr/>
        </p:nvSpPr>
        <p:spPr>
          <a:xfrm>
            <a:off x="2152651" y="5159190"/>
            <a:ext cx="2457450" cy="609559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Next-gen pricing and product bundling</a:t>
            </a:r>
          </a:p>
        </p:txBody>
      </p:sp>
      <p:cxnSp>
        <p:nvCxnSpPr>
          <p:cNvPr id="18" name="LineBasicDefault 299">
            <a:extLst>
              <a:ext uri="{FF2B5EF4-FFF2-40B4-BE49-F238E27FC236}">
                <a16:creationId xmlns:a16="http://schemas.microsoft.com/office/drawing/2014/main" id="{D517FA51-9F5B-99AA-C470-541940249C1F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1956403" y="5104786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A5BA8485-1792-A876-AAA1-095CBB958F01}"/>
              </a:ext>
            </a:extLst>
          </p:cNvPr>
          <p:cNvSpPr txBox="1"/>
          <p:nvPr/>
        </p:nvSpPr>
        <p:spPr>
          <a:xfrm>
            <a:off x="4773262" y="4440823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>
                <a:solidFill>
                  <a:schemeClr val="bg1">
                    <a:lumMod val="75000"/>
                  </a:schemeClr>
                </a:solidFill>
              </a:rPr>
              <a:t>Revisit and transform</a:t>
            </a:r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 credit process </a:t>
            </a:r>
            <a:r>
              <a:rPr lang="en-US" sz="1200" b="1">
                <a:solidFill>
                  <a:schemeClr val="bg1">
                    <a:lumMod val="75000"/>
                  </a:schemeClr>
                </a:solidFill>
              </a:rPr>
              <a:t>leveraging Agentic AI </a:t>
            </a:r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to </a:t>
            </a:r>
            <a:r>
              <a:rPr lang="en-US" sz="1200" b="1">
                <a:solidFill>
                  <a:schemeClr val="bg1">
                    <a:lumMod val="75000"/>
                  </a:schemeClr>
                </a:solidFill>
              </a:rPr>
              <a:t>1. increase efficiency </a:t>
            </a:r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through the deployment of specific AI agents and </a:t>
            </a:r>
            <a:r>
              <a:rPr lang="en-US" sz="1200" b="1">
                <a:solidFill>
                  <a:schemeClr val="bg1">
                    <a:lumMod val="75000"/>
                  </a:schemeClr>
                </a:solidFill>
              </a:rPr>
              <a:t>2. differentiate the process </a:t>
            </a:r>
            <a:r>
              <a:rPr lang="en-US" sz="1200">
                <a:solidFill>
                  <a:schemeClr val="bg1">
                    <a:lumMod val="75000"/>
                  </a:schemeClr>
                </a:solidFill>
              </a:rPr>
              <a:t>based on the specific needs of each segment</a:t>
            </a:r>
            <a:endParaRPr lang="en-US" sz="1200" b="1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357505E-E3B0-D896-512C-F4D35A79AC0B}"/>
              </a:ext>
            </a:extLst>
          </p:cNvPr>
          <p:cNvSpPr txBox="1"/>
          <p:nvPr/>
        </p:nvSpPr>
        <p:spPr>
          <a:xfrm>
            <a:off x="4773262" y="5187230"/>
            <a:ext cx="6694837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>
                <a:solidFill>
                  <a:schemeClr val="tx1"/>
                </a:solidFill>
              </a:rPr>
              <a:t>Optimize and personalize pricing</a:t>
            </a:r>
            <a:r>
              <a:rPr lang="en-US" sz="1200">
                <a:solidFill>
                  <a:schemeClr val="tx1"/>
                </a:solidFill>
              </a:rPr>
              <a:t> by incorporating </a:t>
            </a:r>
            <a:r>
              <a:rPr lang="en-US" sz="1200" b="1">
                <a:solidFill>
                  <a:schemeClr val="tx1"/>
                </a:solidFill>
              </a:rPr>
              <a:t>all-in sensitivity and relationship-based </a:t>
            </a:r>
            <a:r>
              <a:rPr lang="en-US" sz="1200">
                <a:solidFill>
                  <a:schemeClr val="tx1"/>
                </a:solidFill>
              </a:rPr>
              <a:t>pricing principles. Define a clear approach for </a:t>
            </a:r>
            <a:r>
              <a:rPr lang="en-US" sz="1200" b="1">
                <a:solidFill>
                  <a:schemeClr val="tx1"/>
                </a:solidFill>
              </a:rPr>
              <a:t>product bundling</a:t>
            </a:r>
            <a:r>
              <a:rPr lang="en-US" sz="1200">
                <a:solidFill>
                  <a:schemeClr val="tx1"/>
                </a:solidFill>
              </a:rPr>
              <a:t>, leveraging </a:t>
            </a:r>
            <a:r>
              <a:rPr lang="en-US" sz="1200" b="1">
                <a:solidFill>
                  <a:schemeClr val="tx1"/>
                </a:solidFill>
              </a:rPr>
              <a:t>actual customer data, AA, and AI </a:t>
            </a:r>
            <a:r>
              <a:rPr lang="en-US" sz="1200">
                <a:solidFill>
                  <a:schemeClr val="tx1"/>
                </a:solidFill>
              </a:rPr>
              <a:t>to deepen relationships</a:t>
            </a:r>
          </a:p>
        </p:txBody>
      </p:sp>
      <p:cxnSp>
        <p:nvCxnSpPr>
          <p:cNvPr id="51" name="LineBasicDefault 299">
            <a:extLst>
              <a:ext uri="{FF2B5EF4-FFF2-40B4-BE49-F238E27FC236}">
                <a16:creationId xmlns:a16="http://schemas.microsoft.com/office/drawing/2014/main" id="{4FFD3336-99C8-5E94-3575-55725DC24F10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1956403" y="2288568"/>
            <a:ext cx="9511696" cy="0"/>
          </a:xfrm>
          <a:prstGeom prst="straightConnector1">
            <a:avLst/>
          </a:prstGeom>
          <a:ln w="6350" cap="sq">
            <a:solidFill>
              <a:schemeClr val="bg1">
                <a:lumMod val="8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AB4A78FE-52E7-CB79-80C0-D5CED148419F}"/>
              </a:ext>
            </a:extLst>
          </p:cNvPr>
          <p:cNvSpPr/>
          <p:nvPr/>
        </p:nvSpPr>
        <p:spPr>
          <a:xfrm>
            <a:off x="554734" y="5880165"/>
            <a:ext cx="10913365" cy="54647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>
              <a:solidFill>
                <a:schemeClr val="bg1"/>
              </a:solidFill>
            </a:endParaRPr>
          </a:p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err="1">
              <a:solidFill>
                <a:schemeClr val="bg1"/>
              </a:solidFill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7A823462-510B-1F26-24F7-CF956E1C9355}"/>
              </a:ext>
            </a:extLst>
          </p:cNvPr>
          <p:cNvGrpSpPr/>
          <p:nvPr/>
        </p:nvGrpSpPr>
        <p:grpSpPr>
          <a:xfrm>
            <a:off x="2477179" y="5984000"/>
            <a:ext cx="8907920" cy="373252"/>
            <a:chOff x="2477178" y="5984000"/>
            <a:chExt cx="8990921" cy="373252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FC683D6-D22A-C9C7-413F-1A0B312DB021}"/>
                </a:ext>
              </a:extLst>
            </p:cNvPr>
            <p:cNvSpPr/>
            <p:nvPr/>
          </p:nvSpPr>
          <p:spPr>
            <a:xfrm>
              <a:off x="247717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Best-in-class CX</a:t>
              </a:r>
            </a:p>
          </p:txBody>
        </p:sp>
        <p:sp>
          <p:nvSpPr>
            <p:cNvPr id="57" name="Rectangle: Rounded Corners 56">
              <a:extLst>
                <a:ext uri="{FF2B5EF4-FFF2-40B4-BE49-F238E27FC236}">
                  <a16:creationId xmlns:a16="http://schemas.microsoft.com/office/drawing/2014/main" id="{CE758ABA-D687-80C3-DE02-9B248AD17A90}"/>
                </a:ext>
              </a:extLst>
            </p:cNvPr>
            <p:cNvSpPr/>
            <p:nvPr/>
          </p:nvSpPr>
          <p:spPr>
            <a:xfrm>
              <a:off x="5536448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Fit for future tech &amp; AI</a:t>
              </a:r>
            </a:p>
          </p:txBody>
        </p:sp>
        <p:sp>
          <p:nvSpPr>
            <p:cNvPr id="58" name="Rectangle: Rounded Corners 57">
              <a:extLst>
                <a:ext uri="{FF2B5EF4-FFF2-40B4-BE49-F238E27FC236}">
                  <a16:creationId xmlns:a16="http://schemas.microsoft.com/office/drawing/2014/main" id="{965F6BF7-B43A-030E-F57F-73F4244B9827}"/>
                </a:ext>
              </a:extLst>
            </p:cNvPr>
            <p:cNvSpPr/>
            <p:nvPr/>
          </p:nvSpPr>
          <p:spPr>
            <a:xfrm>
              <a:off x="8595716" y="5984000"/>
              <a:ext cx="2872383" cy="373252"/>
            </a:xfrm>
            <a:prstGeom prst="roundRect">
              <a:avLst/>
            </a:pr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200" b="1" i="1">
                  <a:solidFill>
                    <a:schemeClr val="bg1">
                      <a:lumMod val="65000"/>
                    </a:schemeClr>
                  </a:solidFill>
                </a:rPr>
                <a:t>Robust risk management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952DB3EA-6EF1-D4D7-A038-067BE91A165E}"/>
              </a:ext>
            </a:extLst>
          </p:cNvPr>
          <p:cNvSpPr txBox="1"/>
          <p:nvPr/>
        </p:nvSpPr>
        <p:spPr>
          <a:xfrm>
            <a:off x="806902" y="5984000"/>
            <a:ext cx="1501113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i="1">
                <a:solidFill>
                  <a:schemeClr val="bg1">
                    <a:lumMod val="65000"/>
                  </a:schemeClr>
                </a:solidFill>
              </a:rPr>
              <a:t>Change to support growth</a:t>
            </a:r>
          </a:p>
        </p:txBody>
      </p:sp>
      <p:cxnSp>
        <p:nvCxnSpPr>
          <p:cNvPr id="60" name="LineBasicDefault 299">
            <a:extLst>
              <a:ext uri="{FF2B5EF4-FFF2-40B4-BE49-F238E27FC236}">
                <a16:creationId xmlns:a16="http://schemas.microsoft.com/office/drawing/2014/main" id="{E42E49D4-6635-265A-34E2-A0DC65AB3FAC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554038" y="5823673"/>
            <a:ext cx="10914061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rackerNumBlue 42">
            <a:extLst>
              <a:ext uri="{FF2B5EF4-FFF2-40B4-BE49-F238E27FC236}">
                <a16:creationId xmlns:a16="http://schemas.microsoft.com/office/drawing/2014/main" id="{3F84C09E-8C5D-6214-AD82-54DB5CE7FC6C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1956401" y="1819047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44" name="TrackerNumBlue 42">
            <a:extLst>
              <a:ext uri="{FF2B5EF4-FFF2-40B4-BE49-F238E27FC236}">
                <a16:creationId xmlns:a16="http://schemas.microsoft.com/office/drawing/2014/main" id="{49446802-588B-F031-AD68-E1041555A875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956401" y="2506488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45" name="TrackerNumBlue 42">
            <a:extLst>
              <a:ext uri="{FF2B5EF4-FFF2-40B4-BE49-F238E27FC236}">
                <a16:creationId xmlns:a16="http://schemas.microsoft.com/office/drawing/2014/main" id="{85D16770-8F3E-F9E1-B6A7-DBC23D76AC77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1956401" y="3225374"/>
            <a:ext cx="279340" cy="279340"/>
          </a:xfrm>
          <a:prstGeom prst="ellipse">
            <a:avLst/>
          </a:prstGeom>
          <a:solidFill>
            <a:schemeClr val="bg2">
              <a:lumMod val="50000"/>
            </a:schemeClr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46" name="TrackerNumBlue 42">
            <a:extLst>
              <a:ext uri="{FF2B5EF4-FFF2-40B4-BE49-F238E27FC236}">
                <a16:creationId xmlns:a16="http://schemas.microsoft.com/office/drawing/2014/main" id="{3B7DDFAF-160D-ECCC-EA71-B06F917FF1E2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1956401" y="3915492"/>
            <a:ext cx="279340" cy="279340"/>
          </a:xfrm>
          <a:prstGeom prst="ellipse">
            <a:avLst/>
          </a:prstGeom>
          <a:solidFill>
            <a:srgbClr val="7F7F7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15" name="TrackerNumBlue 42">
            <a:extLst>
              <a:ext uri="{FF2B5EF4-FFF2-40B4-BE49-F238E27FC236}">
                <a16:creationId xmlns:a16="http://schemas.microsoft.com/office/drawing/2014/main" id="{AC2D4865-B316-0D18-3076-9215753F7323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1956401" y="4597259"/>
            <a:ext cx="279340" cy="279340"/>
          </a:xfrm>
          <a:prstGeom prst="ellipse">
            <a:avLst/>
          </a:prstGeom>
          <a:solidFill>
            <a:srgbClr val="7F7F7F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20" name="TrackerNumBlue 42">
            <a:extLst>
              <a:ext uri="{FF2B5EF4-FFF2-40B4-BE49-F238E27FC236}">
                <a16:creationId xmlns:a16="http://schemas.microsoft.com/office/drawing/2014/main" id="{3C53DDAC-4A3D-CF16-ACEF-6406A1F0F3AF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1956401" y="5332974"/>
            <a:ext cx="279340" cy="279340"/>
          </a:xfrm>
          <a:prstGeom prst="ellipse">
            <a:avLst/>
          </a:prstGeom>
          <a:solidFill>
            <a:schemeClr val="accent2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143972865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64A2BDF6-ED1F-19B5-A7D6-4D16D49A5A9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2" imgW="484" imgH="486" progId="TCLayout.ActiveDocument.1">
                  <p:embed/>
                </p:oleObj>
              </mc:Choice>
              <mc:Fallback>
                <p:oleObj name="think-cell Slide" r:id="rId42" imgW="484" imgH="486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64A2BDF6-ED1F-19B5-A7D6-4D16D49A5A9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CC496210-FC97-695D-2ACD-50D2A003D7C1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534400"/>
            <a:ext cx="11082528" cy="36933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noAutofit/>
          </a:bodyPr>
          <a:lstStyle/>
          <a:p>
            <a:r>
              <a:rPr lang="en-US">
                <a:latin typeface="+mj-lt"/>
              </a:rPr>
              <a:t>Leading banks create bundles specifically targeted for SMEs needs</a:t>
            </a:r>
          </a:p>
        </p:txBody>
      </p:sp>
      <p:sp>
        <p:nvSpPr>
          <p:cNvPr id="1057" name="1. On-page tracker">
            <a:extLst>
              <a:ext uri="{FF2B5EF4-FFF2-40B4-BE49-F238E27FC236}">
                <a16:creationId xmlns:a16="http://schemas.microsoft.com/office/drawing/2014/main" id="{34F7AF64-8B83-A4F1-7AA8-28854958B4A6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3"/>
            </p:custDataLst>
          </p:nvPr>
        </p:nvSpPr>
        <p:spPr/>
        <p:txBody>
          <a:bodyPr/>
          <a:lstStyle/>
          <a:p>
            <a:r>
              <a:rPr lang="en-US"/>
              <a:t>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583546E-594E-4E1D-B590-48EE2C74751A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554734" y="1418111"/>
            <a:ext cx="1083023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b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400" b="1">
                <a:solidFill>
                  <a:srgbClr val="000000"/>
                </a:solidFill>
                <a:cs typeface="Arial"/>
              </a:rPr>
              <a:t>Bank</a:t>
            </a:r>
          </a:p>
        </p:txBody>
      </p:sp>
      <p:pic>
        <p:nvPicPr>
          <p:cNvPr id="1026" name="Picture 2" descr="DBS Corporate Banking: Industry Expertise &amp; Digital Solutions​">
            <a:extLst>
              <a:ext uri="{FF2B5EF4-FFF2-40B4-BE49-F238E27FC236}">
                <a16:creationId xmlns:a16="http://schemas.microsoft.com/office/drawing/2014/main" id="{2B7B6D7E-8F63-B67E-4C1A-8F6794F4264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72" b="17800"/>
          <a:stretch>
            <a:fillRect/>
          </a:stretch>
        </p:blipFill>
        <p:spPr bwMode="auto">
          <a:xfrm>
            <a:off x="1779095" y="1350363"/>
            <a:ext cx="831850" cy="2524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Bank al Etihad - بنك الاتحاد | Who's Who in Jordan's Banking ...">
            <a:extLst>
              <a:ext uri="{FF2B5EF4-FFF2-40B4-BE49-F238E27FC236}">
                <a16:creationId xmlns:a16="http://schemas.microsoft.com/office/drawing/2014/main" id="{7528AF18-228E-1274-1886-AE5CC79AE9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596" b="23859"/>
          <a:stretch>
            <a:fillRect/>
          </a:stretch>
        </p:blipFill>
        <p:spPr bwMode="auto">
          <a:xfrm>
            <a:off x="3205200" y="1314174"/>
            <a:ext cx="1081414" cy="2886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Personal Banking, Credit Cards, Loans &amp; Investing | U.S. Bank">
            <a:extLst>
              <a:ext uri="{FF2B5EF4-FFF2-40B4-BE49-F238E27FC236}">
                <a16:creationId xmlns:a16="http://schemas.microsoft.com/office/drawing/2014/main" id="{994A384B-FFFB-45B0-2B95-B63423A0FA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3515" y="1300255"/>
            <a:ext cx="1080436" cy="3025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AF9A6A13-39C5-4F5D-314A-A7982CA11FD8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571499" y="1633331"/>
            <a:ext cx="11082528" cy="0"/>
          </a:xfrm>
          <a:prstGeom prst="straightConnector1">
            <a:avLst/>
          </a:prstGeom>
          <a:ln w="127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4. Footnote">
            <a:extLst>
              <a:ext uri="{FF2B5EF4-FFF2-40B4-BE49-F238E27FC236}">
                <a16:creationId xmlns:a16="http://schemas.microsoft.com/office/drawing/2014/main" id="{DAD111E2-CD40-953B-762C-6AC5614FD122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0" rtlCol="0" anchor="b">
            <a:spAutoFit/>
          </a:bodyPr>
          <a:lstStyle/>
          <a:p>
            <a:pPr marL="203200" marR="0" lvl="0" indent="-2127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 kern="1200">
                <a:ea typeface="+mn-ea"/>
                <a:cs typeface="Arial" panose="020B0604020202020204" pitchFamily="34" charset="0"/>
              </a:rPr>
              <a:t>1.	Based on POS based average collected checking balances</a:t>
            </a:r>
          </a:p>
        </p:txBody>
      </p:sp>
      <p:sp>
        <p:nvSpPr>
          <p:cNvPr id="1027" name="5. Source">
            <a:extLst>
              <a:ext uri="{FF2B5EF4-FFF2-40B4-BE49-F238E27FC236}">
                <a16:creationId xmlns:a16="http://schemas.microsoft.com/office/drawing/2014/main" id="{3F4D1645-AD22-0871-4D5B-7CC71942A3CA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554734" y="6514142"/>
            <a:ext cx="10637141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>
            <a:spAutoFit/>
          </a:bodyPr>
          <a:lstStyle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900" dirty="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800"/>
              <a:t>Source: Press search, company websites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2EDEB6D-8935-4C05-A53F-53A6CF755B8F}"/>
              </a:ext>
            </a:extLst>
          </p:cNvPr>
          <p:cNvSpPr txBox="1">
            <a:spLocks/>
          </p:cNvSpPr>
          <p:nvPr>
            <p:custDataLst>
              <p:tags r:id="rId8"/>
            </p:custDataLst>
          </p:nvPr>
        </p:nvSpPr>
        <p:spPr>
          <a:xfrm>
            <a:off x="1779095" y="1678598"/>
            <a:ext cx="1301533" cy="553998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200" b="1">
                <a:solidFill>
                  <a:srgbClr val="000000"/>
                </a:solidFill>
                <a:cs typeface="Arial"/>
              </a:rPr>
              <a:t>Multi-currency a/c starter bundle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71BA3F7-FFC8-409A-BA5E-10CD9D1082B8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3205200" y="2047930"/>
            <a:ext cx="1301533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200" b="1">
                <a:solidFill>
                  <a:srgbClr val="000000"/>
                </a:solidFill>
                <a:cs typeface="Arial"/>
              </a:rPr>
              <a:t>Bundle 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841D341-74D9-4ECE-9A63-C6A1B2AB7F63}"/>
              </a:ext>
            </a:extLst>
          </p:cNvPr>
          <p:cNvSpPr txBox="1">
            <a:spLocks/>
          </p:cNvSpPr>
          <p:nvPr>
            <p:custDataLst>
              <p:tags r:id="rId10"/>
            </p:custDataLst>
          </p:nvPr>
        </p:nvSpPr>
        <p:spPr>
          <a:xfrm>
            <a:off x="4631305" y="2047930"/>
            <a:ext cx="1301533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200" b="1">
                <a:solidFill>
                  <a:srgbClr val="000000"/>
                </a:solidFill>
                <a:cs typeface="Arial"/>
              </a:rPr>
              <a:t>Bundle 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86C1C02-9EA9-431D-B6AF-9713E2E0DD9F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6057410" y="2047930"/>
            <a:ext cx="1301533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200" b="1">
                <a:solidFill>
                  <a:srgbClr val="000000"/>
                </a:solidFill>
                <a:cs typeface="Arial"/>
              </a:rPr>
              <a:t>Bundle 3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3F26F05-6A25-43D7-87A0-A26352921F2C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7483515" y="2047930"/>
            <a:ext cx="1301533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200" b="1">
                <a:solidFill>
                  <a:srgbClr val="000000"/>
                </a:solidFill>
                <a:cs typeface="Arial"/>
              </a:rPr>
              <a:t>Silver checking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8A33433-1ABC-462A-9919-BD3F516F774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8909620" y="2047930"/>
            <a:ext cx="1301533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200" b="1">
                <a:solidFill>
                  <a:srgbClr val="000000"/>
                </a:solidFill>
                <a:cs typeface="Arial"/>
              </a:rPr>
              <a:t>Gold checking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C46A760-E511-4C91-9B70-353E44A9CB9B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10335729" y="1863264"/>
            <a:ext cx="1301533" cy="369332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200" b="1">
                <a:solidFill>
                  <a:srgbClr val="000000"/>
                </a:solidFill>
                <a:cs typeface="Arial"/>
              </a:rPr>
              <a:t>Platinum checking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8F6FDFB-B48A-43B8-9264-EFA60AF9460A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554734" y="2047930"/>
            <a:ext cx="1083023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sp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200" b="1">
                <a:solidFill>
                  <a:srgbClr val="000000"/>
                </a:solidFill>
                <a:cs typeface="Arial"/>
              </a:rPr>
              <a:t>Product name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2414728-C94E-46BC-874A-D72C2812B482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554734" y="3678541"/>
            <a:ext cx="1083023" cy="169277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sp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100" b="1">
                <a:solidFill>
                  <a:srgbClr val="000000"/>
                </a:solidFill>
                <a:cs typeface="Arial"/>
              </a:rPr>
              <a:t>Features</a:t>
            </a:r>
          </a:p>
        </p:txBody>
      </p:sp>
      <p:pic>
        <p:nvPicPr>
          <p:cNvPr id="1035" name="CustomIcon">
            <a:extLst>
              <a:ext uri="{FF2B5EF4-FFF2-40B4-BE49-F238E27FC236}">
                <a16:creationId xmlns:a16="http://schemas.microsoft.com/office/drawing/2014/main" id="{116355B2-0BD4-5978-FE88-068DEFC89A5B}"/>
              </a:ext>
            </a:extLst>
          </p:cNvPr>
          <p:cNvPicPr>
            <a:picLocks noChangeAspect="1"/>
          </p:cNvPicPr>
          <p:nvPr>
            <p:custDataLst>
              <p:tags r:id="rId17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554734" y="3884883"/>
            <a:ext cx="275272" cy="275272"/>
          </a:xfrm>
          <a:prstGeom prst="rect">
            <a:avLst/>
          </a:prstGeom>
        </p:spPr>
      </p:pic>
      <p:cxnSp>
        <p:nvCxnSpPr>
          <p:cNvPr id="1059" name="Straight Arrow Connector 1058">
            <a:extLst>
              <a:ext uri="{FF2B5EF4-FFF2-40B4-BE49-F238E27FC236}">
                <a16:creationId xmlns:a16="http://schemas.microsoft.com/office/drawing/2014/main" id="{3D5A16EF-C3EF-4A9B-A0D2-08F40EB8FABC}"/>
              </a:ext>
            </a:extLst>
          </p:cNvPr>
          <p:cNvCxnSpPr>
            <a:cxnSpLocks/>
          </p:cNvCxnSpPr>
          <p:nvPr>
            <p:custDataLst>
              <p:tags r:id="rId18"/>
            </p:custDataLst>
          </p:nvPr>
        </p:nvCxnSpPr>
        <p:spPr>
          <a:xfrm>
            <a:off x="554734" y="2268897"/>
            <a:ext cx="11082528" cy="0"/>
          </a:xfrm>
          <a:prstGeom prst="straightConnector1">
            <a:avLst/>
          </a:prstGeom>
          <a:ln w="127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4" name="Straight Arrow Connector 1073">
            <a:extLst>
              <a:ext uri="{FF2B5EF4-FFF2-40B4-BE49-F238E27FC236}">
                <a16:creationId xmlns:a16="http://schemas.microsoft.com/office/drawing/2014/main" id="{852240D6-A951-D319-2040-DCAF53395B41}"/>
              </a:ext>
            </a:extLst>
          </p:cNvPr>
          <p:cNvCxnSpPr>
            <a:cxnSpLocks/>
          </p:cNvCxnSpPr>
          <p:nvPr>
            <p:custDataLst>
              <p:tags r:id="rId19"/>
            </p:custDataLst>
          </p:nvPr>
        </p:nvCxnSpPr>
        <p:spPr>
          <a:xfrm>
            <a:off x="554734" y="2918411"/>
            <a:ext cx="11082528" cy="0"/>
          </a:xfrm>
          <a:prstGeom prst="straightConnector1">
            <a:avLst/>
          </a:prstGeom>
          <a:ln w="635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3" name="Straight Arrow Connector 1082">
            <a:extLst>
              <a:ext uri="{FF2B5EF4-FFF2-40B4-BE49-F238E27FC236}">
                <a16:creationId xmlns:a16="http://schemas.microsoft.com/office/drawing/2014/main" id="{4D2BDC57-7ABB-B0F8-6E64-C1EFD10F7769}"/>
              </a:ext>
            </a:extLst>
          </p:cNvPr>
          <p:cNvCxnSpPr>
            <a:cxnSpLocks/>
          </p:cNvCxnSpPr>
          <p:nvPr>
            <p:custDataLst>
              <p:tags r:id="rId20"/>
            </p:custDataLst>
          </p:nvPr>
        </p:nvCxnSpPr>
        <p:spPr>
          <a:xfrm>
            <a:off x="554734" y="3585703"/>
            <a:ext cx="11082528" cy="0"/>
          </a:xfrm>
          <a:prstGeom prst="straightConnector1">
            <a:avLst/>
          </a:prstGeom>
          <a:ln w="635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F73D2DD5-E7D5-44CD-847E-E2FD4D88DC4E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1779095" y="3011250"/>
            <a:ext cx="1301533" cy="461665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S$10 monthly fee Specific transaction-based fee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964F7CF-A79E-4A6F-B959-3EA7F2A8E204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3205200" y="3011250"/>
            <a:ext cx="1301533" cy="153888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JOD 10 monthly fee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2FEC0FA-6A84-4F8C-A195-467B0B9A0DFE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4631305" y="3011250"/>
            <a:ext cx="1301533" cy="153888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JOD 20 monthly fee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07F336C-355C-46C1-955D-4B4462E9CBC0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6057410" y="3011250"/>
            <a:ext cx="1301533" cy="153888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JOD 30 monthly fee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B29E57D4-BAFF-4B3C-9246-ED0C574608F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7483515" y="3011250"/>
            <a:ext cx="1301533" cy="153888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$0 monthly fee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1A4D369-F214-496E-AB5F-32AE074F964A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8909620" y="3011250"/>
            <a:ext cx="1301533" cy="307777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$20 or $0 monthly if requirements¹ met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0E95BF0-2484-4303-A6CC-26326490AA95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10335729" y="3011250"/>
            <a:ext cx="1301533" cy="307777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$30 or $0 monthly if requirements¹ met</a:t>
            </a:r>
          </a:p>
        </p:txBody>
      </p:sp>
      <p:pic>
        <p:nvPicPr>
          <p:cNvPr id="1033" name="CustomIcon">
            <a:extLst>
              <a:ext uri="{FF2B5EF4-FFF2-40B4-BE49-F238E27FC236}">
                <a16:creationId xmlns:a16="http://schemas.microsoft.com/office/drawing/2014/main" id="{DEAAC877-DE80-35F8-2DE9-8A34508C410E}"/>
              </a:ext>
            </a:extLst>
          </p:cNvPr>
          <p:cNvPicPr>
            <a:picLocks noChangeAspect="1"/>
          </p:cNvPicPr>
          <p:nvPr>
            <p:custDataLst>
              <p:tags r:id="rId28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48"/>
              </a:ext>
            </a:extLst>
          </a:blip>
          <a:stretch>
            <a:fillRect/>
          </a:stretch>
        </p:blipFill>
        <p:spPr>
          <a:xfrm>
            <a:off x="554734" y="3217592"/>
            <a:ext cx="275272" cy="275272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C7665355-F64C-46C1-8EE0-EF22CB89F02E}"/>
              </a:ext>
            </a:extLst>
          </p:cNvPr>
          <p:cNvSpPr txBox="1"/>
          <p:nvPr>
            <p:custDataLst>
              <p:tags r:id="rId29"/>
            </p:custDataLst>
          </p:nvPr>
        </p:nvSpPr>
        <p:spPr>
          <a:xfrm>
            <a:off x="554734" y="3011250"/>
            <a:ext cx="1083023" cy="169277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sp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100" b="1">
                <a:solidFill>
                  <a:srgbClr val="000000"/>
                </a:solidFill>
                <a:cs typeface="Arial"/>
              </a:rPr>
              <a:t>Fee structure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DADFF55-DBD2-48F8-B53D-CC8EA0BDDF2F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1779095" y="2328569"/>
            <a:ext cx="1301533" cy="307777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Competitive FX payments for SMEs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37CDB50-8FEA-4D41-8787-BC852F07D01C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205200" y="2328569"/>
            <a:ext cx="1301533" cy="461665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Perfect for SMEs with need low volume transfers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04B9060-A460-4675-A0BF-5A89138DA066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4631305" y="2328569"/>
            <a:ext cx="1301533" cy="461665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For businesses with regular international transfers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E7CAAAD-DF0F-4046-8A85-DDF3D46BE608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6057410" y="2328569"/>
            <a:ext cx="1301533" cy="461665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For expanding businesses to pay all stakeholders easily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4B264D8-F831-46CD-9899-6E9815DF0D57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7483515" y="2328569"/>
            <a:ext cx="1301533" cy="461665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For new or small businesses with basic banking needs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1EA57E1-EE2C-4A25-94F5-9837506084B8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8909620" y="2328569"/>
            <a:ext cx="1301533" cy="307777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For businesses with more banking activity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05A6A41-FD1E-422F-87E8-0320AC61762C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10335729" y="2328569"/>
            <a:ext cx="1301533" cy="461665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000">
                <a:solidFill>
                  <a:srgbClr val="000000"/>
                </a:solidFill>
                <a:cs typeface="Arial"/>
              </a:rPr>
              <a:t>For established businesses with higher balances</a:t>
            </a:r>
          </a:p>
        </p:txBody>
      </p:sp>
      <p:pic>
        <p:nvPicPr>
          <p:cNvPr id="1031" name="CustomIcon">
            <a:extLst>
              <a:ext uri="{FF2B5EF4-FFF2-40B4-BE49-F238E27FC236}">
                <a16:creationId xmlns:a16="http://schemas.microsoft.com/office/drawing/2014/main" id="{23052479-C398-FA4B-0833-C9AA0DE99F4B}"/>
              </a:ext>
            </a:extLst>
          </p:cNvPr>
          <p:cNvPicPr>
            <a:picLocks noChangeAspect="1"/>
          </p:cNvPicPr>
          <p:nvPr>
            <p:custDataLst>
              <p:tags r:id="rId37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554734" y="2550300"/>
            <a:ext cx="275272" cy="275272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89C0306E-D2FB-2D0D-5008-69B67EECB1E8}"/>
              </a:ext>
            </a:extLst>
          </p:cNvPr>
          <p:cNvSpPr txBox="1"/>
          <p:nvPr>
            <p:custDataLst>
              <p:tags r:id="rId38"/>
            </p:custDataLst>
          </p:nvPr>
        </p:nvSpPr>
        <p:spPr>
          <a:xfrm>
            <a:off x="554734" y="2328569"/>
            <a:ext cx="1083023" cy="18466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t" anchorCtr="0">
            <a:sp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None/>
            </a:pPr>
            <a:r>
              <a:rPr lang="en-US" sz="1200" b="1">
                <a:solidFill>
                  <a:srgbClr val="000000"/>
                </a:solidFill>
                <a:cs typeface="Arial"/>
              </a:rPr>
              <a:t>Offering</a:t>
            </a:r>
          </a:p>
        </p:txBody>
      </p:sp>
      <p:sp>
        <p:nvSpPr>
          <p:cNvPr id="4" name="TrackerNumBlue 164">
            <a:extLst>
              <a:ext uri="{FF2B5EF4-FFF2-40B4-BE49-F238E27FC236}">
                <a16:creationId xmlns:a16="http://schemas.microsoft.com/office/drawing/2014/main" id="{BD81E53D-8284-07FD-31D9-F5F27C5EED4C}"/>
              </a:ext>
            </a:extLst>
          </p:cNvPr>
          <p:cNvSpPr/>
          <p:nvPr>
            <p:custDataLst>
              <p:tags r:id="rId39"/>
            </p:custDataLst>
          </p:nvPr>
        </p:nvSpPr>
        <p:spPr>
          <a:xfrm>
            <a:off x="121444" y="530336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6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40D7CF35-84A7-4F3F-8CD9-5F770081BBA7}"/>
              </a:ext>
            </a:extLst>
          </p:cNvPr>
          <p:cNvSpPr txBox="1"/>
          <p:nvPr/>
        </p:nvSpPr>
        <p:spPr>
          <a:xfrm>
            <a:off x="1779095" y="3678541"/>
            <a:ext cx="1301533" cy="238526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Free FAST and GIRO for payments via DBS IDEAL. (Excl. bulk transactions and payroll)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S$30 fee for outward telegraphic transfers, excl. agent bank fees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S$1,000 initial deposit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Competitive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 FX rates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fall below service charge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3F2634E-0DC3-96CA-A5CF-A49C0DE4C273}"/>
              </a:ext>
            </a:extLst>
          </p:cNvPr>
          <p:cNvSpPr txBox="1"/>
          <p:nvPr/>
        </p:nvSpPr>
        <p:spPr>
          <a:xfrm>
            <a:off x="3205200" y="3678541"/>
            <a:ext cx="1301533" cy="238526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5 international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Unlimited local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Same day value for 5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commission on FX cash deposits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inward transfer fees for ACH domestic transfers.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salary processing fees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71022C17-E25E-1765-986A-64EA54AD111A}"/>
              </a:ext>
            </a:extLst>
          </p:cNvPr>
          <p:cNvSpPr txBox="1"/>
          <p:nvPr/>
        </p:nvSpPr>
        <p:spPr>
          <a:xfrm>
            <a:off x="4631305" y="3678541"/>
            <a:ext cx="1301533" cy="246221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15 international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Unlimited local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Same day value for 15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commission on 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FX cash deposits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inward transfer fees for ACH domestic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salary processing fees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2A49E12-0E8C-A13B-FCB1-1255BFC1FD14}"/>
              </a:ext>
            </a:extLst>
          </p:cNvPr>
          <p:cNvSpPr txBox="1"/>
          <p:nvPr/>
        </p:nvSpPr>
        <p:spPr>
          <a:xfrm>
            <a:off x="6057410" y="3678541"/>
            <a:ext cx="1301533" cy="238526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30 international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Unlimited local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Same day value for 30 transfers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commission on FX cash deposits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inward transfer fees for ACH domestic transfers.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No salary processing fees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9D65BF3-277F-796B-C13B-C9D126C0AE19}"/>
              </a:ext>
            </a:extLst>
          </p:cNvPr>
          <p:cNvSpPr txBox="1"/>
          <p:nvPr/>
        </p:nvSpPr>
        <p:spPr>
          <a:xfrm>
            <a:off x="7483515" y="3678541"/>
            <a:ext cx="1301533" cy="1769715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125 free transactions with $0.5 per extra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25 free cash deposit units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50% discount on first check order up to $50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Paper statement - $6.50 without check images, $9.00 with check images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60550895-B8B5-3B70-AEF6-55F785A39982}"/>
              </a:ext>
            </a:extLst>
          </p:cNvPr>
          <p:cNvSpPr txBox="1"/>
          <p:nvPr/>
        </p:nvSpPr>
        <p:spPr>
          <a:xfrm>
            <a:off x="8909620" y="3678541"/>
            <a:ext cx="1301533" cy="1769715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350 free transactions with $0.45 per extra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125 free cash deposit units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50% discount on first check order up to $100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Paper statement – free without check images, $6 with check images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5EB78E69-60CB-426B-5D3B-877434B0DD48}"/>
              </a:ext>
            </a:extLst>
          </p:cNvPr>
          <p:cNvSpPr txBox="1"/>
          <p:nvPr/>
        </p:nvSpPr>
        <p:spPr>
          <a:xfrm>
            <a:off x="10335729" y="3678541"/>
            <a:ext cx="1301533" cy="1769715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550 free transactions with $0.4 per extra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250 free cash deposit units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50% discount on first check order up to $100</a:t>
            </a:r>
          </a:p>
          <a:p>
            <a:r>
              <a:rPr lang="en-US" sz="1000">
                <a:latin typeface="+mn-lt"/>
                <a:ea typeface="+mn-ea"/>
                <a:cs typeface="Arial" panose="020B0604020202020204" pitchFamily="34" charset="0"/>
              </a:rPr>
              <a:t>Paper statement – free with or without check images</a:t>
            </a:r>
          </a:p>
        </p:txBody>
      </p:sp>
    </p:spTree>
    <p:extLst>
      <p:ext uri="{BB962C8B-B14F-4D97-AF65-F5344CB8AC3E}">
        <p14:creationId xmlns:p14="http://schemas.microsoft.com/office/powerpoint/2010/main" val="31552129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2" hidden="1">
            <a:extLst>
              <a:ext uri="{FF2B5EF4-FFF2-40B4-BE49-F238E27FC236}">
                <a16:creationId xmlns:a16="http://schemas.microsoft.com/office/drawing/2014/main" id="{7498938D-6D9C-4EC9-A0F0-BCC7E1550CC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9979289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3" imgW="592" imgH="591" progId="TCLayout.ActiveDocument.1">
                  <p:embed/>
                </p:oleObj>
              </mc:Choice>
              <mc:Fallback>
                <p:oleObj name="think-cell Slide" r:id="rId33" imgW="592" imgH="591" progId="TCLayout.ActiveDocument.1">
                  <p:embed/>
                  <p:pic>
                    <p:nvPicPr>
                      <p:cNvPr id="4" name="Object 2" hidden="1">
                        <a:extLst>
                          <a:ext uri="{FF2B5EF4-FFF2-40B4-BE49-F238E27FC236}">
                            <a16:creationId xmlns:a16="http://schemas.microsoft.com/office/drawing/2014/main" id="{7498938D-6D9C-4EC9-A0F0-BCC7E1550CC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1" hidden="1">
            <a:extLst>
              <a:ext uri="{FF2B5EF4-FFF2-40B4-BE49-F238E27FC236}">
                <a16:creationId xmlns:a16="http://schemas.microsoft.com/office/drawing/2014/main" id="{D317607E-362A-4B95-8501-177D0FA6568D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  <a:sym typeface="Arial" panose="020B0604020202020204" pitchFamily="34" charset="0"/>
            </a:endParaRPr>
          </a:p>
        </p:txBody>
      </p:sp>
      <p:sp>
        <p:nvSpPr>
          <p:cNvPr id="247" name="Freeform: Shape 246">
            <a:extLst>
              <a:ext uri="{FF2B5EF4-FFF2-40B4-BE49-F238E27FC236}">
                <a16:creationId xmlns:a16="http://schemas.microsoft.com/office/drawing/2014/main" id="{B1DD138E-488A-4A29-99BD-65D922F14C4D}"/>
              </a:ext>
            </a:extLst>
          </p:cNvPr>
          <p:cNvSpPr>
            <a:spLocks/>
          </p:cNvSpPr>
          <p:nvPr/>
        </p:nvSpPr>
        <p:spPr>
          <a:xfrm>
            <a:off x="1650215" y="3281539"/>
            <a:ext cx="3389137" cy="2595802"/>
          </a:xfrm>
          <a:custGeom>
            <a:avLst/>
            <a:gdLst>
              <a:gd name="connsiteX0" fmla="*/ 0 w 3389137"/>
              <a:gd name="connsiteY0" fmla="*/ 0 h 2595802"/>
              <a:gd name="connsiteX1" fmla="*/ 1256499 w 3389137"/>
              <a:gd name="connsiteY1" fmla="*/ 0 h 2595802"/>
              <a:gd name="connsiteX2" fmla="*/ 1536012 w 3389137"/>
              <a:gd name="connsiteY2" fmla="*/ 0 h 2595802"/>
              <a:gd name="connsiteX3" fmla="*/ 3389137 w 3389137"/>
              <a:gd name="connsiteY3" fmla="*/ 0 h 2595802"/>
              <a:gd name="connsiteX4" fmla="*/ 3389137 w 3389137"/>
              <a:gd name="connsiteY4" fmla="*/ 728982 h 2595802"/>
              <a:gd name="connsiteX5" fmla="*/ 1536012 w 3389137"/>
              <a:gd name="connsiteY5" fmla="*/ 728982 h 2595802"/>
              <a:gd name="connsiteX6" fmla="*/ 1536012 w 3389137"/>
              <a:gd name="connsiteY6" fmla="*/ 2595802 h 2595802"/>
              <a:gd name="connsiteX7" fmla="*/ 0 w 3389137"/>
              <a:gd name="connsiteY7" fmla="*/ 2595802 h 2595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89137" h="2595802">
                <a:moveTo>
                  <a:pt x="0" y="0"/>
                </a:moveTo>
                <a:lnTo>
                  <a:pt x="1256499" y="0"/>
                </a:lnTo>
                <a:lnTo>
                  <a:pt x="1536012" y="0"/>
                </a:lnTo>
                <a:lnTo>
                  <a:pt x="3389137" y="0"/>
                </a:lnTo>
                <a:lnTo>
                  <a:pt x="3389137" y="728982"/>
                </a:lnTo>
                <a:lnTo>
                  <a:pt x="1536012" y="728982"/>
                </a:lnTo>
                <a:lnTo>
                  <a:pt x="1536012" y="2595802"/>
                </a:lnTo>
                <a:lnTo>
                  <a:pt x="0" y="2595802"/>
                </a:lnTo>
                <a:close/>
              </a:path>
            </a:pathLst>
          </a:custGeom>
          <a:solidFill>
            <a:schemeClr val="bg1"/>
          </a:solidFill>
          <a:ln w="6350" cap="sq">
            <a:solidFill>
              <a:srgbClr val="E6E6E6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A6B9C21-D73E-46F6-B8D6-46141D12C06D}"/>
              </a:ext>
            </a:extLst>
          </p:cNvPr>
          <p:cNvSpPr>
            <a:spLocks noGrp="1"/>
          </p:cNvSpPr>
          <p:nvPr>
            <p:ph type="title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rtlCol="0" anchor="b" anchorCtr="0">
            <a:noAutofit/>
          </a:bodyPr>
          <a:lstStyle/>
          <a:p>
            <a:pPr rtl="0"/>
            <a:r>
              <a:rPr lang="en-US"/>
              <a:t>Target pricing model concept includes risk-based component, elasticity and client’s total profitability</a:t>
            </a:r>
          </a:p>
        </p:txBody>
      </p:sp>
      <p:sp>
        <p:nvSpPr>
          <p:cNvPr id="6" name="Subtitle 5">
            <a:extLst>
              <a:ext uri="{FF2B5EF4-FFF2-40B4-BE49-F238E27FC236}">
                <a16:creationId xmlns:a16="http://schemas.microsoft.com/office/drawing/2014/main" id="{EB340DD2-61F3-A64E-7CE0-C025D032ACB9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899227C-2781-2AFF-D5C3-8C0A8C2F96C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3. Unit of measure">
            <a:extLst>
              <a:ext uri="{FF2B5EF4-FFF2-40B4-BE49-F238E27FC236}">
                <a16:creationId xmlns:a16="http://schemas.microsoft.com/office/drawing/2014/main" id="{D5140B9E-D3C7-433C-987F-020DE5754E57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554736" y="1671954"/>
            <a:ext cx="11082528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0" rtlCol="0" anchor="t" anchorCtr="0">
            <a:spAutoFit/>
          </a:bodyPr>
          <a:lstStyle>
            <a:lvl1pPr defTabSz="895350">
              <a:defRPr sz="2400">
                <a:solidFill>
                  <a:schemeClr val="tx1"/>
                </a:solidFill>
                <a:latin typeface="Arial" charset="0"/>
              </a:defRPr>
            </a:lvl1pPr>
            <a:lvl2pPr marL="447675" defTabSz="895350">
              <a:defRPr sz="2400">
                <a:solidFill>
                  <a:schemeClr val="tx1"/>
                </a:solidFill>
                <a:latin typeface="Arial" charset="0"/>
              </a:defRPr>
            </a:lvl2pPr>
            <a:lvl3pPr marL="895350" defTabSz="895350">
              <a:defRPr sz="2400">
                <a:solidFill>
                  <a:schemeClr val="tx1"/>
                </a:solidFill>
                <a:latin typeface="Arial" charset="0"/>
              </a:defRPr>
            </a:lvl3pPr>
            <a:lvl4pPr marL="1344613" defTabSz="895350">
              <a:defRPr sz="2400">
                <a:solidFill>
                  <a:schemeClr val="tx1"/>
                </a:solidFill>
                <a:latin typeface="Arial" charset="0"/>
              </a:defRPr>
            </a:lvl4pPr>
            <a:lvl5pPr marL="1792288" defTabSz="895350">
              <a:defRPr sz="2400">
                <a:solidFill>
                  <a:schemeClr val="tx1"/>
                </a:solidFill>
                <a:latin typeface="Arial" charset="0"/>
              </a:defRPr>
            </a:lvl5pPr>
            <a:lvl6pPr marL="22494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6pPr>
            <a:lvl7pPr marL="27066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7pPr>
            <a:lvl8pPr marL="31638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8pPr>
            <a:lvl9pPr marL="36210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Target pricing model in addition to transaction level risk, can also factor in customer value with respect to other products and customer price elasticity </a:t>
            </a: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45FA5124-A2A3-414F-8391-358153EA4A3E}"/>
              </a:ext>
            </a:extLst>
          </p:cNvPr>
          <p:cNvCxnSpPr/>
          <p:nvPr>
            <p:custDataLst>
              <p:tags r:id="rId3"/>
            </p:custDataLst>
          </p:nvPr>
        </p:nvCxnSpPr>
        <p:spPr bwMode="gray">
          <a:xfrm>
            <a:off x="5737225" y="2765425"/>
            <a:ext cx="328613" cy="0"/>
          </a:xfrm>
          <a:prstGeom prst="line">
            <a:avLst/>
          </a:prstGeom>
          <a:ln w="3175" cap="flat" cmpd="sng" algn="ctr">
            <a:solidFill>
              <a:srgbClr val="606060"/>
            </a:solidFill>
            <a:prstDash val="lgDash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2B941D2-1019-4491-9364-CAF0999E45BD}"/>
              </a:ext>
            </a:extLst>
          </p:cNvPr>
          <p:cNvCxnSpPr/>
          <p:nvPr>
            <p:custDataLst>
              <p:tags r:id="rId4"/>
            </p:custDataLst>
          </p:nvPr>
        </p:nvCxnSpPr>
        <p:spPr bwMode="gray">
          <a:xfrm>
            <a:off x="6478588" y="3094038"/>
            <a:ext cx="328613" cy="0"/>
          </a:xfrm>
          <a:prstGeom prst="line">
            <a:avLst/>
          </a:prstGeom>
          <a:ln w="3175" cap="flat" cmpd="sng" algn="ctr">
            <a:solidFill>
              <a:srgbClr val="606060"/>
            </a:solidFill>
            <a:prstDash val="lgDash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48264015-171F-42F1-A3EF-09766C87C36B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7218363" y="3586163"/>
            <a:ext cx="328613" cy="0"/>
          </a:xfrm>
          <a:prstGeom prst="line">
            <a:avLst/>
          </a:prstGeom>
          <a:ln w="3175" cap="flat" cmpd="sng" algn="ctr">
            <a:solidFill>
              <a:srgbClr val="606060"/>
            </a:solidFill>
            <a:prstDash val="lgDash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738D443D-BA2B-4DC0-9F4C-3265C394BFF1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7959725" y="3586163"/>
            <a:ext cx="328613" cy="0"/>
          </a:xfrm>
          <a:prstGeom prst="line">
            <a:avLst/>
          </a:prstGeom>
          <a:ln w="3175" cap="flat" cmpd="sng" algn="ctr">
            <a:solidFill>
              <a:srgbClr val="606060"/>
            </a:solidFill>
            <a:prstDash val="lgDash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Rectangle 133">
            <a:extLst>
              <a:ext uri="{FF2B5EF4-FFF2-40B4-BE49-F238E27FC236}">
                <a16:creationId xmlns:a16="http://schemas.microsoft.com/office/drawing/2014/main" id="{3741C09C-0B21-444D-9194-43691BB5F187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7546975" y="3582988"/>
            <a:ext cx="412750" cy="635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" tIns="73152" rIns="73152" bIns="73152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D776D763-166F-2EAB-E6AA-03EDC34A711C}"/>
              </a:ext>
            </a:extLst>
          </p:cNvPr>
          <p:cNvGraphicFramePr/>
          <p:nvPr>
            <p:custDataLst>
              <p:tags r:id="rId8"/>
            </p:custDataLst>
            <p:extLst>
              <p:ext uri="{D42A27DB-BD31-4B8C-83A1-F6EECF244321}">
                <p14:modId xmlns:p14="http://schemas.microsoft.com/office/powerpoint/2010/main" val="2518312498"/>
              </p:ext>
            </p:extLst>
          </p:nvPr>
        </p:nvGraphicFramePr>
        <p:xfrm>
          <a:off x="5080000" y="2682875"/>
          <a:ext cx="3867150" cy="1149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5"/>
          </a:graphicData>
        </a:graphic>
      </p:graphicFrame>
      <p:sp>
        <p:nvSpPr>
          <p:cNvPr id="137" name="BodyText">
            <a:extLst>
              <a:ext uri="{FF2B5EF4-FFF2-40B4-BE49-F238E27FC236}">
                <a16:creationId xmlns:a16="http://schemas.microsoft.com/office/drawing/2014/main" id="{228478DC-85D1-421B-BEB2-C4299B25B83C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5314950" y="3783013"/>
            <a:ext cx="4318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180000" indent="-180000" algn="l" defTabSz="914400" rtl="0" eaLnBrk="1" latinLnBrk="0" hangingPunct="1">
              <a:spcBef>
                <a:spcPts val="700"/>
              </a:spcBef>
              <a:buFont typeface="Arial" panose="020B0604020202020204" pitchFamily="34" charset="0"/>
              <a:buChar char="•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–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90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08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2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4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6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+mn-lt"/>
              </a:rPr>
              <a:t>Total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+mn-lt"/>
              </a:rPr>
              <a:t>customer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+mn-lt"/>
              </a:rPr>
              <a:t>value </a:t>
            </a:r>
            <a:endParaRPr kumimoji="0" lang="en-US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+mn-lt"/>
            </a:endParaRPr>
          </a:p>
        </p:txBody>
      </p:sp>
      <p:sp>
        <p:nvSpPr>
          <p:cNvPr id="136" name="BodyText">
            <a:extLst>
              <a:ext uri="{FF2B5EF4-FFF2-40B4-BE49-F238E27FC236}">
                <a16:creationId xmlns:a16="http://schemas.microsoft.com/office/drawing/2014/main" id="{6440285B-FAAC-4C31-95EC-9B7649874F4B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6046788" y="3783013"/>
            <a:ext cx="45085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180000" indent="-180000" algn="l" defTabSz="914400" rtl="0" eaLnBrk="1" latinLnBrk="0" hangingPunct="1">
              <a:spcBef>
                <a:spcPts val="700"/>
              </a:spcBef>
              <a:buFont typeface="Arial" panose="020B0604020202020204" pitchFamily="34" charset="0"/>
              <a:buChar char="•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–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90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08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2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4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6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+mn-lt"/>
              </a:rPr>
              <a:t>Product 1</a:t>
            </a:r>
            <a:endParaRPr kumimoji="0" lang="en-US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+mn-lt"/>
            </a:endParaRPr>
          </a:p>
        </p:txBody>
      </p:sp>
      <p:sp>
        <p:nvSpPr>
          <p:cNvPr id="138" name="BodyText">
            <a:extLst>
              <a:ext uri="{FF2B5EF4-FFF2-40B4-BE49-F238E27FC236}">
                <a16:creationId xmlns:a16="http://schemas.microsoft.com/office/drawing/2014/main" id="{0F663227-BE35-4301-A62C-8EBF4E64BEC4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auto">
          <a:xfrm>
            <a:off x="6786563" y="3783013"/>
            <a:ext cx="45085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180000" indent="-180000" algn="l" defTabSz="914400" rtl="0" eaLnBrk="1" latinLnBrk="0" hangingPunct="1">
              <a:spcBef>
                <a:spcPts val="700"/>
              </a:spcBef>
              <a:buFont typeface="Arial" panose="020B0604020202020204" pitchFamily="34" charset="0"/>
              <a:buChar char="•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–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90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08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2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4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6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+mn-lt"/>
              </a:rPr>
              <a:t>Product 2</a:t>
            </a:r>
            <a:endParaRPr kumimoji="0" lang="en-US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+mn-lt"/>
            </a:endParaRPr>
          </a:p>
        </p:txBody>
      </p:sp>
      <p:sp>
        <p:nvSpPr>
          <p:cNvPr id="139" name="BodyText">
            <a:extLst>
              <a:ext uri="{FF2B5EF4-FFF2-40B4-BE49-F238E27FC236}">
                <a16:creationId xmlns:a16="http://schemas.microsoft.com/office/drawing/2014/main" id="{F101E50A-8C34-44D4-941F-E88405992E0B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auto">
          <a:xfrm>
            <a:off x="7696200" y="3783013"/>
            <a:ext cx="11430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180000" indent="-180000" algn="l" defTabSz="914400" rtl="0" eaLnBrk="1" latinLnBrk="0" hangingPunct="1">
              <a:spcBef>
                <a:spcPts val="700"/>
              </a:spcBef>
              <a:buFont typeface="Arial" panose="020B0604020202020204" pitchFamily="34" charset="0"/>
              <a:buChar char="•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–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90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08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2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4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6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+mn-lt"/>
              </a:rPr>
              <a:t>…</a:t>
            </a:r>
            <a:endParaRPr kumimoji="0" lang="en-US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+mn-lt"/>
            </a:endParaRPr>
          </a:p>
        </p:txBody>
      </p:sp>
      <p:sp>
        <p:nvSpPr>
          <p:cNvPr id="140" name="BodyText">
            <a:extLst>
              <a:ext uri="{FF2B5EF4-FFF2-40B4-BE49-F238E27FC236}">
                <a16:creationId xmlns:a16="http://schemas.microsoft.com/office/drawing/2014/main" id="{E9192356-D304-4B9E-ACE6-BA6B505C9FD5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auto">
          <a:xfrm>
            <a:off x="8259764" y="3783013"/>
            <a:ext cx="4667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180000" indent="-180000" algn="l" defTabSz="914400" rtl="0" eaLnBrk="1" latinLnBrk="0" hangingPunct="1">
              <a:spcBef>
                <a:spcPts val="700"/>
              </a:spcBef>
              <a:buFont typeface="Arial" panose="020B0604020202020204" pitchFamily="34" charset="0"/>
              <a:buChar char="•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–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90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08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26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44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620000" indent="-180000" algn="l" defTabSz="914400" rtl="0" eaLnBrk="1" latinLnBrk="0" hangingPunct="1">
              <a:spcBef>
                <a:spcPts val="300"/>
              </a:spcBef>
              <a:buFont typeface="Arial" panose="020B0604020202020204" pitchFamily="34" charset="0"/>
              <a:buChar char="-"/>
              <a:defRPr sz="1400" ker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+mn-lt"/>
              </a:rPr>
              <a:t>Product N</a:t>
            </a:r>
            <a:endParaRPr kumimoji="0" lang="en-US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+mn-lt"/>
            </a:endParaRP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AE320508-7215-4783-B589-EB694BF86AE2}"/>
              </a:ext>
            </a:extLst>
          </p:cNvPr>
          <p:cNvGrpSpPr/>
          <p:nvPr>
            <p:custDataLst>
              <p:tags r:id="rId14"/>
            </p:custDataLst>
          </p:nvPr>
        </p:nvGrpSpPr>
        <p:grpSpPr>
          <a:xfrm>
            <a:off x="554736" y="3373205"/>
            <a:ext cx="1034162" cy="752801"/>
            <a:chOff x="554736" y="3373205"/>
            <a:chExt cx="1034162" cy="752801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17D3F6D6-8E64-4470-9746-F581433E6420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554736" y="3373205"/>
              <a:ext cx="1034162" cy="752801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728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7288 w 1828800"/>
                <a:gd name="connsiteY1" fmla="*/ 0 h 914400"/>
                <a:gd name="connsiteX2" fmla="*/ 1828800 w 1828800"/>
                <a:gd name="connsiteY2" fmla="*/ 457200 h 914400"/>
                <a:gd name="connsiteX3" fmla="*/ 155728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7288 w 1828800"/>
                <a:gd name="connsiteY1" fmla="*/ 0 h 914400"/>
                <a:gd name="connsiteX2" fmla="*/ 1828800 w 1828800"/>
                <a:gd name="connsiteY2" fmla="*/ 457200 h 914400"/>
                <a:gd name="connsiteX3" fmla="*/ 1557288 w 1828800"/>
                <a:gd name="connsiteY3" fmla="*/ 914400 h 914400"/>
                <a:gd name="connsiteX4" fmla="*/ 0 w 1828800"/>
                <a:gd name="connsiteY4" fmla="*/ 914400 h 914400"/>
                <a:gd name="connsiteX5" fmla="*/ 25405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57288 w 1828800"/>
                <a:gd name="connsiteY3" fmla="*/ 914400 h 914400"/>
                <a:gd name="connsiteX4" fmla="*/ 0 w 1828800"/>
                <a:gd name="connsiteY4" fmla="*/ 914400 h 914400"/>
                <a:gd name="connsiteX5" fmla="*/ 25405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25405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1572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1572 w 1828800"/>
                <a:gd name="connsiteY1" fmla="*/ 0 h 914400"/>
                <a:gd name="connsiteX2" fmla="*/ 1828800 w 1828800"/>
                <a:gd name="connsiteY2" fmla="*/ 457200 h 914400"/>
                <a:gd name="connsiteX3" fmla="*/ 1551572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1572 w 1828800"/>
                <a:gd name="connsiteY1" fmla="*/ 0 h 914400"/>
                <a:gd name="connsiteX2" fmla="*/ 1828800 w 1828800"/>
                <a:gd name="connsiteY2" fmla="*/ 457200 h 914400"/>
                <a:gd name="connsiteX3" fmla="*/ 1551572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551572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160342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160342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160342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239624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239624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239624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589176" y="0"/>
                  </a:lnTo>
                  <a:lnTo>
                    <a:pt x="1828800" y="457200"/>
                  </a:lnTo>
                  <a:lnTo>
                    <a:pt x="1589176" y="914400"/>
                  </a:lnTo>
                  <a:lnTo>
                    <a:pt x="0" y="914400"/>
                  </a:lnTo>
                  <a:lnTo>
                    <a:pt x="0" y="457201"/>
                  </a:lnTo>
                  <a:close/>
                </a:path>
              </a:pathLst>
            </a:custGeom>
            <a:solidFill>
              <a:schemeClr val="accent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2EFD3B7E-C1E6-4B4E-8C25-3B0B580A7BB2}"/>
                </a:ext>
              </a:extLst>
            </p:cNvPr>
            <p:cNvSpPr txBox="1"/>
            <p:nvPr>
              <p:custDataLst>
                <p:tags r:id="rId30"/>
              </p:custDataLst>
            </p:nvPr>
          </p:nvSpPr>
          <p:spPr>
            <a:xfrm>
              <a:off x="618236" y="3425483"/>
              <a:ext cx="835158" cy="648245"/>
            </a:xfrm>
            <a:prstGeom prst="rect">
              <a:avLst/>
            </a:prstGeom>
            <a:solidFill>
              <a:schemeClr val="accent1"/>
            </a:solidFill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ru-RU" sz="1600" baseline="0" dirty="0">
                  <a:latin typeface="+mn-lt"/>
                </a:defRPr>
              </a:lvl1pPr>
              <a:lvl2pPr marL="180000" lvl="1" indent="-180000" defTabSz="895350" eaLnBrk="1" latinLnBrk="0" hangingPunct="1">
                <a:buClr>
                  <a:schemeClr val="tx1"/>
                </a:buClr>
                <a:buSzPct val="125000"/>
                <a:buFont typeface="Arial" panose="020B0604020202020204" pitchFamily="34" charset="0"/>
                <a:buChar char="•"/>
                <a:defRPr lang="ru-RU" sz="1600" baseline="0" dirty="0">
                  <a:latin typeface="+mn-lt"/>
                </a:defRPr>
              </a:lvl2pPr>
              <a:lvl3pPr marL="360000" lvl="2" indent="-180000" defTabSz="895350" eaLnBrk="1" latinLnBrk="0" hangingPunct="1">
                <a:buClr>
                  <a:schemeClr val="tx1"/>
                </a:buClr>
                <a:buSzPct val="120000"/>
                <a:buFont typeface="Arial" panose="020B0604020202020204" pitchFamily="34" charset="0"/>
                <a:buChar char="◦"/>
                <a:defRPr lang="ru-RU" sz="1600" baseline="0" dirty="0">
                  <a:latin typeface="+mn-lt"/>
                </a:defRPr>
              </a:lvl3pPr>
              <a:lvl4pPr marL="540000" lvl="3" indent="-180000" defTabSz="895350" eaLnBrk="1" latinLnBrk="0" hangingPunct="1">
                <a:buClr>
                  <a:schemeClr val="tx1"/>
                </a:buClr>
                <a:buSzPct val="110000"/>
                <a:buFont typeface="Arial" panose="020B0604020202020204" pitchFamily="34" charset="0"/>
                <a:buChar char="•"/>
                <a:defRPr lang="ru-RU" sz="1600" baseline="0" dirty="0">
                  <a:latin typeface="+mn-lt"/>
                </a:defRPr>
              </a:lvl4pPr>
              <a:lvl5pPr marL="720000" lvl="4" indent="-180000" defTabSz="895350" eaLnBrk="1" latinLnBrk="0" hangingPunct="1">
                <a:buClr>
                  <a:schemeClr val="tx1"/>
                </a:buClr>
                <a:buSzPct val="100000"/>
                <a:buFont typeface="Arial" panose="020B0604020202020204" pitchFamily="34" charset="0"/>
                <a:buChar char="◦"/>
                <a:defRPr lang="ru-RU" sz="1600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pPr marL="0" marR="0" lvl="0" indent="0" algn="l" defTabSz="89535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805F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Risk </a:t>
              </a:r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522CE336-1E73-4D4F-9D5E-4EAF2A0AF731}"/>
              </a:ext>
            </a:extLst>
          </p:cNvPr>
          <p:cNvGrpSpPr/>
          <p:nvPr>
            <p:custDataLst>
              <p:tags r:id="rId15"/>
            </p:custDataLst>
          </p:nvPr>
        </p:nvGrpSpPr>
        <p:grpSpPr>
          <a:xfrm>
            <a:off x="554736" y="4203039"/>
            <a:ext cx="1034162" cy="752801"/>
            <a:chOff x="554736" y="4203039"/>
            <a:chExt cx="1034162" cy="752801"/>
          </a:xfrm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2BDF3F2B-E2DF-42FB-98DE-372914439BC8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554736" y="4203039"/>
              <a:ext cx="1034162" cy="752801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728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7288 w 1828800"/>
                <a:gd name="connsiteY1" fmla="*/ 0 h 914400"/>
                <a:gd name="connsiteX2" fmla="*/ 1828800 w 1828800"/>
                <a:gd name="connsiteY2" fmla="*/ 457200 h 914400"/>
                <a:gd name="connsiteX3" fmla="*/ 155728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7288 w 1828800"/>
                <a:gd name="connsiteY1" fmla="*/ 0 h 914400"/>
                <a:gd name="connsiteX2" fmla="*/ 1828800 w 1828800"/>
                <a:gd name="connsiteY2" fmla="*/ 457200 h 914400"/>
                <a:gd name="connsiteX3" fmla="*/ 1557288 w 1828800"/>
                <a:gd name="connsiteY3" fmla="*/ 914400 h 914400"/>
                <a:gd name="connsiteX4" fmla="*/ 0 w 1828800"/>
                <a:gd name="connsiteY4" fmla="*/ 914400 h 914400"/>
                <a:gd name="connsiteX5" fmla="*/ 25405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57288 w 1828800"/>
                <a:gd name="connsiteY3" fmla="*/ 914400 h 914400"/>
                <a:gd name="connsiteX4" fmla="*/ 0 w 1828800"/>
                <a:gd name="connsiteY4" fmla="*/ 914400 h 914400"/>
                <a:gd name="connsiteX5" fmla="*/ 25405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25405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1572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1572 w 1828800"/>
                <a:gd name="connsiteY1" fmla="*/ 0 h 914400"/>
                <a:gd name="connsiteX2" fmla="*/ 1828800 w 1828800"/>
                <a:gd name="connsiteY2" fmla="*/ 457200 h 914400"/>
                <a:gd name="connsiteX3" fmla="*/ 1551572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1572 w 1828800"/>
                <a:gd name="connsiteY1" fmla="*/ 0 h 914400"/>
                <a:gd name="connsiteX2" fmla="*/ 1828800 w 1828800"/>
                <a:gd name="connsiteY2" fmla="*/ 457200 h 914400"/>
                <a:gd name="connsiteX3" fmla="*/ 1551572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551572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160342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160342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160342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239624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239624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239624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589176" y="0"/>
                  </a:lnTo>
                  <a:lnTo>
                    <a:pt x="1828800" y="457200"/>
                  </a:lnTo>
                  <a:lnTo>
                    <a:pt x="1589176" y="914400"/>
                  </a:lnTo>
                  <a:lnTo>
                    <a:pt x="0" y="914400"/>
                  </a:lnTo>
                  <a:lnTo>
                    <a:pt x="0" y="457201"/>
                  </a:lnTo>
                  <a:close/>
                </a:path>
              </a:pathLst>
            </a:custGeom>
            <a:solidFill>
              <a:schemeClr val="accent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6BAC621-7C01-4EDC-B239-02FB725662F2}"/>
                </a:ext>
              </a:extLst>
            </p:cNvPr>
            <p:cNvSpPr txBox="1"/>
            <p:nvPr>
              <p:custDataLst>
                <p:tags r:id="rId28"/>
              </p:custDataLst>
            </p:nvPr>
          </p:nvSpPr>
          <p:spPr>
            <a:xfrm>
              <a:off x="618236" y="4255316"/>
              <a:ext cx="835158" cy="648247"/>
            </a:xfrm>
            <a:prstGeom prst="rect">
              <a:avLst/>
            </a:prstGeom>
            <a:solidFill>
              <a:schemeClr val="accent1"/>
            </a:solidFill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ru-RU" sz="1600" baseline="0" dirty="0">
                  <a:latin typeface="+mn-lt"/>
                </a:defRPr>
              </a:lvl1pPr>
              <a:lvl2pPr marL="180000" lvl="1" indent="-180000" defTabSz="895350" eaLnBrk="1" latinLnBrk="0" hangingPunct="1">
                <a:buClr>
                  <a:schemeClr val="tx1"/>
                </a:buClr>
                <a:buSzPct val="125000"/>
                <a:buFont typeface="Arial" panose="020B0604020202020204" pitchFamily="34" charset="0"/>
                <a:buChar char="•"/>
                <a:defRPr lang="ru-RU" sz="1600" baseline="0" dirty="0">
                  <a:latin typeface="+mn-lt"/>
                </a:defRPr>
              </a:lvl2pPr>
              <a:lvl3pPr marL="360000" lvl="2" indent="-180000" defTabSz="895350" eaLnBrk="1" latinLnBrk="0" hangingPunct="1">
                <a:buClr>
                  <a:schemeClr val="tx1"/>
                </a:buClr>
                <a:buSzPct val="120000"/>
                <a:buFont typeface="Arial" panose="020B0604020202020204" pitchFamily="34" charset="0"/>
                <a:buChar char="◦"/>
                <a:defRPr lang="ru-RU" sz="1600" baseline="0" dirty="0">
                  <a:latin typeface="+mn-lt"/>
                </a:defRPr>
              </a:lvl3pPr>
              <a:lvl4pPr marL="540000" lvl="3" indent="-180000" defTabSz="895350" eaLnBrk="1" latinLnBrk="0" hangingPunct="1">
                <a:buClr>
                  <a:schemeClr val="tx1"/>
                </a:buClr>
                <a:buSzPct val="110000"/>
                <a:buFont typeface="Arial" panose="020B0604020202020204" pitchFamily="34" charset="0"/>
                <a:buChar char="•"/>
                <a:defRPr lang="ru-RU" sz="1600" baseline="0" dirty="0">
                  <a:latin typeface="+mn-lt"/>
                </a:defRPr>
              </a:lvl4pPr>
              <a:lvl5pPr marL="720000" lvl="4" indent="-180000" defTabSz="895350" eaLnBrk="1" latinLnBrk="0" hangingPunct="1">
                <a:buClr>
                  <a:schemeClr val="tx1"/>
                </a:buClr>
                <a:buSzPct val="100000"/>
                <a:buFont typeface="Arial" panose="020B0604020202020204" pitchFamily="34" charset="0"/>
                <a:buChar char="◦"/>
                <a:defRPr lang="ru-RU" sz="1600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pPr marL="0" marR="0" lvl="0" indent="0" algn="l" defTabSz="89535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805F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Temporary structure</a:t>
              </a: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F495C41A-8371-4F75-B9EB-0DC7D1DF101A}"/>
              </a:ext>
            </a:extLst>
          </p:cNvPr>
          <p:cNvGrpSpPr/>
          <p:nvPr>
            <p:custDataLst>
              <p:tags r:id="rId16"/>
            </p:custDataLst>
          </p:nvPr>
        </p:nvGrpSpPr>
        <p:grpSpPr>
          <a:xfrm>
            <a:off x="554736" y="5032874"/>
            <a:ext cx="1034162" cy="752801"/>
            <a:chOff x="554736" y="5032874"/>
            <a:chExt cx="1034162" cy="752801"/>
          </a:xfrm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B428767-7EE5-43A5-AA3D-381122D3A07D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554736" y="5032874"/>
              <a:ext cx="1034162" cy="752801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728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7288 w 1828800"/>
                <a:gd name="connsiteY1" fmla="*/ 0 h 914400"/>
                <a:gd name="connsiteX2" fmla="*/ 1828800 w 1828800"/>
                <a:gd name="connsiteY2" fmla="*/ 457200 h 914400"/>
                <a:gd name="connsiteX3" fmla="*/ 155728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7288 w 1828800"/>
                <a:gd name="connsiteY1" fmla="*/ 0 h 914400"/>
                <a:gd name="connsiteX2" fmla="*/ 1828800 w 1828800"/>
                <a:gd name="connsiteY2" fmla="*/ 457200 h 914400"/>
                <a:gd name="connsiteX3" fmla="*/ 1557288 w 1828800"/>
                <a:gd name="connsiteY3" fmla="*/ 914400 h 914400"/>
                <a:gd name="connsiteX4" fmla="*/ 0 w 1828800"/>
                <a:gd name="connsiteY4" fmla="*/ 914400 h 914400"/>
                <a:gd name="connsiteX5" fmla="*/ 25405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57288 w 1828800"/>
                <a:gd name="connsiteY3" fmla="*/ 914400 h 914400"/>
                <a:gd name="connsiteX4" fmla="*/ 0 w 1828800"/>
                <a:gd name="connsiteY4" fmla="*/ 914400 h 914400"/>
                <a:gd name="connsiteX5" fmla="*/ 25405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25405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74750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1572 w 1828800"/>
                <a:gd name="connsiteY1" fmla="*/ 0 h 914400"/>
                <a:gd name="connsiteX2" fmla="*/ 1828800 w 1828800"/>
                <a:gd name="connsiteY2" fmla="*/ 457200 h 914400"/>
                <a:gd name="connsiteX3" fmla="*/ 1574750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1572 w 1828800"/>
                <a:gd name="connsiteY1" fmla="*/ 0 h 914400"/>
                <a:gd name="connsiteX2" fmla="*/ 1828800 w 1828800"/>
                <a:gd name="connsiteY2" fmla="*/ 457200 h 914400"/>
                <a:gd name="connsiteX3" fmla="*/ 1551572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551572 w 1828800"/>
                <a:gd name="connsiteY1" fmla="*/ 0 h 914400"/>
                <a:gd name="connsiteX2" fmla="*/ 1828800 w 1828800"/>
                <a:gd name="connsiteY2" fmla="*/ 457200 h 914400"/>
                <a:gd name="connsiteX3" fmla="*/ 1551572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551572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160342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160342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160342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8458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66845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239624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239624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239624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  <a:gd name="connsiteX0" fmla="*/ 0 w 1828800"/>
                <a:gd name="connsiteY0" fmla="*/ 0 h 914400"/>
                <a:gd name="connsiteX1" fmla="*/ 1589176 w 1828800"/>
                <a:gd name="connsiteY1" fmla="*/ 0 h 914400"/>
                <a:gd name="connsiteX2" fmla="*/ 1828800 w 1828800"/>
                <a:gd name="connsiteY2" fmla="*/ 457200 h 914400"/>
                <a:gd name="connsiteX3" fmla="*/ 1589176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1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589176" y="0"/>
                  </a:lnTo>
                  <a:lnTo>
                    <a:pt x="1828800" y="457200"/>
                  </a:lnTo>
                  <a:lnTo>
                    <a:pt x="1589176" y="914400"/>
                  </a:lnTo>
                  <a:lnTo>
                    <a:pt x="0" y="914400"/>
                  </a:lnTo>
                  <a:lnTo>
                    <a:pt x="0" y="457201"/>
                  </a:lnTo>
                  <a:close/>
                </a:path>
              </a:pathLst>
            </a:custGeom>
            <a:solidFill>
              <a:schemeClr val="accent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E985F1A8-2052-4236-B049-5D58420337B6}"/>
                </a:ext>
              </a:extLst>
            </p:cNvPr>
            <p:cNvSpPr txBox="1"/>
            <p:nvPr>
              <p:custDataLst>
                <p:tags r:id="rId26"/>
              </p:custDataLst>
            </p:nvPr>
          </p:nvSpPr>
          <p:spPr>
            <a:xfrm>
              <a:off x="618236" y="5085151"/>
              <a:ext cx="835158" cy="648247"/>
            </a:xfrm>
            <a:prstGeom prst="rect">
              <a:avLst/>
            </a:prstGeom>
            <a:solidFill>
              <a:schemeClr val="accent1"/>
            </a:solidFill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ru-RU" sz="1600" baseline="0" dirty="0">
                  <a:latin typeface="+mn-lt"/>
                </a:defRPr>
              </a:lvl1pPr>
              <a:lvl2pPr marL="180000" lvl="1" indent="-180000" defTabSz="895350" eaLnBrk="1" latinLnBrk="0" hangingPunct="1">
                <a:buClr>
                  <a:schemeClr val="tx1"/>
                </a:buClr>
                <a:buSzPct val="125000"/>
                <a:buFont typeface="Arial" panose="020B0604020202020204" pitchFamily="34" charset="0"/>
                <a:buChar char="•"/>
                <a:defRPr lang="ru-RU" sz="1600" baseline="0" dirty="0">
                  <a:latin typeface="+mn-lt"/>
                </a:defRPr>
              </a:lvl2pPr>
              <a:lvl3pPr marL="360000" lvl="2" indent="-180000" defTabSz="895350" eaLnBrk="1" latinLnBrk="0" hangingPunct="1">
                <a:buClr>
                  <a:schemeClr val="tx1"/>
                </a:buClr>
                <a:buSzPct val="120000"/>
                <a:buFont typeface="Arial" panose="020B0604020202020204" pitchFamily="34" charset="0"/>
                <a:buChar char="◦"/>
                <a:defRPr lang="ru-RU" sz="1600" baseline="0" dirty="0">
                  <a:latin typeface="+mn-lt"/>
                </a:defRPr>
              </a:lvl3pPr>
              <a:lvl4pPr marL="540000" lvl="3" indent="-180000" defTabSz="895350" eaLnBrk="1" latinLnBrk="0" hangingPunct="1">
                <a:buClr>
                  <a:schemeClr val="tx1"/>
                </a:buClr>
                <a:buSzPct val="110000"/>
                <a:buFont typeface="Arial" panose="020B0604020202020204" pitchFamily="34" charset="0"/>
                <a:buChar char="•"/>
                <a:defRPr lang="ru-RU" sz="1600" baseline="0" dirty="0">
                  <a:latin typeface="+mn-lt"/>
                </a:defRPr>
              </a:lvl4pPr>
              <a:lvl5pPr marL="720000" lvl="4" indent="-180000" defTabSz="895350" eaLnBrk="1" latinLnBrk="0" hangingPunct="1">
                <a:buClr>
                  <a:schemeClr val="tx1"/>
                </a:buClr>
                <a:buSzPct val="100000"/>
                <a:buFont typeface="Arial" panose="020B0604020202020204" pitchFamily="34" charset="0"/>
                <a:buChar char="◦"/>
                <a:defRPr lang="ru-RU" sz="1600" baseline="0" dirty="0">
                  <a:latin typeface="+mn-lt"/>
                </a:defRPr>
              </a:lvl5pPr>
              <a:lvl6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6pPr>
              <a:lvl7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7pPr>
              <a:lvl8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8pPr>
              <a:lvl9pPr marL="999794" indent="-173575" defTabSz="119386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sz="2133" baseline="0">
                  <a:latin typeface="+mn-lt"/>
                </a:defRPr>
              </a:lvl9pPr>
            </a:lstStyle>
            <a:p>
              <a:pPr marL="0" marR="0" lvl="0" indent="0" algn="l" defTabSz="89535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805F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Segment specifics</a:t>
              </a:r>
              <a:endParaRPr kumimoji="0" lang="en-US" sz="1000" b="1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0078C5AD-6C48-496D-BB04-D8F358251032}"/>
              </a:ext>
            </a:extLst>
          </p:cNvPr>
          <p:cNvSpPr txBox="1">
            <a:spLocks/>
          </p:cNvSpPr>
          <p:nvPr/>
        </p:nvSpPr>
        <p:spPr bwMode="gray">
          <a:xfrm>
            <a:off x="1730547" y="2655505"/>
            <a:ext cx="1371111" cy="534368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1"/>
            </a:solidFill>
          </a:ln>
        </p:spPr>
        <p:txBody>
          <a:bodyPr vert="horz" wrap="square" lIns="36000" tIns="36000" rIns="36000" bIns="36000" rtlCol="0" anchor="ctr" anchorCtr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2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2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2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2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Risk-adjusted product base rate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B6920DE-48B3-4910-B2F5-49EE6FDE47DC}"/>
              </a:ext>
            </a:extLst>
          </p:cNvPr>
          <p:cNvSpPr txBox="1">
            <a:spLocks/>
          </p:cNvSpPr>
          <p:nvPr/>
        </p:nvSpPr>
        <p:spPr bwMode="gray">
          <a:xfrm>
            <a:off x="554736" y="2655505"/>
            <a:ext cx="1034162" cy="534368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1"/>
            </a:solidFill>
          </a:ln>
        </p:spPr>
        <p:txBody>
          <a:bodyPr vert="horz" wrap="square" lIns="36000" tIns="36000" rIns="36000" bIns="36000" rtlCol="0" anchor="ctr" anchorCtr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2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2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2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2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Transaction parameters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8E88994E-2CCE-4F89-9F87-639C906E8F64}"/>
              </a:ext>
            </a:extLst>
          </p:cNvPr>
          <p:cNvSpPr>
            <a:spLocks/>
          </p:cNvSpPr>
          <p:nvPr/>
        </p:nvSpPr>
        <p:spPr>
          <a:xfrm>
            <a:off x="1711533" y="3373205"/>
            <a:ext cx="1413378" cy="53436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lIns="36000" tIns="36000" rIns="36000" bIns="36000" rtlCol="0" anchor="ctr">
            <a:noAutofit/>
          </a:bodyPr>
          <a:lstStyle/>
          <a:p>
            <a:pPr marL="0" marR="0" lvl="0" indent="0" algn="l" defTabSz="914217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Funding costs</a:t>
            </a: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D97F0717-5DDC-4918-8C24-EA80E4BB66E4}"/>
              </a:ext>
            </a:extLst>
          </p:cNvPr>
          <p:cNvSpPr>
            <a:spLocks/>
          </p:cNvSpPr>
          <p:nvPr/>
        </p:nvSpPr>
        <p:spPr>
          <a:xfrm>
            <a:off x="2018112" y="5251307"/>
            <a:ext cx="1106798" cy="53436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lIns="36000" tIns="36000" rIns="36000" bIns="36000" rtlCol="0" anchor="ctr">
            <a:noAutofit/>
          </a:bodyPr>
          <a:lstStyle/>
          <a:p>
            <a:pPr marL="0" marR="0" lvl="0" indent="0" algn="l" defTabSz="914217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Cost of capital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6A48AF26-CB79-43C9-AA31-4DDA19D01C78}"/>
              </a:ext>
            </a:extLst>
          </p:cNvPr>
          <p:cNvSpPr>
            <a:spLocks/>
          </p:cNvSpPr>
          <p:nvPr/>
        </p:nvSpPr>
        <p:spPr>
          <a:xfrm>
            <a:off x="2018112" y="4662258"/>
            <a:ext cx="1106798" cy="53436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lIns="36000" tIns="36000" rIns="36000" bIns="36000" rtlCol="0" anchor="ctr">
            <a:noAutofit/>
          </a:bodyPr>
          <a:lstStyle/>
          <a:p>
            <a:pPr marL="0" marR="0" lvl="0" indent="0" algn="l" defTabSz="914217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Cost of risk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028EB4B8-0341-4B27-B351-ED083241A8A0}"/>
              </a:ext>
            </a:extLst>
          </p:cNvPr>
          <p:cNvSpPr>
            <a:spLocks/>
          </p:cNvSpPr>
          <p:nvPr/>
        </p:nvSpPr>
        <p:spPr>
          <a:xfrm>
            <a:off x="3871237" y="4662258"/>
            <a:ext cx="1106798" cy="534368"/>
          </a:xfrm>
          <a:prstGeom prst="rect">
            <a:avLst/>
          </a:prstGeom>
          <a:solidFill>
            <a:srgbClr val="E6E6E6"/>
          </a:solidFill>
          <a:ln w="9525" cap="flat" cmpd="sng" algn="ctr">
            <a:solidFill>
              <a:schemeClr val="bg1"/>
            </a:solidFill>
            <a:prstDash val="solid"/>
          </a:ln>
          <a:effectLst/>
        </p:spPr>
        <p:txBody>
          <a:bodyPr lIns="36000" tIns="36000" rIns="36000" bIns="36000" rtlCol="0" anchor="ctr">
            <a:noAutofit/>
          </a:bodyPr>
          <a:lstStyle/>
          <a:p>
            <a:pPr marL="0" marR="0" lvl="0" indent="0" algn="l" defTabSz="914217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Adjustment</a:t>
            </a:r>
            <a:b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for elasticity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126D02B2-D8B4-4182-94D2-4D0268367A92}"/>
              </a:ext>
            </a:extLst>
          </p:cNvPr>
          <p:cNvSpPr>
            <a:spLocks/>
          </p:cNvSpPr>
          <p:nvPr/>
        </p:nvSpPr>
        <p:spPr>
          <a:xfrm>
            <a:off x="3564657" y="3373205"/>
            <a:ext cx="1413378" cy="534368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</a:ln>
          <a:effectLst/>
        </p:spPr>
        <p:txBody>
          <a:bodyPr lIns="36000" tIns="36000" rIns="36000" bIns="36000" rtlCol="0" anchor="ctr">
            <a:noAutofit/>
          </a:bodyPr>
          <a:lstStyle/>
          <a:p>
            <a:pPr marL="0" marR="0" lvl="0" indent="0" algn="l" defTabSz="914217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Risk-adjusted </a:t>
            </a:r>
            <a:b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base rate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E1D1313D-770C-4DB2-89F7-FD80FD89A4C9}"/>
              </a:ext>
            </a:extLst>
          </p:cNvPr>
          <p:cNvSpPr>
            <a:spLocks/>
          </p:cNvSpPr>
          <p:nvPr/>
        </p:nvSpPr>
        <p:spPr>
          <a:xfrm>
            <a:off x="3564657" y="5251307"/>
            <a:ext cx="1413378" cy="534368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</a:ln>
          <a:effectLst/>
        </p:spPr>
        <p:txBody>
          <a:bodyPr lIns="36000" tIns="36000" rIns="36000" bIns="36000" rtlCol="0" anchor="ctr">
            <a:noAutofit/>
          </a:bodyPr>
          <a:lstStyle/>
          <a:p>
            <a:pPr marL="0" marR="0" lvl="0" indent="0" algn="l" defTabSz="914217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Min. rate adjusted for risk and profitability</a:t>
            </a: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D3287144-EC07-42E7-AFF7-03BFC63FA115}"/>
              </a:ext>
            </a:extLst>
          </p:cNvPr>
          <p:cNvSpPr>
            <a:spLocks/>
          </p:cNvSpPr>
          <p:nvPr/>
        </p:nvSpPr>
        <p:spPr>
          <a:xfrm>
            <a:off x="2018112" y="4073209"/>
            <a:ext cx="1106798" cy="53436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lIns="36000" tIns="36000" rIns="36000" bIns="36000" rtlCol="0" anchor="ctr">
            <a:noAutofit/>
          </a:bodyPr>
          <a:lstStyle/>
          <a:p>
            <a:pPr marL="0" marR="0" lvl="0" indent="0" algn="l" defTabSz="914217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OPEX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F1E4C32-2964-4938-B68B-910326861AA3}"/>
              </a:ext>
            </a:extLst>
          </p:cNvPr>
          <p:cNvSpPr txBox="1"/>
          <p:nvPr/>
        </p:nvSpPr>
        <p:spPr bwMode="gray">
          <a:xfrm>
            <a:off x="554736" y="2379173"/>
            <a:ext cx="4329356" cy="184666"/>
          </a:xfrm>
          <a:prstGeom prst="rect">
            <a:avLst/>
          </a:prstGeom>
        </p:spPr>
        <p:txBody>
          <a:bodyPr vert="horz" lIns="0" tIns="0" rIns="0" bIns="0" rtlCol="0" anchor="b">
            <a:sp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2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2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2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2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High-level pricing model structure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15A0009-422B-4310-A144-A1E80AC6BAD2}"/>
              </a:ext>
            </a:extLst>
          </p:cNvPr>
          <p:cNvSpPr txBox="1"/>
          <p:nvPr/>
        </p:nvSpPr>
        <p:spPr bwMode="gray">
          <a:xfrm>
            <a:off x="9304176" y="2194507"/>
            <a:ext cx="2210460" cy="369332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2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2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2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2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Illustrative </a:t>
            </a:r>
            <a:b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rate comparison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example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E979531-698F-4BEC-BC9E-105728A0B7B0}"/>
              </a:ext>
            </a:extLst>
          </p:cNvPr>
          <p:cNvSpPr txBox="1"/>
          <p:nvPr/>
        </p:nvSpPr>
        <p:spPr bwMode="gray">
          <a:xfrm>
            <a:off x="5125361" y="2194507"/>
            <a:ext cx="3582192" cy="369332"/>
          </a:xfrm>
          <a:prstGeom prst="rect">
            <a:avLst/>
          </a:prstGeom>
        </p:spPr>
        <p:txBody>
          <a:bodyPr vert="horz" lIns="0" tIns="0" rIns="0" bIns="0" rtlCol="0" anchor="b">
            <a:sp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2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2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2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2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Accounting for the customer's total profitability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value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CC9CEE4-62A4-4209-B4C4-881C9AAF8999}"/>
              </a:ext>
            </a:extLst>
          </p:cNvPr>
          <p:cNvSpPr>
            <a:spLocks/>
          </p:cNvSpPr>
          <p:nvPr/>
        </p:nvSpPr>
        <p:spPr>
          <a:xfrm>
            <a:off x="5100669" y="2655505"/>
            <a:ext cx="3825077" cy="1712783"/>
          </a:xfrm>
          <a:prstGeom prst="rect">
            <a:avLst/>
          </a:prstGeom>
          <a:noFill/>
          <a:ln w="6350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C8428347-4188-4E2B-A0C2-9E323DB764D6}"/>
              </a:ext>
            </a:extLst>
          </p:cNvPr>
          <p:cNvSpPr>
            <a:spLocks/>
          </p:cNvSpPr>
          <p:nvPr/>
        </p:nvSpPr>
        <p:spPr>
          <a:xfrm>
            <a:off x="5100669" y="4488274"/>
            <a:ext cx="3825077" cy="1389067"/>
          </a:xfrm>
          <a:prstGeom prst="rect">
            <a:avLst/>
          </a:prstGeom>
          <a:noFill/>
          <a:ln w="6350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8B8249E0-0937-4679-AF74-7BB8216D7A0E}"/>
              </a:ext>
            </a:extLst>
          </p:cNvPr>
          <p:cNvSpPr txBox="1">
            <a:spLocks/>
          </p:cNvSpPr>
          <p:nvPr/>
        </p:nvSpPr>
        <p:spPr bwMode="gray">
          <a:xfrm>
            <a:off x="5161988" y="4612200"/>
            <a:ext cx="3702441" cy="153888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2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2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2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2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Elasticity accounting </a:t>
            </a:r>
          </a:p>
        </p:txBody>
      </p:sp>
      <p:cxnSp>
        <p:nvCxnSpPr>
          <p:cNvPr id="125" name="Straight Connector 124">
            <a:extLst>
              <a:ext uri="{FF2B5EF4-FFF2-40B4-BE49-F238E27FC236}">
                <a16:creationId xmlns:a16="http://schemas.microsoft.com/office/drawing/2014/main" id="{33BB2527-D28D-400F-ACD6-4E0B5794323D}"/>
              </a:ext>
            </a:extLst>
          </p:cNvPr>
          <p:cNvCxnSpPr>
            <a:cxnSpLocks/>
          </p:cNvCxnSpPr>
          <p:nvPr/>
        </p:nvCxnSpPr>
        <p:spPr>
          <a:xfrm>
            <a:off x="5161988" y="5321715"/>
            <a:ext cx="3702441" cy="0"/>
          </a:xfrm>
          <a:prstGeom prst="line">
            <a:avLst/>
          </a:prstGeom>
          <a:ln w="6350">
            <a:solidFill>
              <a:srgbClr val="7F7F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Right Bracket 146">
            <a:extLst>
              <a:ext uri="{FF2B5EF4-FFF2-40B4-BE49-F238E27FC236}">
                <a16:creationId xmlns:a16="http://schemas.microsoft.com/office/drawing/2014/main" id="{2337D809-E857-4A2D-ADCA-80E4774C7D53}"/>
              </a:ext>
            </a:extLst>
          </p:cNvPr>
          <p:cNvSpPr>
            <a:spLocks/>
          </p:cNvSpPr>
          <p:nvPr/>
        </p:nvSpPr>
        <p:spPr>
          <a:xfrm rot="5400000">
            <a:off x="6719881" y="3025713"/>
            <a:ext cx="61997" cy="1764881"/>
          </a:xfrm>
          <a:prstGeom prst="rightBracket">
            <a:avLst>
              <a:gd name="adj" fmla="val 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8" name="Right Bracket 147">
            <a:extLst>
              <a:ext uri="{FF2B5EF4-FFF2-40B4-BE49-F238E27FC236}">
                <a16:creationId xmlns:a16="http://schemas.microsoft.com/office/drawing/2014/main" id="{A8F92993-E872-471B-90B7-F75F13D33789}"/>
              </a:ext>
            </a:extLst>
          </p:cNvPr>
          <p:cNvSpPr>
            <a:spLocks/>
          </p:cNvSpPr>
          <p:nvPr/>
        </p:nvSpPr>
        <p:spPr>
          <a:xfrm rot="5400000">
            <a:off x="8331467" y="3406193"/>
            <a:ext cx="61997" cy="1003922"/>
          </a:xfrm>
          <a:prstGeom prst="rightBracket">
            <a:avLst>
              <a:gd name="adj" fmla="val 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7C3E0EED-C927-40A8-BDD1-043AEFEBBE00}"/>
              </a:ext>
            </a:extLst>
          </p:cNvPr>
          <p:cNvSpPr txBox="1"/>
          <p:nvPr/>
        </p:nvSpPr>
        <p:spPr>
          <a:xfrm>
            <a:off x="7995778" y="3994204"/>
            <a:ext cx="73337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Current products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F82EFA62-EB83-492F-9F76-6662CC778830}"/>
              </a:ext>
            </a:extLst>
          </p:cNvPr>
          <p:cNvSpPr txBox="1"/>
          <p:nvPr/>
        </p:nvSpPr>
        <p:spPr>
          <a:xfrm>
            <a:off x="6156620" y="3994204"/>
            <a:ext cx="1188519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New products </a:t>
            </a:r>
            <a:b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 the basket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CC18866D-F1E1-42FD-820B-1D85FE145BD6}"/>
              </a:ext>
            </a:extLst>
          </p:cNvPr>
          <p:cNvSpPr txBox="1">
            <a:spLocks/>
          </p:cNvSpPr>
          <p:nvPr/>
        </p:nvSpPr>
        <p:spPr>
          <a:xfrm>
            <a:off x="5605715" y="4890013"/>
            <a:ext cx="3258714" cy="3077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1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1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1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1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Raising the rate vs the base rate for the subsegment that is inelastic to the price </a:t>
            </a:r>
          </a:p>
        </p:txBody>
      </p: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7C27918F-BA84-412D-A872-8817CDC67D41}"/>
              </a:ext>
            </a:extLst>
          </p:cNvPr>
          <p:cNvGrpSpPr>
            <a:grpSpLocks/>
          </p:cNvGrpSpPr>
          <p:nvPr/>
        </p:nvGrpSpPr>
        <p:grpSpPr>
          <a:xfrm>
            <a:off x="5161986" y="4890013"/>
            <a:ext cx="382412" cy="307777"/>
            <a:chOff x="5930901" y="1581150"/>
            <a:chExt cx="804863" cy="649288"/>
          </a:xfrm>
        </p:grpSpPr>
        <p:sp>
          <p:nvSpPr>
            <p:cNvPr id="220" name="Freeform 203">
              <a:extLst>
                <a:ext uri="{FF2B5EF4-FFF2-40B4-BE49-F238E27FC236}">
                  <a16:creationId xmlns:a16="http://schemas.microsoft.com/office/drawing/2014/main" id="{F4118C9D-B8C5-4D8B-9DFC-A77A2ECA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2976" y="1947863"/>
              <a:ext cx="130175" cy="220663"/>
            </a:xfrm>
            <a:custGeom>
              <a:avLst/>
              <a:gdLst>
                <a:gd name="T0" fmla="*/ 0 w 82"/>
                <a:gd name="T1" fmla="*/ 139 h 139"/>
                <a:gd name="T2" fmla="*/ 0 w 82"/>
                <a:gd name="T3" fmla="*/ 0 h 139"/>
                <a:gd name="T4" fmla="*/ 82 w 82"/>
                <a:gd name="T5" fmla="*/ 0 h 139"/>
                <a:gd name="T6" fmla="*/ 82 w 82"/>
                <a:gd name="T7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139">
                  <a:moveTo>
                    <a:pt x="0" y="139"/>
                  </a:moveTo>
                  <a:lnTo>
                    <a:pt x="0" y="0"/>
                  </a:lnTo>
                  <a:lnTo>
                    <a:pt x="82" y="0"/>
                  </a:lnTo>
                  <a:lnTo>
                    <a:pt x="82" y="139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" name="Freeform 204">
              <a:extLst>
                <a:ext uri="{FF2B5EF4-FFF2-40B4-BE49-F238E27FC236}">
                  <a16:creationId xmlns:a16="http://schemas.microsoft.com/office/drawing/2014/main" id="{C6675AF6-54FD-4A37-9337-BCC681E73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5863" y="1793875"/>
              <a:ext cx="131763" cy="374650"/>
            </a:xfrm>
            <a:custGeom>
              <a:avLst/>
              <a:gdLst>
                <a:gd name="T0" fmla="*/ 0 w 83"/>
                <a:gd name="T1" fmla="*/ 236 h 236"/>
                <a:gd name="T2" fmla="*/ 0 w 83"/>
                <a:gd name="T3" fmla="*/ 0 h 236"/>
                <a:gd name="T4" fmla="*/ 83 w 83"/>
                <a:gd name="T5" fmla="*/ 0 h 236"/>
                <a:gd name="T6" fmla="*/ 83 w 83"/>
                <a:gd name="T7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236">
                  <a:moveTo>
                    <a:pt x="0" y="236"/>
                  </a:moveTo>
                  <a:lnTo>
                    <a:pt x="0" y="0"/>
                  </a:lnTo>
                  <a:lnTo>
                    <a:pt x="83" y="0"/>
                  </a:lnTo>
                  <a:lnTo>
                    <a:pt x="83" y="236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" name="Freeform 205">
              <a:extLst>
                <a:ext uri="{FF2B5EF4-FFF2-40B4-BE49-F238E27FC236}">
                  <a16:creationId xmlns:a16="http://schemas.microsoft.com/office/drawing/2014/main" id="{F6DBB6A2-274E-4E42-82B1-F0F24C033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51" y="1581150"/>
              <a:ext cx="131763" cy="587375"/>
            </a:xfrm>
            <a:custGeom>
              <a:avLst/>
              <a:gdLst>
                <a:gd name="T0" fmla="*/ 0 w 83"/>
                <a:gd name="T1" fmla="*/ 370 h 370"/>
                <a:gd name="T2" fmla="*/ 0 w 83"/>
                <a:gd name="T3" fmla="*/ 0 h 370"/>
                <a:gd name="T4" fmla="*/ 83 w 83"/>
                <a:gd name="T5" fmla="*/ 0 h 370"/>
                <a:gd name="T6" fmla="*/ 83 w 83"/>
                <a:gd name="T7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370">
                  <a:moveTo>
                    <a:pt x="0" y="370"/>
                  </a:moveTo>
                  <a:lnTo>
                    <a:pt x="0" y="0"/>
                  </a:lnTo>
                  <a:lnTo>
                    <a:pt x="83" y="0"/>
                  </a:lnTo>
                  <a:lnTo>
                    <a:pt x="83" y="370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" name="Line 206">
              <a:extLst>
                <a:ext uri="{FF2B5EF4-FFF2-40B4-BE49-F238E27FC236}">
                  <a16:creationId xmlns:a16="http://schemas.microsoft.com/office/drawing/2014/main" id="{792E4D69-875D-4636-99B0-BAB1244720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30901" y="2230438"/>
              <a:ext cx="804863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" name="Line 207">
              <a:extLst>
                <a:ext uri="{FF2B5EF4-FFF2-40B4-BE49-F238E27FC236}">
                  <a16:creationId xmlns:a16="http://schemas.microsoft.com/office/drawing/2014/main" id="{78D8EB70-B450-4FDA-82C0-1CDE2E3663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22976" y="1581150"/>
              <a:ext cx="147638" cy="147638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" name="Freeform 208">
              <a:extLst>
                <a:ext uri="{FF2B5EF4-FFF2-40B4-BE49-F238E27FC236}">
                  <a16:creationId xmlns:a16="http://schemas.microsoft.com/office/drawing/2014/main" id="{440B5638-44B0-4A4D-B958-0D3C4D186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1076" y="1581150"/>
              <a:ext cx="109538" cy="107950"/>
            </a:xfrm>
            <a:custGeom>
              <a:avLst/>
              <a:gdLst>
                <a:gd name="T0" fmla="*/ 0 w 69"/>
                <a:gd name="T1" fmla="*/ 0 h 68"/>
                <a:gd name="T2" fmla="*/ 69 w 69"/>
                <a:gd name="T3" fmla="*/ 0 h 68"/>
                <a:gd name="T4" fmla="*/ 69 w 69"/>
                <a:gd name="T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68">
                  <a:moveTo>
                    <a:pt x="0" y="0"/>
                  </a:moveTo>
                  <a:lnTo>
                    <a:pt x="69" y="0"/>
                  </a:lnTo>
                  <a:lnTo>
                    <a:pt x="69" y="68"/>
                  </a:lnTo>
                </a:path>
              </a:pathLst>
            </a:cu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2D75B079-3B42-407B-B529-98ABF9C298DB}"/>
              </a:ext>
            </a:extLst>
          </p:cNvPr>
          <p:cNvSpPr txBox="1">
            <a:spLocks/>
          </p:cNvSpPr>
          <p:nvPr/>
        </p:nvSpPr>
        <p:spPr>
          <a:xfrm>
            <a:off x="5605715" y="5445640"/>
            <a:ext cx="3258714" cy="307777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1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1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1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1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Potential rate reduction for a subsegment of larger legal entities with high price elasticity of demand</a:t>
            </a:r>
          </a:p>
        </p:txBody>
      </p: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B025369-478C-4D0F-B801-5853D9A3B08A}"/>
              </a:ext>
            </a:extLst>
          </p:cNvPr>
          <p:cNvGrpSpPr>
            <a:grpSpLocks/>
          </p:cNvGrpSpPr>
          <p:nvPr/>
        </p:nvGrpSpPr>
        <p:grpSpPr>
          <a:xfrm>
            <a:off x="5161988" y="5445640"/>
            <a:ext cx="382410" cy="307777"/>
            <a:chOff x="7642226" y="1581150"/>
            <a:chExt cx="806450" cy="649288"/>
          </a:xfrm>
        </p:grpSpPr>
        <p:sp>
          <p:nvSpPr>
            <p:cNvPr id="227" name="Freeform 197">
              <a:extLst>
                <a:ext uri="{FF2B5EF4-FFF2-40B4-BE49-F238E27FC236}">
                  <a16:creationId xmlns:a16="http://schemas.microsoft.com/office/drawing/2014/main" id="{0DA79AAE-A199-41BD-AA53-6EAB948C8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663" y="1947863"/>
              <a:ext cx="131763" cy="220663"/>
            </a:xfrm>
            <a:custGeom>
              <a:avLst/>
              <a:gdLst>
                <a:gd name="T0" fmla="*/ 83 w 83"/>
                <a:gd name="T1" fmla="*/ 139 h 139"/>
                <a:gd name="T2" fmla="*/ 83 w 83"/>
                <a:gd name="T3" fmla="*/ 0 h 139"/>
                <a:gd name="T4" fmla="*/ 0 w 83"/>
                <a:gd name="T5" fmla="*/ 0 h 139"/>
                <a:gd name="T6" fmla="*/ 0 w 83"/>
                <a:gd name="T7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39">
                  <a:moveTo>
                    <a:pt x="83" y="139"/>
                  </a:moveTo>
                  <a:lnTo>
                    <a:pt x="83" y="0"/>
                  </a:lnTo>
                  <a:lnTo>
                    <a:pt x="0" y="0"/>
                  </a:lnTo>
                  <a:lnTo>
                    <a:pt x="0" y="139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" name="Freeform 198">
              <a:extLst>
                <a:ext uri="{FF2B5EF4-FFF2-40B4-BE49-F238E27FC236}">
                  <a16:creationId xmlns:a16="http://schemas.microsoft.com/office/drawing/2014/main" id="{0BED2727-487E-4661-B6C7-A7418CE41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8776" y="1793875"/>
              <a:ext cx="130175" cy="374650"/>
            </a:xfrm>
            <a:custGeom>
              <a:avLst/>
              <a:gdLst>
                <a:gd name="T0" fmla="*/ 82 w 82"/>
                <a:gd name="T1" fmla="*/ 236 h 236"/>
                <a:gd name="T2" fmla="*/ 82 w 82"/>
                <a:gd name="T3" fmla="*/ 0 h 236"/>
                <a:gd name="T4" fmla="*/ 0 w 82"/>
                <a:gd name="T5" fmla="*/ 0 h 236"/>
                <a:gd name="T6" fmla="*/ 0 w 82"/>
                <a:gd name="T7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36">
                  <a:moveTo>
                    <a:pt x="82" y="236"/>
                  </a:moveTo>
                  <a:lnTo>
                    <a:pt x="82" y="0"/>
                  </a:lnTo>
                  <a:lnTo>
                    <a:pt x="0" y="0"/>
                  </a:lnTo>
                  <a:lnTo>
                    <a:pt x="0" y="236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" name="Freeform 199">
              <a:extLst>
                <a:ext uri="{FF2B5EF4-FFF2-40B4-BE49-F238E27FC236}">
                  <a16:creationId xmlns:a16="http://schemas.microsoft.com/office/drawing/2014/main" id="{D19AFA7A-5B08-4A67-9BEA-A30057AFE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4301" y="1581150"/>
              <a:ext cx="131763" cy="587375"/>
            </a:xfrm>
            <a:custGeom>
              <a:avLst/>
              <a:gdLst>
                <a:gd name="T0" fmla="*/ 83 w 83"/>
                <a:gd name="T1" fmla="*/ 370 h 370"/>
                <a:gd name="T2" fmla="*/ 83 w 83"/>
                <a:gd name="T3" fmla="*/ 0 h 370"/>
                <a:gd name="T4" fmla="*/ 0 w 83"/>
                <a:gd name="T5" fmla="*/ 0 h 370"/>
                <a:gd name="T6" fmla="*/ 0 w 83"/>
                <a:gd name="T7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370">
                  <a:moveTo>
                    <a:pt x="83" y="370"/>
                  </a:moveTo>
                  <a:lnTo>
                    <a:pt x="83" y="0"/>
                  </a:lnTo>
                  <a:lnTo>
                    <a:pt x="0" y="0"/>
                  </a:lnTo>
                  <a:lnTo>
                    <a:pt x="0" y="370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" name="Line 200">
              <a:extLst>
                <a:ext uri="{FF2B5EF4-FFF2-40B4-BE49-F238E27FC236}">
                  <a16:creationId xmlns:a16="http://schemas.microsoft.com/office/drawing/2014/main" id="{FC8C594E-9097-4E88-AAE3-FD11476C4E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42226" y="2230438"/>
              <a:ext cx="806450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" name="Line 201">
              <a:extLst>
                <a:ext uri="{FF2B5EF4-FFF2-40B4-BE49-F238E27FC236}">
                  <a16:creationId xmlns:a16="http://schemas.microsoft.com/office/drawing/2014/main" id="{AC4BAB12-394A-4781-AF1B-A0B3555AD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204201" y="1581150"/>
              <a:ext cx="149225" cy="147638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" name="Freeform 202">
              <a:extLst>
                <a:ext uri="{FF2B5EF4-FFF2-40B4-BE49-F238E27FC236}">
                  <a16:creationId xmlns:a16="http://schemas.microsoft.com/office/drawing/2014/main" id="{0A52263B-9813-4AB8-9D6C-38B3D62B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3888" y="1617663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70 h 70"/>
                <a:gd name="T4" fmla="*/ 0 w 69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70"/>
                  </a:lnTo>
                  <a:lnTo>
                    <a:pt x="0" y="70"/>
                  </a:lnTo>
                </a:path>
              </a:pathLst>
            </a:cu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0" name="AutoShape 9">
            <a:extLst>
              <a:ext uri="{FF2B5EF4-FFF2-40B4-BE49-F238E27FC236}">
                <a16:creationId xmlns:a16="http://schemas.microsoft.com/office/drawing/2014/main" id="{7E345775-C6D8-418A-A05A-EE751539B7B0}"/>
              </a:ext>
            </a:extLst>
          </p:cNvPr>
          <p:cNvSpPr>
            <a:spLocks noChangeArrowheads="1"/>
          </p:cNvSpPr>
          <p:nvPr/>
        </p:nvSpPr>
        <p:spPr bwMode="gray">
          <a:xfrm rot="16200000">
            <a:off x="8010935" y="4072227"/>
            <a:ext cx="3221836" cy="388392"/>
          </a:xfrm>
          <a:prstGeom prst="homePlate">
            <a:avLst>
              <a:gd name="adj" fmla="val 29432"/>
            </a:avLst>
          </a:prstGeom>
          <a:solidFill>
            <a:schemeClr val="bg1"/>
          </a:solidFill>
          <a:ln w="6350">
            <a:solidFill>
              <a:srgbClr val="7F7F7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" name="Rectangle 10" descr="Light horizontal">
            <a:extLst>
              <a:ext uri="{FF2B5EF4-FFF2-40B4-BE49-F238E27FC236}">
                <a16:creationId xmlns:a16="http://schemas.microsoft.com/office/drawing/2014/main" id="{B2F3C476-2C2A-4BD6-BC98-9C09293ED01E}"/>
              </a:ext>
            </a:extLst>
          </p:cNvPr>
          <p:cNvSpPr>
            <a:spLocks noChangeArrowheads="1"/>
          </p:cNvSpPr>
          <p:nvPr/>
        </p:nvSpPr>
        <p:spPr bwMode="gray">
          <a:xfrm>
            <a:off x="9715384" y="2802091"/>
            <a:ext cx="91987" cy="3070436"/>
          </a:xfrm>
          <a:prstGeom prst="rect">
            <a:avLst/>
          </a:prstGeom>
          <a:pattFill prst="ltHorz">
            <a:fgClr>
              <a:srgbClr val="000000"/>
            </a:fgClr>
            <a:bgClr>
              <a:srgbClr val="FFFFFF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0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18">
            <a:extLst>
              <a:ext uri="{FF2B5EF4-FFF2-40B4-BE49-F238E27FC236}">
                <a16:creationId xmlns:a16="http://schemas.microsoft.com/office/drawing/2014/main" id="{64653EA2-AF5B-4963-BB95-D61B6483B4F9}"/>
              </a:ext>
            </a:extLst>
          </p:cNvPr>
          <p:cNvSpPr>
            <a:spLocks noChangeArrowheads="1"/>
          </p:cNvSpPr>
          <p:nvPr/>
        </p:nvSpPr>
        <p:spPr bwMode="gray">
          <a:xfrm>
            <a:off x="9426804" y="3823008"/>
            <a:ext cx="390096" cy="28903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EB3EC046-FEDD-4051-97C4-2E0EEE66AF76}"/>
              </a:ext>
            </a:extLst>
          </p:cNvPr>
          <p:cNvSpPr>
            <a:spLocks noChangeArrowheads="1"/>
          </p:cNvSpPr>
          <p:nvPr/>
        </p:nvSpPr>
        <p:spPr bwMode="gray">
          <a:xfrm>
            <a:off x="9496620" y="5697644"/>
            <a:ext cx="273055" cy="153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bps</a:t>
            </a:r>
            <a:endParaRPr kumimoji="0" lang="en-US" alt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8" name="Line 26">
            <a:extLst>
              <a:ext uri="{FF2B5EF4-FFF2-40B4-BE49-F238E27FC236}">
                <a16:creationId xmlns:a16="http://schemas.microsoft.com/office/drawing/2014/main" id="{82284509-5CEB-464F-9BEA-DF2E685F3438}"/>
              </a:ext>
            </a:extLst>
          </p:cNvPr>
          <p:cNvSpPr>
            <a:spLocks noChangeShapeType="1"/>
          </p:cNvSpPr>
          <p:nvPr/>
        </p:nvSpPr>
        <p:spPr bwMode="gray">
          <a:xfrm>
            <a:off x="9580481" y="3544979"/>
            <a:ext cx="0" cy="852198"/>
          </a:xfrm>
          <a:prstGeom prst="line">
            <a:avLst/>
          </a:prstGeom>
          <a:noFill/>
          <a:ln w="50800">
            <a:solidFill>
              <a:schemeClr val="accent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solidFill>
                  <a:srgbClr val="BFBFBF"/>
                </a:solidFill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5" name="Rectangle 11">
            <a:extLst>
              <a:ext uri="{FF2B5EF4-FFF2-40B4-BE49-F238E27FC236}">
                <a16:creationId xmlns:a16="http://schemas.microsoft.com/office/drawing/2014/main" id="{B59ED136-55E4-4436-BA69-ECCBEEF88CCC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225438" y="2950690"/>
            <a:ext cx="1171250" cy="615553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The price covers expenses, risks and cost of capital for the </a:t>
            </a:r>
            <a:b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product</a:t>
            </a:r>
          </a:p>
        </p:txBody>
      </p:sp>
      <p:sp>
        <p:nvSpPr>
          <p:cNvPr id="36" name="Rectangle 11">
            <a:extLst>
              <a:ext uri="{FF2B5EF4-FFF2-40B4-BE49-F238E27FC236}">
                <a16:creationId xmlns:a16="http://schemas.microsoft.com/office/drawing/2014/main" id="{93338904-B70E-43E9-A6AC-378A848F3AA3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225438" y="4060536"/>
            <a:ext cx="1171250" cy="615553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Possible rate increase due to low elasticity of seg-ment demand</a:t>
            </a:r>
            <a:endParaRPr kumimoji="0" lang="en-US" altLang="en-US" sz="1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4" name="Rectangle 11">
            <a:extLst>
              <a:ext uri="{FF2B5EF4-FFF2-40B4-BE49-F238E27FC236}">
                <a16:creationId xmlns:a16="http://schemas.microsoft.com/office/drawing/2014/main" id="{DFDC67ED-944C-403F-A59C-E069DB0A020B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225438" y="4954012"/>
            <a:ext cx="1171250" cy="92333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0" tIns="0" rIns="0" bIns="0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Price based on the forecast of </a:t>
            </a:r>
            <a:r>
              <a:rPr kumimoji="0" lang="en-US" sz="10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incre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-mental income </a:t>
            </a: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from the customer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for other non-credit products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A91676E-4283-472E-BFD1-84E463FFA338}"/>
              </a:ext>
            </a:extLst>
          </p:cNvPr>
          <p:cNvSpPr txBox="1"/>
          <p:nvPr/>
        </p:nvSpPr>
        <p:spPr>
          <a:xfrm>
            <a:off x="10720493" y="3690279"/>
            <a:ext cx="181140" cy="246221"/>
          </a:xfrm>
          <a:prstGeom prst="rect">
            <a:avLst/>
          </a:prstGeom>
          <a:noFill/>
          <a:ln w="6350">
            <a:noFill/>
          </a:ln>
        </p:spPr>
        <p:txBody>
          <a:bodyPr vert="horz" wrap="none" lIns="0" tIns="0" rIns="0" bIns="0" rtlCol="0" anchor="ctr" anchorCtr="0">
            <a:sp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2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2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2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2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ctr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eorgia"/>
                <a:ea typeface="+mn-ea"/>
                <a:cs typeface="Arial" panose="020B0604020202020204" pitchFamily="34" charset="0"/>
              </a:rPr>
              <a:t>%</a:t>
            </a:r>
          </a:p>
        </p:txBody>
      </p:sp>
      <p:cxnSp>
        <p:nvCxnSpPr>
          <p:cNvPr id="168" name="Straight Connector 44">
            <a:extLst>
              <a:ext uri="{FF2B5EF4-FFF2-40B4-BE49-F238E27FC236}">
                <a16:creationId xmlns:a16="http://schemas.microsoft.com/office/drawing/2014/main" id="{7111E1A2-0CB1-4148-B3B6-B81B830B0DB8}"/>
              </a:ext>
            </a:extLst>
          </p:cNvPr>
          <p:cNvCxnSpPr>
            <a:cxnSpLocks/>
          </p:cNvCxnSpPr>
          <p:nvPr/>
        </p:nvCxnSpPr>
        <p:spPr>
          <a:xfrm>
            <a:off x="9685931" y="4173031"/>
            <a:ext cx="448081" cy="0"/>
          </a:xfrm>
          <a:prstGeom prst="line">
            <a:avLst/>
          </a:prstGeom>
          <a:ln w="6350">
            <a:solidFill>
              <a:srgbClr val="7F7F7F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Straight Connector 45">
            <a:extLst>
              <a:ext uri="{FF2B5EF4-FFF2-40B4-BE49-F238E27FC236}">
                <a16:creationId xmlns:a16="http://schemas.microsoft.com/office/drawing/2014/main" id="{AC6F9064-2125-4708-BFE6-C1D5B8FD7A74}"/>
              </a:ext>
            </a:extLst>
          </p:cNvPr>
          <p:cNvCxnSpPr>
            <a:cxnSpLocks/>
          </p:cNvCxnSpPr>
          <p:nvPr/>
        </p:nvCxnSpPr>
        <p:spPr>
          <a:xfrm>
            <a:off x="9685931" y="4997323"/>
            <a:ext cx="448081" cy="0"/>
          </a:xfrm>
          <a:prstGeom prst="line">
            <a:avLst/>
          </a:prstGeom>
          <a:ln w="6350">
            <a:solidFill>
              <a:srgbClr val="7F7F7F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Straight Connector 38">
            <a:extLst>
              <a:ext uri="{FF2B5EF4-FFF2-40B4-BE49-F238E27FC236}">
                <a16:creationId xmlns:a16="http://schemas.microsoft.com/office/drawing/2014/main" id="{82AE2E1E-F96A-4D58-ACB0-86B868A23329}"/>
              </a:ext>
            </a:extLst>
          </p:cNvPr>
          <p:cNvCxnSpPr>
            <a:cxnSpLocks/>
          </p:cNvCxnSpPr>
          <p:nvPr/>
        </p:nvCxnSpPr>
        <p:spPr>
          <a:xfrm>
            <a:off x="9685931" y="3564985"/>
            <a:ext cx="448081" cy="0"/>
          </a:xfrm>
          <a:prstGeom prst="line">
            <a:avLst/>
          </a:prstGeom>
          <a:ln w="6350">
            <a:solidFill>
              <a:srgbClr val="7F7F7F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951C936F-9071-4D9A-BF10-4DC38D692CA2}"/>
              </a:ext>
            </a:extLst>
          </p:cNvPr>
          <p:cNvCxnSpPr>
            <a:cxnSpLocks/>
          </p:cNvCxnSpPr>
          <p:nvPr/>
        </p:nvCxnSpPr>
        <p:spPr>
          <a:xfrm>
            <a:off x="554736" y="5969007"/>
            <a:ext cx="11082528" cy="0"/>
          </a:xfrm>
          <a:prstGeom prst="line">
            <a:avLst/>
          </a:prstGeom>
          <a:ln w="12700" cap="flat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5" name="PlusSignWhite 19">
            <a:extLst>
              <a:ext uri="{FF2B5EF4-FFF2-40B4-BE49-F238E27FC236}">
                <a16:creationId xmlns:a16="http://schemas.microsoft.com/office/drawing/2014/main" id="{AD9160ED-E3D8-4FDB-800A-F8DDA638F249}"/>
              </a:ext>
            </a:extLst>
          </p:cNvPr>
          <p:cNvGrpSpPr>
            <a:grpSpLocks noChangeAspect="1"/>
          </p:cNvGrpSpPr>
          <p:nvPr>
            <p:custDataLst>
              <p:tags r:id="rId17"/>
            </p:custDataLst>
          </p:nvPr>
        </p:nvGrpSpPr>
        <p:grpSpPr>
          <a:xfrm>
            <a:off x="1711532" y="4217762"/>
            <a:ext cx="245263" cy="245263"/>
            <a:chOff x="1016000" y="1016000"/>
            <a:chExt cx="396228" cy="396228"/>
          </a:xfrm>
        </p:grpSpPr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F62F44E9-5236-4A59-B715-5ECD6C686FD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2039DE-A4A0-45ED-A856-C4562CA3AF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707" y="1087707"/>
              <a:ext cx="251457" cy="251458"/>
            </a:xfrm>
            <a:custGeom>
              <a:avLst/>
              <a:gdLst/>
              <a:ahLst/>
              <a:cxnLst/>
              <a:rect l="0" t="0" r="0" b="0"/>
              <a:pathLst>
                <a:path w="251458" h="251459">
                  <a:moveTo>
                    <a:pt x="251457" y="125729"/>
                  </a:moveTo>
                  <a:lnTo>
                    <a:pt x="251457" y="128416"/>
                  </a:lnTo>
                  <a:lnTo>
                    <a:pt x="249317" y="130557"/>
                  </a:lnTo>
                  <a:lnTo>
                    <a:pt x="246630" y="130557"/>
                  </a:lnTo>
                  <a:lnTo>
                    <a:pt x="130557" y="130557"/>
                  </a:lnTo>
                  <a:lnTo>
                    <a:pt x="130557" y="246630"/>
                  </a:lnTo>
                  <a:lnTo>
                    <a:pt x="130557" y="249317"/>
                  </a:lnTo>
                  <a:lnTo>
                    <a:pt x="128416" y="251458"/>
                  </a:lnTo>
                  <a:lnTo>
                    <a:pt x="125729" y="251458"/>
                  </a:lnTo>
                  <a:lnTo>
                    <a:pt x="123043" y="251458"/>
                  </a:lnTo>
                  <a:lnTo>
                    <a:pt x="120901" y="249317"/>
                  </a:lnTo>
                  <a:lnTo>
                    <a:pt x="120901" y="246630"/>
                  </a:lnTo>
                  <a:lnTo>
                    <a:pt x="120901" y="130557"/>
                  </a:lnTo>
                  <a:lnTo>
                    <a:pt x="4828" y="130557"/>
                  </a:lnTo>
                  <a:lnTo>
                    <a:pt x="2141" y="130557"/>
                  </a:lnTo>
                  <a:lnTo>
                    <a:pt x="0" y="128416"/>
                  </a:lnTo>
                  <a:lnTo>
                    <a:pt x="0" y="125729"/>
                  </a:lnTo>
                  <a:lnTo>
                    <a:pt x="0" y="123042"/>
                  </a:lnTo>
                  <a:lnTo>
                    <a:pt x="2141" y="120901"/>
                  </a:lnTo>
                  <a:lnTo>
                    <a:pt x="4828" y="120901"/>
                  </a:lnTo>
                  <a:lnTo>
                    <a:pt x="120901" y="120901"/>
                  </a:lnTo>
                  <a:lnTo>
                    <a:pt x="120901" y="4828"/>
                  </a:lnTo>
                  <a:lnTo>
                    <a:pt x="120901" y="2141"/>
                  </a:lnTo>
                  <a:lnTo>
                    <a:pt x="123043" y="0"/>
                  </a:lnTo>
                  <a:lnTo>
                    <a:pt x="125729" y="0"/>
                  </a:lnTo>
                  <a:lnTo>
                    <a:pt x="128416" y="0"/>
                  </a:lnTo>
                  <a:lnTo>
                    <a:pt x="130557" y="2141"/>
                  </a:lnTo>
                  <a:lnTo>
                    <a:pt x="130557" y="4828"/>
                  </a:lnTo>
                  <a:lnTo>
                    <a:pt x="130557" y="120901"/>
                  </a:lnTo>
                  <a:lnTo>
                    <a:pt x="246630" y="120901"/>
                  </a:lnTo>
                  <a:lnTo>
                    <a:pt x="249317" y="120901"/>
                  </a:lnTo>
                  <a:lnTo>
                    <a:pt x="251457" y="123042"/>
                  </a:lnTo>
                  <a:close/>
                </a:path>
              </a:pathLst>
            </a:cu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62" name="PlusSignWhite 19">
            <a:extLst>
              <a:ext uri="{FF2B5EF4-FFF2-40B4-BE49-F238E27FC236}">
                <a16:creationId xmlns:a16="http://schemas.microsoft.com/office/drawing/2014/main" id="{B20839EA-C7C9-49A8-B3A1-249C05E9AFFA}"/>
              </a:ext>
            </a:extLst>
          </p:cNvPr>
          <p:cNvGrpSpPr>
            <a:grpSpLocks noChangeAspect="1"/>
          </p:cNvGrpSpPr>
          <p:nvPr>
            <p:custDataLst>
              <p:tags r:id="rId18"/>
            </p:custDataLst>
          </p:nvPr>
        </p:nvGrpSpPr>
        <p:grpSpPr>
          <a:xfrm>
            <a:off x="1711532" y="4806811"/>
            <a:ext cx="245263" cy="245263"/>
            <a:chOff x="1016000" y="1016000"/>
            <a:chExt cx="396228" cy="396228"/>
          </a:xfrm>
        </p:grpSpPr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A9DC7FE8-EB31-4D9F-A44C-34B55B38743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60B5F6D-1F98-4112-9A29-4DE929A9850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707" y="1087707"/>
              <a:ext cx="251457" cy="251458"/>
            </a:xfrm>
            <a:custGeom>
              <a:avLst/>
              <a:gdLst/>
              <a:ahLst/>
              <a:cxnLst/>
              <a:rect l="0" t="0" r="0" b="0"/>
              <a:pathLst>
                <a:path w="251458" h="251459">
                  <a:moveTo>
                    <a:pt x="251457" y="125729"/>
                  </a:moveTo>
                  <a:lnTo>
                    <a:pt x="251457" y="128416"/>
                  </a:lnTo>
                  <a:lnTo>
                    <a:pt x="249317" y="130557"/>
                  </a:lnTo>
                  <a:lnTo>
                    <a:pt x="246630" y="130557"/>
                  </a:lnTo>
                  <a:lnTo>
                    <a:pt x="130557" y="130557"/>
                  </a:lnTo>
                  <a:lnTo>
                    <a:pt x="130557" y="246630"/>
                  </a:lnTo>
                  <a:lnTo>
                    <a:pt x="130557" y="249317"/>
                  </a:lnTo>
                  <a:lnTo>
                    <a:pt x="128416" y="251458"/>
                  </a:lnTo>
                  <a:lnTo>
                    <a:pt x="125729" y="251458"/>
                  </a:lnTo>
                  <a:lnTo>
                    <a:pt x="123043" y="251458"/>
                  </a:lnTo>
                  <a:lnTo>
                    <a:pt x="120901" y="249317"/>
                  </a:lnTo>
                  <a:lnTo>
                    <a:pt x="120901" y="246630"/>
                  </a:lnTo>
                  <a:lnTo>
                    <a:pt x="120901" y="130557"/>
                  </a:lnTo>
                  <a:lnTo>
                    <a:pt x="4828" y="130557"/>
                  </a:lnTo>
                  <a:lnTo>
                    <a:pt x="2141" y="130557"/>
                  </a:lnTo>
                  <a:lnTo>
                    <a:pt x="0" y="128416"/>
                  </a:lnTo>
                  <a:lnTo>
                    <a:pt x="0" y="125729"/>
                  </a:lnTo>
                  <a:lnTo>
                    <a:pt x="0" y="123042"/>
                  </a:lnTo>
                  <a:lnTo>
                    <a:pt x="2141" y="120901"/>
                  </a:lnTo>
                  <a:lnTo>
                    <a:pt x="4828" y="120901"/>
                  </a:lnTo>
                  <a:lnTo>
                    <a:pt x="120901" y="120901"/>
                  </a:lnTo>
                  <a:lnTo>
                    <a:pt x="120901" y="4828"/>
                  </a:lnTo>
                  <a:lnTo>
                    <a:pt x="120901" y="2141"/>
                  </a:lnTo>
                  <a:lnTo>
                    <a:pt x="123043" y="0"/>
                  </a:lnTo>
                  <a:lnTo>
                    <a:pt x="125729" y="0"/>
                  </a:lnTo>
                  <a:lnTo>
                    <a:pt x="128416" y="0"/>
                  </a:lnTo>
                  <a:lnTo>
                    <a:pt x="130557" y="2141"/>
                  </a:lnTo>
                  <a:lnTo>
                    <a:pt x="130557" y="4828"/>
                  </a:lnTo>
                  <a:lnTo>
                    <a:pt x="130557" y="120901"/>
                  </a:lnTo>
                  <a:lnTo>
                    <a:pt x="246630" y="120901"/>
                  </a:lnTo>
                  <a:lnTo>
                    <a:pt x="249317" y="120901"/>
                  </a:lnTo>
                  <a:lnTo>
                    <a:pt x="251457" y="123042"/>
                  </a:lnTo>
                  <a:close/>
                </a:path>
              </a:pathLst>
            </a:cu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65" name="PlusSignWhite 19">
            <a:extLst>
              <a:ext uri="{FF2B5EF4-FFF2-40B4-BE49-F238E27FC236}">
                <a16:creationId xmlns:a16="http://schemas.microsoft.com/office/drawing/2014/main" id="{28B25735-B1B1-41F6-A8BA-8D1676EDA9FD}"/>
              </a:ext>
            </a:extLst>
          </p:cNvPr>
          <p:cNvGrpSpPr>
            <a:grpSpLocks noChangeAspect="1"/>
          </p:cNvGrpSpPr>
          <p:nvPr>
            <p:custDataLst>
              <p:tags r:id="rId19"/>
            </p:custDataLst>
          </p:nvPr>
        </p:nvGrpSpPr>
        <p:grpSpPr>
          <a:xfrm>
            <a:off x="1711532" y="5395860"/>
            <a:ext cx="245263" cy="245263"/>
            <a:chOff x="1016000" y="1016000"/>
            <a:chExt cx="396228" cy="396228"/>
          </a:xfrm>
        </p:grpSpPr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2A51B06-463C-40EC-9DEC-89CF8F1CB04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576DB8A7-21F6-4046-BC16-DA5D80ED93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707" y="1087707"/>
              <a:ext cx="251457" cy="251458"/>
            </a:xfrm>
            <a:custGeom>
              <a:avLst/>
              <a:gdLst/>
              <a:ahLst/>
              <a:cxnLst/>
              <a:rect l="0" t="0" r="0" b="0"/>
              <a:pathLst>
                <a:path w="251458" h="251459">
                  <a:moveTo>
                    <a:pt x="251457" y="125729"/>
                  </a:moveTo>
                  <a:lnTo>
                    <a:pt x="251457" y="128416"/>
                  </a:lnTo>
                  <a:lnTo>
                    <a:pt x="249317" y="130557"/>
                  </a:lnTo>
                  <a:lnTo>
                    <a:pt x="246630" y="130557"/>
                  </a:lnTo>
                  <a:lnTo>
                    <a:pt x="130557" y="130557"/>
                  </a:lnTo>
                  <a:lnTo>
                    <a:pt x="130557" y="246630"/>
                  </a:lnTo>
                  <a:lnTo>
                    <a:pt x="130557" y="249317"/>
                  </a:lnTo>
                  <a:lnTo>
                    <a:pt x="128416" y="251458"/>
                  </a:lnTo>
                  <a:lnTo>
                    <a:pt x="125729" y="251458"/>
                  </a:lnTo>
                  <a:lnTo>
                    <a:pt x="123043" y="251458"/>
                  </a:lnTo>
                  <a:lnTo>
                    <a:pt x="120901" y="249317"/>
                  </a:lnTo>
                  <a:lnTo>
                    <a:pt x="120901" y="246630"/>
                  </a:lnTo>
                  <a:lnTo>
                    <a:pt x="120901" y="130557"/>
                  </a:lnTo>
                  <a:lnTo>
                    <a:pt x="4828" y="130557"/>
                  </a:lnTo>
                  <a:lnTo>
                    <a:pt x="2141" y="130557"/>
                  </a:lnTo>
                  <a:lnTo>
                    <a:pt x="0" y="128416"/>
                  </a:lnTo>
                  <a:lnTo>
                    <a:pt x="0" y="125729"/>
                  </a:lnTo>
                  <a:lnTo>
                    <a:pt x="0" y="123042"/>
                  </a:lnTo>
                  <a:lnTo>
                    <a:pt x="2141" y="120901"/>
                  </a:lnTo>
                  <a:lnTo>
                    <a:pt x="4828" y="120901"/>
                  </a:lnTo>
                  <a:lnTo>
                    <a:pt x="120901" y="120901"/>
                  </a:lnTo>
                  <a:lnTo>
                    <a:pt x="120901" y="4828"/>
                  </a:lnTo>
                  <a:lnTo>
                    <a:pt x="120901" y="2141"/>
                  </a:lnTo>
                  <a:lnTo>
                    <a:pt x="123043" y="0"/>
                  </a:lnTo>
                  <a:lnTo>
                    <a:pt x="125729" y="0"/>
                  </a:lnTo>
                  <a:lnTo>
                    <a:pt x="128416" y="0"/>
                  </a:lnTo>
                  <a:lnTo>
                    <a:pt x="130557" y="2141"/>
                  </a:lnTo>
                  <a:lnTo>
                    <a:pt x="130557" y="4828"/>
                  </a:lnTo>
                  <a:lnTo>
                    <a:pt x="130557" y="120901"/>
                  </a:lnTo>
                  <a:lnTo>
                    <a:pt x="246630" y="120901"/>
                  </a:lnTo>
                  <a:lnTo>
                    <a:pt x="249317" y="120901"/>
                  </a:lnTo>
                  <a:lnTo>
                    <a:pt x="251457" y="123042"/>
                  </a:lnTo>
                  <a:close/>
                </a:path>
              </a:pathLst>
            </a:cu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84" name="PlusSignWhite 19">
            <a:extLst>
              <a:ext uri="{FF2B5EF4-FFF2-40B4-BE49-F238E27FC236}">
                <a16:creationId xmlns:a16="http://schemas.microsoft.com/office/drawing/2014/main" id="{356B6BB0-9B75-477E-B1B6-3BA04CC1531B}"/>
              </a:ext>
            </a:extLst>
          </p:cNvPr>
          <p:cNvGrpSpPr>
            <a:grpSpLocks noChangeAspect="1"/>
          </p:cNvGrpSpPr>
          <p:nvPr>
            <p:custDataLst>
              <p:tags r:id="rId20"/>
            </p:custDataLst>
          </p:nvPr>
        </p:nvGrpSpPr>
        <p:grpSpPr>
          <a:xfrm>
            <a:off x="3564657" y="4806811"/>
            <a:ext cx="245263" cy="245263"/>
            <a:chOff x="1016000" y="1016000"/>
            <a:chExt cx="396228" cy="396228"/>
          </a:xfrm>
        </p:grpSpPr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6A9A15D3-AEC1-4D3F-9193-C40BBAD1F9D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594730FE-589E-40CE-8F8D-D2D600423C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707" y="1087707"/>
              <a:ext cx="251457" cy="251458"/>
            </a:xfrm>
            <a:custGeom>
              <a:avLst/>
              <a:gdLst/>
              <a:ahLst/>
              <a:cxnLst/>
              <a:rect l="0" t="0" r="0" b="0"/>
              <a:pathLst>
                <a:path w="251458" h="251459">
                  <a:moveTo>
                    <a:pt x="251457" y="125729"/>
                  </a:moveTo>
                  <a:lnTo>
                    <a:pt x="251457" y="128416"/>
                  </a:lnTo>
                  <a:lnTo>
                    <a:pt x="249317" y="130557"/>
                  </a:lnTo>
                  <a:lnTo>
                    <a:pt x="246630" y="130557"/>
                  </a:lnTo>
                  <a:lnTo>
                    <a:pt x="130557" y="130557"/>
                  </a:lnTo>
                  <a:lnTo>
                    <a:pt x="130557" y="246630"/>
                  </a:lnTo>
                  <a:lnTo>
                    <a:pt x="130557" y="249317"/>
                  </a:lnTo>
                  <a:lnTo>
                    <a:pt x="128416" y="251458"/>
                  </a:lnTo>
                  <a:lnTo>
                    <a:pt x="125729" y="251458"/>
                  </a:lnTo>
                  <a:lnTo>
                    <a:pt x="123043" y="251458"/>
                  </a:lnTo>
                  <a:lnTo>
                    <a:pt x="120901" y="249317"/>
                  </a:lnTo>
                  <a:lnTo>
                    <a:pt x="120901" y="246630"/>
                  </a:lnTo>
                  <a:lnTo>
                    <a:pt x="120901" y="130557"/>
                  </a:lnTo>
                  <a:lnTo>
                    <a:pt x="4828" y="130557"/>
                  </a:lnTo>
                  <a:lnTo>
                    <a:pt x="2141" y="130557"/>
                  </a:lnTo>
                  <a:lnTo>
                    <a:pt x="0" y="128416"/>
                  </a:lnTo>
                  <a:lnTo>
                    <a:pt x="0" y="125729"/>
                  </a:lnTo>
                  <a:lnTo>
                    <a:pt x="0" y="123042"/>
                  </a:lnTo>
                  <a:lnTo>
                    <a:pt x="2141" y="120901"/>
                  </a:lnTo>
                  <a:lnTo>
                    <a:pt x="4828" y="120901"/>
                  </a:lnTo>
                  <a:lnTo>
                    <a:pt x="120901" y="120901"/>
                  </a:lnTo>
                  <a:lnTo>
                    <a:pt x="120901" y="4828"/>
                  </a:lnTo>
                  <a:lnTo>
                    <a:pt x="120901" y="2141"/>
                  </a:lnTo>
                  <a:lnTo>
                    <a:pt x="123043" y="0"/>
                  </a:lnTo>
                  <a:lnTo>
                    <a:pt x="125729" y="0"/>
                  </a:lnTo>
                  <a:lnTo>
                    <a:pt x="128416" y="0"/>
                  </a:lnTo>
                  <a:lnTo>
                    <a:pt x="130557" y="2141"/>
                  </a:lnTo>
                  <a:lnTo>
                    <a:pt x="130557" y="4828"/>
                  </a:lnTo>
                  <a:lnTo>
                    <a:pt x="130557" y="120901"/>
                  </a:lnTo>
                  <a:lnTo>
                    <a:pt x="246630" y="120901"/>
                  </a:lnTo>
                  <a:lnTo>
                    <a:pt x="249317" y="120901"/>
                  </a:lnTo>
                  <a:lnTo>
                    <a:pt x="251457" y="123042"/>
                  </a:lnTo>
                  <a:close/>
                </a:path>
              </a:pathLst>
            </a:cu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40" name="MinusSignWhite 40">
            <a:extLst>
              <a:ext uri="{FF2B5EF4-FFF2-40B4-BE49-F238E27FC236}">
                <a16:creationId xmlns:a16="http://schemas.microsoft.com/office/drawing/2014/main" id="{4D931EB3-BD40-4B0D-9714-A8DA44B40590}"/>
              </a:ext>
            </a:extLst>
          </p:cNvPr>
          <p:cNvGrpSpPr>
            <a:grpSpLocks/>
          </p:cNvGrpSpPr>
          <p:nvPr>
            <p:custDataLst>
              <p:tags r:id="rId21"/>
            </p:custDataLst>
          </p:nvPr>
        </p:nvGrpSpPr>
        <p:grpSpPr>
          <a:xfrm>
            <a:off x="3564657" y="4217762"/>
            <a:ext cx="245263" cy="245263"/>
            <a:chOff x="1016000" y="1016000"/>
            <a:chExt cx="396228" cy="396228"/>
          </a:xfrm>
        </p:grpSpPr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D69C3647-A506-418B-8ED8-BC6658C3AC5C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0A10162-AF34-47B7-8F72-81E835A0AE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665" y="1208493"/>
              <a:ext cx="262225" cy="10069"/>
            </a:xfrm>
            <a:custGeom>
              <a:avLst/>
              <a:gdLst/>
              <a:ahLst/>
              <a:cxnLst/>
              <a:rect l="0" t="0" r="0" b="0"/>
              <a:pathLst>
                <a:path w="251311" h="9650">
                  <a:moveTo>
                    <a:pt x="246485" y="9649"/>
                  </a:moveTo>
                  <a:lnTo>
                    <a:pt x="4824" y="9649"/>
                  </a:lnTo>
                  <a:lnTo>
                    <a:pt x="2138" y="9649"/>
                  </a:lnTo>
                  <a:lnTo>
                    <a:pt x="0" y="7509"/>
                  </a:lnTo>
                  <a:lnTo>
                    <a:pt x="0" y="4825"/>
                  </a:lnTo>
                  <a:lnTo>
                    <a:pt x="0" y="2139"/>
                  </a:lnTo>
                  <a:lnTo>
                    <a:pt x="2138" y="0"/>
                  </a:lnTo>
                  <a:lnTo>
                    <a:pt x="4824" y="0"/>
                  </a:lnTo>
                  <a:lnTo>
                    <a:pt x="246485" y="0"/>
                  </a:lnTo>
                  <a:lnTo>
                    <a:pt x="249171" y="0"/>
                  </a:lnTo>
                  <a:lnTo>
                    <a:pt x="251310" y="2139"/>
                  </a:lnTo>
                  <a:lnTo>
                    <a:pt x="251310" y="4825"/>
                  </a:lnTo>
                  <a:lnTo>
                    <a:pt x="251310" y="7509"/>
                  </a:lnTo>
                  <a:lnTo>
                    <a:pt x="249171" y="9649"/>
                  </a:lnTo>
                  <a:close/>
                </a:path>
              </a:pathLst>
            </a:custGeom>
            <a:solidFill>
              <a:schemeClr val="accent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96ECF5B9-2118-462A-BEDE-8B373C9EF425}"/>
              </a:ext>
            </a:extLst>
          </p:cNvPr>
          <p:cNvSpPr>
            <a:spLocks/>
          </p:cNvSpPr>
          <p:nvPr/>
        </p:nvSpPr>
        <p:spPr>
          <a:xfrm>
            <a:off x="3871237" y="4073209"/>
            <a:ext cx="1106798" cy="534368"/>
          </a:xfrm>
          <a:prstGeom prst="rect">
            <a:avLst/>
          </a:prstGeom>
          <a:solidFill>
            <a:srgbClr val="E6E6E6"/>
          </a:solidFill>
          <a:ln w="9525" cap="flat" cmpd="sng" algn="ctr">
            <a:solidFill>
              <a:schemeClr val="bg1"/>
            </a:solidFill>
            <a:prstDash val="solid"/>
          </a:ln>
          <a:effectLst/>
        </p:spPr>
        <p:txBody>
          <a:bodyPr lIns="36000" tIns="36000" rIns="36000" bIns="36000" rtlCol="0" anchor="ctr">
            <a:noAutofit/>
          </a:bodyPr>
          <a:lstStyle/>
          <a:p>
            <a:pPr marL="0" marR="0" lvl="0" indent="0" algn="l" defTabSz="914217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Expected customer profitability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6EFA96C7-E253-4343-B93B-849526E3D8E3}"/>
              </a:ext>
            </a:extLst>
          </p:cNvPr>
          <p:cNvSpPr txBox="1">
            <a:spLocks/>
          </p:cNvSpPr>
          <p:nvPr/>
        </p:nvSpPr>
        <p:spPr bwMode="gray">
          <a:xfrm>
            <a:off x="3564657" y="2655505"/>
            <a:ext cx="1413378" cy="534368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1"/>
            </a:solidFill>
          </a:ln>
        </p:spPr>
        <p:txBody>
          <a:bodyPr vert="horz" wrap="square" lIns="36000" tIns="36000" rIns="36000" bIns="36000" rtlCol="0" anchor="ctr" anchorCtr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ru-RU" sz="1600" baseline="0" dirty="0">
                <a:latin typeface="+mn-lt"/>
              </a:defRPr>
            </a:lvl1pPr>
            <a:lvl2pPr marL="180000" lvl="1" indent="-180000" defTabSz="895350" eaLnBrk="1" latinLnBrk="0" hangingPunct="1">
              <a:buClr>
                <a:schemeClr val="tx2"/>
              </a:buClr>
              <a:buSzPct val="125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2pPr>
            <a:lvl3pPr marL="360000" lvl="2" indent="-180000" defTabSz="895350" eaLnBrk="1" latinLnBrk="0" hangingPunct="1">
              <a:buClr>
                <a:schemeClr val="tx2"/>
              </a:buClr>
              <a:buSzPct val="12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3pPr>
            <a:lvl4pPr marL="540000" lvl="3" indent="-180000" defTabSz="895350" eaLnBrk="1" latinLnBrk="0" hangingPunct="1">
              <a:buClr>
                <a:schemeClr val="tx2"/>
              </a:buClr>
              <a:buSzPct val="110000"/>
              <a:buFont typeface="Arial" panose="020B0604020202020204" pitchFamily="34" charset="0"/>
              <a:buChar char="•"/>
              <a:defRPr lang="ru-RU" sz="1600" baseline="0" dirty="0">
                <a:latin typeface="+mn-lt"/>
              </a:defRPr>
            </a:lvl4pPr>
            <a:lvl5pPr marL="720000" lvl="4" indent="-180000" defTabSz="895350" eaLnBrk="1" latinLnBrk="0" hangingPunct="1">
              <a:buClr>
                <a:schemeClr val="tx2"/>
              </a:buClr>
              <a:buSzPct val="100000"/>
              <a:buFont typeface="Arial" panose="020B0604020202020204" pitchFamily="34" charset="0"/>
              <a:buChar char="◦"/>
              <a:defRPr lang="ru-RU" sz="1600" baseline="0" dirty="0">
                <a:latin typeface="+mn-lt"/>
              </a:defRPr>
            </a:lvl5pPr>
            <a:lvl6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6pPr>
            <a:lvl7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7pPr>
            <a:lvl8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8pPr>
            <a:lvl9pPr marL="999794" indent="-173575" defTabSz="11938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2133" baseline="0"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805F"/>
              </a:buClr>
              <a:buSzPct val="100000"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Accounting for customer profitability </a:t>
            </a:r>
            <a:b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and elasticity</a:t>
            </a:r>
          </a:p>
        </p:txBody>
      </p:sp>
      <p:cxnSp>
        <p:nvCxnSpPr>
          <p:cNvPr id="102" name="Connector: Elbow 101">
            <a:extLst>
              <a:ext uri="{FF2B5EF4-FFF2-40B4-BE49-F238E27FC236}">
                <a16:creationId xmlns:a16="http://schemas.microsoft.com/office/drawing/2014/main" id="{31187410-4345-448D-9C59-7CBE8C275B68}"/>
              </a:ext>
            </a:extLst>
          </p:cNvPr>
          <p:cNvCxnSpPr>
            <a:cxnSpLocks/>
            <a:stCxn id="35" idx="3"/>
            <a:endCxn id="34" idx="3"/>
          </p:cNvCxnSpPr>
          <p:nvPr/>
        </p:nvCxnSpPr>
        <p:spPr>
          <a:xfrm>
            <a:off x="11396688" y="3258467"/>
            <a:ext cx="12700" cy="2157210"/>
          </a:xfrm>
          <a:prstGeom prst="bentConnector3">
            <a:avLst>
              <a:gd name="adj1" fmla="val 1800000"/>
            </a:avLst>
          </a:prstGeom>
          <a:ln w="6350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Connector: Elbow 238">
            <a:extLst>
              <a:ext uri="{FF2B5EF4-FFF2-40B4-BE49-F238E27FC236}">
                <a16:creationId xmlns:a16="http://schemas.microsoft.com/office/drawing/2014/main" id="{9ACEAC4F-7F70-49DE-9204-DA4FD1FFBF26}"/>
              </a:ext>
            </a:extLst>
          </p:cNvPr>
          <p:cNvCxnSpPr>
            <a:cxnSpLocks/>
            <a:stCxn id="289" idx="3"/>
            <a:endCxn id="294" idx="3"/>
          </p:cNvCxnSpPr>
          <p:nvPr/>
        </p:nvCxnSpPr>
        <p:spPr>
          <a:xfrm flipV="1">
            <a:off x="11284616" y="4433213"/>
            <a:ext cx="12700" cy="634874"/>
          </a:xfrm>
          <a:prstGeom prst="bentConnector3">
            <a:avLst>
              <a:gd name="adj1" fmla="val 1800000"/>
            </a:avLst>
          </a:prstGeom>
          <a:ln w="6350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83D71B7B-4DBB-42AD-BD42-1A77A29CFA16}"/>
              </a:ext>
            </a:extLst>
          </p:cNvPr>
          <p:cNvCxnSpPr>
            <a:cxnSpLocks/>
          </p:cNvCxnSpPr>
          <p:nvPr/>
        </p:nvCxnSpPr>
        <p:spPr>
          <a:xfrm flipH="1">
            <a:off x="4978035" y="4929442"/>
            <a:ext cx="117105" cy="0"/>
          </a:xfrm>
          <a:prstGeom prst="line">
            <a:avLst/>
          </a:prstGeom>
          <a:ln w="6350">
            <a:solidFill>
              <a:srgbClr val="7F7F7F"/>
            </a:solidFill>
            <a:tailEnd type="non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B683DCE0-60EE-4748-A23C-574CE61723FC}"/>
              </a:ext>
            </a:extLst>
          </p:cNvPr>
          <p:cNvCxnSpPr>
            <a:cxnSpLocks/>
          </p:cNvCxnSpPr>
          <p:nvPr/>
        </p:nvCxnSpPr>
        <p:spPr>
          <a:xfrm flipH="1">
            <a:off x="4978035" y="4235037"/>
            <a:ext cx="117105" cy="0"/>
          </a:xfrm>
          <a:prstGeom prst="line">
            <a:avLst/>
          </a:prstGeom>
          <a:ln w="6350">
            <a:solidFill>
              <a:srgbClr val="7F7F7F"/>
            </a:solidFill>
            <a:tailEnd type="non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1D4849E6-B4EE-4365-AE0F-44FE389E56EA}"/>
              </a:ext>
            </a:extLst>
          </p:cNvPr>
          <p:cNvGrpSpPr/>
          <p:nvPr/>
        </p:nvGrpSpPr>
        <p:grpSpPr>
          <a:xfrm>
            <a:off x="3247544" y="2655505"/>
            <a:ext cx="255796" cy="3221836"/>
            <a:chOff x="3247544" y="2655505"/>
            <a:chExt cx="255796" cy="3221836"/>
          </a:xfrm>
        </p:grpSpPr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CCB73A4F-0F6E-46FB-9903-815C1527EBD3}"/>
                </a:ext>
              </a:extLst>
            </p:cNvPr>
            <p:cNvCxnSpPr>
              <a:cxnSpLocks/>
            </p:cNvCxnSpPr>
            <p:nvPr/>
          </p:nvCxnSpPr>
          <p:spPr>
            <a:xfrm>
              <a:off x="3375442" y="4460646"/>
              <a:ext cx="0" cy="1416695"/>
            </a:xfrm>
            <a:prstGeom prst="line">
              <a:avLst/>
            </a:prstGeom>
            <a:ln w="6350" cap="flat">
              <a:solidFill>
                <a:srgbClr val="7F7F7F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1" name="ChevronBlue 56">
              <a:extLst>
                <a:ext uri="{FF2B5EF4-FFF2-40B4-BE49-F238E27FC236}">
                  <a16:creationId xmlns:a16="http://schemas.microsoft.com/office/drawing/2014/main" id="{494B51BF-2F08-4EFB-9CB3-3FD39A18242A}"/>
                </a:ext>
              </a:extLst>
            </p:cNvPr>
            <p:cNvGrpSpPr>
              <a:grpSpLocks noChangeAspect="1"/>
            </p:cNvGrpSpPr>
            <p:nvPr>
              <p:custDataLst>
                <p:tags r:id="rId24"/>
              </p:custDataLst>
            </p:nvPr>
          </p:nvGrpSpPr>
          <p:grpSpPr>
            <a:xfrm>
              <a:off x="3247544" y="4138525"/>
              <a:ext cx="255796" cy="255796"/>
              <a:chOff x="1016000" y="1016000"/>
              <a:chExt cx="396228" cy="396228"/>
            </a:xfrm>
          </p:grpSpPr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82544B1B-69F2-435F-A67D-41DE038452EB}"/>
                  </a:ext>
                </a:extLst>
              </p:cNvPr>
              <p:cNvSpPr/>
              <p:nvPr/>
            </p:nvSpPr>
            <p:spPr>
              <a:xfrm>
                <a:off x="1016000" y="1016000"/>
                <a:ext cx="396228" cy="396228"/>
              </a:xfrm>
              <a:prstGeom prst="ellipse">
                <a:avLst/>
              </a:prstGeom>
              <a:solidFill>
                <a:schemeClr val="accent1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4C8E92A4-AA8A-4B78-BC58-EA85F6F4247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67567" y="1118521"/>
                <a:ext cx="103571" cy="195256"/>
              </a:xfrm>
              <a:custGeom>
                <a:avLst/>
                <a:gdLst/>
                <a:ahLst/>
                <a:cxnLst/>
                <a:rect l="0" t="0" r="0" b="0"/>
                <a:pathLst>
                  <a:path w="103601" h="195312">
                    <a:moveTo>
                      <a:pt x="9358" y="193790"/>
                    </a:moveTo>
                    <a:lnTo>
                      <a:pt x="101575" y="101574"/>
                    </a:lnTo>
                    <a:lnTo>
                      <a:pt x="103600" y="99549"/>
                    </a:lnTo>
                    <a:lnTo>
                      <a:pt x="103600" y="96266"/>
                    </a:lnTo>
                    <a:lnTo>
                      <a:pt x="101575" y="94241"/>
                    </a:lnTo>
                    <a:lnTo>
                      <a:pt x="9358" y="2025"/>
                    </a:lnTo>
                    <a:lnTo>
                      <a:pt x="7332" y="0"/>
                    </a:lnTo>
                    <a:lnTo>
                      <a:pt x="4049" y="0"/>
                    </a:lnTo>
                    <a:lnTo>
                      <a:pt x="2026" y="2025"/>
                    </a:lnTo>
                    <a:lnTo>
                      <a:pt x="0" y="4048"/>
                    </a:lnTo>
                    <a:lnTo>
                      <a:pt x="0" y="7331"/>
                    </a:lnTo>
                    <a:lnTo>
                      <a:pt x="2026" y="9357"/>
                    </a:lnTo>
                    <a:lnTo>
                      <a:pt x="90576" y="97907"/>
                    </a:lnTo>
                    <a:lnTo>
                      <a:pt x="2026" y="186459"/>
                    </a:lnTo>
                    <a:lnTo>
                      <a:pt x="0" y="188483"/>
                    </a:lnTo>
                    <a:lnTo>
                      <a:pt x="0" y="191766"/>
                    </a:lnTo>
                    <a:lnTo>
                      <a:pt x="2026" y="193790"/>
                    </a:lnTo>
                    <a:lnTo>
                      <a:pt x="3040" y="194805"/>
                    </a:lnTo>
                    <a:lnTo>
                      <a:pt x="4366" y="195311"/>
                    </a:lnTo>
                    <a:lnTo>
                      <a:pt x="5692" y="195311"/>
                    </a:lnTo>
                    <a:lnTo>
                      <a:pt x="7017" y="195311"/>
                    </a:lnTo>
                    <a:lnTo>
                      <a:pt x="8348" y="19480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03CF703C-FE68-4B2B-B40C-A813EC703DEC}"/>
                </a:ext>
              </a:extLst>
            </p:cNvPr>
            <p:cNvCxnSpPr>
              <a:cxnSpLocks/>
            </p:cNvCxnSpPr>
            <p:nvPr/>
          </p:nvCxnSpPr>
          <p:spPr>
            <a:xfrm>
              <a:off x="3375442" y="2655505"/>
              <a:ext cx="0" cy="1416695"/>
            </a:xfrm>
            <a:prstGeom prst="line">
              <a:avLst/>
            </a:prstGeom>
            <a:ln w="6350" cap="flat">
              <a:solidFill>
                <a:srgbClr val="7F7F7F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AC388582-C6B5-4439-B767-B934D7E4AAF2}"/>
              </a:ext>
            </a:extLst>
          </p:cNvPr>
          <p:cNvGrpSpPr/>
          <p:nvPr/>
        </p:nvGrpSpPr>
        <p:grpSpPr>
          <a:xfrm>
            <a:off x="8987063" y="2655505"/>
            <a:ext cx="255796" cy="3221836"/>
            <a:chOff x="3247544" y="2655505"/>
            <a:chExt cx="255796" cy="3221836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1D73F4FD-3D34-40F3-ACAF-D980519273E6}"/>
                </a:ext>
              </a:extLst>
            </p:cNvPr>
            <p:cNvCxnSpPr>
              <a:cxnSpLocks/>
            </p:cNvCxnSpPr>
            <p:nvPr/>
          </p:nvCxnSpPr>
          <p:spPr>
            <a:xfrm>
              <a:off x="3375442" y="4460646"/>
              <a:ext cx="0" cy="1416695"/>
            </a:xfrm>
            <a:prstGeom prst="line">
              <a:avLst/>
            </a:prstGeom>
            <a:ln w="6350" cap="flat">
              <a:solidFill>
                <a:srgbClr val="7F7F7F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ChevronBlue 56">
              <a:extLst>
                <a:ext uri="{FF2B5EF4-FFF2-40B4-BE49-F238E27FC236}">
                  <a16:creationId xmlns:a16="http://schemas.microsoft.com/office/drawing/2014/main" id="{861AC81A-3403-48A2-8200-3FD24CD53CBE}"/>
                </a:ext>
              </a:extLst>
            </p:cNvPr>
            <p:cNvGrpSpPr>
              <a:grpSpLocks noChangeAspect="1"/>
            </p:cNvGrpSpPr>
            <p:nvPr>
              <p:custDataLst>
                <p:tags r:id="rId23"/>
              </p:custDataLst>
            </p:nvPr>
          </p:nvGrpSpPr>
          <p:grpSpPr>
            <a:xfrm>
              <a:off x="3247544" y="4138525"/>
              <a:ext cx="255796" cy="255796"/>
              <a:chOff x="1016000" y="1016000"/>
              <a:chExt cx="396228" cy="396228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2CAC2A05-67D3-43B0-A2AA-2BC0BF3FE3D3}"/>
                  </a:ext>
                </a:extLst>
              </p:cNvPr>
              <p:cNvSpPr/>
              <p:nvPr/>
            </p:nvSpPr>
            <p:spPr>
              <a:xfrm>
                <a:off x="1016000" y="1016000"/>
                <a:ext cx="396228" cy="396228"/>
              </a:xfrm>
              <a:prstGeom prst="ellipse">
                <a:avLst/>
              </a:prstGeom>
              <a:solidFill>
                <a:schemeClr val="accent1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A1605DC0-A158-4358-8019-18156B66E4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67567" y="1118521"/>
                <a:ext cx="103571" cy="195256"/>
              </a:xfrm>
              <a:custGeom>
                <a:avLst/>
                <a:gdLst/>
                <a:ahLst/>
                <a:cxnLst/>
                <a:rect l="0" t="0" r="0" b="0"/>
                <a:pathLst>
                  <a:path w="103601" h="195312">
                    <a:moveTo>
                      <a:pt x="9358" y="193790"/>
                    </a:moveTo>
                    <a:lnTo>
                      <a:pt x="101575" y="101574"/>
                    </a:lnTo>
                    <a:lnTo>
                      <a:pt x="103600" y="99549"/>
                    </a:lnTo>
                    <a:lnTo>
                      <a:pt x="103600" y="96266"/>
                    </a:lnTo>
                    <a:lnTo>
                      <a:pt x="101575" y="94241"/>
                    </a:lnTo>
                    <a:lnTo>
                      <a:pt x="9358" y="2025"/>
                    </a:lnTo>
                    <a:lnTo>
                      <a:pt x="7332" y="0"/>
                    </a:lnTo>
                    <a:lnTo>
                      <a:pt x="4049" y="0"/>
                    </a:lnTo>
                    <a:lnTo>
                      <a:pt x="2026" y="2025"/>
                    </a:lnTo>
                    <a:lnTo>
                      <a:pt x="0" y="4048"/>
                    </a:lnTo>
                    <a:lnTo>
                      <a:pt x="0" y="7331"/>
                    </a:lnTo>
                    <a:lnTo>
                      <a:pt x="2026" y="9357"/>
                    </a:lnTo>
                    <a:lnTo>
                      <a:pt x="90576" y="97907"/>
                    </a:lnTo>
                    <a:lnTo>
                      <a:pt x="2026" y="186459"/>
                    </a:lnTo>
                    <a:lnTo>
                      <a:pt x="0" y="188483"/>
                    </a:lnTo>
                    <a:lnTo>
                      <a:pt x="0" y="191766"/>
                    </a:lnTo>
                    <a:lnTo>
                      <a:pt x="2026" y="193790"/>
                    </a:lnTo>
                    <a:lnTo>
                      <a:pt x="3040" y="194805"/>
                    </a:lnTo>
                    <a:lnTo>
                      <a:pt x="4366" y="195311"/>
                    </a:lnTo>
                    <a:lnTo>
                      <a:pt x="5692" y="195311"/>
                    </a:lnTo>
                    <a:lnTo>
                      <a:pt x="7017" y="195311"/>
                    </a:lnTo>
                    <a:lnTo>
                      <a:pt x="8348" y="19480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4374E3D5-0C74-4962-BA04-56686594B418}"/>
                </a:ext>
              </a:extLst>
            </p:cNvPr>
            <p:cNvCxnSpPr>
              <a:cxnSpLocks/>
            </p:cNvCxnSpPr>
            <p:nvPr/>
          </p:nvCxnSpPr>
          <p:spPr>
            <a:xfrm>
              <a:off x="3375442" y="2655505"/>
              <a:ext cx="0" cy="1416695"/>
            </a:xfrm>
            <a:prstGeom prst="line">
              <a:avLst/>
            </a:prstGeom>
            <a:ln w="6350" cap="flat">
              <a:solidFill>
                <a:srgbClr val="7F7F7F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9" name="Rectangle 288">
            <a:extLst>
              <a:ext uri="{FF2B5EF4-FFF2-40B4-BE49-F238E27FC236}">
                <a16:creationId xmlns:a16="http://schemas.microsoft.com/office/drawing/2014/main" id="{9F5FC593-D3AB-4889-A8CA-0FC8B01FB7D2}"/>
              </a:ext>
            </a:extLst>
          </p:cNvPr>
          <p:cNvSpPr/>
          <p:nvPr/>
        </p:nvSpPr>
        <p:spPr>
          <a:xfrm>
            <a:off x="11035924" y="4890190"/>
            <a:ext cx="248692" cy="355794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DF9F7826-89D8-4111-ADEC-D2533C4DEC8E}"/>
              </a:ext>
            </a:extLst>
          </p:cNvPr>
          <p:cNvSpPr/>
          <p:nvPr/>
        </p:nvSpPr>
        <p:spPr>
          <a:xfrm>
            <a:off x="11035924" y="4255316"/>
            <a:ext cx="248692" cy="355794"/>
          </a:xfrm>
          <a:prstGeom prst="rect">
            <a:avLst/>
          </a:prstGeom>
          <a:noFill/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TrackerNumBlue 164">
            <a:extLst>
              <a:ext uri="{FF2B5EF4-FFF2-40B4-BE49-F238E27FC236}">
                <a16:creationId xmlns:a16="http://schemas.microsoft.com/office/drawing/2014/main" id="{ABB819BE-0246-BC8B-354D-9CD5B071D9B2}"/>
              </a:ext>
            </a:extLst>
          </p:cNvPr>
          <p:cNvSpPr/>
          <p:nvPr>
            <p:custDataLst>
              <p:tags r:id="rId22"/>
            </p:custDataLst>
          </p:nvPr>
        </p:nvSpPr>
        <p:spPr>
          <a:xfrm>
            <a:off x="121444" y="530336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6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A8FD33CD-93FB-8214-DD2F-44EB082FEC68}"/>
              </a:ext>
            </a:extLst>
          </p:cNvPr>
          <p:cNvCxnSpPr>
            <a:cxnSpLocks/>
          </p:cNvCxnSpPr>
          <p:nvPr/>
        </p:nvCxnSpPr>
        <p:spPr>
          <a:xfrm>
            <a:off x="554736" y="2171700"/>
            <a:ext cx="11082528" cy="0"/>
          </a:xfrm>
          <a:prstGeom prst="line">
            <a:avLst/>
          </a:prstGeom>
          <a:ln w="12700" cap="flat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2988854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A7FD8E05-63E9-BE36-B330-9CA0CE1D73A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2" imgW="404" imgH="403" progId="TCLayout.ActiveDocument.1">
                  <p:embed/>
                </p:oleObj>
              </mc:Choice>
              <mc:Fallback>
                <p:oleObj name="think-cell Slide" r:id="rId22" imgW="404" imgH="403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A7FD8E05-63E9-BE36-B330-9CA0CE1D73A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1">
            <a:extLst>
              <a:ext uri="{FF2B5EF4-FFF2-40B4-BE49-F238E27FC236}">
                <a16:creationId xmlns:a16="http://schemas.microsoft.com/office/drawing/2014/main" id="{32069EFC-2EA9-7ACB-B38C-B8A0ABFCE6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4" y="349734"/>
            <a:ext cx="11082528" cy="369332"/>
          </a:xfr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r>
              <a:rPr lang="en-US"/>
              <a:t>All-in pricing </a:t>
            </a:r>
            <a:r>
              <a:rPr lang="ru-RU"/>
              <a:t>model</a:t>
            </a:r>
            <a:r>
              <a:rPr lang="en-US"/>
              <a:t>: organizational principles and typical barriers</a:t>
            </a:r>
            <a:endParaRPr lang="ru-RU"/>
          </a:p>
        </p:txBody>
      </p:sp>
      <p:sp>
        <p:nvSpPr>
          <p:cNvPr id="41" name="3. Subtitle">
            <a:extLst>
              <a:ext uri="{FF2B5EF4-FFF2-40B4-BE49-F238E27FC236}">
                <a16:creationId xmlns:a16="http://schemas.microsoft.com/office/drawing/2014/main" id="{CF0A4C33-F367-26D2-9D31-D72E01B9E256}"/>
              </a:ext>
            </a:extLst>
          </p:cNvPr>
          <p:cNvSpPr>
            <a:spLocks noGrp="1"/>
          </p:cNvSpPr>
          <p:nvPr>
            <p:ph type="subTitle" idx="1"/>
            <p:custDataLst>
              <p:tags r:id="rId2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2" name="1. On-page tracker">
            <a:extLst>
              <a:ext uri="{FF2B5EF4-FFF2-40B4-BE49-F238E27FC236}">
                <a16:creationId xmlns:a16="http://schemas.microsoft.com/office/drawing/2014/main" id="{38BD8CBF-997A-0F9D-5761-063EC9852EC0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3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reeform 30">
            <a:extLst>
              <a:ext uri="{FF2B5EF4-FFF2-40B4-BE49-F238E27FC236}">
                <a16:creationId xmlns:a16="http://schemas.microsoft.com/office/drawing/2014/main" id="{D6940D36-F75A-082E-7C75-0149590FCB9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549932" y="1714530"/>
            <a:ext cx="2244333" cy="449517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ru-RU" sz="1000" b="0" i="0" u="none" strike="noStrike" kern="1200" cap="none" spc="0" normalizeH="0" baseline="0" noProof="0" err="1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D9F836A-3E9B-45B4-84AC-542ADDE30B73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623426" y="1884578"/>
            <a:ext cx="2129817" cy="33609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marL="0" lvl="0" indent="0" defTabSz="893960" eaLnBrk="1" hangingPunct="1">
              <a:buClr>
                <a:schemeClr val="tx2"/>
              </a:buClr>
              <a:defRPr>
                <a:latin typeface="+mn-lt"/>
              </a:defRPr>
            </a:lvl1pPr>
            <a:lvl2pPr marL="193374" lvl="1" indent="-191790" defTabSz="89396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6494" lvl="2" indent="-261532" defTabSz="89396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3410" lvl="3" indent="-155333" defTabSz="89396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8645" lvl="4" indent="-129973" defTabSz="89396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8645" indent="-129973" defTabSz="8939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8645" indent="-129973" defTabSz="8939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8645" indent="-129973" defTabSz="8939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8645" indent="-129973" defTabSz="89396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lvl="1" fontAlgn="base">
              <a:spcBef>
                <a:spcPct val="60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Product teams are motivated to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maximize customer P&amp;L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Each product team is ready to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reduce the price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of a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separate product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if it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increases the overall customer P&amp;L</a:t>
            </a:r>
            <a:endParaRPr kumimoji="0" lang="en-US" sz="1200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lvl="1" fontAlgn="base">
              <a:spcBef>
                <a:spcPct val="60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Effective mechanisms are used to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guarantee expected effect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from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all-in pricing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with the client, while a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moderate risk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is encouraged</a:t>
            </a:r>
            <a:endParaRPr kumimoji="0" lang="en-US" sz="1200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lvl="1" fontAlgn="base">
              <a:spcBef>
                <a:spcPct val="60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There is a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person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or a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collegial body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making the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final decision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on the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deal structure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for each client</a:t>
            </a:r>
            <a:endParaRPr kumimoji="0" lang="ru-RU" sz="1200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85CD554-08BB-8047-AFB6-7A7C83E19356}"/>
              </a:ext>
            </a:extLst>
          </p:cNvPr>
          <p:cNvGrpSpPr/>
          <p:nvPr/>
        </p:nvGrpSpPr>
        <p:grpSpPr>
          <a:xfrm>
            <a:off x="2902435" y="1706564"/>
            <a:ext cx="1156644" cy="4511456"/>
            <a:chOff x="2034074" y="1202041"/>
            <a:chExt cx="1156644" cy="5063747"/>
          </a:xfrm>
          <a:solidFill>
            <a:schemeClr val="accent2">
              <a:lumMod val="50000"/>
            </a:schemeClr>
          </a:solidFill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ADB21A8-011E-7040-1FF6-1D5AFE8AF0E9}"/>
                </a:ext>
              </a:extLst>
            </p:cNvPr>
            <p:cNvGrpSpPr/>
            <p:nvPr>
              <p:custDataLst>
                <p:tags r:id="rId9"/>
              </p:custDataLst>
            </p:nvPr>
          </p:nvGrpSpPr>
          <p:grpSpPr>
            <a:xfrm rot="5400000">
              <a:off x="1970691" y="1265430"/>
              <a:ext cx="1283411" cy="1156633"/>
              <a:chOff x="1970691" y="1314526"/>
              <a:chExt cx="1283411" cy="1156633"/>
            </a:xfrm>
            <a:grpFill/>
          </p:grpSpPr>
          <p:sp>
            <p:nvSpPr>
              <p:cNvPr id="11" name="Freeform 62">
                <a:extLst>
                  <a:ext uri="{FF2B5EF4-FFF2-40B4-BE49-F238E27FC236}">
                    <a16:creationId xmlns:a16="http://schemas.microsoft.com/office/drawing/2014/main" id="{8F05FB4F-28E2-857A-8BDD-6C0C149C869C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1970691" y="1314526"/>
                <a:ext cx="1283411" cy="1156633"/>
              </a:xfrm>
              <a:custGeom>
                <a:avLst/>
                <a:gdLst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375338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375338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375338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375338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375338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375338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462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397032 w 1828800"/>
                  <a:gd name="connsiteY5" fmla="*/ 457200 h 914400"/>
                  <a:gd name="connsiteX0" fmla="*/ 0 w 1828800"/>
                  <a:gd name="connsiteY0" fmla="*/ 0 h 914400"/>
                  <a:gd name="connsiteX1" fmla="*/ 1431768 w 1828800"/>
                  <a:gd name="connsiteY1" fmla="*/ 0 h 914400"/>
                  <a:gd name="connsiteX2" fmla="*/ 1828800 w 1828800"/>
                  <a:gd name="connsiteY2" fmla="*/ 457200 h 914400"/>
                  <a:gd name="connsiteX3" fmla="*/ 1453462 w 1828800"/>
                  <a:gd name="connsiteY3" fmla="*/ 914400 h 914400"/>
                  <a:gd name="connsiteX4" fmla="*/ 0 w 1828800"/>
                  <a:gd name="connsiteY4" fmla="*/ 914400 h 914400"/>
                  <a:gd name="connsiteX5" fmla="*/ 397032 w 1828800"/>
                  <a:gd name="connsiteY5" fmla="*/ 457200 h 914400"/>
                  <a:gd name="connsiteX0" fmla="*/ 0 w 1828800"/>
                  <a:gd name="connsiteY0" fmla="*/ 0 h 914400"/>
                  <a:gd name="connsiteX1" fmla="*/ 1431768 w 1828800"/>
                  <a:gd name="connsiteY1" fmla="*/ 0 h 914400"/>
                  <a:gd name="connsiteX2" fmla="*/ 1828800 w 1828800"/>
                  <a:gd name="connsiteY2" fmla="*/ 457200 h 914400"/>
                  <a:gd name="connsiteX3" fmla="*/ 1431768 w 1828800"/>
                  <a:gd name="connsiteY3" fmla="*/ 914400 h 914400"/>
                  <a:gd name="connsiteX4" fmla="*/ 0 w 1828800"/>
                  <a:gd name="connsiteY4" fmla="*/ 914400 h 914400"/>
                  <a:gd name="connsiteX5" fmla="*/ 397032 w 1828800"/>
                  <a:gd name="connsiteY5" fmla="*/ 457200 h 914400"/>
                  <a:gd name="connsiteX0" fmla="*/ 0 w 1828800"/>
                  <a:gd name="connsiteY0" fmla="*/ 0 h 914400"/>
                  <a:gd name="connsiteX1" fmla="*/ 1431768 w 1828800"/>
                  <a:gd name="connsiteY1" fmla="*/ 0 h 914400"/>
                  <a:gd name="connsiteX2" fmla="*/ 1828800 w 1828800"/>
                  <a:gd name="connsiteY2" fmla="*/ 457200 h 914400"/>
                  <a:gd name="connsiteX3" fmla="*/ 143176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31768 w 1828800"/>
                  <a:gd name="connsiteY1" fmla="*/ 0 h 914400"/>
                  <a:gd name="connsiteX2" fmla="*/ 1828800 w 1828800"/>
                  <a:gd name="connsiteY2" fmla="*/ 457200 h 914400"/>
                  <a:gd name="connsiteX3" fmla="*/ 143176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31768 w 1828800"/>
                  <a:gd name="connsiteY1" fmla="*/ 0 h 914400"/>
                  <a:gd name="connsiteX2" fmla="*/ 1828800 w 1828800"/>
                  <a:gd name="connsiteY2" fmla="*/ 457200 h 914400"/>
                  <a:gd name="connsiteX3" fmla="*/ 143176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31768 w 1828800"/>
                  <a:gd name="connsiteY1" fmla="*/ 0 h 914400"/>
                  <a:gd name="connsiteX2" fmla="*/ 1828800 w 1828800"/>
                  <a:gd name="connsiteY2" fmla="*/ 457200 h 914400"/>
                  <a:gd name="connsiteX3" fmla="*/ 1431768 w 1828800"/>
                  <a:gd name="connsiteY3" fmla="*/ 914400 h 914400"/>
                  <a:gd name="connsiteX4" fmla="*/ 0 w 1828800"/>
                  <a:gd name="connsiteY4" fmla="*/ 914400 h 914400"/>
                  <a:gd name="connsiteX5" fmla="*/ 38709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31768 w 1828800"/>
                  <a:gd name="connsiteY3" fmla="*/ 914400 h 914400"/>
                  <a:gd name="connsiteX4" fmla="*/ 0 w 1828800"/>
                  <a:gd name="connsiteY4" fmla="*/ 914400 h 914400"/>
                  <a:gd name="connsiteX5" fmla="*/ 38709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38709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38709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38709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38709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38709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38709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38709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41710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8593 w 1828800"/>
                  <a:gd name="connsiteY1" fmla="*/ 0 h 914400"/>
                  <a:gd name="connsiteX2" fmla="*/ 1828800 w 1828800"/>
                  <a:gd name="connsiteY2" fmla="*/ 457200 h 914400"/>
                  <a:gd name="connsiteX3" fmla="*/ 144171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8593 w 1828800"/>
                  <a:gd name="connsiteY1" fmla="*/ 0 h 914400"/>
                  <a:gd name="connsiteX2" fmla="*/ 1828800 w 1828800"/>
                  <a:gd name="connsiteY2" fmla="*/ 457200 h 914400"/>
                  <a:gd name="connsiteX3" fmla="*/ 146859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8593 w 1828800"/>
                  <a:gd name="connsiteY1" fmla="*/ 0 h 914400"/>
                  <a:gd name="connsiteX2" fmla="*/ 1828800 w 1828800"/>
                  <a:gd name="connsiteY2" fmla="*/ 457200 h 914400"/>
                  <a:gd name="connsiteX3" fmla="*/ 146859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7235 w 1828800"/>
                  <a:gd name="connsiteY1" fmla="*/ 0 h 914400"/>
                  <a:gd name="connsiteX2" fmla="*/ 1828800 w 1828800"/>
                  <a:gd name="connsiteY2" fmla="*/ 457200 h 914400"/>
                  <a:gd name="connsiteX3" fmla="*/ 146859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7235 w 1828800"/>
                  <a:gd name="connsiteY1" fmla="*/ 0 h 914400"/>
                  <a:gd name="connsiteX2" fmla="*/ 1828800 w 1828800"/>
                  <a:gd name="connsiteY2" fmla="*/ 457200 h 914400"/>
                  <a:gd name="connsiteX3" fmla="*/ 151723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7235 w 1828800"/>
                  <a:gd name="connsiteY1" fmla="*/ 0 h 914400"/>
                  <a:gd name="connsiteX2" fmla="*/ 1828800 w 1828800"/>
                  <a:gd name="connsiteY2" fmla="*/ 457200 h 914400"/>
                  <a:gd name="connsiteX3" fmla="*/ 151723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255 w 1828800"/>
                  <a:gd name="connsiteY1" fmla="*/ 0 h 914400"/>
                  <a:gd name="connsiteX2" fmla="*/ 1828800 w 1828800"/>
                  <a:gd name="connsiteY2" fmla="*/ 457200 h 914400"/>
                  <a:gd name="connsiteX3" fmla="*/ 151723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255 w 1828800"/>
                  <a:gd name="connsiteY1" fmla="*/ 0 h 914400"/>
                  <a:gd name="connsiteX2" fmla="*/ 1828800 w 1828800"/>
                  <a:gd name="connsiteY2" fmla="*/ 457200 h 914400"/>
                  <a:gd name="connsiteX3" fmla="*/ 145325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53255 w 1828800"/>
                  <a:gd name="connsiteY1" fmla="*/ 0 h 914400"/>
                  <a:gd name="connsiteX2" fmla="*/ 1828800 w 1828800"/>
                  <a:gd name="connsiteY2" fmla="*/ 457200 h 914400"/>
                  <a:gd name="connsiteX3" fmla="*/ 145325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45672 w 1828800"/>
                  <a:gd name="connsiteY1" fmla="*/ 0 h 914400"/>
                  <a:gd name="connsiteX2" fmla="*/ 1828800 w 1828800"/>
                  <a:gd name="connsiteY2" fmla="*/ 457200 h 914400"/>
                  <a:gd name="connsiteX3" fmla="*/ 145325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45672 w 1828800"/>
                  <a:gd name="connsiteY1" fmla="*/ 0 h 914400"/>
                  <a:gd name="connsiteX2" fmla="*/ 1828800 w 1828800"/>
                  <a:gd name="connsiteY2" fmla="*/ 457200 h 914400"/>
                  <a:gd name="connsiteX3" fmla="*/ 154567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45672 w 1828800"/>
                  <a:gd name="connsiteY1" fmla="*/ 0 h 914400"/>
                  <a:gd name="connsiteX2" fmla="*/ 1828800 w 1828800"/>
                  <a:gd name="connsiteY2" fmla="*/ 457200 h 914400"/>
                  <a:gd name="connsiteX3" fmla="*/ 1545672 w 1828800"/>
                  <a:gd name="connsiteY3" fmla="*/ 914400 h 914400"/>
                  <a:gd name="connsiteX4" fmla="*/ 0 w 1828800"/>
                  <a:gd name="connsiteY4" fmla="*/ 914400 h 914400"/>
                  <a:gd name="connsiteX5" fmla="*/ 296667 w 1828800"/>
                  <a:gd name="connsiteY5" fmla="*/ 457200 h 914400"/>
                  <a:gd name="connsiteX0" fmla="*/ 0 w 1828800"/>
                  <a:gd name="connsiteY0" fmla="*/ 0 h 914400"/>
                  <a:gd name="connsiteX1" fmla="*/ 1532133 w 1828800"/>
                  <a:gd name="connsiteY1" fmla="*/ 0 h 914400"/>
                  <a:gd name="connsiteX2" fmla="*/ 1828800 w 1828800"/>
                  <a:gd name="connsiteY2" fmla="*/ 457200 h 914400"/>
                  <a:gd name="connsiteX3" fmla="*/ 1545672 w 1828800"/>
                  <a:gd name="connsiteY3" fmla="*/ 914400 h 914400"/>
                  <a:gd name="connsiteX4" fmla="*/ 0 w 1828800"/>
                  <a:gd name="connsiteY4" fmla="*/ 914400 h 914400"/>
                  <a:gd name="connsiteX5" fmla="*/ 296667 w 1828800"/>
                  <a:gd name="connsiteY5" fmla="*/ 457200 h 914400"/>
                  <a:gd name="connsiteX0" fmla="*/ 0 w 1828800"/>
                  <a:gd name="connsiteY0" fmla="*/ 0 h 914400"/>
                  <a:gd name="connsiteX1" fmla="*/ 1532133 w 1828800"/>
                  <a:gd name="connsiteY1" fmla="*/ 0 h 914400"/>
                  <a:gd name="connsiteX2" fmla="*/ 1828800 w 1828800"/>
                  <a:gd name="connsiteY2" fmla="*/ 457200 h 914400"/>
                  <a:gd name="connsiteX3" fmla="*/ 1532133 w 1828800"/>
                  <a:gd name="connsiteY3" fmla="*/ 914400 h 914400"/>
                  <a:gd name="connsiteX4" fmla="*/ 0 w 1828800"/>
                  <a:gd name="connsiteY4" fmla="*/ 914400 h 914400"/>
                  <a:gd name="connsiteX5" fmla="*/ 296667 w 1828800"/>
                  <a:gd name="connsiteY5" fmla="*/ 457200 h 914400"/>
                  <a:gd name="connsiteX0" fmla="*/ 0 w 1828800"/>
                  <a:gd name="connsiteY0" fmla="*/ 0 h 914400"/>
                  <a:gd name="connsiteX1" fmla="*/ 1532133 w 1828800"/>
                  <a:gd name="connsiteY1" fmla="*/ 0 h 914400"/>
                  <a:gd name="connsiteX2" fmla="*/ 1828800 w 1828800"/>
                  <a:gd name="connsiteY2" fmla="*/ 457200 h 914400"/>
                  <a:gd name="connsiteX3" fmla="*/ 153213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32133 w 1828800"/>
                  <a:gd name="connsiteY1" fmla="*/ 0 h 914400"/>
                  <a:gd name="connsiteX2" fmla="*/ 1828800 w 1828800"/>
                  <a:gd name="connsiteY2" fmla="*/ 457200 h 914400"/>
                  <a:gd name="connsiteX3" fmla="*/ 153213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32133 w 1828800"/>
                  <a:gd name="connsiteY1" fmla="*/ 0 h 914400"/>
                  <a:gd name="connsiteX2" fmla="*/ 1828800 w 1828800"/>
                  <a:gd name="connsiteY2" fmla="*/ 457200 h 914400"/>
                  <a:gd name="connsiteX3" fmla="*/ 153213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28800" h="914400">
                    <a:moveTo>
                      <a:pt x="0" y="0"/>
                    </a:moveTo>
                    <a:lnTo>
                      <a:pt x="1532133" y="0"/>
                    </a:lnTo>
                    <a:lnTo>
                      <a:pt x="1828800" y="457200"/>
                    </a:lnTo>
                    <a:lnTo>
                      <a:pt x="1532133" y="914400"/>
                    </a:lnTo>
                    <a:lnTo>
                      <a:pt x="0" y="914400"/>
                    </a:lnTo>
                    <a:lnTo>
                      <a:pt x="0" y="457200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 anchorCtr="1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2960">
                      <a:lumMod val="100000"/>
                    </a:srgbClr>
                  </a:buClr>
                  <a:buSzTx/>
                  <a:buFontTx/>
                  <a:buNone/>
                  <a:tabLst/>
                  <a:defRPr/>
                </a:pPr>
                <a:endParaRPr kumimoji="0" lang="ru-RU" sz="12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EC6D343B-D5CA-C1BC-82C1-683F3A9AA4F3}"/>
                  </a:ext>
                </a:extLst>
              </p:cNvPr>
              <p:cNvSpPr txBox="1"/>
              <p:nvPr>
                <p:custDataLst>
                  <p:tags r:id="rId20"/>
                </p:custDataLst>
              </p:nvPr>
            </p:nvSpPr>
            <p:spPr>
              <a:xfrm>
                <a:off x="2034191" y="1394847"/>
                <a:ext cx="1011717" cy="99599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vert270" wrap="square" lIns="0" tIns="0" rIns="0" bIns="0" numCol="1" anchor="ctr" anchorCtr="1" compatLnSpc="1">
                <a:prstTxWarp prst="textNoShape">
                  <a:avLst/>
                </a:prstTxWarp>
                <a:noAutofit/>
              </a:bodyPr>
              <a:lstStyle>
                <a:lvl1pPr marL="0" lvl="0" indent="0" defTabSz="895350" eaLnBrk="1" hangingPunct="1">
                  <a:buClr>
                    <a:schemeClr val="tx2"/>
                  </a:buClr>
                  <a:defRPr>
                    <a:latin typeface="+mn-lt"/>
                  </a:defRPr>
                </a:lvl1pPr>
                <a:lvl2pPr marL="193675" lvl="1" indent="-192088" defTabSz="895350" eaLnBrk="1" hangingPunct="1">
                  <a:buClr>
                    <a:schemeClr val="tx2"/>
                  </a:buClr>
                  <a:buSzPct val="125000"/>
                  <a:buFont typeface="Arial" charset="0"/>
                  <a:buChar char="▪"/>
                  <a:defRPr>
                    <a:latin typeface="+mn-lt"/>
                  </a:defRPr>
                </a:lvl2pPr>
                <a:lvl3pPr marL="457200" lvl="2" indent="-261938" defTabSz="895350" eaLnBrk="1" hangingPunct="1">
                  <a:buClr>
                    <a:schemeClr val="tx2"/>
                  </a:buClr>
                  <a:buSzPct val="120000"/>
                  <a:buFont typeface="Arial" charset="0"/>
                  <a:buChar char="–"/>
                  <a:defRPr>
                    <a:latin typeface="+mn-lt"/>
                  </a:defRPr>
                </a:lvl3pPr>
                <a:lvl4pPr marL="614363" lvl="3" indent="-155575" defTabSz="895350" eaLnBrk="1" hangingPunct="1">
                  <a:buClr>
                    <a:schemeClr val="tx2"/>
                  </a:buClr>
                  <a:buSzPct val="120000"/>
                  <a:buFont typeface="Arial" charset="0"/>
                  <a:buChar char="▫"/>
                  <a:defRPr>
                    <a:latin typeface="+mn-lt"/>
                  </a:defRPr>
                </a:lvl4pPr>
                <a:lvl5pPr marL="749808" lvl="4" indent="-130175" defTabSz="895350" eaLnBrk="1" hangingPunct="1"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5pPr>
                <a:lvl6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6pPr>
                <a:lvl7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7pPr>
                <a:lvl8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8pPr>
                <a:lvl9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9pPr>
              </a:lstStyle>
              <a:p>
                <a:pPr marL="0" marR="0" lvl="0" indent="0" algn="ctr" defTabSz="89535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2960"/>
                  </a:buClr>
                  <a:buSzTx/>
                  <a:buFontTx/>
                  <a:buNone/>
                  <a:tabLst/>
                  <a:defRPr/>
                </a:pPr>
                <a:r>
                  <a:rPr kumimoji="0" lang="ru-RU" sz="12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Analysis of client needs</a:t>
                </a: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B8F3C4DA-F840-0F0A-1CA3-6BD0FAC84DB9}"/>
                </a:ext>
              </a:extLst>
            </p:cNvPr>
            <p:cNvGrpSpPr/>
            <p:nvPr>
              <p:custDataLst>
                <p:tags r:id="rId10"/>
              </p:custDataLst>
            </p:nvPr>
          </p:nvGrpSpPr>
          <p:grpSpPr>
            <a:xfrm rot="5400000">
              <a:off x="1485840" y="2861227"/>
              <a:ext cx="2253111" cy="1156633"/>
              <a:chOff x="1485840" y="2934636"/>
              <a:chExt cx="2253111" cy="1156633"/>
            </a:xfrm>
            <a:grpFill/>
          </p:grpSpPr>
          <p:sp>
            <p:nvSpPr>
              <p:cNvPr id="14" name="Freeform 65">
                <a:extLst>
                  <a:ext uri="{FF2B5EF4-FFF2-40B4-BE49-F238E27FC236}">
                    <a16:creationId xmlns:a16="http://schemas.microsoft.com/office/drawing/2014/main" id="{4464EDD8-860B-812F-3602-3C97946D12E9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1485840" y="2934636"/>
                <a:ext cx="2253111" cy="1156633"/>
              </a:xfrm>
              <a:custGeom>
                <a:avLst/>
                <a:gdLst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504664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504664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504664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261550 w 1828800"/>
                  <a:gd name="connsiteY5" fmla="*/ 457200 h 914400"/>
                  <a:gd name="connsiteX0" fmla="*/ 0 w 1828800"/>
                  <a:gd name="connsiteY0" fmla="*/ 0 h 914400"/>
                  <a:gd name="connsiteX1" fmla="*/ 1567250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261550 w 1828800"/>
                  <a:gd name="connsiteY5" fmla="*/ 457200 h 914400"/>
                  <a:gd name="connsiteX0" fmla="*/ 0 w 1828800"/>
                  <a:gd name="connsiteY0" fmla="*/ 0 h 914400"/>
                  <a:gd name="connsiteX1" fmla="*/ 1567250 w 1828800"/>
                  <a:gd name="connsiteY1" fmla="*/ 0 h 914400"/>
                  <a:gd name="connsiteX2" fmla="*/ 1828800 w 1828800"/>
                  <a:gd name="connsiteY2" fmla="*/ 457200 h 914400"/>
                  <a:gd name="connsiteX3" fmla="*/ 1567250 w 1828800"/>
                  <a:gd name="connsiteY3" fmla="*/ 914400 h 914400"/>
                  <a:gd name="connsiteX4" fmla="*/ 0 w 1828800"/>
                  <a:gd name="connsiteY4" fmla="*/ 914400 h 914400"/>
                  <a:gd name="connsiteX5" fmla="*/ 261550 w 1828800"/>
                  <a:gd name="connsiteY5" fmla="*/ 457200 h 914400"/>
                  <a:gd name="connsiteX0" fmla="*/ 0 w 1828800"/>
                  <a:gd name="connsiteY0" fmla="*/ 0 h 914400"/>
                  <a:gd name="connsiteX1" fmla="*/ 1567250 w 1828800"/>
                  <a:gd name="connsiteY1" fmla="*/ 0 h 914400"/>
                  <a:gd name="connsiteX2" fmla="*/ 1828800 w 1828800"/>
                  <a:gd name="connsiteY2" fmla="*/ 457200 h 914400"/>
                  <a:gd name="connsiteX3" fmla="*/ 156725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6725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7696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7696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7696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7696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7696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7696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7696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7696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76960 w 1828800"/>
                  <a:gd name="connsiteY5" fmla="*/ 457200 h 914400"/>
                  <a:gd name="connsiteX0" fmla="*/ 0 w 1828800"/>
                  <a:gd name="connsiteY0" fmla="*/ 0 h 914400"/>
                  <a:gd name="connsiteX1" fmla="*/ 1551840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46172 w 1828800"/>
                  <a:gd name="connsiteY5" fmla="*/ 457200 h 914400"/>
                  <a:gd name="connsiteX0" fmla="*/ 0 w 1828800"/>
                  <a:gd name="connsiteY0" fmla="*/ 0 h 914400"/>
                  <a:gd name="connsiteX1" fmla="*/ 1582628 w 1828800"/>
                  <a:gd name="connsiteY1" fmla="*/ 0 h 914400"/>
                  <a:gd name="connsiteX2" fmla="*/ 1828800 w 1828800"/>
                  <a:gd name="connsiteY2" fmla="*/ 457200 h 914400"/>
                  <a:gd name="connsiteX3" fmla="*/ 1551840 w 1828800"/>
                  <a:gd name="connsiteY3" fmla="*/ 914400 h 914400"/>
                  <a:gd name="connsiteX4" fmla="*/ 0 w 1828800"/>
                  <a:gd name="connsiteY4" fmla="*/ 914400 h 914400"/>
                  <a:gd name="connsiteX5" fmla="*/ 246172 w 1828800"/>
                  <a:gd name="connsiteY5" fmla="*/ 457200 h 914400"/>
                  <a:gd name="connsiteX0" fmla="*/ 0 w 1828800"/>
                  <a:gd name="connsiteY0" fmla="*/ 0 h 914400"/>
                  <a:gd name="connsiteX1" fmla="*/ 1582628 w 1828800"/>
                  <a:gd name="connsiteY1" fmla="*/ 0 h 914400"/>
                  <a:gd name="connsiteX2" fmla="*/ 1828800 w 1828800"/>
                  <a:gd name="connsiteY2" fmla="*/ 457200 h 914400"/>
                  <a:gd name="connsiteX3" fmla="*/ 1582628 w 1828800"/>
                  <a:gd name="connsiteY3" fmla="*/ 914400 h 914400"/>
                  <a:gd name="connsiteX4" fmla="*/ 0 w 1828800"/>
                  <a:gd name="connsiteY4" fmla="*/ 914400 h 914400"/>
                  <a:gd name="connsiteX5" fmla="*/ 246172 w 1828800"/>
                  <a:gd name="connsiteY5" fmla="*/ 457200 h 914400"/>
                  <a:gd name="connsiteX0" fmla="*/ 0 w 1828800"/>
                  <a:gd name="connsiteY0" fmla="*/ 0 h 914400"/>
                  <a:gd name="connsiteX1" fmla="*/ 1582628 w 1828800"/>
                  <a:gd name="connsiteY1" fmla="*/ 0 h 914400"/>
                  <a:gd name="connsiteX2" fmla="*/ 1828800 w 1828800"/>
                  <a:gd name="connsiteY2" fmla="*/ 457200 h 914400"/>
                  <a:gd name="connsiteX3" fmla="*/ 158262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82628 w 1828800"/>
                  <a:gd name="connsiteY1" fmla="*/ 0 h 914400"/>
                  <a:gd name="connsiteX2" fmla="*/ 1828800 w 1828800"/>
                  <a:gd name="connsiteY2" fmla="*/ 457200 h 914400"/>
                  <a:gd name="connsiteX3" fmla="*/ 158262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82628 w 1828800"/>
                  <a:gd name="connsiteY1" fmla="*/ 0 h 914400"/>
                  <a:gd name="connsiteX2" fmla="*/ 1828800 w 1828800"/>
                  <a:gd name="connsiteY2" fmla="*/ 457200 h 914400"/>
                  <a:gd name="connsiteX3" fmla="*/ 158262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82628 w 1828800"/>
                  <a:gd name="connsiteY1" fmla="*/ 0 h 914400"/>
                  <a:gd name="connsiteX2" fmla="*/ 1828800 w 1828800"/>
                  <a:gd name="connsiteY2" fmla="*/ 457200 h 914400"/>
                  <a:gd name="connsiteX3" fmla="*/ 1582628 w 1828800"/>
                  <a:gd name="connsiteY3" fmla="*/ 914400 h 914400"/>
                  <a:gd name="connsiteX4" fmla="*/ 0 w 1828800"/>
                  <a:gd name="connsiteY4" fmla="*/ 914400 h 914400"/>
                  <a:gd name="connsiteX5" fmla="*/ 246172 w 1828800"/>
                  <a:gd name="connsiteY5" fmla="*/ 457200 h 914400"/>
                  <a:gd name="connsiteX0" fmla="*/ 0 w 1828800"/>
                  <a:gd name="connsiteY0" fmla="*/ 0 h 914400"/>
                  <a:gd name="connsiteX1" fmla="*/ 1582628 w 1828800"/>
                  <a:gd name="connsiteY1" fmla="*/ 0 h 914400"/>
                  <a:gd name="connsiteX2" fmla="*/ 1828800 w 1828800"/>
                  <a:gd name="connsiteY2" fmla="*/ 457200 h 914400"/>
                  <a:gd name="connsiteX3" fmla="*/ 1582628 w 1828800"/>
                  <a:gd name="connsiteY3" fmla="*/ 914400 h 914400"/>
                  <a:gd name="connsiteX4" fmla="*/ 0 w 1828800"/>
                  <a:gd name="connsiteY4" fmla="*/ 914400 h 914400"/>
                  <a:gd name="connsiteX5" fmla="*/ 246172 w 1828800"/>
                  <a:gd name="connsiteY5" fmla="*/ 457200 h 914400"/>
                  <a:gd name="connsiteX0" fmla="*/ 0 w 1828800"/>
                  <a:gd name="connsiteY0" fmla="*/ 0 h 914400"/>
                  <a:gd name="connsiteX1" fmla="*/ 1582628 w 1828800"/>
                  <a:gd name="connsiteY1" fmla="*/ 0 h 914400"/>
                  <a:gd name="connsiteX2" fmla="*/ 1828800 w 1828800"/>
                  <a:gd name="connsiteY2" fmla="*/ 457200 h 914400"/>
                  <a:gd name="connsiteX3" fmla="*/ 1582628 w 1828800"/>
                  <a:gd name="connsiteY3" fmla="*/ 914400 h 914400"/>
                  <a:gd name="connsiteX4" fmla="*/ 0 w 1828800"/>
                  <a:gd name="connsiteY4" fmla="*/ 914400 h 914400"/>
                  <a:gd name="connsiteX5" fmla="*/ 246172 w 1828800"/>
                  <a:gd name="connsiteY5" fmla="*/ 457200 h 914400"/>
                  <a:gd name="connsiteX0" fmla="*/ 0 w 1828800"/>
                  <a:gd name="connsiteY0" fmla="*/ 0 h 914400"/>
                  <a:gd name="connsiteX1" fmla="*/ 1582628 w 1828800"/>
                  <a:gd name="connsiteY1" fmla="*/ 0 h 914400"/>
                  <a:gd name="connsiteX2" fmla="*/ 1828800 w 1828800"/>
                  <a:gd name="connsiteY2" fmla="*/ 457200 h 914400"/>
                  <a:gd name="connsiteX3" fmla="*/ 1582628 w 1828800"/>
                  <a:gd name="connsiteY3" fmla="*/ 914400 h 914400"/>
                  <a:gd name="connsiteX4" fmla="*/ 0 w 1828800"/>
                  <a:gd name="connsiteY4" fmla="*/ 914400 h 914400"/>
                  <a:gd name="connsiteX5" fmla="*/ 261707 w 1828800"/>
                  <a:gd name="connsiteY5" fmla="*/ 457200 h 914400"/>
                  <a:gd name="connsiteX0" fmla="*/ 0 w 1828800"/>
                  <a:gd name="connsiteY0" fmla="*/ 0 h 914400"/>
                  <a:gd name="connsiteX1" fmla="*/ 1567093 w 1828800"/>
                  <a:gd name="connsiteY1" fmla="*/ 0 h 914400"/>
                  <a:gd name="connsiteX2" fmla="*/ 1828800 w 1828800"/>
                  <a:gd name="connsiteY2" fmla="*/ 457200 h 914400"/>
                  <a:gd name="connsiteX3" fmla="*/ 1582628 w 1828800"/>
                  <a:gd name="connsiteY3" fmla="*/ 914400 h 914400"/>
                  <a:gd name="connsiteX4" fmla="*/ 0 w 1828800"/>
                  <a:gd name="connsiteY4" fmla="*/ 914400 h 914400"/>
                  <a:gd name="connsiteX5" fmla="*/ 261707 w 1828800"/>
                  <a:gd name="connsiteY5" fmla="*/ 457200 h 914400"/>
                  <a:gd name="connsiteX0" fmla="*/ 0 w 1828800"/>
                  <a:gd name="connsiteY0" fmla="*/ 0 h 914400"/>
                  <a:gd name="connsiteX1" fmla="*/ 1567093 w 1828800"/>
                  <a:gd name="connsiteY1" fmla="*/ 0 h 914400"/>
                  <a:gd name="connsiteX2" fmla="*/ 1828800 w 1828800"/>
                  <a:gd name="connsiteY2" fmla="*/ 457200 h 914400"/>
                  <a:gd name="connsiteX3" fmla="*/ 1567093 w 1828800"/>
                  <a:gd name="connsiteY3" fmla="*/ 914400 h 914400"/>
                  <a:gd name="connsiteX4" fmla="*/ 0 w 1828800"/>
                  <a:gd name="connsiteY4" fmla="*/ 914400 h 914400"/>
                  <a:gd name="connsiteX5" fmla="*/ 261707 w 1828800"/>
                  <a:gd name="connsiteY5" fmla="*/ 457200 h 914400"/>
                  <a:gd name="connsiteX0" fmla="*/ 0 w 1828800"/>
                  <a:gd name="connsiteY0" fmla="*/ 0 h 914400"/>
                  <a:gd name="connsiteX1" fmla="*/ 1567093 w 1828800"/>
                  <a:gd name="connsiteY1" fmla="*/ 0 h 914400"/>
                  <a:gd name="connsiteX2" fmla="*/ 1828800 w 1828800"/>
                  <a:gd name="connsiteY2" fmla="*/ 457200 h 914400"/>
                  <a:gd name="connsiteX3" fmla="*/ 156709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7093 w 1828800"/>
                  <a:gd name="connsiteY1" fmla="*/ 0 h 914400"/>
                  <a:gd name="connsiteX2" fmla="*/ 1828800 w 1828800"/>
                  <a:gd name="connsiteY2" fmla="*/ 457200 h 914400"/>
                  <a:gd name="connsiteX3" fmla="*/ 156709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7093 w 1828800"/>
                  <a:gd name="connsiteY1" fmla="*/ 0 h 914400"/>
                  <a:gd name="connsiteX2" fmla="*/ 1828800 w 1828800"/>
                  <a:gd name="connsiteY2" fmla="*/ 457200 h 914400"/>
                  <a:gd name="connsiteX3" fmla="*/ 156709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7093 w 1828800"/>
                  <a:gd name="connsiteY1" fmla="*/ 0 h 914400"/>
                  <a:gd name="connsiteX2" fmla="*/ 1828800 w 1828800"/>
                  <a:gd name="connsiteY2" fmla="*/ 457200 h 914400"/>
                  <a:gd name="connsiteX3" fmla="*/ 1567093 w 1828800"/>
                  <a:gd name="connsiteY3" fmla="*/ 914400 h 914400"/>
                  <a:gd name="connsiteX4" fmla="*/ 0 w 1828800"/>
                  <a:gd name="connsiteY4" fmla="*/ 914400 h 914400"/>
                  <a:gd name="connsiteX5" fmla="*/ 261707 w 1828800"/>
                  <a:gd name="connsiteY5" fmla="*/ 457200 h 914400"/>
                  <a:gd name="connsiteX0" fmla="*/ 0 w 1828800"/>
                  <a:gd name="connsiteY0" fmla="*/ 0 h 914400"/>
                  <a:gd name="connsiteX1" fmla="*/ 1567093 w 1828800"/>
                  <a:gd name="connsiteY1" fmla="*/ 0 h 914400"/>
                  <a:gd name="connsiteX2" fmla="*/ 1828800 w 1828800"/>
                  <a:gd name="connsiteY2" fmla="*/ 457200 h 914400"/>
                  <a:gd name="connsiteX3" fmla="*/ 1567093 w 1828800"/>
                  <a:gd name="connsiteY3" fmla="*/ 914400 h 914400"/>
                  <a:gd name="connsiteX4" fmla="*/ 0 w 1828800"/>
                  <a:gd name="connsiteY4" fmla="*/ 914400 h 914400"/>
                  <a:gd name="connsiteX5" fmla="*/ 261707 w 1828800"/>
                  <a:gd name="connsiteY5" fmla="*/ 457200 h 914400"/>
                  <a:gd name="connsiteX0" fmla="*/ 0 w 1828800"/>
                  <a:gd name="connsiteY0" fmla="*/ 0 h 914400"/>
                  <a:gd name="connsiteX1" fmla="*/ 1567093 w 1828800"/>
                  <a:gd name="connsiteY1" fmla="*/ 0 h 914400"/>
                  <a:gd name="connsiteX2" fmla="*/ 1828800 w 1828800"/>
                  <a:gd name="connsiteY2" fmla="*/ 457200 h 914400"/>
                  <a:gd name="connsiteX3" fmla="*/ 1567093 w 1828800"/>
                  <a:gd name="connsiteY3" fmla="*/ 914400 h 914400"/>
                  <a:gd name="connsiteX4" fmla="*/ 0 w 1828800"/>
                  <a:gd name="connsiteY4" fmla="*/ 914400 h 914400"/>
                  <a:gd name="connsiteX5" fmla="*/ 261707 w 1828800"/>
                  <a:gd name="connsiteY5" fmla="*/ 457200 h 914400"/>
                  <a:gd name="connsiteX0" fmla="*/ 0 w 1828800"/>
                  <a:gd name="connsiteY0" fmla="*/ 0 h 914400"/>
                  <a:gd name="connsiteX1" fmla="*/ 1567093 w 1828800"/>
                  <a:gd name="connsiteY1" fmla="*/ 0 h 914400"/>
                  <a:gd name="connsiteX2" fmla="*/ 1828800 w 1828800"/>
                  <a:gd name="connsiteY2" fmla="*/ 457200 h 914400"/>
                  <a:gd name="connsiteX3" fmla="*/ 1567093 w 1828800"/>
                  <a:gd name="connsiteY3" fmla="*/ 914400 h 914400"/>
                  <a:gd name="connsiteX4" fmla="*/ 0 w 1828800"/>
                  <a:gd name="connsiteY4" fmla="*/ 914400 h 914400"/>
                  <a:gd name="connsiteX5" fmla="*/ 283369 w 1828800"/>
                  <a:gd name="connsiteY5" fmla="*/ 457200 h 914400"/>
                  <a:gd name="connsiteX0" fmla="*/ 0 w 1828800"/>
                  <a:gd name="connsiteY0" fmla="*/ 0 h 914400"/>
                  <a:gd name="connsiteX1" fmla="*/ 1545431 w 1828800"/>
                  <a:gd name="connsiteY1" fmla="*/ 0 h 914400"/>
                  <a:gd name="connsiteX2" fmla="*/ 1828800 w 1828800"/>
                  <a:gd name="connsiteY2" fmla="*/ 457200 h 914400"/>
                  <a:gd name="connsiteX3" fmla="*/ 1567093 w 1828800"/>
                  <a:gd name="connsiteY3" fmla="*/ 914400 h 914400"/>
                  <a:gd name="connsiteX4" fmla="*/ 0 w 1828800"/>
                  <a:gd name="connsiteY4" fmla="*/ 914400 h 914400"/>
                  <a:gd name="connsiteX5" fmla="*/ 283369 w 1828800"/>
                  <a:gd name="connsiteY5" fmla="*/ 457200 h 914400"/>
                  <a:gd name="connsiteX0" fmla="*/ 0 w 1828800"/>
                  <a:gd name="connsiteY0" fmla="*/ 0 h 914400"/>
                  <a:gd name="connsiteX1" fmla="*/ 1545431 w 1828800"/>
                  <a:gd name="connsiteY1" fmla="*/ 0 h 914400"/>
                  <a:gd name="connsiteX2" fmla="*/ 1828800 w 1828800"/>
                  <a:gd name="connsiteY2" fmla="*/ 457200 h 914400"/>
                  <a:gd name="connsiteX3" fmla="*/ 1545431 w 1828800"/>
                  <a:gd name="connsiteY3" fmla="*/ 914400 h 914400"/>
                  <a:gd name="connsiteX4" fmla="*/ 0 w 1828800"/>
                  <a:gd name="connsiteY4" fmla="*/ 914400 h 914400"/>
                  <a:gd name="connsiteX5" fmla="*/ 283369 w 1828800"/>
                  <a:gd name="connsiteY5" fmla="*/ 457200 h 914400"/>
                  <a:gd name="connsiteX0" fmla="*/ 0 w 1828800"/>
                  <a:gd name="connsiteY0" fmla="*/ 0 h 914400"/>
                  <a:gd name="connsiteX1" fmla="*/ 1545431 w 1828800"/>
                  <a:gd name="connsiteY1" fmla="*/ 0 h 914400"/>
                  <a:gd name="connsiteX2" fmla="*/ 1828800 w 1828800"/>
                  <a:gd name="connsiteY2" fmla="*/ 457200 h 914400"/>
                  <a:gd name="connsiteX3" fmla="*/ 154543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45431 w 1828800"/>
                  <a:gd name="connsiteY1" fmla="*/ 0 h 914400"/>
                  <a:gd name="connsiteX2" fmla="*/ 1828800 w 1828800"/>
                  <a:gd name="connsiteY2" fmla="*/ 457200 h 914400"/>
                  <a:gd name="connsiteX3" fmla="*/ 154543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45431 w 1828800"/>
                  <a:gd name="connsiteY1" fmla="*/ 0 h 914400"/>
                  <a:gd name="connsiteX2" fmla="*/ 1828800 w 1828800"/>
                  <a:gd name="connsiteY2" fmla="*/ 457200 h 914400"/>
                  <a:gd name="connsiteX3" fmla="*/ 154543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45431 w 1828800"/>
                  <a:gd name="connsiteY1" fmla="*/ 0 h 914400"/>
                  <a:gd name="connsiteX2" fmla="*/ 1828800 w 1828800"/>
                  <a:gd name="connsiteY2" fmla="*/ 457200 h 914400"/>
                  <a:gd name="connsiteX3" fmla="*/ 1545431 w 1828800"/>
                  <a:gd name="connsiteY3" fmla="*/ 914400 h 914400"/>
                  <a:gd name="connsiteX4" fmla="*/ 0 w 1828800"/>
                  <a:gd name="connsiteY4" fmla="*/ 914400 h 914400"/>
                  <a:gd name="connsiteX5" fmla="*/ 283369 w 1828800"/>
                  <a:gd name="connsiteY5" fmla="*/ 457200 h 914400"/>
                  <a:gd name="connsiteX0" fmla="*/ 0 w 1828800"/>
                  <a:gd name="connsiteY0" fmla="*/ 0 h 914400"/>
                  <a:gd name="connsiteX1" fmla="*/ 1545431 w 1828800"/>
                  <a:gd name="connsiteY1" fmla="*/ 0 h 914400"/>
                  <a:gd name="connsiteX2" fmla="*/ 1828800 w 1828800"/>
                  <a:gd name="connsiteY2" fmla="*/ 457200 h 914400"/>
                  <a:gd name="connsiteX3" fmla="*/ 1545431 w 1828800"/>
                  <a:gd name="connsiteY3" fmla="*/ 914400 h 914400"/>
                  <a:gd name="connsiteX4" fmla="*/ 0 w 1828800"/>
                  <a:gd name="connsiteY4" fmla="*/ 914400 h 914400"/>
                  <a:gd name="connsiteX5" fmla="*/ 283369 w 1828800"/>
                  <a:gd name="connsiteY5" fmla="*/ 457200 h 914400"/>
                  <a:gd name="connsiteX0" fmla="*/ 0 w 1828800"/>
                  <a:gd name="connsiteY0" fmla="*/ 0 h 914400"/>
                  <a:gd name="connsiteX1" fmla="*/ 1545431 w 1828800"/>
                  <a:gd name="connsiteY1" fmla="*/ 0 h 914400"/>
                  <a:gd name="connsiteX2" fmla="*/ 1828800 w 1828800"/>
                  <a:gd name="connsiteY2" fmla="*/ 457200 h 914400"/>
                  <a:gd name="connsiteX3" fmla="*/ 1545431 w 1828800"/>
                  <a:gd name="connsiteY3" fmla="*/ 914400 h 914400"/>
                  <a:gd name="connsiteX4" fmla="*/ 0 w 1828800"/>
                  <a:gd name="connsiteY4" fmla="*/ 914400 h 914400"/>
                  <a:gd name="connsiteX5" fmla="*/ 283369 w 1828800"/>
                  <a:gd name="connsiteY5" fmla="*/ 457200 h 914400"/>
                  <a:gd name="connsiteX0" fmla="*/ 0 w 1828800"/>
                  <a:gd name="connsiteY0" fmla="*/ 0 h 914400"/>
                  <a:gd name="connsiteX1" fmla="*/ 1545431 w 1828800"/>
                  <a:gd name="connsiteY1" fmla="*/ 0 h 914400"/>
                  <a:gd name="connsiteX2" fmla="*/ 1828800 w 1828800"/>
                  <a:gd name="connsiteY2" fmla="*/ 457200 h 914400"/>
                  <a:gd name="connsiteX3" fmla="*/ 154543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0202 w 1828800"/>
                  <a:gd name="connsiteY1" fmla="*/ 0 h 914400"/>
                  <a:gd name="connsiteX2" fmla="*/ 1828800 w 1828800"/>
                  <a:gd name="connsiteY2" fmla="*/ 457200 h 914400"/>
                  <a:gd name="connsiteX3" fmla="*/ 154543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0202 w 1828800"/>
                  <a:gd name="connsiteY1" fmla="*/ 0 h 914400"/>
                  <a:gd name="connsiteX2" fmla="*/ 1828800 w 1828800"/>
                  <a:gd name="connsiteY2" fmla="*/ 457200 h 914400"/>
                  <a:gd name="connsiteX3" fmla="*/ 156020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0202 w 1828800"/>
                  <a:gd name="connsiteY1" fmla="*/ 0 h 914400"/>
                  <a:gd name="connsiteX2" fmla="*/ 1828800 w 1828800"/>
                  <a:gd name="connsiteY2" fmla="*/ 457200 h 914400"/>
                  <a:gd name="connsiteX3" fmla="*/ 1560202 w 1828800"/>
                  <a:gd name="connsiteY3" fmla="*/ 914400 h 914400"/>
                  <a:gd name="connsiteX4" fmla="*/ 0 w 1828800"/>
                  <a:gd name="connsiteY4" fmla="*/ 914400 h 914400"/>
                  <a:gd name="connsiteX5" fmla="*/ 268598 w 1828800"/>
                  <a:gd name="connsiteY5" fmla="*/ 457200 h 914400"/>
                  <a:gd name="connsiteX0" fmla="*/ 0 w 1828800"/>
                  <a:gd name="connsiteY0" fmla="*/ 0 h 914400"/>
                  <a:gd name="connsiteX1" fmla="*/ 1560202 w 1828800"/>
                  <a:gd name="connsiteY1" fmla="*/ 0 h 914400"/>
                  <a:gd name="connsiteX2" fmla="*/ 1828800 w 1828800"/>
                  <a:gd name="connsiteY2" fmla="*/ 457200 h 914400"/>
                  <a:gd name="connsiteX3" fmla="*/ 1560202 w 1828800"/>
                  <a:gd name="connsiteY3" fmla="*/ 914400 h 914400"/>
                  <a:gd name="connsiteX4" fmla="*/ 0 w 1828800"/>
                  <a:gd name="connsiteY4" fmla="*/ 914400 h 914400"/>
                  <a:gd name="connsiteX5" fmla="*/ 268598 w 1828800"/>
                  <a:gd name="connsiteY5" fmla="*/ 457200 h 914400"/>
                  <a:gd name="connsiteX0" fmla="*/ 0 w 1828800"/>
                  <a:gd name="connsiteY0" fmla="*/ 0 h 914400"/>
                  <a:gd name="connsiteX1" fmla="*/ 1560202 w 1828800"/>
                  <a:gd name="connsiteY1" fmla="*/ 0 h 914400"/>
                  <a:gd name="connsiteX2" fmla="*/ 1828800 w 1828800"/>
                  <a:gd name="connsiteY2" fmla="*/ 457200 h 914400"/>
                  <a:gd name="connsiteX3" fmla="*/ 1560202 w 1828800"/>
                  <a:gd name="connsiteY3" fmla="*/ 914400 h 914400"/>
                  <a:gd name="connsiteX4" fmla="*/ 0 w 1828800"/>
                  <a:gd name="connsiteY4" fmla="*/ 914400 h 914400"/>
                  <a:gd name="connsiteX5" fmla="*/ 268598 w 1828800"/>
                  <a:gd name="connsiteY5" fmla="*/ 457200 h 914400"/>
                  <a:gd name="connsiteX0" fmla="*/ 0 w 1828800"/>
                  <a:gd name="connsiteY0" fmla="*/ 0 h 914400"/>
                  <a:gd name="connsiteX1" fmla="*/ 1560202 w 1828800"/>
                  <a:gd name="connsiteY1" fmla="*/ 0 h 914400"/>
                  <a:gd name="connsiteX2" fmla="*/ 1828800 w 1828800"/>
                  <a:gd name="connsiteY2" fmla="*/ 457200 h 914400"/>
                  <a:gd name="connsiteX3" fmla="*/ 156020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5845 w 1828800"/>
                  <a:gd name="connsiteY1" fmla="*/ 0 h 914400"/>
                  <a:gd name="connsiteX2" fmla="*/ 1828800 w 1828800"/>
                  <a:gd name="connsiteY2" fmla="*/ 457200 h 914400"/>
                  <a:gd name="connsiteX3" fmla="*/ 156020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5845 w 1828800"/>
                  <a:gd name="connsiteY1" fmla="*/ 0 h 914400"/>
                  <a:gd name="connsiteX2" fmla="*/ 1828800 w 1828800"/>
                  <a:gd name="connsiteY2" fmla="*/ 457200 h 914400"/>
                  <a:gd name="connsiteX3" fmla="*/ 156584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5845 w 1828800"/>
                  <a:gd name="connsiteY1" fmla="*/ 0 h 914400"/>
                  <a:gd name="connsiteX2" fmla="*/ 1828800 w 1828800"/>
                  <a:gd name="connsiteY2" fmla="*/ 457200 h 914400"/>
                  <a:gd name="connsiteX3" fmla="*/ 1565845 w 1828800"/>
                  <a:gd name="connsiteY3" fmla="*/ 914400 h 914400"/>
                  <a:gd name="connsiteX4" fmla="*/ 0 w 1828800"/>
                  <a:gd name="connsiteY4" fmla="*/ 914400 h 914400"/>
                  <a:gd name="connsiteX5" fmla="*/ 262955 w 1828800"/>
                  <a:gd name="connsiteY5" fmla="*/ 457200 h 914400"/>
                  <a:gd name="connsiteX0" fmla="*/ 0 w 1828800"/>
                  <a:gd name="connsiteY0" fmla="*/ 0 h 914400"/>
                  <a:gd name="connsiteX1" fmla="*/ 1565845 w 1828800"/>
                  <a:gd name="connsiteY1" fmla="*/ 0 h 914400"/>
                  <a:gd name="connsiteX2" fmla="*/ 1828800 w 1828800"/>
                  <a:gd name="connsiteY2" fmla="*/ 457200 h 914400"/>
                  <a:gd name="connsiteX3" fmla="*/ 1565845 w 1828800"/>
                  <a:gd name="connsiteY3" fmla="*/ 914400 h 914400"/>
                  <a:gd name="connsiteX4" fmla="*/ 0 w 1828800"/>
                  <a:gd name="connsiteY4" fmla="*/ 914400 h 914400"/>
                  <a:gd name="connsiteX5" fmla="*/ 262955 w 1828800"/>
                  <a:gd name="connsiteY5" fmla="*/ 457200 h 914400"/>
                  <a:gd name="connsiteX0" fmla="*/ 0 w 1828800"/>
                  <a:gd name="connsiteY0" fmla="*/ 0 h 914400"/>
                  <a:gd name="connsiteX1" fmla="*/ 1565845 w 1828800"/>
                  <a:gd name="connsiteY1" fmla="*/ 0 h 914400"/>
                  <a:gd name="connsiteX2" fmla="*/ 1828800 w 1828800"/>
                  <a:gd name="connsiteY2" fmla="*/ 457200 h 914400"/>
                  <a:gd name="connsiteX3" fmla="*/ 1565845 w 1828800"/>
                  <a:gd name="connsiteY3" fmla="*/ 914400 h 914400"/>
                  <a:gd name="connsiteX4" fmla="*/ 0 w 1828800"/>
                  <a:gd name="connsiteY4" fmla="*/ 914400 h 914400"/>
                  <a:gd name="connsiteX5" fmla="*/ 262955 w 1828800"/>
                  <a:gd name="connsiteY5" fmla="*/ 457200 h 914400"/>
                  <a:gd name="connsiteX0" fmla="*/ 0 w 1828800"/>
                  <a:gd name="connsiteY0" fmla="*/ 0 h 914400"/>
                  <a:gd name="connsiteX1" fmla="*/ 1565845 w 1828800"/>
                  <a:gd name="connsiteY1" fmla="*/ 0 h 914400"/>
                  <a:gd name="connsiteX2" fmla="*/ 1828800 w 1828800"/>
                  <a:gd name="connsiteY2" fmla="*/ 457200 h 914400"/>
                  <a:gd name="connsiteX3" fmla="*/ 156584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5846 w 1828800"/>
                  <a:gd name="connsiteY1" fmla="*/ 0 h 914400"/>
                  <a:gd name="connsiteX2" fmla="*/ 1828800 w 1828800"/>
                  <a:gd name="connsiteY2" fmla="*/ 457200 h 914400"/>
                  <a:gd name="connsiteX3" fmla="*/ 156584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5846 w 1828800"/>
                  <a:gd name="connsiteY1" fmla="*/ 0 h 914400"/>
                  <a:gd name="connsiteX2" fmla="*/ 1828800 w 1828800"/>
                  <a:gd name="connsiteY2" fmla="*/ 457200 h 914400"/>
                  <a:gd name="connsiteX3" fmla="*/ 1565846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65846 w 1828800"/>
                  <a:gd name="connsiteY1" fmla="*/ 0 h 914400"/>
                  <a:gd name="connsiteX2" fmla="*/ 1828800 w 1828800"/>
                  <a:gd name="connsiteY2" fmla="*/ 457200 h 914400"/>
                  <a:gd name="connsiteX3" fmla="*/ 1565846 w 1828800"/>
                  <a:gd name="connsiteY3" fmla="*/ 914400 h 914400"/>
                  <a:gd name="connsiteX4" fmla="*/ 0 w 1828800"/>
                  <a:gd name="connsiteY4" fmla="*/ 914400 h 914400"/>
                  <a:gd name="connsiteX5" fmla="*/ 262954 w 1828800"/>
                  <a:gd name="connsiteY5" fmla="*/ 457200 h 914400"/>
                  <a:gd name="connsiteX0" fmla="*/ 0 w 1828800"/>
                  <a:gd name="connsiteY0" fmla="*/ 0 h 914400"/>
                  <a:gd name="connsiteX1" fmla="*/ 1565846 w 1828800"/>
                  <a:gd name="connsiteY1" fmla="*/ 0 h 914400"/>
                  <a:gd name="connsiteX2" fmla="*/ 1828800 w 1828800"/>
                  <a:gd name="connsiteY2" fmla="*/ 457200 h 914400"/>
                  <a:gd name="connsiteX3" fmla="*/ 1565846 w 1828800"/>
                  <a:gd name="connsiteY3" fmla="*/ 914400 h 914400"/>
                  <a:gd name="connsiteX4" fmla="*/ 0 w 1828800"/>
                  <a:gd name="connsiteY4" fmla="*/ 914400 h 914400"/>
                  <a:gd name="connsiteX5" fmla="*/ 262954 w 1828800"/>
                  <a:gd name="connsiteY5" fmla="*/ 457200 h 914400"/>
                  <a:gd name="connsiteX0" fmla="*/ 0 w 1828800"/>
                  <a:gd name="connsiteY0" fmla="*/ 0 h 914400"/>
                  <a:gd name="connsiteX1" fmla="*/ 1565846 w 1828800"/>
                  <a:gd name="connsiteY1" fmla="*/ 0 h 914400"/>
                  <a:gd name="connsiteX2" fmla="*/ 1828800 w 1828800"/>
                  <a:gd name="connsiteY2" fmla="*/ 457200 h 914400"/>
                  <a:gd name="connsiteX3" fmla="*/ 1565846 w 1828800"/>
                  <a:gd name="connsiteY3" fmla="*/ 914400 h 914400"/>
                  <a:gd name="connsiteX4" fmla="*/ 0 w 1828800"/>
                  <a:gd name="connsiteY4" fmla="*/ 914400 h 914400"/>
                  <a:gd name="connsiteX5" fmla="*/ 262954 w 1828800"/>
                  <a:gd name="connsiteY5" fmla="*/ 457200 h 914400"/>
                  <a:gd name="connsiteX0" fmla="*/ 0 w 1828800"/>
                  <a:gd name="connsiteY0" fmla="*/ 0 h 914400"/>
                  <a:gd name="connsiteX1" fmla="*/ 1565846 w 1828800"/>
                  <a:gd name="connsiteY1" fmla="*/ 0 h 914400"/>
                  <a:gd name="connsiteX2" fmla="*/ 1828800 w 1828800"/>
                  <a:gd name="connsiteY2" fmla="*/ 457200 h 914400"/>
                  <a:gd name="connsiteX3" fmla="*/ 1565846 w 1828800"/>
                  <a:gd name="connsiteY3" fmla="*/ 914400 h 914400"/>
                  <a:gd name="connsiteX4" fmla="*/ 0 w 1828800"/>
                  <a:gd name="connsiteY4" fmla="*/ 914400 h 914400"/>
                  <a:gd name="connsiteX5" fmla="*/ 490114 w 1828800"/>
                  <a:gd name="connsiteY5" fmla="*/ 457200 h 914400"/>
                  <a:gd name="connsiteX0" fmla="*/ 0 w 1828800"/>
                  <a:gd name="connsiteY0" fmla="*/ 0 h 914400"/>
                  <a:gd name="connsiteX1" fmla="*/ 1338686 w 1828800"/>
                  <a:gd name="connsiteY1" fmla="*/ 0 h 914400"/>
                  <a:gd name="connsiteX2" fmla="*/ 1828800 w 1828800"/>
                  <a:gd name="connsiteY2" fmla="*/ 457200 h 914400"/>
                  <a:gd name="connsiteX3" fmla="*/ 1565846 w 1828800"/>
                  <a:gd name="connsiteY3" fmla="*/ 914400 h 914400"/>
                  <a:gd name="connsiteX4" fmla="*/ 0 w 1828800"/>
                  <a:gd name="connsiteY4" fmla="*/ 914400 h 914400"/>
                  <a:gd name="connsiteX5" fmla="*/ 490114 w 1828800"/>
                  <a:gd name="connsiteY5" fmla="*/ 457200 h 914400"/>
                  <a:gd name="connsiteX0" fmla="*/ 0 w 1828800"/>
                  <a:gd name="connsiteY0" fmla="*/ 0 h 914400"/>
                  <a:gd name="connsiteX1" fmla="*/ 1338686 w 1828800"/>
                  <a:gd name="connsiteY1" fmla="*/ 0 h 914400"/>
                  <a:gd name="connsiteX2" fmla="*/ 1828800 w 1828800"/>
                  <a:gd name="connsiteY2" fmla="*/ 457200 h 914400"/>
                  <a:gd name="connsiteX3" fmla="*/ 1338686 w 1828800"/>
                  <a:gd name="connsiteY3" fmla="*/ 914400 h 914400"/>
                  <a:gd name="connsiteX4" fmla="*/ 0 w 1828800"/>
                  <a:gd name="connsiteY4" fmla="*/ 914400 h 914400"/>
                  <a:gd name="connsiteX5" fmla="*/ 490114 w 1828800"/>
                  <a:gd name="connsiteY5" fmla="*/ 457200 h 914400"/>
                  <a:gd name="connsiteX0" fmla="*/ 0 w 1828800"/>
                  <a:gd name="connsiteY0" fmla="*/ 0 h 914400"/>
                  <a:gd name="connsiteX1" fmla="*/ 1338686 w 1828800"/>
                  <a:gd name="connsiteY1" fmla="*/ 0 h 914400"/>
                  <a:gd name="connsiteX2" fmla="*/ 1828800 w 1828800"/>
                  <a:gd name="connsiteY2" fmla="*/ 457200 h 914400"/>
                  <a:gd name="connsiteX3" fmla="*/ 1338686 w 1828800"/>
                  <a:gd name="connsiteY3" fmla="*/ 914400 h 914400"/>
                  <a:gd name="connsiteX4" fmla="*/ 0 w 1828800"/>
                  <a:gd name="connsiteY4" fmla="*/ 914400 h 914400"/>
                  <a:gd name="connsiteX5" fmla="*/ 387595 w 1828800"/>
                  <a:gd name="connsiteY5" fmla="*/ 457200 h 914400"/>
                  <a:gd name="connsiteX0" fmla="*/ 0 w 1828800"/>
                  <a:gd name="connsiteY0" fmla="*/ 0 h 914400"/>
                  <a:gd name="connsiteX1" fmla="*/ 1441205 w 1828800"/>
                  <a:gd name="connsiteY1" fmla="*/ 0 h 914400"/>
                  <a:gd name="connsiteX2" fmla="*/ 1828800 w 1828800"/>
                  <a:gd name="connsiteY2" fmla="*/ 457200 h 914400"/>
                  <a:gd name="connsiteX3" fmla="*/ 1338686 w 1828800"/>
                  <a:gd name="connsiteY3" fmla="*/ 914400 h 914400"/>
                  <a:gd name="connsiteX4" fmla="*/ 0 w 1828800"/>
                  <a:gd name="connsiteY4" fmla="*/ 914400 h 914400"/>
                  <a:gd name="connsiteX5" fmla="*/ 387595 w 1828800"/>
                  <a:gd name="connsiteY5" fmla="*/ 457200 h 914400"/>
                  <a:gd name="connsiteX0" fmla="*/ 0 w 1828800"/>
                  <a:gd name="connsiteY0" fmla="*/ 0 h 914400"/>
                  <a:gd name="connsiteX1" fmla="*/ 1441205 w 1828800"/>
                  <a:gd name="connsiteY1" fmla="*/ 0 h 914400"/>
                  <a:gd name="connsiteX2" fmla="*/ 1828800 w 1828800"/>
                  <a:gd name="connsiteY2" fmla="*/ 457200 h 914400"/>
                  <a:gd name="connsiteX3" fmla="*/ 1441205 w 1828800"/>
                  <a:gd name="connsiteY3" fmla="*/ 914400 h 914400"/>
                  <a:gd name="connsiteX4" fmla="*/ 0 w 1828800"/>
                  <a:gd name="connsiteY4" fmla="*/ 914400 h 914400"/>
                  <a:gd name="connsiteX5" fmla="*/ 387595 w 1828800"/>
                  <a:gd name="connsiteY5" fmla="*/ 457200 h 914400"/>
                  <a:gd name="connsiteX0" fmla="*/ 0 w 1828800"/>
                  <a:gd name="connsiteY0" fmla="*/ 0 h 914400"/>
                  <a:gd name="connsiteX1" fmla="*/ 1441205 w 1828800"/>
                  <a:gd name="connsiteY1" fmla="*/ 0 h 914400"/>
                  <a:gd name="connsiteX2" fmla="*/ 1828800 w 1828800"/>
                  <a:gd name="connsiteY2" fmla="*/ 457200 h 914400"/>
                  <a:gd name="connsiteX3" fmla="*/ 1441205 w 1828800"/>
                  <a:gd name="connsiteY3" fmla="*/ 914400 h 914400"/>
                  <a:gd name="connsiteX4" fmla="*/ 0 w 1828800"/>
                  <a:gd name="connsiteY4" fmla="*/ 914400 h 914400"/>
                  <a:gd name="connsiteX5" fmla="*/ 291261 w 1828800"/>
                  <a:gd name="connsiteY5" fmla="*/ 457200 h 914400"/>
                  <a:gd name="connsiteX0" fmla="*/ 0 w 1828800"/>
                  <a:gd name="connsiteY0" fmla="*/ 0 h 914400"/>
                  <a:gd name="connsiteX1" fmla="*/ 1537539 w 1828800"/>
                  <a:gd name="connsiteY1" fmla="*/ 0 h 914400"/>
                  <a:gd name="connsiteX2" fmla="*/ 1828800 w 1828800"/>
                  <a:gd name="connsiteY2" fmla="*/ 457200 h 914400"/>
                  <a:gd name="connsiteX3" fmla="*/ 1441205 w 1828800"/>
                  <a:gd name="connsiteY3" fmla="*/ 914400 h 914400"/>
                  <a:gd name="connsiteX4" fmla="*/ 0 w 1828800"/>
                  <a:gd name="connsiteY4" fmla="*/ 914400 h 914400"/>
                  <a:gd name="connsiteX5" fmla="*/ 291261 w 1828800"/>
                  <a:gd name="connsiteY5" fmla="*/ 457200 h 914400"/>
                  <a:gd name="connsiteX0" fmla="*/ 0 w 1828800"/>
                  <a:gd name="connsiteY0" fmla="*/ 0 h 914400"/>
                  <a:gd name="connsiteX1" fmla="*/ 1537539 w 1828800"/>
                  <a:gd name="connsiteY1" fmla="*/ 0 h 914400"/>
                  <a:gd name="connsiteX2" fmla="*/ 1828800 w 1828800"/>
                  <a:gd name="connsiteY2" fmla="*/ 457200 h 914400"/>
                  <a:gd name="connsiteX3" fmla="*/ 1537539 w 1828800"/>
                  <a:gd name="connsiteY3" fmla="*/ 914400 h 914400"/>
                  <a:gd name="connsiteX4" fmla="*/ 0 w 1828800"/>
                  <a:gd name="connsiteY4" fmla="*/ 914400 h 914400"/>
                  <a:gd name="connsiteX5" fmla="*/ 291261 w 1828800"/>
                  <a:gd name="connsiteY5" fmla="*/ 457200 h 914400"/>
                  <a:gd name="connsiteX0" fmla="*/ 0 w 1828800"/>
                  <a:gd name="connsiteY0" fmla="*/ 0 h 914400"/>
                  <a:gd name="connsiteX1" fmla="*/ 1537539 w 1828800"/>
                  <a:gd name="connsiteY1" fmla="*/ 0 h 914400"/>
                  <a:gd name="connsiteX2" fmla="*/ 1828800 w 1828800"/>
                  <a:gd name="connsiteY2" fmla="*/ 457200 h 914400"/>
                  <a:gd name="connsiteX3" fmla="*/ 1537539 w 1828800"/>
                  <a:gd name="connsiteY3" fmla="*/ 914400 h 914400"/>
                  <a:gd name="connsiteX4" fmla="*/ 0 w 1828800"/>
                  <a:gd name="connsiteY4" fmla="*/ 914400 h 914400"/>
                  <a:gd name="connsiteX5" fmla="*/ 271033 w 1828800"/>
                  <a:gd name="connsiteY5" fmla="*/ 457200 h 914400"/>
                  <a:gd name="connsiteX0" fmla="*/ 0 w 1828800"/>
                  <a:gd name="connsiteY0" fmla="*/ 0 h 914400"/>
                  <a:gd name="connsiteX1" fmla="*/ 1557767 w 1828800"/>
                  <a:gd name="connsiteY1" fmla="*/ 0 h 914400"/>
                  <a:gd name="connsiteX2" fmla="*/ 1828800 w 1828800"/>
                  <a:gd name="connsiteY2" fmla="*/ 457200 h 914400"/>
                  <a:gd name="connsiteX3" fmla="*/ 1537539 w 1828800"/>
                  <a:gd name="connsiteY3" fmla="*/ 914400 h 914400"/>
                  <a:gd name="connsiteX4" fmla="*/ 0 w 1828800"/>
                  <a:gd name="connsiteY4" fmla="*/ 914400 h 914400"/>
                  <a:gd name="connsiteX5" fmla="*/ 271033 w 1828800"/>
                  <a:gd name="connsiteY5" fmla="*/ 457200 h 914400"/>
                  <a:gd name="connsiteX0" fmla="*/ 0 w 1828800"/>
                  <a:gd name="connsiteY0" fmla="*/ 0 h 914400"/>
                  <a:gd name="connsiteX1" fmla="*/ 1557767 w 1828800"/>
                  <a:gd name="connsiteY1" fmla="*/ 0 h 914400"/>
                  <a:gd name="connsiteX2" fmla="*/ 1828800 w 1828800"/>
                  <a:gd name="connsiteY2" fmla="*/ 457200 h 914400"/>
                  <a:gd name="connsiteX3" fmla="*/ 1557767 w 1828800"/>
                  <a:gd name="connsiteY3" fmla="*/ 914400 h 914400"/>
                  <a:gd name="connsiteX4" fmla="*/ 0 w 1828800"/>
                  <a:gd name="connsiteY4" fmla="*/ 914400 h 914400"/>
                  <a:gd name="connsiteX5" fmla="*/ 271033 w 1828800"/>
                  <a:gd name="connsiteY5" fmla="*/ 457200 h 914400"/>
                  <a:gd name="connsiteX0" fmla="*/ 0 w 1828800"/>
                  <a:gd name="connsiteY0" fmla="*/ 0 h 914400"/>
                  <a:gd name="connsiteX1" fmla="*/ 1557767 w 1828800"/>
                  <a:gd name="connsiteY1" fmla="*/ 0 h 914400"/>
                  <a:gd name="connsiteX2" fmla="*/ 1828800 w 1828800"/>
                  <a:gd name="connsiteY2" fmla="*/ 457200 h 914400"/>
                  <a:gd name="connsiteX3" fmla="*/ 1557767 w 1828800"/>
                  <a:gd name="connsiteY3" fmla="*/ 914400 h 914400"/>
                  <a:gd name="connsiteX4" fmla="*/ 0 w 1828800"/>
                  <a:gd name="connsiteY4" fmla="*/ 914400 h 914400"/>
                  <a:gd name="connsiteX5" fmla="*/ 228722 w 1828800"/>
                  <a:gd name="connsiteY5" fmla="*/ 457200 h 914400"/>
                  <a:gd name="connsiteX0" fmla="*/ 0 w 1828800"/>
                  <a:gd name="connsiteY0" fmla="*/ 0 h 914400"/>
                  <a:gd name="connsiteX1" fmla="*/ 1600078 w 1828800"/>
                  <a:gd name="connsiteY1" fmla="*/ 0 h 914400"/>
                  <a:gd name="connsiteX2" fmla="*/ 1828800 w 1828800"/>
                  <a:gd name="connsiteY2" fmla="*/ 457200 h 914400"/>
                  <a:gd name="connsiteX3" fmla="*/ 1557767 w 1828800"/>
                  <a:gd name="connsiteY3" fmla="*/ 914400 h 914400"/>
                  <a:gd name="connsiteX4" fmla="*/ 0 w 1828800"/>
                  <a:gd name="connsiteY4" fmla="*/ 914400 h 914400"/>
                  <a:gd name="connsiteX5" fmla="*/ 228722 w 1828800"/>
                  <a:gd name="connsiteY5" fmla="*/ 457200 h 914400"/>
                  <a:gd name="connsiteX0" fmla="*/ 0 w 1828800"/>
                  <a:gd name="connsiteY0" fmla="*/ 0 h 914400"/>
                  <a:gd name="connsiteX1" fmla="*/ 1600078 w 1828800"/>
                  <a:gd name="connsiteY1" fmla="*/ 0 h 914400"/>
                  <a:gd name="connsiteX2" fmla="*/ 1828800 w 1828800"/>
                  <a:gd name="connsiteY2" fmla="*/ 457200 h 914400"/>
                  <a:gd name="connsiteX3" fmla="*/ 1600078 w 1828800"/>
                  <a:gd name="connsiteY3" fmla="*/ 914400 h 914400"/>
                  <a:gd name="connsiteX4" fmla="*/ 0 w 1828800"/>
                  <a:gd name="connsiteY4" fmla="*/ 914400 h 914400"/>
                  <a:gd name="connsiteX5" fmla="*/ 228722 w 1828800"/>
                  <a:gd name="connsiteY5" fmla="*/ 457200 h 914400"/>
                  <a:gd name="connsiteX0" fmla="*/ 0 w 1828800"/>
                  <a:gd name="connsiteY0" fmla="*/ 0 h 914400"/>
                  <a:gd name="connsiteX1" fmla="*/ 1600078 w 1828800"/>
                  <a:gd name="connsiteY1" fmla="*/ 0 h 914400"/>
                  <a:gd name="connsiteX2" fmla="*/ 1828800 w 1828800"/>
                  <a:gd name="connsiteY2" fmla="*/ 457200 h 914400"/>
                  <a:gd name="connsiteX3" fmla="*/ 1600078 w 1828800"/>
                  <a:gd name="connsiteY3" fmla="*/ 914400 h 914400"/>
                  <a:gd name="connsiteX4" fmla="*/ 0 w 1828800"/>
                  <a:gd name="connsiteY4" fmla="*/ 914400 h 914400"/>
                  <a:gd name="connsiteX5" fmla="*/ 203459 w 1828800"/>
                  <a:gd name="connsiteY5" fmla="*/ 457200 h 914400"/>
                  <a:gd name="connsiteX0" fmla="*/ 0 w 1828800"/>
                  <a:gd name="connsiteY0" fmla="*/ 0 h 914400"/>
                  <a:gd name="connsiteX1" fmla="*/ 1625341 w 1828800"/>
                  <a:gd name="connsiteY1" fmla="*/ 0 h 914400"/>
                  <a:gd name="connsiteX2" fmla="*/ 1828800 w 1828800"/>
                  <a:gd name="connsiteY2" fmla="*/ 457200 h 914400"/>
                  <a:gd name="connsiteX3" fmla="*/ 1600078 w 1828800"/>
                  <a:gd name="connsiteY3" fmla="*/ 914400 h 914400"/>
                  <a:gd name="connsiteX4" fmla="*/ 0 w 1828800"/>
                  <a:gd name="connsiteY4" fmla="*/ 914400 h 914400"/>
                  <a:gd name="connsiteX5" fmla="*/ 203459 w 1828800"/>
                  <a:gd name="connsiteY5" fmla="*/ 457200 h 914400"/>
                  <a:gd name="connsiteX0" fmla="*/ 0 w 1828800"/>
                  <a:gd name="connsiteY0" fmla="*/ 0 h 914400"/>
                  <a:gd name="connsiteX1" fmla="*/ 1625341 w 1828800"/>
                  <a:gd name="connsiteY1" fmla="*/ 0 h 914400"/>
                  <a:gd name="connsiteX2" fmla="*/ 1828800 w 1828800"/>
                  <a:gd name="connsiteY2" fmla="*/ 457200 h 914400"/>
                  <a:gd name="connsiteX3" fmla="*/ 1625341 w 1828800"/>
                  <a:gd name="connsiteY3" fmla="*/ 914400 h 914400"/>
                  <a:gd name="connsiteX4" fmla="*/ 0 w 1828800"/>
                  <a:gd name="connsiteY4" fmla="*/ 914400 h 914400"/>
                  <a:gd name="connsiteX5" fmla="*/ 203459 w 1828800"/>
                  <a:gd name="connsiteY5" fmla="*/ 457200 h 914400"/>
                  <a:gd name="connsiteX0" fmla="*/ 0 w 1828800"/>
                  <a:gd name="connsiteY0" fmla="*/ 0 h 914400"/>
                  <a:gd name="connsiteX1" fmla="*/ 1625341 w 1828800"/>
                  <a:gd name="connsiteY1" fmla="*/ 0 h 914400"/>
                  <a:gd name="connsiteX2" fmla="*/ 1828800 w 1828800"/>
                  <a:gd name="connsiteY2" fmla="*/ 457200 h 914400"/>
                  <a:gd name="connsiteX3" fmla="*/ 162534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2534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198481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198481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198481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198481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198481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198481 w 1828800"/>
                  <a:gd name="connsiteY5" fmla="*/ 457200 h 914400"/>
                  <a:gd name="connsiteX0" fmla="*/ 0 w 1828800"/>
                  <a:gd name="connsiteY0" fmla="*/ 0 h 914400"/>
                  <a:gd name="connsiteX1" fmla="*/ 1630319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24627 w 1828800"/>
                  <a:gd name="connsiteY1" fmla="*/ 0 h 914400"/>
                  <a:gd name="connsiteX2" fmla="*/ 1828800 w 1828800"/>
                  <a:gd name="connsiteY2" fmla="*/ 457200 h 914400"/>
                  <a:gd name="connsiteX3" fmla="*/ 163031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24627 w 1828800"/>
                  <a:gd name="connsiteY1" fmla="*/ 0 h 914400"/>
                  <a:gd name="connsiteX2" fmla="*/ 1828800 w 1828800"/>
                  <a:gd name="connsiteY2" fmla="*/ 457200 h 914400"/>
                  <a:gd name="connsiteX3" fmla="*/ 1624627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24627 w 1828800"/>
                  <a:gd name="connsiteY1" fmla="*/ 0 h 914400"/>
                  <a:gd name="connsiteX2" fmla="*/ 1828800 w 1828800"/>
                  <a:gd name="connsiteY2" fmla="*/ 457200 h 914400"/>
                  <a:gd name="connsiteX3" fmla="*/ 1624627 w 1828800"/>
                  <a:gd name="connsiteY3" fmla="*/ 914400 h 914400"/>
                  <a:gd name="connsiteX4" fmla="*/ 0 w 1828800"/>
                  <a:gd name="connsiteY4" fmla="*/ 914400 h 914400"/>
                  <a:gd name="connsiteX5" fmla="*/ 204173 w 1828800"/>
                  <a:gd name="connsiteY5" fmla="*/ 457200 h 914400"/>
                  <a:gd name="connsiteX0" fmla="*/ 0 w 1828800"/>
                  <a:gd name="connsiteY0" fmla="*/ 0 h 914400"/>
                  <a:gd name="connsiteX1" fmla="*/ 1624627 w 1828800"/>
                  <a:gd name="connsiteY1" fmla="*/ 0 h 914400"/>
                  <a:gd name="connsiteX2" fmla="*/ 1828800 w 1828800"/>
                  <a:gd name="connsiteY2" fmla="*/ 457200 h 914400"/>
                  <a:gd name="connsiteX3" fmla="*/ 1624627 w 1828800"/>
                  <a:gd name="connsiteY3" fmla="*/ 914400 h 914400"/>
                  <a:gd name="connsiteX4" fmla="*/ 0 w 1828800"/>
                  <a:gd name="connsiteY4" fmla="*/ 914400 h 914400"/>
                  <a:gd name="connsiteX5" fmla="*/ 204173 w 1828800"/>
                  <a:gd name="connsiteY5" fmla="*/ 457200 h 914400"/>
                  <a:gd name="connsiteX0" fmla="*/ 0 w 1828800"/>
                  <a:gd name="connsiteY0" fmla="*/ 0 h 914400"/>
                  <a:gd name="connsiteX1" fmla="*/ 1624627 w 1828800"/>
                  <a:gd name="connsiteY1" fmla="*/ 0 h 914400"/>
                  <a:gd name="connsiteX2" fmla="*/ 1828800 w 1828800"/>
                  <a:gd name="connsiteY2" fmla="*/ 457200 h 914400"/>
                  <a:gd name="connsiteX3" fmla="*/ 1624627 w 1828800"/>
                  <a:gd name="connsiteY3" fmla="*/ 914400 h 914400"/>
                  <a:gd name="connsiteX4" fmla="*/ 0 w 1828800"/>
                  <a:gd name="connsiteY4" fmla="*/ 914400 h 914400"/>
                  <a:gd name="connsiteX5" fmla="*/ 204173 w 1828800"/>
                  <a:gd name="connsiteY5" fmla="*/ 457200 h 914400"/>
                  <a:gd name="connsiteX0" fmla="*/ 0 w 1828800"/>
                  <a:gd name="connsiteY0" fmla="*/ 0 h 914400"/>
                  <a:gd name="connsiteX1" fmla="*/ 1624627 w 1828800"/>
                  <a:gd name="connsiteY1" fmla="*/ 0 h 914400"/>
                  <a:gd name="connsiteX2" fmla="*/ 1828800 w 1828800"/>
                  <a:gd name="connsiteY2" fmla="*/ 457200 h 914400"/>
                  <a:gd name="connsiteX3" fmla="*/ 1624627 w 1828800"/>
                  <a:gd name="connsiteY3" fmla="*/ 914400 h 914400"/>
                  <a:gd name="connsiteX4" fmla="*/ 0 w 1828800"/>
                  <a:gd name="connsiteY4" fmla="*/ 914400 h 914400"/>
                  <a:gd name="connsiteX5" fmla="*/ 168986 w 1828800"/>
                  <a:gd name="connsiteY5" fmla="*/ 457200 h 914400"/>
                  <a:gd name="connsiteX0" fmla="*/ 0 w 1828800"/>
                  <a:gd name="connsiteY0" fmla="*/ 0 h 914400"/>
                  <a:gd name="connsiteX1" fmla="*/ 1659814 w 1828800"/>
                  <a:gd name="connsiteY1" fmla="*/ 0 h 914400"/>
                  <a:gd name="connsiteX2" fmla="*/ 1828800 w 1828800"/>
                  <a:gd name="connsiteY2" fmla="*/ 457200 h 914400"/>
                  <a:gd name="connsiteX3" fmla="*/ 1624627 w 1828800"/>
                  <a:gd name="connsiteY3" fmla="*/ 914400 h 914400"/>
                  <a:gd name="connsiteX4" fmla="*/ 0 w 1828800"/>
                  <a:gd name="connsiteY4" fmla="*/ 914400 h 914400"/>
                  <a:gd name="connsiteX5" fmla="*/ 168986 w 1828800"/>
                  <a:gd name="connsiteY5" fmla="*/ 457200 h 914400"/>
                  <a:gd name="connsiteX0" fmla="*/ 0 w 1828800"/>
                  <a:gd name="connsiteY0" fmla="*/ 0 h 914400"/>
                  <a:gd name="connsiteX1" fmla="*/ 1659814 w 1828800"/>
                  <a:gd name="connsiteY1" fmla="*/ 0 h 914400"/>
                  <a:gd name="connsiteX2" fmla="*/ 1828800 w 1828800"/>
                  <a:gd name="connsiteY2" fmla="*/ 457200 h 914400"/>
                  <a:gd name="connsiteX3" fmla="*/ 1659814 w 1828800"/>
                  <a:gd name="connsiteY3" fmla="*/ 914400 h 914400"/>
                  <a:gd name="connsiteX4" fmla="*/ 0 w 1828800"/>
                  <a:gd name="connsiteY4" fmla="*/ 914400 h 914400"/>
                  <a:gd name="connsiteX5" fmla="*/ 168986 w 1828800"/>
                  <a:gd name="connsiteY5" fmla="*/ 45720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28800" h="914400">
                    <a:moveTo>
                      <a:pt x="0" y="0"/>
                    </a:moveTo>
                    <a:lnTo>
                      <a:pt x="1659814" y="0"/>
                    </a:lnTo>
                    <a:lnTo>
                      <a:pt x="1828800" y="457200"/>
                    </a:lnTo>
                    <a:lnTo>
                      <a:pt x="1659814" y="914400"/>
                    </a:lnTo>
                    <a:lnTo>
                      <a:pt x="0" y="914400"/>
                    </a:lnTo>
                    <a:lnTo>
                      <a:pt x="168986" y="457200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 anchorCtr="1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2960">
                      <a:lumMod val="100000"/>
                    </a:srgbClr>
                  </a:buClr>
                  <a:buSzTx/>
                  <a:buFontTx/>
                  <a:buNone/>
                  <a:tabLst/>
                  <a:defRPr/>
                </a:pPr>
                <a:endParaRPr kumimoji="0" lang="ru-RU" sz="12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F486C4A-5765-43E1-D42D-3098844889E7}"/>
                  </a:ext>
                </a:extLst>
              </p:cNvPr>
              <p:cNvSpPr txBox="1"/>
              <p:nvPr>
                <p:custDataLst>
                  <p:tags r:id="rId18"/>
                </p:custDataLst>
              </p:nvPr>
            </p:nvSpPr>
            <p:spPr>
              <a:xfrm>
                <a:off x="1744834" y="3014958"/>
                <a:ext cx="1785923" cy="99599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vert270" wrap="square" lIns="0" tIns="0" rIns="0" bIns="0" numCol="1" anchor="ctr" anchorCtr="1" compatLnSpc="1">
                <a:prstTxWarp prst="textNoShape">
                  <a:avLst/>
                </a:prstTxWarp>
                <a:noAutofit/>
              </a:bodyPr>
              <a:lstStyle>
                <a:lvl1pPr marL="0" lvl="0" indent="0" defTabSz="895350" eaLnBrk="1" hangingPunct="1">
                  <a:buClr>
                    <a:schemeClr val="tx2"/>
                  </a:buClr>
                  <a:defRPr>
                    <a:latin typeface="+mn-lt"/>
                  </a:defRPr>
                </a:lvl1pPr>
                <a:lvl2pPr marL="193675" lvl="1" indent="-192088" defTabSz="895350" eaLnBrk="1" hangingPunct="1">
                  <a:buClr>
                    <a:schemeClr val="tx2"/>
                  </a:buClr>
                  <a:buSzPct val="125000"/>
                  <a:buFont typeface="Arial" charset="0"/>
                  <a:buChar char="▪"/>
                  <a:defRPr>
                    <a:latin typeface="+mn-lt"/>
                  </a:defRPr>
                </a:lvl2pPr>
                <a:lvl3pPr marL="457200" lvl="2" indent="-261938" defTabSz="895350" eaLnBrk="1" hangingPunct="1">
                  <a:buClr>
                    <a:schemeClr val="tx2"/>
                  </a:buClr>
                  <a:buSzPct val="120000"/>
                  <a:buFont typeface="Arial" charset="0"/>
                  <a:buChar char="–"/>
                  <a:defRPr>
                    <a:latin typeface="+mn-lt"/>
                  </a:defRPr>
                </a:lvl3pPr>
                <a:lvl4pPr marL="614363" lvl="3" indent="-155575" defTabSz="895350" eaLnBrk="1" hangingPunct="1">
                  <a:buClr>
                    <a:schemeClr val="tx2"/>
                  </a:buClr>
                  <a:buSzPct val="120000"/>
                  <a:buFont typeface="Arial" charset="0"/>
                  <a:buChar char="▫"/>
                  <a:defRPr>
                    <a:latin typeface="+mn-lt"/>
                  </a:defRPr>
                </a:lvl4pPr>
                <a:lvl5pPr marL="749808" lvl="4" indent="-130175" defTabSz="895350" eaLnBrk="1" hangingPunct="1"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5pPr>
                <a:lvl6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6pPr>
                <a:lvl7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7pPr>
                <a:lvl8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8pPr>
                <a:lvl9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9pPr>
              </a:lstStyle>
              <a:p>
                <a:pPr marL="0" marR="0" lvl="0" indent="0" algn="ctr" defTabSz="89535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2960"/>
                  </a:buClr>
                  <a:buSzTx/>
                  <a:buFontTx/>
                  <a:buNone/>
                  <a:tabLst/>
                  <a:defRPr/>
                </a:pPr>
                <a:r>
                  <a:rPr kumimoji="0" lang="ru-RU" sz="12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P</a:t>
                </a:r>
                <a:r>
                  <a:rPr kumimoji="0" lang="en-US" sz="1200" b="1" i="0" u="none" strike="noStrike" kern="1200" cap="none" spc="0" normalizeH="0" baseline="0" noProof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roposal</a:t>
                </a:r>
                <a:r>
                  <a:rPr kumimoji="0" 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p</a:t>
                </a:r>
                <a:r>
                  <a:rPr kumimoji="0" lang="ru-RU" sz="12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repar</a:t>
                </a:r>
                <a:r>
                  <a:rPr kumimoji="0" lang="en-US" sz="1200" b="1" i="0" u="none" strike="noStrike" kern="1200" cap="none" spc="0" normalizeH="0" baseline="0" noProof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ation</a:t>
                </a:r>
                <a:endParaRPr kumimoji="0" lang="ru-RU" sz="12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4B45E25-05ED-2E5E-C64D-0FA5AA387549}"/>
                </a:ext>
              </a:extLst>
            </p:cNvPr>
            <p:cNvGrpSpPr/>
            <p:nvPr>
              <p:custDataLst>
                <p:tags r:id="rId11"/>
              </p:custDataLst>
            </p:nvPr>
          </p:nvGrpSpPr>
          <p:grpSpPr>
            <a:xfrm rot="5400000">
              <a:off x="2005487" y="4422222"/>
              <a:ext cx="1213807" cy="1156633"/>
              <a:chOff x="2039939" y="4027697"/>
              <a:chExt cx="1144903" cy="1156633"/>
            </a:xfrm>
            <a:grpFill/>
          </p:grpSpPr>
          <p:sp>
            <p:nvSpPr>
              <p:cNvPr id="17" name="Freeform 68">
                <a:extLst>
                  <a:ext uri="{FF2B5EF4-FFF2-40B4-BE49-F238E27FC236}">
                    <a16:creationId xmlns:a16="http://schemas.microsoft.com/office/drawing/2014/main" id="{97FF2E84-1C32-AFCA-C409-3D24EFE92984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2039939" y="4027697"/>
                <a:ext cx="1144903" cy="1156633"/>
              </a:xfrm>
              <a:custGeom>
                <a:avLst/>
                <a:gdLst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504664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504664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504664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518238 w 1828800"/>
                  <a:gd name="connsiteY5" fmla="*/ 457200 h 914400"/>
                  <a:gd name="connsiteX0" fmla="*/ 0 w 1828800"/>
                  <a:gd name="connsiteY0" fmla="*/ 0 h 914400"/>
                  <a:gd name="connsiteX1" fmla="*/ 1310562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518238 w 1828800"/>
                  <a:gd name="connsiteY5" fmla="*/ 457200 h 914400"/>
                  <a:gd name="connsiteX0" fmla="*/ 0 w 1828800"/>
                  <a:gd name="connsiteY0" fmla="*/ 0 h 914400"/>
                  <a:gd name="connsiteX1" fmla="*/ 1310562 w 1828800"/>
                  <a:gd name="connsiteY1" fmla="*/ 0 h 914400"/>
                  <a:gd name="connsiteX2" fmla="*/ 1828800 w 1828800"/>
                  <a:gd name="connsiteY2" fmla="*/ 457200 h 914400"/>
                  <a:gd name="connsiteX3" fmla="*/ 1310562 w 1828800"/>
                  <a:gd name="connsiteY3" fmla="*/ 914400 h 914400"/>
                  <a:gd name="connsiteX4" fmla="*/ 0 w 1828800"/>
                  <a:gd name="connsiteY4" fmla="*/ 914400 h 914400"/>
                  <a:gd name="connsiteX5" fmla="*/ 518238 w 1828800"/>
                  <a:gd name="connsiteY5" fmla="*/ 457200 h 914400"/>
                  <a:gd name="connsiteX0" fmla="*/ 0 w 1828800"/>
                  <a:gd name="connsiteY0" fmla="*/ 0 h 914400"/>
                  <a:gd name="connsiteX1" fmla="*/ 1310562 w 1828800"/>
                  <a:gd name="connsiteY1" fmla="*/ 0 h 914400"/>
                  <a:gd name="connsiteX2" fmla="*/ 1828800 w 1828800"/>
                  <a:gd name="connsiteY2" fmla="*/ 457200 h 914400"/>
                  <a:gd name="connsiteX3" fmla="*/ 1310562 w 1828800"/>
                  <a:gd name="connsiteY3" fmla="*/ 914400 h 914400"/>
                  <a:gd name="connsiteX4" fmla="*/ 0 w 1828800"/>
                  <a:gd name="connsiteY4" fmla="*/ 914400 h 914400"/>
                  <a:gd name="connsiteX5" fmla="*/ 452699 w 1828800"/>
                  <a:gd name="connsiteY5" fmla="*/ 457200 h 914400"/>
                  <a:gd name="connsiteX0" fmla="*/ 0 w 1828800"/>
                  <a:gd name="connsiteY0" fmla="*/ 0 h 914400"/>
                  <a:gd name="connsiteX1" fmla="*/ 1376101 w 1828800"/>
                  <a:gd name="connsiteY1" fmla="*/ 0 h 914400"/>
                  <a:gd name="connsiteX2" fmla="*/ 1828800 w 1828800"/>
                  <a:gd name="connsiteY2" fmla="*/ 457200 h 914400"/>
                  <a:gd name="connsiteX3" fmla="*/ 1310562 w 1828800"/>
                  <a:gd name="connsiteY3" fmla="*/ 914400 h 914400"/>
                  <a:gd name="connsiteX4" fmla="*/ 0 w 1828800"/>
                  <a:gd name="connsiteY4" fmla="*/ 914400 h 914400"/>
                  <a:gd name="connsiteX5" fmla="*/ 452699 w 1828800"/>
                  <a:gd name="connsiteY5" fmla="*/ 457200 h 914400"/>
                  <a:gd name="connsiteX0" fmla="*/ 0 w 1828800"/>
                  <a:gd name="connsiteY0" fmla="*/ 0 h 914400"/>
                  <a:gd name="connsiteX1" fmla="*/ 1376101 w 1828800"/>
                  <a:gd name="connsiteY1" fmla="*/ 0 h 914400"/>
                  <a:gd name="connsiteX2" fmla="*/ 1828800 w 1828800"/>
                  <a:gd name="connsiteY2" fmla="*/ 457200 h 914400"/>
                  <a:gd name="connsiteX3" fmla="*/ 1376101 w 1828800"/>
                  <a:gd name="connsiteY3" fmla="*/ 914400 h 914400"/>
                  <a:gd name="connsiteX4" fmla="*/ 0 w 1828800"/>
                  <a:gd name="connsiteY4" fmla="*/ 914400 h 914400"/>
                  <a:gd name="connsiteX5" fmla="*/ 452699 w 1828800"/>
                  <a:gd name="connsiteY5" fmla="*/ 457200 h 914400"/>
                  <a:gd name="connsiteX0" fmla="*/ 0 w 1828800"/>
                  <a:gd name="connsiteY0" fmla="*/ 0 h 914400"/>
                  <a:gd name="connsiteX1" fmla="*/ 1376101 w 1828800"/>
                  <a:gd name="connsiteY1" fmla="*/ 0 h 914400"/>
                  <a:gd name="connsiteX2" fmla="*/ 1828800 w 1828800"/>
                  <a:gd name="connsiteY2" fmla="*/ 457200 h 914400"/>
                  <a:gd name="connsiteX3" fmla="*/ 137610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6101 w 1828800"/>
                  <a:gd name="connsiteY1" fmla="*/ 0 h 914400"/>
                  <a:gd name="connsiteX2" fmla="*/ 1828800 w 1828800"/>
                  <a:gd name="connsiteY2" fmla="*/ 457200 h 914400"/>
                  <a:gd name="connsiteX3" fmla="*/ 137610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6101 w 1828800"/>
                  <a:gd name="connsiteY1" fmla="*/ 0 h 914400"/>
                  <a:gd name="connsiteX2" fmla="*/ 1828800 w 1828800"/>
                  <a:gd name="connsiteY2" fmla="*/ 457200 h 914400"/>
                  <a:gd name="connsiteX3" fmla="*/ 1376101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6101 w 1828800"/>
                  <a:gd name="connsiteY1" fmla="*/ 0 h 914400"/>
                  <a:gd name="connsiteX2" fmla="*/ 1828800 w 1828800"/>
                  <a:gd name="connsiteY2" fmla="*/ 457200 h 914400"/>
                  <a:gd name="connsiteX3" fmla="*/ 1376101 w 1828800"/>
                  <a:gd name="connsiteY3" fmla="*/ 914400 h 914400"/>
                  <a:gd name="connsiteX4" fmla="*/ 0 w 1828800"/>
                  <a:gd name="connsiteY4" fmla="*/ 914400 h 914400"/>
                  <a:gd name="connsiteX5" fmla="*/ 452699 w 1828800"/>
                  <a:gd name="connsiteY5" fmla="*/ 457200 h 914400"/>
                  <a:gd name="connsiteX0" fmla="*/ 0 w 1828800"/>
                  <a:gd name="connsiteY0" fmla="*/ 0 h 914400"/>
                  <a:gd name="connsiteX1" fmla="*/ 1376101 w 1828800"/>
                  <a:gd name="connsiteY1" fmla="*/ 0 h 914400"/>
                  <a:gd name="connsiteX2" fmla="*/ 1828800 w 1828800"/>
                  <a:gd name="connsiteY2" fmla="*/ 457200 h 914400"/>
                  <a:gd name="connsiteX3" fmla="*/ 1376101 w 1828800"/>
                  <a:gd name="connsiteY3" fmla="*/ 914400 h 914400"/>
                  <a:gd name="connsiteX4" fmla="*/ 0 w 1828800"/>
                  <a:gd name="connsiteY4" fmla="*/ 914400 h 914400"/>
                  <a:gd name="connsiteX5" fmla="*/ 452699 w 1828800"/>
                  <a:gd name="connsiteY5" fmla="*/ 457200 h 914400"/>
                  <a:gd name="connsiteX0" fmla="*/ 0 w 1828800"/>
                  <a:gd name="connsiteY0" fmla="*/ 0 h 914400"/>
                  <a:gd name="connsiteX1" fmla="*/ 1376101 w 1828800"/>
                  <a:gd name="connsiteY1" fmla="*/ 0 h 914400"/>
                  <a:gd name="connsiteX2" fmla="*/ 1828800 w 1828800"/>
                  <a:gd name="connsiteY2" fmla="*/ 457200 h 914400"/>
                  <a:gd name="connsiteX3" fmla="*/ 1376101 w 1828800"/>
                  <a:gd name="connsiteY3" fmla="*/ 914400 h 914400"/>
                  <a:gd name="connsiteX4" fmla="*/ 0 w 1828800"/>
                  <a:gd name="connsiteY4" fmla="*/ 914400 h 914400"/>
                  <a:gd name="connsiteX5" fmla="*/ 452699 w 1828800"/>
                  <a:gd name="connsiteY5" fmla="*/ 457200 h 914400"/>
                  <a:gd name="connsiteX0" fmla="*/ 0 w 1828800"/>
                  <a:gd name="connsiteY0" fmla="*/ 0 h 914400"/>
                  <a:gd name="connsiteX1" fmla="*/ 1376101 w 1828800"/>
                  <a:gd name="connsiteY1" fmla="*/ 0 h 914400"/>
                  <a:gd name="connsiteX2" fmla="*/ 1828800 w 1828800"/>
                  <a:gd name="connsiteY2" fmla="*/ 457200 h 914400"/>
                  <a:gd name="connsiteX3" fmla="*/ 1376101 w 1828800"/>
                  <a:gd name="connsiteY3" fmla="*/ 914400 h 914400"/>
                  <a:gd name="connsiteX4" fmla="*/ 0 w 1828800"/>
                  <a:gd name="connsiteY4" fmla="*/ 914400 h 914400"/>
                  <a:gd name="connsiteX5" fmla="*/ 483255 w 1828800"/>
                  <a:gd name="connsiteY5" fmla="*/ 457200 h 914400"/>
                  <a:gd name="connsiteX0" fmla="*/ 0 w 1828800"/>
                  <a:gd name="connsiteY0" fmla="*/ 0 h 914400"/>
                  <a:gd name="connsiteX1" fmla="*/ 1345545 w 1828800"/>
                  <a:gd name="connsiteY1" fmla="*/ 0 h 914400"/>
                  <a:gd name="connsiteX2" fmla="*/ 1828800 w 1828800"/>
                  <a:gd name="connsiteY2" fmla="*/ 457200 h 914400"/>
                  <a:gd name="connsiteX3" fmla="*/ 1376101 w 1828800"/>
                  <a:gd name="connsiteY3" fmla="*/ 914400 h 914400"/>
                  <a:gd name="connsiteX4" fmla="*/ 0 w 1828800"/>
                  <a:gd name="connsiteY4" fmla="*/ 914400 h 914400"/>
                  <a:gd name="connsiteX5" fmla="*/ 483255 w 1828800"/>
                  <a:gd name="connsiteY5" fmla="*/ 457200 h 914400"/>
                  <a:gd name="connsiteX0" fmla="*/ 0 w 1828800"/>
                  <a:gd name="connsiteY0" fmla="*/ 0 h 914400"/>
                  <a:gd name="connsiteX1" fmla="*/ 1345545 w 1828800"/>
                  <a:gd name="connsiteY1" fmla="*/ 0 h 914400"/>
                  <a:gd name="connsiteX2" fmla="*/ 1828800 w 1828800"/>
                  <a:gd name="connsiteY2" fmla="*/ 457200 h 914400"/>
                  <a:gd name="connsiteX3" fmla="*/ 1345545 w 1828800"/>
                  <a:gd name="connsiteY3" fmla="*/ 914400 h 914400"/>
                  <a:gd name="connsiteX4" fmla="*/ 0 w 1828800"/>
                  <a:gd name="connsiteY4" fmla="*/ 914400 h 914400"/>
                  <a:gd name="connsiteX5" fmla="*/ 483255 w 1828800"/>
                  <a:gd name="connsiteY5" fmla="*/ 457200 h 914400"/>
                  <a:gd name="connsiteX0" fmla="*/ 0 w 1828800"/>
                  <a:gd name="connsiteY0" fmla="*/ 0 h 914400"/>
                  <a:gd name="connsiteX1" fmla="*/ 1345545 w 1828800"/>
                  <a:gd name="connsiteY1" fmla="*/ 0 h 914400"/>
                  <a:gd name="connsiteX2" fmla="*/ 1828800 w 1828800"/>
                  <a:gd name="connsiteY2" fmla="*/ 457200 h 914400"/>
                  <a:gd name="connsiteX3" fmla="*/ 134554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45545 w 1828800"/>
                  <a:gd name="connsiteY1" fmla="*/ 0 h 914400"/>
                  <a:gd name="connsiteX2" fmla="*/ 1828800 w 1828800"/>
                  <a:gd name="connsiteY2" fmla="*/ 457200 h 914400"/>
                  <a:gd name="connsiteX3" fmla="*/ 134554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45545 w 1828800"/>
                  <a:gd name="connsiteY1" fmla="*/ 0 h 914400"/>
                  <a:gd name="connsiteX2" fmla="*/ 1828800 w 1828800"/>
                  <a:gd name="connsiteY2" fmla="*/ 457200 h 914400"/>
                  <a:gd name="connsiteX3" fmla="*/ 134554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45545 w 1828800"/>
                  <a:gd name="connsiteY1" fmla="*/ 0 h 914400"/>
                  <a:gd name="connsiteX2" fmla="*/ 1828800 w 1828800"/>
                  <a:gd name="connsiteY2" fmla="*/ 457200 h 914400"/>
                  <a:gd name="connsiteX3" fmla="*/ 1345545 w 1828800"/>
                  <a:gd name="connsiteY3" fmla="*/ 914400 h 914400"/>
                  <a:gd name="connsiteX4" fmla="*/ 0 w 1828800"/>
                  <a:gd name="connsiteY4" fmla="*/ 914400 h 914400"/>
                  <a:gd name="connsiteX5" fmla="*/ 483255 w 1828800"/>
                  <a:gd name="connsiteY5" fmla="*/ 457200 h 914400"/>
                  <a:gd name="connsiteX0" fmla="*/ 0 w 1828800"/>
                  <a:gd name="connsiteY0" fmla="*/ 0 h 914400"/>
                  <a:gd name="connsiteX1" fmla="*/ 1345545 w 1828800"/>
                  <a:gd name="connsiteY1" fmla="*/ 0 h 914400"/>
                  <a:gd name="connsiteX2" fmla="*/ 1828800 w 1828800"/>
                  <a:gd name="connsiteY2" fmla="*/ 457200 h 914400"/>
                  <a:gd name="connsiteX3" fmla="*/ 1345545 w 1828800"/>
                  <a:gd name="connsiteY3" fmla="*/ 914400 h 914400"/>
                  <a:gd name="connsiteX4" fmla="*/ 0 w 1828800"/>
                  <a:gd name="connsiteY4" fmla="*/ 914400 h 914400"/>
                  <a:gd name="connsiteX5" fmla="*/ 483255 w 1828800"/>
                  <a:gd name="connsiteY5" fmla="*/ 457200 h 914400"/>
                  <a:gd name="connsiteX0" fmla="*/ 0 w 1828800"/>
                  <a:gd name="connsiteY0" fmla="*/ 0 h 914400"/>
                  <a:gd name="connsiteX1" fmla="*/ 1345545 w 1828800"/>
                  <a:gd name="connsiteY1" fmla="*/ 0 h 914400"/>
                  <a:gd name="connsiteX2" fmla="*/ 1828800 w 1828800"/>
                  <a:gd name="connsiteY2" fmla="*/ 457200 h 914400"/>
                  <a:gd name="connsiteX3" fmla="*/ 1345545 w 1828800"/>
                  <a:gd name="connsiteY3" fmla="*/ 914400 h 914400"/>
                  <a:gd name="connsiteX4" fmla="*/ 0 w 1828800"/>
                  <a:gd name="connsiteY4" fmla="*/ 914400 h 914400"/>
                  <a:gd name="connsiteX5" fmla="*/ 483255 w 1828800"/>
                  <a:gd name="connsiteY5" fmla="*/ 457200 h 914400"/>
                  <a:gd name="connsiteX0" fmla="*/ 0 w 1828800"/>
                  <a:gd name="connsiteY0" fmla="*/ 0 h 914400"/>
                  <a:gd name="connsiteX1" fmla="*/ 1345545 w 1828800"/>
                  <a:gd name="connsiteY1" fmla="*/ 0 h 914400"/>
                  <a:gd name="connsiteX2" fmla="*/ 1828800 w 1828800"/>
                  <a:gd name="connsiteY2" fmla="*/ 457200 h 914400"/>
                  <a:gd name="connsiteX3" fmla="*/ 1345545 w 1828800"/>
                  <a:gd name="connsiteY3" fmla="*/ 914400 h 914400"/>
                  <a:gd name="connsiteX4" fmla="*/ 0 w 1828800"/>
                  <a:gd name="connsiteY4" fmla="*/ 914400 h 914400"/>
                  <a:gd name="connsiteX5" fmla="*/ 313842 w 1828800"/>
                  <a:gd name="connsiteY5" fmla="*/ 457200 h 914400"/>
                  <a:gd name="connsiteX0" fmla="*/ 0 w 1828800"/>
                  <a:gd name="connsiteY0" fmla="*/ 0 h 914400"/>
                  <a:gd name="connsiteX1" fmla="*/ 1514958 w 1828800"/>
                  <a:gd name="connsiteY1" fmla="*/ 0 h 914400"/>
                  <a:gd name="connsiteX2" fmla="*/ 1828800 w 1828800"/>
                  <a:gd name="connsiteY2" fmla="*/ 457200 h 914400"/>
                  <a:gd name="connsiteX3" fmla="*/ 1345545 w 1828800"/>
                  <a:gd name="connsiteY3" fmla="*/ 914400 h 914400"/>
                  <a:gd name="connsiteX4" fmla="*/ 0 w 1828800"/>
                  <a:gd name="connsiteY4" fmla="*/ 914400 h 914400"/>
                  <a:gd name="connsiteX5" fmla="*/ 313842 w 1828800"/>
                  <a:gd name="connsiteY5" fmla="*/ 457200 h 914400"/>
                  <a:gd name="connsiteX0" fmla="*/ 0 w 1828800"/>
                  <a:gd name="connsiteY0" fmla="*/ 0 h 914400"/>
                  <a:gd name="connsiteX1" fmla="*/ 1514958 w 1828800"/>
                  <a:gd name="connsiteY1" fmla="*/ 0 h 914400"/>
                  <a:gd name="connsiteX2" fmla="*/ 1828800 w 1828800"/>
                  <a:gd name="connsiteY2" fmla="*/ 457200 h 914400"/>
                  <a:gd name="connsiteX3" fmla="*/ 1514958 w 1828800"/>
                  <a:gd name="connsiteY3" fmla="*/ 914400 h 914400"/>
                  <a:gd name="connsiteX4" fmla="*/ 0 w 1828800"/>
                  <a:gd name="connsiteY4" fmla="*/ 914400 h 914400"/>
                  <a:gd name="connsiteX5" fmla="*/ 313842 w 1828800"/>
                  <a:gd name="connsiteY5" fmla="*/ 457200 h 914400"/>
                  <a:gd name="connsiteX0" fmla="*/ 0 w 1828800"/>
                  <a:gd name="connsiteY0" fmla="*/ 0 h 914400"/>
                  <a:gd name="connsiteX1" fmla="*/ 1514958 w 1828800"/>
                  <a:gd name="connsiteY1" fmla="*/ 0 h 914400"/>
                  <a:gd name="connsiteX2" fmla="*/ 1828800 w 1828800"/>
                  <a:gd name="connsiteY2" fmla="*/ 457200 h 914400"/>
                  <a:gd name="connsiteX3" fmla="*/ 151495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4958 w 1828800"/>
                  <a:gd name="connsiteY1" fmla="*/ 0 h 914400"/>
                  <a:gd name="connsiteX2" fmla="*/ 1828800 w 1828800"/>
                  <a:gd name="connsiteY2" fmla="*/ 457200 h 914400"/>
                  <a:gd name="connsiteX3" fmla="*/ 151495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4958 w 1828800"/>
                  <a:gd name="connsiteY1" fmla="*/ 0 h 914400"/>
                  <a:gd name="connsiteX2" fmla="*/ 1828800 w 1828800"/>
                  <a:gd name="connsiteY2" fmla="*/ 457200 h 914400"/>
                  <a:gd name="connsiteX3" fmla="*/ 151495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4958 w 1828800"/>
                  <a:gd name="connsiteY1" fmla="*/ 0 h 914400"/>
                  <a:gd name="connsiteX2" fmla="*/ 1828800 w 1828800"/>
                  <a:gd name="connsiteY2" fmla="*/ 457200 h 914400"/>
                  <a:gd name="connsiteX3" fmla="*/ 1514958 w 1828800"/>
                  <a:gd name="connsiteY3" fmla="*/ 914400 h 914400"/>
                  <a:gd name="connsiteX4" fmla="*/ 0 w 1828800"/>
                  <a:gd name="connsiteY4" fmla="*/ 914400 h 914400"/>
                  <a:gd name="connsiteX5" fmla="*/ 313842 w 1828800"/>
                  <a:gd name="connsiteY5" fmla="*/ 457200 h 914400"/>
                  <a:gd name="connsiteX0" fmla="*/ 0 w 1828800"/>
                  <a:gd name="connsiteY0" fmla="*/ 0 h 914400"/>
                  <a:gd name="connsiteX1" fmla="*/ 1514958 w 1828800"/>
                  <a:gd name="connsiteY1" fmla="*/ 0 h 914400"/>
                  <a:gd name="connsiteX2" fmla="*/ 1828800 w 1828800"/>
                  <a:gd name="connsiteY2" fmla="*/ 457200 h 914400"/>
                  <a:gd name="connsiteX3" fmla="*/ 1514958 w 1828800"/>
                  <a:gd name="connsiteY3" fmla="*/ 914400 h 914400"/>
                  <a:gd name="connsiteX4" fmla="*/ 0 w 1828800"/>
                  <a:gd name="connsiteY4" fmla="*/ 914400 h 914400"/>
                  <a:gd name="connsiteX5" fmla="*/ 313842 w 1828800"/>
                  <a:gd name="connsiteY5" fmla="*/ 457200 h 914400"/>
                  <a:gd name="connsiteX0" fmla="*/ 0 w 1828800"/>
                  <a:gd name="connsiteY0" fmla="*/ 0 h 914400"/>
                  <a:gd name="connsiteX1" fmla="*/ 1514958 w 1828800"/>
                  <a:gd name="connsiteY1" fmla="*/ 0 h 914400"/>
                  <a:gd name="connsiteX2" fmla="*/ 1828800 w 1828800"/>
                  <a:gd name="connsiteY2" fmla="*/ 457200 h 914400"/>
                  <a:gd name="connsiteX3" fmla="*/ 1514958 w 1828800"/>
                  <a:gd name="connsiteY3" fmla="*/ 914400 h 914400"/>
                  <a:gd name="connsiteX4" fmla="*/ 0 w 1828800"/>
                  <a:gd name="connsiteY4" fmla="*/ 914400 h 914400"/>
                  <a:gd name="connsiteX5" fmla="*/ 313842 w 1828800"/>
                  <a:gd name="connsiteY5" fmla="*/ 457200 h 914400"/>
                  <a:gd name="connsiteX0" fmla="*/ 0 w 1828800"/>
                  <a:gd name="connsiteY0" fmla="*/ 0 h 914400"/>
                  <a:gd name="connsiteX1" fmla="*/ 1514958 w 1828800"/>
                  <a:gd name="connsiteY1" fmla="*/ 0 h 914400"/>
                  <a:gd name="connsiteX2" fmla="*/ 1828800 w 1828800"/>
                  <a:gd name="connsiteY2" fmla="*/ 457200 h 914400"/>
                  <a:gd name="connsiteX3" fmla="*/ 1514958 w 1828800"/>
                  <a:gd name="connsiteY3" fmla="*/ 914400 h 914400"/>
                  <a:gd name="connsiteX4" fmla="*/ 0 w 1828800"/>
                  <a:gd name="connsiteY4" fmla="*/ 914400 h 914400"/>
                  <a:gd name="connsiteX5" fmla="*/ 403040 w 1828800"/>
                  <a:gd name="connsiteY5" fmla="*/ 457200 h 914400"/>
                  <a:gd name="connsiteX0" fmla="*/ 0 w 1828800"/>
                  <a:gd name="connsiteY0" fmla="*/ 0 h 914400"/>
                  <a:gd name="connsiteX1" fmla="*/ 1425760 w 1828800"/>
                  <a:gd name="connsiteY1" fmla="*/ 0 h 914400"/>
                  <a:gd name="connsiteX2" fmla="*/ 1828800 w 1828800"/>
                  <a:gd name="connsiteY2" fmla="*/ 457200 h 914400"/>
                  <a:gd name="connsiteX3" fmla="*/ 1514958 w 1828800"/>
                  <a:gd name="connsiteY3" fmla="*/ 914400 h 914400"/>
                  <a:gd name="connsiteX4" fmla="*/ 0 w 1828800"/>
                  <a:gd name="connsiteY4" fmla="*/ 914400 h 914400"/>
                  <a:gd name="connsiteX5" fmla="*/ 403040 w 1828800"/>
                  <a:gd name="connsiteY5" fmla="*/ 457200 h 914400"/>
                  <a:gd name="connsiteX0" fmla="*/ 0 w 1828800"/>
                  <a:gd name="connsiteY0" fmla="*/ 0 h 914400"/>
                  <a:gd name="connsiteX1" fmla="*/ 1425760 w 1828800"/>
                  <a:gd name="connsiteY1" fmla="*/ 0 h 914400"/>
                  <a:gd name="connsiteX2" fmla="*/ 1828800 w 1828800"/>
                  <a:gd name="connsiteY2" fmla="*/ 457200 h 914400"/>
                  <a:gd name="connsiteX3" fmla="*/ 1425760 w 1828800"/>
                  <a:gd name="connsiteY3" fmla="*/ 914400 h 914400"/>
                  <a:gd name="connsiteX4" fmla="*/ 0 w 1828800"/>
                  <a:gd name="connsiteY4" fmla="*/ 914400 h 914400"/>
                  <a:gd name="connsiteX5" fmla="*/ 403040 w 1828800"/>
                  <a:gd name="connsiteY5" fmla="*/ 457200 h 914400"/>
                  <a:gd name="connsiteX0" fmla="*/ 0 w 1828800"/>
                  <a:gd name="connsiteY0" fmla="*/ 0 h 914400"/>
                  <a:gd name="connsiteX1" fmla="*/ 1425760 w 1828800"/>
                  <a:gd name="connsiteY1" fmla="*/ 0 h 914400"/>
                  <a:gd name="connsiteX2" fmla="*/ 1828800 w 1828800"/>
                  <a:gd name="connsiteY2" fmla="*/ 457200 h 914400"/>
                  <a:gd name="connsiteX3" fmla="*/ 142576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25760 w 1828800"/>
                  <a:gd name="connsiteY1" fmla="*/ 0 h 914400"/>
                  <a:gd name="connsiteX2" fmla="*/ 1828800 w 1828800"/>
                  <a:gd name="connsiteY2" fmla="*/ 457200 h 914400"/>
                  <a:gd name="connsiteX3" fmla="*/ 142576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25760 w 1828800"/>
                  <a:gd name="connsiteY1" fmla="*/ 0 h 914400"/>
                  <a:gd name="connsiteX2" fmla="*/ 1828800 w 1828800"/>
                  <a:gd name="connsiteY2" fmla="*/ 457200 h 914400"/>
                  <a:gd name="connsiteX3" fmla="*/ 142576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25760 w 1828800"/>
                  <a:gd name="connsiteY1" fmla="*/ 0 h 914400"/>
                  <a:gd name="connsiteX2" fmla="*/ 1828800 w 1828800"/>
                  <a:gd name="connsiteY2" fmla="*/ 457200 h 914400"/>
                  <a:gd name="connsiteX3" fmla="*/ 1425760 w 1828800"/>
                  <a:gd name="connsiteY3" fmla="*/ 914400 h 914400"/>
                  <a:gd name="connsiteX4" fmla="*/ 0 w 1828800"/>
                  <a:gd name="connsiteY4" fmla="*/ 914400 h 914400"/>
                  <a:gd name="connsiteX5" fmla="*/ 403040 w 1828800"/>
                  <a:gd name="connsiteY5" fmla="*/ 457200 h 914400"/>
                  <a:gd name="connsiteX0" fmla="*/ 0 w 1828800"/>
                  <a:gd name="connsiteY0" fmla="*/ 0 h 914400"/>
                  <a:gd name="connsiteX1" fmla="*/ 1425760 w 1828800"/>
                  <a:gd name="connsiteY1" fmla="*/ 0 h 914400"/>
                  <a:gd name="connsiteX2" fmla="*/ 1828800 w 1828800"/>
                  <a:gd name="connsiteY2" fmla="*/ 457200 h 914400"/>
                  <a:gd name="connsiteX3" fmla="*/ 1425760 w 1828800"/>
                  <a:gd name="connsiteY3" fmla="*/ 914400 h 914400"/>
                  <a:gd name="connsiteX4" fmla="*/ 0 w 1828800"/>
                  <a:gd name="connsiteY4" fmla="*/ 914400 h 914400"/>
                  <a:gd name="connsiteX5" fmla="*/ 403040 w 1828800"/>
                  <a:gd name="connsiteY5" fmla="*/ 457200 h 914400"/>
                  <a:gd name="connsiteX0" fmla="*/ 0 w 1828800"/>
                  <a:gd name="connsiteY0" fmla="*/ 0 h 914400"/>
                  <a:gd name="connsiteX1" fmla="*/ 1425760 w 1828800"/>
                  <a:gd name="connsiteY1" fmla="*/ 0 h 914400"/>
                  <a:gd name="connsiteX2" fmla="*/ 1828800 w 1828800"/>
                  <a:gd name="connsiteY2" fmla="*/ 457200 h 914400"/>
                  <a:gd name="connsiteX3" fmla="*/ 1425760 w 1828800"/>
                  <a:gd name="connsiteY3" fmla="*/ 914400 h 914400"/>
                  <a:gd name="connsiteX4" fmla="*/ 0 w 1828800"/>
                  <a:gd name="connsiteY4" fmla="*/ 914400 h 914400"/>
                  <a:gd name="connsiteX5" fmla="*/ 403040 w 1828800"/>
                  <a:gd name="connsiteY5" fmla="*/ 457200 h 914400"/>
                  <a:gd name="connsiteX0" fmla="*/ 0 w 1828800"/>
                  <a:gd name="connsiteY0" fmla="*/ 0 h 914400"/>
                  <a:gd name="connsiteX1" fmla="*/ 1425760 w 1828800"/>
                  <a:gd name="connsiteY1" fmla="*/ 0 h 914400"/>
                  <a:gd name="connsiteX2" fmla="*/ 1828800 w 1828800"/>
                  <a:gd name="connsiteY2" fmla="*/ 457200 h 914400"/>
                  <a:gd name="connsiteX3" fmla="*/ 1425760 w 1828800"/>
                  <a:gd name="connsiteY3" fmla="*/ 914400 h 914400"/>
                  <a:gd name="connsiteX4" fmla="*/ 0 w 1828800"/>
                  <a:gd name="connsiteY4" fmla="*/ 914400 h 914400"/>
                  <a:gd name="connsiteX5" fmla="*/ 431225 w 1828800"/>
                  <a:gd name="connsiteY5" fmla="*/ 457200 h 914400"/>
                  <a:gd name="connsiteX0" fmla="*/ 0 w 1828800"/>
                  <a:gd name="connsiteY0" fmla="*/ 0 h 914400"/>
                  <a:gd name="connsiteX1" fmla="*/ 1397575 w 1828800"/>
                  <a:gd name="connsiteY1" fmla="*/ 0 h 914400"/>
                  <a:gd name="connsiteX2" fmla="*/ 1828800 w 1828800"/>
                  <a:gd name="connsiteY2" fmla="*/ 457200 h 914400"/>
                  <a:gd name="connsiteX3" fmla="*/ 1425760 w 1828800"/>
                  <a:gd name="connsiteY3" fmla="*/ 914400 h 914400"/>
                  <a:gd name="connsiteX4" fmla="*/ 0 w 1828800"/>
                  <a:gd name="connsiteY4" fmla="*/ 914400 h 914400"/>
                  <a:gd name="connsiteX5" fmla="*/ 431225 w 1828800"/>
                  <a:gd name="connsiteY5" fmla="*/ 457200 h 914400"/>
                  <a:gd name="connsiteX0" fmla="*/ 0 w 1828800"/>
                  <a:gd name="connsiteY0" fmla="*/ 0 h 914400"/>
                  <a:gd name="connsiteX1" fmla="*/ 1397575 w 1828800"/>
                  <a:gd name="connsiteY1" fmla="*/ 0 h 914400"/>
                  <a:gd name="connsiteX2" fmla="*/ 1828800 w 1828800"/>
                  <a:gd name="connsiteY2" fmla="*/ 457200 h 914400"/>
                  <a:gd name="connsiteX3" fmla="*/ 1397575 w 1828800"/>
                  <a:gd name="connsiteY3" fmla="*/ 914400 h 914400"/>
                  <a:gd name="connsiteX4" fmla="*/ 0 w 1828800"/>
                  <a:gd name="connsiteY4" fmla="*/ 914400 h 914400"/>
                  <a:gd name="connsiteX5" fmla="*/ 431225 w 1828800"/>
                  <a:gd name="connsiteY5" fmla="*/ 457200 h 914400"/>
                  <a:gd name="connsiteX0" fmla="*/ 0 w 1828800"/>
                  <a:gd name="connsiteY0" fmla="*/ 0 h 914400"/>
                  <a:gd name="connsiteX1" fmla="*/ 1397575 w 1828800"/>
                  <a:gd name="connsiteY1" fmla="*/ 0 h 914400"/>
                  <a:gd name="connsiteX2" fmla="*/ 1828800 w 1828800"/>
                  <a:gd name="connsiteY2" fmla="*/ 457200 h 914400"/>
                  <a:gd name="connsiteX3" fmla="*/ 13975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97575 w 1828800"/>
                  <a:gd name="connsiteY1" fmla="*/ 0 h 914400"/>
                  <a:gd name="connsiteX2" fmla="*/ 1828800 w 1828800"/>
                  <a:gd name="connsiteY2" fmla="*/ 457200 h 914400"/>
                  <a:gd name="connsiteX3" fmla="*/ 13975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97575 w 1828800"/>
                  <a:gd name="connsiteY1" fmla="*/ 0 h 914400"/>
                  <a:gd name="connsiteX2" fmla="*/ 1828800 w 1828800"/>
                  <a:gd name="connsiteY2" fmla="*/ 457200 h 914400"/>
                  <a:gd name="connsiteX3" fmla="*/ 13975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97575 w 1828800"/>
                  <a:gd name="connsiteY1" fmla="*/ 0 h 914400"/>
                  <a:gd name="connsiteX2" fmla="*/ 1828800 w 1828800"/>
                  <a:gd name="connsiteY2" fmla="*/ 457200 h 914400"/>
                  <a:gd name="connsiteX3" fmla="*/ 1397575 w 1828800"/>
                  <a:gd name="connsiteY3" fmla="*/ 914400 h 914400"/>
                  <a:gd name="connsiteX4" fmla="*/ 0 w 1828800"/>
                  <a:gd name="connsiteY4" fmla="*/ 914400 h 914400"/>
                  <a:gd name="connsiteX5" fmla="*/ 431225 w 1828800"/>
                  <a:gd name="connsiteY5" fmla="*/ 457200 h 914400"/>
                  <a:gd name="connsiteX0" fmla="*/ 0 w 1828800"/>
                  <a:gd name="connsiteY0" fmla="*/ 0 h 914400"/>
                  <a:gd name="connsiteX1" fmla="*/ 1397575 w 1828800"/>
                  <a:gd name="connsiteY1" fmla="*/ 0 h 914400"/>
                  <a:gd name="connsiteX2" fmla="*/ 1828800 w 1828800"/>
                  <a:gd name="connsiteY2" fmla="*/ 457200 h 914400"/>
                  <a:gd name="connsiteX3" fmla="*/ 1397575 w 1828800"/>
                  <a:gd name="connsiteY3" fmla="*/ 914400 h 914400"/>
                  <a:gd name="connsiteX4" fmla="*/ 0 w 1828800"/>
                  <a:gd name="connsiteY4" fmla="*/ 914400 h 914400"/>
                  <a:gd name="connsiteX5" fmla="*/ 431225 w 1828800"/>
                  <a:gd name="connsiteY5" fmla="*/ 457200 h 914400"/>
                  <a:gd name="connsiteX0" fmla="*/ 0 w 1828800"/>
                  <a:gd name="connsiteY0" fmla="*/ 0 h 914400"/>
                  <a:gd name="connsiteX1" fmla="*/ 1397575 w 1828800"/>
                  <a:gd name="connsiteY1" fmla="*/ 0 h 914400"/>
                  <a:gd name="connsiteX2" fmla="*/ 1828800 w 1828800"/>
                  <a:gd name="connsiteY2" fmla="*/ 457200 h 914400"/>
                  <a:gd name="connsiteX3" fmla="*/ 1397575 w 1828800"/>
                  <a:gd name="connsiteY3" fmla="*/ 914400 h 914400"/>
                  <a:gd name="connsiteX4" fmla="*/ 0 w 1828800"/>
                  <a:gd name="connsiteY4" fmla="*/ 914400 h 914400"/>
                  <a:gd name="connsiteX5" fmla="*/ 431225 w 1828800"/>
                  <a:gd name="connsiteY5" fmla="*/ 457200 h 914400"/>
                  <a:gd name="connsiteX0" fmla="*/ 0 w 1828800"/>
                  <a:gd name="connsiteY0" fmla="*/ 0 h 914400"/>
                  <a:gd name="connsiteX1" fmla="*/ 1397575 w 1828800"/>
                  <a:gd name="connsiteY1" fmla="*/ 0 h 914400"/>
                  <a:gd name="connsiteX2" fmla="*/ 1828800 w 1828800"/>
                  <a:gd name="connsiteY2" fmla="*/ 457200 h 914400"/>
                  <a:gd name="connsiteX3" fmla="*/ 13975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940 w 1828800"/>
                  <a:gd name="connsiteY1" fmla="*/ 0 h 914400"/>
                  <a:gd name="connsiteX2" fmla="*/ 1828800 w 1828800"/>
                  <a:gd name="connsiteY2" fmla="*/ 457200 h 914400"/>
                  <a:gd name="connsiteX3" fmla="*/ 13975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940 w 1828800"/>
                  <a:gd name="connsiteY1" fmla="*/ 0 h 914400"/>
                  <a:gd name="connsiteX2" fmla="*/ 1828800 w 1828800"/>
                  <a:gd name="connsiteY2" fmla="*/ 457200 h 914400"/>
                  <a:gd name="connsiteX3" fmla="*/ 14119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11940 w 1828800"/>
                  <a:gd name="connsiteY1" fmla="*/ 0 h 914400"/>
                  <a:gd name="connsiteX2" fmla="*/ 1828800 w 1828800"/>
                  <a:gd name="connsiteY2" fmla="*/ 457200 h 914400"/>
                  <a:gd name="connsiteX3" fmla="*/ 1411940 w 1828800"/>
                  <a:gd name="connsiteY3" fmla="*/ 914400 h 914400"/>
                  <a:gd name="connsiteX4" fmla="*/ 0 w 1828800"/>
                  <a:gd name="connsiteY4" fmla="*/ 914400 h 914400"/>
                  <a:gd name="connsiteX5" fmla="*/ 416860 w 1828800"/>
                  <a:gd name="connsiteY5" fmla="*/ 457200 h 914400"/>
                  <a:gd name="connsiteX0" fmla="*/ 0 w 1828800"/>
                  <a:gd name="connsiteY0" fmla="*/ 0 h 914400"/>
                  <a:gd name="connsiteX1" fmla="*/ 1411940 w 1828800"/>
                  <a:gd name="connsiteY1" fmla="*/ 0 h 914400"/>
                  <a:gd name="connsiteX2" fmla="*/ 1828800 w 1828800"/>
                  <a:gd name="connsiteY2" fmla="*/ 457200 h 914400"/>
                  <a:gd name="connsiteX3" fmla="*/ 1411940 w 1828800"/>
                  <a:gd name="connsiteY3" fmla="*/ 914400 h 914400"/>
                  <a:gd name="connsiteX4" fmla="*/ 0 w 1828800"/>
                  <a:gd name="connsiteY4" fmla="*/ 914400 h 914400"/>
                  <a:gd name="connsiteX5" fmla="*/ 416860 w 1828800"/>
                  <a:gd name="connsiteY5" fmla="*/ 457200 h 914400"/>
                  <a:gd name="connsiteX0" fmla="*/ 0 w 1828800"/>
                  <a:gd name="connsiteY0" fmla="*/ 0 h 914400"/>
                  <a:gd name="connsiteX1" fmla="*/ 1411940 w 1828800"/>
                  <a:gd name="connsiteY1" fmla="*/ 0 h 914400"/>
                  <a:gd name="connsiteX2" fmla="*/ 1828800 w 1828800"/>
                  <a:gd name="connsiteY2" fmla="*/ 457200 h 914400"/>
                  <a:gd name="connsiteX3" fmla="*/ 1411940 w 1828800"/>
                  <a:gd name="connsiteY3" fmla="*/ 914400 h 914400"/>
                  <a:gd name="connsiteX4" fmla="*/ 0 w 1828800"/>
                  <a:gd name="connsiteY4" fmla="*/ 914400 h 914400"/>
                  <a:gd name="connsiteX5" fmla="*/ 416860 w 1828800"/>
                  <a:gd name="connsiteY5" fmla="*/ 457200 h 914400"/>
                  <a:gd name="connsiteX0" fmla="*/ 0 w 1828800"/>
                  <a:gd name="connsiteY0" fmla="*/ 0 h 914400"/>
                  <a:gd name="connsiteX1" fmla="*/ 1411940 w 1828800"/>
                  <a:gd name="connsiteY1" fmla="*/ 0 h 914400"/>
                  <a:gd name="connsiteX2" fmla="*/ 1828800 w 1828800"/>
                  <a:gd name="connsiteY2" fmla="*/ 457200 h 914400"/>
                  <a:gd name="connsiteX3" fmla="*/ 14119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28216 w 1828800"/>
                  <a:gd name="connsiteY1" fmla="*/ 0 h 914400"/>
                  <a:gd name="connsiteX2" fmla="*/ 1828800 w 1828800"/>
                  <a:gd name="connsiteY2" fmla="*/ 457200 h 914400"/>
                  <a:gd name="connsiteX3" fmla="*/ 141194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28216 w 1828800"/>
                  <a:gd name="connsiteY1" fmla="*/ 0 h 914400"/>
                  <a:gd name="connsiteX2" fmla="*/ 1828800 w 1828800"/>
                  <a:gd name="connsiteY2" fmla="*/ 457200 h 914400"/>
                  <a:gd name="connsiteX3" fmla="*/ 1428216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28216 w 1828800"/>
                  <a:gd name="connsiteY1" fmla="*/ 0 h 914400"/>
                  <a:gd name="connsiteX2" fmla="*/ 1828800 w 1828800"/>
                  <a:gd name="connsiteY2" fmla="*/ 457200 h 914400"/>
                  <a:gd name="connsiteX3" fmla="*/ 1428216 w 1828800"/>
                  <a:gd name="connsiteY3" fmla="*/ 914400 h 914400"/>
                  <a:gd name="connsiteX4" fmla="*/ 0 w 1828800"/>
                  <a:gd name="connsiteY4" fmla="*/ 914400 h 914400"/>
                  <a:gd name="connsiteX5" fmla="*/ 400584 w 1828800"/>
                  <a:gd name="connsiteY5" fmla="*/ 457200 h 914400"/>
                  <a:gd name="connsiteX0" fmla="*/ 0 w 1828800"/>
                  <a:gd name="connsiteY0" fmla="*/ 0 h 914400"/>
                  <a:gd name="connsiteX1" fmla="*/ 1428216 w 1828800"/>
                  <a:gd name="connsiteY1" fmla="*/ 0 h 914400"/>
                  <a:gd name="connsiteX2" fmla="*/ 1828800 w 1828800"/>
                  <a:gd name="connsiteY2" fmla="*/ 457200 h 914400"/>
                  <a:gd name="connsiteX3" fmla="*/ 1428216 w 1828800"/>
                  <a:gd name="connsiteY3" fmla="*/ 914400 h 914400"/>
                  <a:gd name="connsiteX4" fmla="*/ 0 w 1828800"/>
                  <a:gd name="connsiteY4" fmla="*/ 914400 h 914400"/>
                  <a:gd name="connsiteX5" fmla="*/ 400584 w 1828800"/>
                  <a:gd name="connsiteY5" fmla="*/ 457200 h 914400"/>
                  <a:gd name="connsiteX0" fmla="*/ 0 w 1828800"/>
                  <a:gd name="connsiteY0" fmla="*/ 0 h 914400"/>
                  <a:gd name="connsiteX1" fmla="*/ 1428216 w 1828800"/>
                  <a:gd name="connsiteY1" fmla="*/ 0 h 914400"/>
                  <a:gd name="connsiteX2" fmla="*/ 1828800 w 1828800"/>
                  <a:gd name="connsiteY2" fmla="*/ 457200 h 914400"/>
                  <a:gd name="connsiteX3" fmla="*/ 1428216 w 1828800"/>
                  <a:gd name="connsiteY3" fmla="*/ 914400 h 914400"/>
                  <a:gd name="connsiteX4" fmla="*/ 0 w 1828800"/>
                  <a:gd name="connsiteY4" fmla="*/ 914400 h 914400"/>
                  <a:gd name="connsiteX5" fmla="*/ 400584 w 1828800"/>
                  <a:gd name="connsiteY5" fmla="*/ 457200 h 914400"/>
                  <a:gd name="connsiteX0" fmla="*/ 0 w 1828800"/>
                  <a:gd name="connsiteY0" fmla="*/ 0 h 914400"/>
                  <a:gd name="connsiteX1" fmla="*/ 1428216 w 1828800"/>
                  <a:gd name="connsiteY1" fmla="*/ 0 h 914400"/>
                  <a:gd name="connsiteX2" fmla="*/ 1828800 w 1828800"/>
                  <a:gd name="connsiteY2" fmla="*/ 457200 h 914400"/>
                  <a:gd name="connsiteX3" fmla="*/ 1428216 w 1828800"/>
                  <a:gd name="connsiteY3" fmla="*/ 914400 h 914400"/>
                  <a:gd name="connsiteX4" fmla="*/ 0 w 1828800"/>
                  <a:gd name="connsiteY4" fmla="*/ 914400 h 914400"/>
                  <a:gd name="connsiteX5" fmla="*/ 257224 w 1828800"/>
                  <a:gd name="connsiteY5" fmla="*/ 457200 h 914400"/>
                  <a:gd name="connsiteX0" fmla="*/ 0 w 1828800"/>
                  <a:gd name="connsiteY0" fmla="*/ 0 h 914400"/>
                  <a:gd name="connsiteX1" fmla="*/ 1571576 w 1828800"/>
                  <a:gd name="connsiteY1" fmla="*/ 0 h 914400"/>
                  <a:gd name="connsiteX2" fmla="*/ 1828800 w 1828800"/>
                  <a:gd name="connsiteY2" fmla="*/ 457200 h 914400"/>
                  <a:gd name="connsiteX3" fmla="*/ 1428216 w 1828800"/>
                  <a:gd name="connsiteY3" fmla="*/ 914400 h 914400"/>
                  <a:gd name="connsiteX4" fmla="*/ 0 w 1828800"/>
                  <a:gd name="connsiteY4" fmla="*/ 914400 h 914400"/>
                  <a:gd name="connsiteX5" fmla="*/ 257224 w 1828800"/>
                  <a:gd name="connsiteY5" fmla="*/ 457200 h 914400"/>
                  <a:gd name="connsiteX0" fmla="*/ 0 w 1828800"/>
                  <a:gd name="connsiteY0" fmla="*/ 0 h 914400"/>
                  <a:gd name="connsiteX1" fmla="*/ 1571576 w 1828800"/>
                  <a:gd name="connsiteY1" fmla="*/ 0 h 914400"/>
                  <a:gd name="connsiteX2" fmla="*/ 1828800 w 1828800"/>
                  <a:gd name="connsiteY2" fmla="*/ 457200 h 914400"/>
                  <a:gd name="connsiteX3" fmla="*/ 1571576 w 1828800"/>
                  <a:gd name="connsiteY3" fmla="*/ 914400 h 914400"/>
                  <a:gd name="connsiteX4" fmla="*/ 0 w 1828800"/>
                  <a:gd name="connsiteY4" fmla="*/ 914400 h 914400"/>
                  <a:gd name="connsiteX5" fmla="*/ 257224 w 1828800"/>
                  <a:gd name="connsiteY5" fmla="*/ 457200 h 914400"/>
                  <a:gd name="connsiteX0" fmla="*/ 0 w 1828800"/>
                  <a:gd name="connsiteY0" fmla="*/ 0 h 914400"/>
                  <a:gd name="connsiteX1" fmla="*/ 1571576 w 1828800"/>
                  <a:gd name="connsiteY1" fmla="*/ 0 h 914400"/>
                  <a:gd name="connsiteX2" fmla="*/ 1828800 w 1828800"/>
                  <a:gd name="connsiteY2" fmla="*/ 457200 h 914400"/>
                  <a:gd name="connsiteX3" fmla="*/ 1571576 w 1828800"/>
                  <a:gd name="connsiteY3" fmla="*/ 914400 h 914400"/>
                  <a:gd name="connsiteX4" fmla="*/ 0 w 1828800"/>
                  <a:gd name="connsiteY4" fmla="*/ 914400 h 914400"/>
                  <a:gd name="connsiteX5" fmla="*/ 231237 w 1828800"/>
                  <a:gd name="connsiteY5" fmla="*/ 457200 h 914400"/>
                  <a:gd name="connsiteX0" fmla="*/ 0 w 1828800"/>
                  <a:gd name="connsiteY0" fmla="*/ 0 h 914400"/>
                  <a:gd name="connsiteX1" fmla="*/ 1597563 w 1828800"/>
                  <a:gd name="connsiteY1" fmla="*/ 0 h 914400"/>
                  <a:gd name="connsiteX2" fmla="*/ 1828800 w 1828800"/>
                  <a:gd name="connsiteY2" fmla="*/ 457200 h 914400"/>
                  <a:gd name="connsiteX3" fmla="*/ 1571576 w 1828800"/>
                  <a:gd name="connsiteY3" fmla="*/ 914400 h 914400"/>
                  <a:gd name="connsiteX4" fmla="*/ 0 w 1828800"/>
                  <a:gd name="connsiteY4" fmla="*/ 914400 h 914400"/>
                  <a:gd name="connsiteX5" fmla="*/ 231237 w 1828800"/>
                  <a:gd name="connsiteY5" fmla="*/ 457200 h 914400"/>
                  <a:gd name="connsiteX0" fmla="*/ 0 w 1828800"/>
                  <a:gd name="connsiteY0" fmla="*/ 0 h 914400"/>
                  <a:gd name="connsiteX1" fmla="*/ 1597563 w 1828800"/>
                  <a:gd name="connsiteY1" fmla="*/ 0 h 914400"/>
                  <a:gd name="connsiteX2" fmla="*/ 1828800 w 1828800"/>
                  <a:gd name="connsiteY2" fmla="*/ 457200 h 914400"/>
                  <a:gd name="connsiteX3" fmla="*/ 1597563 w 1828800"/>
                  <a:gd name="connsiteY3" fmla="*/ 914400 h 914400"/>
                  <a:gd name="connsiteX4" fmla="*/ 0 w 1828800"/>
                  <a:gd name="connsiteY4" fmla="*/ 914400 h 914400"/>
                  <a:gd name="connsiteX5" fmla="*/ 231237 w 1828800"/>
                  <a:gd name="connsiteY5" fmla="*/ 457200 h 914400"/>
                  <a:gd name="connsiteX0" fmla="*/ 0 w 1828800"/>
                  <a:gd name="connsiteY0" fmla="*/ 0 h 914400"/>
                  <a:gd name="connsiteX1" fmla="*/ 1597563 w 1828800"/>
                  <a:gd name="connsiteY1" fmla="*/ 0 h 914400"/>
                  <a:gd name="connsiteX2" fmla="*/ 1828800 w 1828800"/>
                  <a:gd name="connsiteY2" fmla="*/ 457200 h 914400"/>
                  <a:gd name="connsiteX3" fmla="*/ 159756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91397 w 1828800"/>
                  <a:gd name="connsiteY1" fmla="*/ 0 h 914400"/>
                  <a:gd name="connsiteX2" fmla="*/ 1828800 w 1828800"/>
                  <a:gd name="connsiteY2" fmla="*/ 457200 h 914400"/>
                  <a:gd name="connsiteX3" fmla="*/ 1597563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91397 w 1828800"/>
                  <a:gd name="connsiteY1" fmla="*/ 0 h 914400"/>
                  <a:gd name="connsiteX2" fmla="*/ 1828800 w 1828800"/>
                  <a:gd name="connsiteY2" fmla="*/ 457200 h 914400"/>
                  <a:gd name="connsiteX3" fmla="*/ 1591397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91397 w 1828800"/>
                  <a:gd name="connsiteY1" fmla="*/ 0 h 914400"/>
                  <a:gd name="connsiteX2" fmla="*/ 1828800 w 1828800"/>
                  <a:gd name="connsiteY2" fmla="*/ 457200 h 914400"/>
                  <a:gd name="connsiteX3" fmla="*/ 1591397 w 1828800"/>
                  <a:gd name="connsiteY3" fmla="*/ 914400 h 914400"/>
                  <a:gd name="connsiteX4" fmla="*/ 0 w 1828800"/>
                  <a:gd name="connsiteY4" fmla="*/ 914400 h 914400"/>
                  <a:gd name="connsiteX5" fmla="*/ 237403 w 1828800"/>
                  <a:gd name="connsiteY5" fmla="*/ 457200 h 914400"/>
                  <a:gd name="connsiteX0" fmla="*/ 0 w 1828800"/>
                  <a:gd name="connsiteY0" fmla="*/ 0 h 914400"/>
                  <a:gd name="connsiteX1" fmla="*/ 1591397 w 1828800"/>
                  <a:gd name="connsiteY1" fmla="*/ 0 h 914400"/>
                  <a:gd name="connsiteX2" fmla="*/ 1828800 w 1828800"/>
                  <a:gd name="connsiteY2" fmla="*/ 457200 h 914400"/>
                  <a:gd name="connsiteX3" fmla="*/ 1591397 w 1828800"/>
                  <a:gd name="connsiteY3" fmla="*/ 914400 h 914400"/>
                  <a:gd name="connsiteX4" fmla="*/ 0 w 1828800"/>
                  <a:gd name="connsiteY4" fmla="*/ 914400 h 914400"/>
                  <a:gd name="connsiteX5" fmla="*/ 237403 w 1828800"/>
                  <a:gd name="connsiteY5" fmla="*/ 457200 h 914400"/>
                  <a:gd name="connsiteX0" fmla="*/ 0 w 1828800"/>
                  <a:gd name="connsiteY0" fmla="*/ 0 h 914400"/>
                  <a:gd name="connsiteX1" fmla="*/ 1591397 w 1828800"/>
                  <a:gd name="connsiteY1" fmla="*/ 0 h 914400"/>
                  <a:gd name="connsiteX2" fmla="*/ 1828800 w 1828800"/>
                  <a:gd name="connsiteY2" fmla="*/ 457200 h 914400"/>
                  <a:gd name="connsiteX3" fmla="*/ 1591397 w 1828800"/>
                  <a:gd name="connsiteY3" fmla="*/ 914400 h 914400"/>
                  <a:gd name="connsiteX4" fmla="*/ 0 w 1828800"/>
                  <a:gd name="connsiteY4" fmla="*/ 914400 h 914400"/>
                  <a:gd name="connsiteX5" fmla="*/ 237403 w 1828800"/>
                  <a:gd name="connsiteY5" fmla="*/ 457200 h 914400"/>
                  <a:gd name="connsiteX0" fmla="*/ 0 w 1828800"/>
                  <a:gd name="connsiteY0" fmla="*/ 0 h 914400"/>
                  <a:gd name="connsiteX1" fmla="*/ 1591397 w 1828800"/>
                  <a:gd name="connsiteY1" fmla="*/ 0 h 914400"/>
                  <a:gd name="connsiteX2" fmla="*/ 1828800 w 1828800"/>
                  <a:gd name="connsiteY2" fmla="*/ 457200 h 914400"/>
                  <a:gd name="connsiteX3" fmla="*/ 1591397 w 1828800"/>
                  <a:gd name="connsiteY3" fmla="*/ 914400 h 914400"/>
                  <a:gd name="connsiteX4" fmla="*/ 0 w 1828800"/>
                  <a:gd name="connsiteY4" fmla="*/ 914400 h 914400"/>
                  <a:gd name="connsiteX5" fmla="*/ 270427 w 1828800"/>
                  <a:gd name="connsiteY5" fmla="*/ 457200 h 914400"/>
                  <a:gd name="connsiteX0" fmla="*/ 0 w 1828800"/>
                  <a:gd name="connsiteY0" fmla="*/ 0 h 914400"/>
                  <a:gd name="connsiteX1" fmla="*/ 1558373 w 1828800"/>
                  <a:gd name="connsiteY1" fmla="*/ 0 h 914400"/>
                  <a:gd name="connsiteX2" fmla="*/ 1828800 w 1828800"/>
                  <a:gd name="connsiteY2" fmla="*/ 457200 h 914400"/>
                  <a:gd name="connsiteX3" fmla="*/ 1591397 w 1828800"/>
                  <a:gd name="connsiteY3" fmla="*/ 914400 h 914400"/>
                  <a:gd name="connsiteX4" fmla="*/ 0 w 1828800"/>
                  <a:gd name="connsiteY4" fmla="*/ 914400 h 914400"/>
                  <a:gd name="connsiteX5" fmla="*/ 270427 w 1828800"/>
                  <a:gd name="connsiteY5" fmla="*/ 457200 h 914400"/>
                  <a:gd name="connsiteX0" fmla="*/ 0 w 1828800"/>
                  <a:gd name="connsiteY0" fmla="*/ 0 h 914400"/>
                  <a:gd name="connsiteX1" fmla="*/ 1558373 w 1828800"/>
                  <a:gd name="connsiteY1" fmla="*/ 0 h 914400"/>
                  <a:gd name="connsiteX2" fmla="*/ 1828800 w 1828800"/>
                  <a:gd name="connsiteY2" fmla="*/ 457200 h 914400"/>
                  <a:gd name="connsiteX3" fmla="*/ 1558373 w 1828800"/>
                  <a:gd name="connsiteY3" fmla="*/ 914400 h 914400"/>
                  <a:gd name="connsiteX4" fmla="*/ 0 w 1828800"/>
                  <a:gd name="connsiteY4" fmla="*/ 914400 h 914400"/>
                  <a:gd name="connsiteX5" fmla="*/ 270427 w 1828800"/>
                  <a:gd name="connsiteY5" fmla="*/ 457200 h 914400"/>
                  <a:gd name="connsiteX0" fmla="*/ 0 w 1828800"/>
                  <a:gd name="connsiteY0" fmla="*/ 0 h 914400"/>
                  <a:gd name="connsiteX1" fmla="*/ 1558373 w 1828800"/>
                  <a:gd name="connsiteY1" fmla="*/ 0 h 914400"/>
                  <a:gd name="connsiteX2" fmla="*/ 1828800 w 1828800"/>
                  <a:gd name="connsiteY2" fmla="*/ 457200 h 914400"/>
                  <a:gd name="connsiteX3" fmla="*/ 1558373 w 1828800"/>
                  <a:gd name="connsiteY3" fmla="*/ 914400 h 914400"/>
                  <a:gd name="connsiteX4" fmla="*/ 0 w 1828800"/>
                  <a:gd name="connsiteY4" fmla="*/ 914400 h 914400"/>
                  <a:gd name="connsiteX5" fmla="*/ 349565 w 1828800"/>
                  <a:gd name="connsiteY5" fmla="*/ 457200 h 914400"/>
                  <a:gd name="connsiteX0" fmla="*/ 0 w 1828800"/>
                  <a:gd name="connsiteY0" fmla="*/ 0 h 914400"/>
                  <a:gd name="connsiteX1" fmla="*/ 1479235 w 1828800"/>
                  <a:gd name="connsiteY1" fmla="*/ 0 h 914400"/>
                  <a:gd name="connsiteX2" fmla="*/ 1828800 w 1828800"/>
                  <a:gd name="connsiteY2" fmla="*/ 457200 h 914400"/>
                  <a:gd name="connsiteX3" fmla="*/ 1558373 w 1828800"/>
                  <a:gd name="connsiteY3" fmla="*/ 914400 h 914400"/>
                  <a:gd name="connsiteX4" fmla="*/ 0 w 1828800"/>
                  <a:gd name="connsiteY4" fmla="*/ 914400 h 914400"/>
                  <a:gd name="connsiteX5" fmla="*/ 349565 w 1828800"/>
                  <a:gd name="connsiteY5" fmla="*/ 457200 h 914400"/>
                  <a:gd name="connsiteX0" fmla="*/ 0 w 1828800"/>
                  <a:gd name="connsiteY0" fmla="*/ 0 h 914400"/>
                  <a:gd name="connsiteX1" fmla="*/ 1479235 w 1828800"/>
                  <a:gd name="connsiteY1" fmla="*/ 0 h 914400"/>
                  <a:gd name="connsiteX2" fmla="*/ 1828800 w 1828800"/>
                  <a:gd name="connsiteY2" fmla="*/ 457200 h 914400"/>
                  <a:gd name="connsiteX3" fmla="*/ 1479235 w 1828800"/>
                  <a:gd name="connsiteY3" fmla="*/ 914400 h 914400"/>
                  <a:gd name="connsiteX4" fmla="*/ 0 w 1828800"/>
                  <a:gd name="connsiteY4" fmla="*/ 914400 h 914400"/>
                  <a:gd name="connsiteX5" fmla="*/ 349565 w 1828800"/>
                  <a:gd name="connsiteY5" fmla="*/ 457200 h 914400"/>
                  <a:gd name="connsiteX0" fmla="*/ 0 w 1828800"/>
                  <a:gd name="connsiteY0" fmla="*/ 0 h 914400"/>
                  <a:gd name="connsiteX1" fmla="*/ 1479235 w 1828800"/>
                  <a:gd name="connsiteY1" fmla="*/ 0 h 914400"/>
                  <a:gd name="connsiteX2" fmla="*/ 1828800 w 1828800"/>
                  <a:gd name="connsiteY2" fmla="*/ 457200 h 914400"/>
                  <a:gd name="connsiteX3" fmla="*/ 1479235 w 1828800"/>
                  <a:gd name="connsiteY3" fmla="*/ 914400 h 914400"/>
                  <a:gd name="connsiteX4" fmla="*/ 0 w 1828800"/>
                  <a:gd name="connsiteY4" fmla="*/ 914400 h 914400"/>
                  <a:gd name="connsiteX5" fmla="*/ 325288 w 1828800"/>
                  <a:gd name="connsiteY5" fmla="*/ 457200 h 914400"/>
                  <a:gd name="connsiteX0" fmla="*/ 0 w 1828800"/>
                  <a:gd name="connsiteY0" fmla="*/ 0 h 914400"/>
                  <a:gd name="connsiteX1" fmla="*/ 1503512 w 1828800"/>
                  <a:gd name="connsiteY1" fmla="*/ 0 h 914400"/>
                  <a:gd name="connsiteX2" fmla="*/ 1828800 w 1828800"/>
                  <a:gd name="connsiteY2" fmla="*/ 457200 h 914400"/>
                  <a:gd name="connsiteX3" fmla="*/ 1479235 w 1828800"/>
                  <a:gd name="connsiteY3" fmla="*/ 914400 h 914400"/>
                  <a:gd name="connsiteX4" fmla="*/ 0 w 1828800"/>
                  <a:gd name="connsiteY4" fmla="*/ 914400 h 914400"/>
                  <a:gd name="connsiteX5" fmla="*/ 325288 w 1828800"/>
                  <a:gd name="connsiteY5" fmla="*/ 457200 h 914400"/>
                  <a:gd name="connsiteX0" fmla="*/ 0 w 1828800"/>
                  <a:gd name="connsiteY0" fmla="*/ 0 h 914400"/>
                  <a:gd name="connsiteX1" fmla="*/ 1503512 w 1828800"/>
                  <a:gd name="connsiteY1" fmla="*/ 0 h 914400"/>
                  <a:gd name="connsiteX2" fmla="*/ 1828800 w 1828800"/>
                  <a:gd name="connsiteY2" fmla="*/ 457200 h 914400"/>
                  <a:gd name="connsiteX3" fmla="*/ 1503512 w 1828800"/>
                  <a:gd name="connsiteY3" fmla="*/ 914400 h 914400"/>
                  <a:gd name="connsiteX4" fmla="*/ 0 w 1828800"/>
                  <a:gd name="connsiteY4" fmla="*/ 914400 h 914400"/>
                  <a:gd name="connsiteX5" fmla="*/ 325288 w 1828800"/>
                  <a:gd name="connsiteY5" fmla="*/ 457200 h 914400"/>
                  <a:gd name="connsiteX0" fmla="*/ 0 w 1828800"/>
                  <a:gd name="connsiteY0" fmla="*/ 0 h 914400"/>
                  <a:gd name="connsiteX1" fmla="*/ 1503512 w 1828800"/>
                  <a:gd name="connsiteY1" fmla="*/ 0 h 914400"/>
                  <a:gd name="connsiteX2" fmla="*/ 1828800 w 1828800"/>
                  <a:gd name="connsiteY2" fmla="*/ 457200 h 914400"/>
                  <a:gd name="connsiteX3" fmla="*/ 1503512 w 1828800"/>
                  <a:gd name="connsiteY3" fmla="*/ 914400 h 914400"/>
                  <a:gd name="connsiteX4" fmla="*/ 0 w 1828800"/>
                  <a:gd name="connsiteY4" fmla="*/ 914400 h 914400"/>
                  <a:gd name="connsiteX5" fmla="*/ 271206 w 1828800"/>
                  <a:gd name="connsiteY5" fmla="*/ 457200 h 914400"/>
                  <a:gd name="connsiteX0" fmla="*/ 0 w 1828800"/>
                  <a:gd name="connsiteY0" fmla="*/ 0 h 914400"/>
                  <a:gd name="connsiteX1" fmla="*/ 1557594 w 1828800"/>
                  <a:gd name="connsiteY1" fmla="*/ 0 h 914400"/>
                  <a:gd name="connsiteX2" fmla="*/ 1828800 w 1828800"/>
                  <a:gd name="connsiteY2" fmla="*/ 457200 h 914400"/>
                  <a:gd name="connsiteX3" fmla="*/ 1503512 w 1828800"/>
                  <a:gd name="connsiteY3" fmla="*/ 914400 h 914400"/>
                  <a:gd name="connsiteX4" fmla="*/ 0 w 1828800"/>
                  <a:gd name="connsiteY4" fmla="*/ 914400 h 914400"/>
                  <a:gd name="connsiteX5" fmla="*/ 271206 w 1828800"/>
                  <a:gd name="connsiteY5" fmla="*/ 457200 h 914400"/>
                  <a:gd name="connsiteX0" fmla="*/ 0 w 1828800"/>
                  <a:gd name="connsiteY0" fmla="*/ 0 h 914400"/>
                  <a:gd name="connsiteX1" fmla="*/ 1557594 w 1828800"/>
                  <a:gd name="connsiteY1" fmla="*/ 0 h 914400"/>
                  <a:gd name="connsiteX2" fmla="*/ 1828800 w 1828800"/>
                  <a:gd name="connsiteY2" fmla="*/ 457200 h 914400"/>
                  <a:gd name="connsiteX3" fmla="*/ 1557594 w 1828800"/>
                  <a:gd name="connsiteY3" fmla="*/ 914400 h 914400"/>
                  <a:gd name="connsiteX4" fmla="*/ 0 w 1828800"/>
                  <a:gd name="connsiteY4" fmla="*/ 914400 h 914400"/>
                  <a:gd name="connsiteX5" fmla="*/ 271206 w 1828800"/>
                  <a:gd name="connsiteY5" fmla="*/ 457200 h 914400"/>
                  <a:gd name="connsiteX0" fmla="*/ 0 w 1828800"/>
                  <a:gd name="connsiteY0" fmla="*/ 0 h 914400"/>
                  <a:gd name="connsiteX1" fmla="*/ 1557594 w 1828800"/>
                  <a:gd name="connsiteY1" fmla="*/ 0 h 914400"/>
                  <a:gd name="connsiteX2" fmla="*/ 1828800 w 1828800"/>
                  <a:gd name="connsiteY2" fmla="*/ 457200 h 914400"/>
                  <a:gd name="connsiteX3" fmla="*/ 1557594 w 1828800"/>
                  <a:gd name="connsiteY3" fmla="*/ 914400 h 914400"/>
                  <a:gd name="connsiteX4" fmla="*/ 0 w 1828800"/>
                  <a:gd name="connsiteY4" fmla="*/ 914400 h 914400"/>
                  <a:gd name="connsiteX5" fmla="*/ 332557 w 1828800"/>
                  <a:gd name="connsiteY5" fmla="*/ 457200 h 914400"/>
                  <a:gd name="connsiteX0" fmla="*/ 0 w 1828800"/>
                  <a:gd name="connsiteY0" fmla="*/ 0 h 914400"/>
                  <a:gd name="connsiteX1" fmla="*/ 1496243 w 1828800"/>
                  <a:gd name="connsiteY1" fmla="*/ 0 h 914400"/>
                  <a:gd name="connsiteX2" fmla="*/ 1828800 w 1828800"/>
                  <a:gd name="connsiteY2" fmla="*/ 457200 h 914400"/>
                  <a:gd name="connsiteX3" fmla="*/ 1557594 w 1828800"/>
                  <a:gd name="connsiteY3" fmla="*/ 914400 h 914400"/>
                  <a:gd name="connsiteX4" fmla="*/ 0 w 1828800"/>
                  <a:gd name="connsiteY4" fmla="*/ 914400 h 914400"/>
                  <a:gd name="connsiteX5" fmla="*/ 332557 w 1828800"/>
                  <a:gd name="connsiteY5" fmla="*/ 457200 h 914400"/>
                  <a:gd name="connsiteX0" fmla="*/ 0 w 1828800"/>
                  <a:gd name="connsiteY0" fmla="*/ 0 h 914400"/>
                  <a:gd name="connsiteX1" fmla="*/ 1496243 w 1828800"/>
                  <a:gd name="connsiteY1" fmla="*/ 0 h 914400"/>
                  <a:gd name="connsiteX2" fmla="*/ 1828800 w 1828800"/>
                  <a:gd name="connsiteY2" fmla="*/ 457200 h 914400"/>
                  <a:gd name="connsiteX3" fmla="*/ 1496243 w 1828800"/>
                  <a:gd name="connsiteY3" fmla="*/ 914400 h 914400"/>
                  <a:gd name="connsiteX4" fmla="*/ 0 w 1828800"/>
                  <a:gd name="connsiteY4" fmla="*/ 914400 h 914400"/>
                  <a:gd name="connsiteX5" fmla="*/ 332557 w 1828800"/>
                  <a:gd name="connsiteY5" fmla="*/ 45720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28800" h="914400">
                    <a:moveTo>
                      <a:pt x="0" y="0"/>
                    </a:moveTo>
                    <a:lnTo>
                      <a:pt x="1496243" y="0"/>
                    </a:lnTo>
                    <a:lnTo>
                      <a:pt x="1828800" y="457200"/>
                    </a:lnTo>
                    <a:lnTo>
                      <a:pt x="1496243" y="914400"/>
                    </a:lnTo>
                    <a:lnTo>
                      <a:pt x="0" y="914400"/>
                    </a:lnTo>
                    <a:lnTo>
                      <a:pt x="332557" y="457200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 anchorCtr="1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2960">
                      <a:lumMod val="100000"/>
                    </a:srgbClr>
                  </a:buClr>
                  <a:buSzTx/>
                  <a:buFontTx/>
                  <a:buNone/>
                  <a:tabLst/>
                  <a:defRPr/>
                </a:pPr>
                <a:endParaRPr kumimoji="0" lang="ru-RU" sz="12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A60BE4A-763E-05E0-D19E-921DB5CF6BA9}"/>
                  </a:ext>
                </a:extLst>
              </p:cNvPr>
              <p:cNvSpPr txBox="1"/>
              <p:nvPr>
                <p:custDataLst>
                  <p:tags r:id="rId16"/>
                </p:custDataLst>
              </p:nvPr>
            </p:nvSpPr>
            <p:spPr>
              <a:xfrm>
                <a:off x="2298933" y="4108019"/>
                <a:ext cx="677715" cy="99599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vert270" wrap="square" lIns="0" tIns="0" rIns="0" bIns="0" numCol="1" anchor="ctr" anchorCtr="1" compatLnSpc="1">
                <a:prstTxWarp prst="textNoShape">
                  <a:avLst/>
                </a:prstTxWarp>
                <a:noAutofit/>
              </a:bodyPr>
              <a:lstStyle>
                <a:lvl1pPr marL="0" lvl="0" indent="0" defTabSz="895350" eaLnBrk="1" hangingPunct="1">
                  <a:buClr>
                    <a:schemeClr val="tx2"/>
                  </a:buClr>
                  <a:defRPr>
                    <a:latin typeface="+mn-lt"/>
                  </a:defRPr>
                </a:lvl1pPr>
                <a:lvl2pPr marL="193675" lvl="1" indent="-192088" defTabSz="895350" eaLnBrk="1" hangingPunct="1">
                  <a:buClr>
                    <a:schemeClr val="tx2"/>
                  </a:buClr>
                  <a:buSzPct val="125000"/>
                  <a:buFont typeface="Arial" charset="0"/>
                  <a:buChar char="▪"/>
                  <a:defRPr>
                    <a:latin typeface="+mn-lt"/>
                  </a:defRPr>
                </a:lvl2pPr>
                <a:lvl3pPr marL="457200" lvl="2" indent="-261938" defTabSz="895350" eaLnBrk="1" hangingPunct="1">
                  <a:buClr>
                    <a:schemeClr val="tx2"/>
                  </a:buClr>
                  <a:buSzPct val="120000"/>
                  <a:buFont typeface="Arial" charset="0"/>
                  <a:buChar char="–"/>
                  <a:defRPr>
                    <a:latin typeface="+mn-lt"/>
                  </a:defRPr>
                </a:lvl3pPr>
                <a:lvl4pPr marL="614363" lvl="3" indent="-155575" defTabSz="895350" eaLnBrk="1" hangingPunct="1">
                  <a:buClr>
                    <a:schemeClr val="tx2"/>
                  </a:buClr>
                  <a:buSzPct val="120000"/>
                  <a:buFont typeface="Arial" charset="0"/>
                  <a:buChar char="▫"/>
                  <a:defRPr>
                    <a:latin typeface="+mn-lt"/>
                  </a:defRPr>
                </a:lvl4pPr>
                <a:lvl5pPr marL="749808" lvl="4" indent="-130175" defTabSz="895350" eaLnBrk="1" hangingPunct="1"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5pPr>
                <a:lvl6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6pPr>
                <a:lvl7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7pPr>
                <a:lvl8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8pPr>
                <a:lvl9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9pPr>
              </a:lstStyle>
              <a:p>
                <a:pPr marL="0" marR="0" lvl="0" indent="0" algn="ctr" defTabSz="89535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2960"/>
                  </a:buClr>
                  <a:buSzTx/>
                  <a:buFontTx/>
                  <a:buNone/>
                  <a:tabLst/>
                  <a:defRPr/>
                </a:pPr>
                <a:r>
                  <a:rPr kumimoji="0" lang="ru-RU" sz="12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Conclusion </a:t>
                </a:r>
                <a:br>
                  <a:rPr kumimoji="0" lang="ru-RU" sz="12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</a:br>
                <a:r>
                  <a:rPr kumimoji="0" 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of the </a:t>
                </a:r>
                <a:r>
                  <a:rPr kumimoji="0" lang="ru-RU" sz="12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deal</a:t>
                </a:r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98AA15A3-A101-8346-EA4C-665CFDED1F56}"/>
                </a:ext>
              </a:extLst>
            </p:cNvPr>
            <p:cNvGrpSpPr/>
            <p:nvPr>
              <p:custDataLst>
                <p:tags r:id="rId12"/>
              </p:custDataLst>
            </p:nvPr>
          </p:nvGrpSpPr>
          <p:grpSpPr>
            <a:xfrm rot="5400000">
              <a:off x="2196997" y="5272066"/>
              <a:ext cx="830810" cy="1156633"/>
              <a:chOff x="2196997" y="5321162"/>
              <a:chExt cx="830810" cy="1156633"/>
            </a:xfrm>
            <a:grpFill/>
          </p:grpSpPr>
          <p:sp>
            <p:nvSpPr>
              <p:cNvPr id="20" name="Freeform 71">
                <a:extLst>
                  <a:ext uri="{FF2B5EF4-FFF2-40B4-BE49-F238E27FC236}">
                    <a16:creationId xmlns:a16="http://schemas.microsoft.com/office/drawing/2014/main" id="{266BE202-A411-F3B9-5193-DDA841164038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2196997" y="5321162"/>
                <a:ext cx="830810" cy="1156633"/>
              </a:xfrm>
              <a:custGeom>
                <a:avLst/>
                <a:gdLst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664208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66420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8099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55809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504664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504664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504664 w 1828800"/>
                  <a:gd name="connsiteY5" fmla="*/ 457200 h 914400"/>
                  <a:gd name="connsiteX0" fmla="*/ 0 w 1828800"/>
                  <a:gd name="connsiteY0" fmla="*/ 0 h 914400"/>
                  <a:gd name="connsiteX1" fmla="*/ 1324136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324136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417101 w 1828800"/>
                  <a:gd name="connsiteY5" fmla="*/ 457200 h 914400"/>
                  <a:gd name="connsiteX0" fmla="*/ 0 w 1828800"/>
                  <a:gd name="connsiteY0" fmla="*/ 0 h 914400"/>
                  <a:gd name="connsiteX1" fmla="*/ 1411699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411699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318210 w 1828800"/>
                  <a:gd name="connsiteY5" fmla="*/ 457200 h 914400"/>
                  <a:gd name="connsiteX0" fmla="*/ 0 w 1828800"/>
                  <a:gd name="connsiteY0" fmla="*/ 0 h 914400"/>
                  <a:gd name="connsiteX1" fmla="*/ 1510590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276431 w 1828800"/>
                  <a:gd name="connsiteY5" fmla="*/ 457200 h 914400"/>
                  <a:gd name="connsiteX0" fmla="*/ 0 w 1828800"/>
                  <a:gd name="connsiteY0" fmla="*/ 0 h 914400"/>
                  <a:gd name="connsiteX1" fmla="*/ 1552369 w 1828800"/>
                  <a:gd name="connsiteY1" fmla="*/ 0 h 914400"/>
                  <a:gd name="connsiteX2" fmla="*/ 1828800 w 1828800"/>
                  <a:gd name="connsiteY2" fmla="*/ 457200 h 914400"/>
                  <a:gd name="connsiteX3" fmla="*/ 1510590 w 1828800"/>
                  <a:gd name="connsiteY3" fmla="*/ 914400 h 914400"/>
                  <a:gd name="connsiteX4" fmla="*/ 0 w 1828800"/>
                  <a:gd name="connsiteY4" fmla="*/ 914400 h 914400"/>
                  <a:gd name="connsiteX5" fmla="*/ 276431 w 1828800"/>
                  <a:gd name="connsiteY5" fmla="*/ 457200 h 914400"/>
                  <a:gd name="connsiteX0" fmla="*/ 0 w 1828800"/>
                  <a:gd name="connsiteY0" fmla="*/ 0 h 914400"/>
                  <a:gd name="connsiteX1" fmla="*/ 1552369 w 1828800"/>
                  <a:gd name="connsiteY1" fmla="*/ 0 h 914400"/>
                  <a:gd name="connsiteX2" fmla="*/ 1828800 w 1828800"/>
                  <a:gd name="connsiteY2" fmla="*/ 457200 h 914400"/>
                  <a:gd name="connsiteX3" fmla="*/ 1552369 w 1828800"/>
                  <a:gd name="connsiteY3" fmla="*/ 914400 h 914400"/>
                  <a:gd name="connsiteX4" fmla="*/ 0 w 1828800"/>
                  <a:gd name="connsiteY4" fmla="*/ 914400 h 914400"/>
                  <a:gd name="connsiteX5" fmla="*/ 276431 w 1828800"/>
                  <a:gd name="connsiteY5" fmla="*/ 457200 h 914400"/>
                  <a:gd name="connsiteX0" fmla="*/ 0 w 1828800"/>
                  <a:gd name="connsiteY0" fmla="*/ 0 h 914400"/>
                  <a:gd name="connsiteX1" fmla="*/ 1552369 w 1828800"/>
                  <a:gd name="connsiteY1" fmla="*/ 0 h 914400"/>
                  <a:gd name="connsiteX2" fmla="*/ 1828800 w 1828800"/>
                  <a:gd name="connsiteY2" fmla="*/ 457200 h 914400"/>
                  <a:gd name="connsiteX3" fmla="*/ 155236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2369 w 1828800"/>
                  <a:gd name="connsiteY1" fmla="*/ 0 h 914400"/>
                  <a:gd name="connsiteX2" fmla="*/ 1828800 w 1828800"/>
                  <a:gd name="connsiteY2" fmla="*/ 457200 h 914400"/>
                  <a:gd name="connsiteX3" fmla="*/ 155236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2369 w 1828800"/>
                  <a:gd name="connsiteY1" fmla="*/ 0 h 914400"/>
                  <a:gd name="connsiteX2" fmla="*/ 1828800 w 1828800"/>
                  <a:gd name="connsiteY2" fmla="*/ 457200 h 914400"/>
                  <a:gd name="connsiteX3" fmla="*/ 155236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2369 w 1828800"/>
                  <a:gd name="connsiteY1" fmla="*/ 0 h 914400"/>
                  <a:gd name="connsiteX2" fmla="*/ 1828800 w 1828800"/>
                  <a:gd name="connsiteY2" fmla="*/ 457200 h 914400"/>
                  <a:gd name="connsiteX3" fmla="*/ 1552369 w 1828800"/>
                  <a:gd name="connsiteY3" fmla="*/ 914400 h 914400"/>
                  <a:gd name="connsiteX4" fmla="*/ 0 w 1828800"/>
                  <a:gd name="connsiteY4" fmla="*/ 914400 h 914400"/>
                  <a:gd name="connsiteX5" fmla="*/ 276431 w 1828800"/>
                  <a:gd name="connsiteY5" fmla="*/ 457200 h 914400"/>
                  <a:gd name="connsiteX0" fmla="*/ 0 w 1828800"/>
                  <a:gd name="connsiteY0" fmla="*/ 0 h 914400"/>
                  <a:gd name="connsiteX1" fmla="*/ 1552369 w 1828800"/>
                  <a:gd name="connsiteY1" fmla="*/ 0 h 914400"/>
                  <a:gd name="connsiteX2" fmla="*/ 1828800 w 1828800"/>
                  <a:gd name="connsiteY2" fmla="*/ 457200 h 914400"/>
                  <a:gd name="connsiteX3" fmla="*/ 1552369 w 1828800"/>
                  <a:gd name="connsiteY3" fmla="*/ 914400 h 914400"/>
                  <a:gd name="connsiteX4" fmla="*/ 0 w 1828800"/>
                  <a:gd name="connsiteY4" fmla="*/ 914400 h 914400"/>
                  <a:gd name="connsiteX5" fmla="*/ 276431 w 1828800"/>
                  <a:gd name="connsiteY5" fmla="*/ 457200 h 914400"/>
                  <a:gd name="connsiteX0" fmla="*/ 0 w 1828800"/>
                  <a:gd name="connsiteY0" fmla="*/ 0 h 914400"/>
                  <a:gd name="connsiteX1" fmla="*/ 1552369 w 1828800"/>
                  <a:gd name="connsiteY1" fmla="*/ 0 h 914400"/>
                  <a:gd name="connsiteX2" fmla="*/ 1828800 w 1828800"/>
                  <a:gd name="connsiteY2" fmla="*/ 457200 h 914400"/>
                  <a:gd name="connsiteX3" fmla="*/ 1552369 w 1828800"/>
                  <a:gd name="connsiteY3" fmla="*/ 914400 h 914400"/>
                  <a:gd name="connsiteX4" fmla="*/ 0 w 1828800"/>
                  <a:gd name="connsiteY4" fmla="*/ 914400 h 914400"/>
                  <a:gd name="connsiteX5" fmla="*/ 276431 w 1828800"/>
                  <a:gd name="connsiteY5" fmla="*/ 457200 h 914400"/>
                  <a:gd name="connsiteX0" fmla="*/ 0 w 1828800"/>
                  <a:gd name="connsiteY0" fmla="*/ 0 h 914400"/>
                  <a:gd name="connsiteX1" fmla="*/ 1552369 w 1828800"/>
                  <a:gd name="connsiteY1" fmla="*/ 0 h 914400"/>
                  <a:gd name="connsiteX2" fmla="*/ 1828800 w 1828800"/>
                  <a:gd name="connsiteY2" fmla="*/ 457200 h 914400"/>
                  <a:gd name="connsiteX3" fmla="*/ 155236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236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277852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277852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277852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277852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277852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277852 w 1828800"/>
                  <a:gd name="connsiteY5" fmla="*/ 457200 h 914400"/>
                  <a:gd name="connsiteX0" fmla="*/ 0 w 1828800"/>
                  <a:gd name="connsiteY0" fmla="*/ 0 h 914400"/>
                  <a:gd name="connsiteX1" fmla="*/ 1550948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47009 w 1828800"/>
                  <a:gd name="connsiteY1" fmla="*/ 0 h 914400"/>
                  <a:gd name="connsiteX2" fmla="*/ 1828800 w 1828800"/>
                  <a:gd name="connsiteY2" fmla="*/ 457200 h 914400"/>
                  <a:gd name="connsiteX3" fmla="*/ 155094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47009 w 1828800"/>
                  <a:gd name="connsiteY1" fmla="*/ 0 h 914400"/>
                  <a:gd name="connsiteX2" fmla="*/ 1828800 w 1828800"/>
                  <a:gd name="connsiteY2" fmla="*/ 457200 h 914400"/>
                  <a:gd name="connsiteX3" fmla="*/ 1547009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547009 w 1828800"/>
                  <a:gd name="connsiteY1" fmla="*/ 0 h 914400"/>
                  <a:gd name="connsiteX2" fmla="*/ 1828800 w 1828800"/>
                  <a:gd name="connsiteY2" fmla="*/ 457200 h 914400"/>
                  <a:gd name="connsiteX3" fmla="*/ 1547009 w 1828800"/>
                  <a:gd name="connsiteY3" fmla="*/ 914400 h 914400"/>
                  <a:gd name="connsiteX4" fmla="*/ 0 w 1828800"/>
                  <a:gd name="connsiteY4" fmla="*/ 914400 h 914400"/>
                  <a:gd name="connsiteX5" fmla="*/ 281791 w 1828800"/>
                  <a:gd name="connsiteY5" fmla="*/ 457200 h 914400"/>
                  <a:gd name="connsiteX0" fmla="*/ 0 w 1828800"/>
                  <a:gd name="connsiteY0" fmla="*/ 0 h 914400"/>
                  <a:gd name="connsiteX1" fmla="*/ 1547009 w 1828800"/>
                  <a:gd name="connsiteY1" fmla="*/ 0 h 914400"/>
                  <a:gd name="connsiteX2" fmla="*/ 1828800 w 1828800"/>
                  <a:gd name="connsiteY2" fmla="*/ 457200 h 914400"/>
                  <a:gd name="connsiteX3" fmla="*/ 1547009 w 1828800"/>
                  <a:gd name="connsiteY3" fmla="*/ 914400 h 914400"/>
                  <a:gd name="connsiteX4" fmla="*/ 0 w 1828800"/>
                  <a:gd name="connsiteY4" fmla="*/ 914400 h 914400"/>
                  <a:gd name="connsiteX5" fmla="*/ 281791 w 1828800"/>
                  <a:gd name="connsiteY5" fmla="*/ 457200 h 914400"/>
                  <a:gd name="connsiteX0" fmla="*/ 0 w 1828800"/>
                  <a:gd name="connsiteY0" fmla="*/ 0 h 914400"/>
                  <a:gd name="connsiteX1" fmla="*/ 1547009 w 1828800"/>
                  <a:gd name="connsiteY1" fmla="*/ 0 h 914400"/>
                  <a:gd name="connsiteX2" fmla="*/ 1828800 w 1828800"/>
                  <a:gd name="connsiteY2" fmla="*/ 457200 h 914400"/>
                  <a:gd name="connsiteX3" fmla="*/ 1547009 w 1828800"/>
                  <a:gd name="connsiteY3" fmla="*/ 914400 h 914400"/>
                  <a:gd name="connsiteX4" fmla="*/ 0 w 1828800"/>
                  <a:gd name="connsiteY4" fmla="*/ 914400 h 914400"/>
                  <a:gd name="connsiteX5" fmla="*/ 281791 w 1828800"/>
                  <a:gd name="connsiteY5" fmla="*/ 457200 h 914400"/>
                  <a:gd name="connsiteX0" fmla="*/ 0 w 1828800"/>
                  <a:gd name="connsiteY0" fmla="*/ 0 h 914400"/>
                  <a:gd name="connsiteX1" fmla="*/ 1547009 w 1828800"/>
                  <a:gd name="connsiteY1" fmla="*/ 0 h 914400"/>
                  <a:gd name="connsiteX2" fmla="*/ 1828800 w 1828800"/>
                  <a:gd name="connsiteY2" fmla="*/ 457200 h 914400"/>
                  <a:gd name="connsiteX3" fmla="*/ 1547009 w 1828800"/>
                  <a:gd name="connsiteY3" fmla="*/ 914400 h 914400"/>
                  <a:gd name="connsiteX4" fmla="*/ 0 w 1828800"/>
                  <a:gd name="connsiteY4" fmla="*/ 914400 h 914400"/>
                  <a:gd name="connsiteX5" fmla="*/ 344286 w 1828800"/>
                  <a:gd name="connsiteY5" fmla="*/ 457200 h 914400"/>
                  <a:gd name="connsiteX0" fmla="*/ 0 w 1828800"/>
                  <a:gd name="connsiteY0" fmla="*/ 0 h 914400"/>
                  <a:gd name="connsiteX1" fmla="*/ 1484514 w 1828800"/>
                  <a:gd name="connsiteY1" fmla="*/ 0 h 914400"/>
                  <a:gd name="connsiteX2" fmla="*/ 1828800 w 1828800"/>
                  <a:gd name="connsiteY2" fmla="*/ 457200 h 914400"/>
                  <a:gd name="connsiteX3" fmla="*/ 1547009 w 1828800"/>
                  <a:gd name="connsiteY3" fmla="*/ 914400 h 914400"/>
                  <a:gd name="connsiteX4" fmla="*/ 0 w 1828800"/>
                  <a:gd name="connsiteY4" fmla="*/ 914400 h 914400"/>
                  <a:gd name="connsiteX5" fmla="*/ 344286 w 1828800"/>
                  <a:gd name="connsiteY5" fmla="*/ 457200 h 914400"/>
                  <a:gd name="connsiteX0" fmla="*/ 0 w 1828800"/>
                  <a:gd name="connsiteY0" fmla="*/ 0 h 914400"/>
                  <a:gd name="connsiteX1" fmla="*/ 1484514 w 1828800"/>
                  <a:gd name="connsiteY1" fmla="*/ 0 h 914400"/>
                  <a:gd name="connsiteX2" fmla="*/ 1828800 w 1828800"/>
                  <a:gd name="connsiteY2" fmla="*/ 457200 h 914400"/>
                  <a:gd name="connsiteX3" fmla="*/ 1484514 w 1828800"/>
                  <a:gd name="connsiteY3" fmla="*/ 914400 h 914400"/>
                  <a:gd name="connsiteX4" fmla="*/ 0 w 1828800"/>
                  <a:gd name="connsiteY4" fmla="*/ 914400 h 914400"/>
                  <a:gd name="connsiteX5" fmla="*/ 344286 w 1828800"/>
                  <a:gd name="connsiteY5" fmla="*/ 457200 h 914400"/>
                  <a:gd name="connsiteX0" fmla="*/ 0 w 1828800"/>
                  <a:gd name="connsiteY0" fmla="*/ 0 h 914400"/>
                  <a:gd name="connsiteX1" fmla="*/ 1484514 w 1828800"/>
                  <a:gd name="connsiteY1" fmla="*/ 0 h 914400"/>
                  <a:gd name="connsiteX2" fmla="*/ 1828800 w 1828800"/>
                  <a:gd name="connsiteY2" fmla="*/ 457200 h 914400"/>
                  <a:gd name="connsiteX3" fmla="*/ 1484514 w 1828800"/>
                  <a:gd name="connsiteY3" fmla="*/ 914400 h 914400"/>
                  <a:gd name="connsiteX4" fmla="*/ 0 w 1828800"/>
                  <a:gd name="connsiteY4" fmla="*/ 914400 h 914400"/>
                  <a:gd name="connsiteX5" fmla="*/ 294310 w 1828800"/>
                  <a:gd name="connsiteY5" fmla="*/ 457200 h 914400"/>
                  <a:gd name="connsiteX0" fmla="*/ 0 w 1828800"/>
                  <a:gd name="connsiteY0" fmla="*/ 0 h 914400"/>
                  <a:gd name="connsiteX1" fmla="*/ 1534490 w 1828800"/>
                  <a:gd name="connsiteY1" fmla="*/ 0 h 914400"/>
                  <a:gd name="connsiteX2" fmla="*/ 1828800 w 1828800"/>
                  <a:gd name="connsiteY2" fmla="*/ 457200 h 914400"/>
                  <a:gd name="connsiteX3" fmla="*/ 1484514 w 1828800"/>
                  <a:gd name="connsiteY3" fmla="*/ 914400 h 914400"/>
                  <a:gd name="connsiteX4" fmla="*/ 0 w 1828800"/>
                  <a:gd name="connsiteY4" fmla="*/ 914400 h 914400"/>
                  <a:gd name="connsiteX5" fmla="*/ 294310 w 1828800"/>
                  <a:gd name="connsiteY5" fmla="*/ 457200 h 914400"/>
                  <a:gd name="connsiteX0" fmla="*/ 0 w 1828800"/>
                  <a:gd name="connsiteY0" fmla="*/ 0 h 914400"/>
                  <a:gd name="connsiteX1" fmla="*/ 1534490 w 1828800"/>
                  <a:gd name="connsiteY1" fmla="*/ 0 h 914400"/>
                  <a:gd name="connsiteX2" fmla="*/ 1828800 w 1828800"/>
                  <a:gd name="connsiteY2" fmla="*/ 457200 h 914400"/>
                  <a:gd name="connsiteX3" fmla="*/ 1534490 w 1828800"/>
                  <a:gd name="connsiteY3" fmla="*/ 914400 h 914400"/>
                  <a:gd name="connsiteX4" fmla="*/ 0 w 1828800"/>
                  <a:gd name="connsiteY4" fmla="*/ 914400 h 914400"/>
                  <a:gd name="connsiteX5" fmla="*/ 294310 w 1828800"/>
                  <a:gd name="connsiteY5" fmla="*/ 457200 h 914400"/>
                  <a:gd name="connsiteX0" fmla="*/ 0 w 1828800"/>
                  <a:gd name="connsiteY0" fmla="*/ 0 h 914400"/>
                  <a:gd name="connsiteX1" fmla="*/ 1534490 w 1828800"/>
                  <a:gd name="connsiteY1" fmla="*/ 0 h 914400"/>
                  <a:gd name="connsiteX2" fmla="*/ 1828800 w 1828800"/>
                  <a:gd name="connsiteY2" fmla="*/ 457200 h 914400"/>
                  <a:gd name="connsiteX3" fmla="*/ 1534490 w 1828800"/>
                  <a:gd name="connsiteY3" fmla="*/ 914400 h 914400"/>
                  <a:gd name="connsiteX4" fmla="*/ 0 w 1828800"/>
                  <a:gd name="connsiteY4" fmla="*/ 914400 h 914400"/>
                  <a:gd name="connsiteX5" fmla="*/ 273871 w 1828800"/>
                  <a:gd name="connsiteY5" fmla="*/ 457200 h 914400"/>
                  <a:gd name="connsiteX0" fmla="*/ 0 w 1828800"/>
                  <a:gd name="connsiteY0" fmla="*/ 0 h 914400"/>
                  <a:gd name="connsiteX1" fmla="*/ 1554929 w 1828800"/>
                  <a:gd name="connsiteY1" fmla="*/ 0 h 914400"/>
                  <a:gd name="connsiteX2" fmla="*/ 1828800 w 1828800"/>
                  <a:gd name="connsiteY2" fmla="*/ 457200 h 914400"/>
                  <a:gd name="connsiteX3" fmla="*/ 1534490 w 1828800"/>
                  <a:gd name="connsiteY3" fmla="*/ 914400 h 914400"/>
                  <a:gd name="connsiteX4" fmla="*/ 0 w 1828800"/>
                  <a:gd name="connsiteY4" fmla="*/ 914400 h 914400"/>
                  <a:gd name="connsiteX5" fmla="*/ 273871 w 1828800"/>
                  <a:gd name="connsiteY5" fmla="*/ 457200 h 914400"/>
                  <a:gd name="connsiteX0" fmla="*/ 0 w 1828800"/>
                  <a:gd name="connsiteY0" fmla="*/ 0 h 914400"/>
                  <a:gd name="connsiteX1" fmla="*/ 1554929 w 1828800"/>
                  <a:gd name="connsiteY1" fmla="*/ 0 h 914400"/>
                  <a:gd name="connsiteX2" fmla="*/ 1828800 w 1828800"/>
                  <a:gd name="connsiteY2" fmla="*/ 457200 h 914400"/>
                  <a:gd name="connsiteX3" fmla="*/ 1554929 w 1828800"/>
                  <a:gd name="connsiteY3" fmla="*/ 914400 h 914400"/>
                  <a:gd name="connsiteX4" fmla="*/ 0 w 1828800"/>
                  <a:gd name="connsiteY4" fmla="*/ 914400 h 914400"/>
                  <a:gd name="connsiteX5" fmla="*/ 273871 w 1828800"/>
                  <a:gd name="connsiteY5" fmla="*/ 457200 h 914400"/>
                  <a:gd name="connsiteX0" fmla="*/ 0 w 1828800"/>
                  <a:gd name="connsiteY0" fmla="*/ 0 h 914400"/>
                  <a:gd name="connsiteX1" fmla="*/ 1554929 w 1828800"/>
                  <a:gd name="connsiteY1" fmla="*/ 0 h 914400"/>
                  <a:gd name="connsiteX2" fmla="*/ 1828800 w 1828800"/>
                  <a:gd name="connsiteY2" fmla="*/ 457200 h 914400"/>
                  <a:gd name="connsiteX3" fmla="*/ 1554929 w 1828800"/>
                  <a:gd name="connsiteY3" fmla="*/ 914400 h 914400"/>
                  <a:gd name="connsiteX4" fmla="*/ 0 w 1828800"/>
                  <a:gd name="connsiteY4" fmla="*/ 914400 h 914400"/>
                  <a:gd name="connsiteX5" fmla="*/ 349728 w 1828800"/>
                  <a:gd name="connsiteY5" fmla="*/ 457200 h 914400"/>
                  <a:gd name="connsiteX0" fmla="*/ 0 w 1828800"/>
                  <a:gd name="connsiteY0" fmla="*/ 0 h 914400"/>
                  <a:gd name="connsiteX1" fmla="*/ 1479072 w 1828800"/>
                  <a:gd name="connsiteY1" fmla="*/ 0 h 914400"/>
                  <a:gd name="connsiteX2" fmla="*/ 1828800 w 1828800"/>
                  <a:gd name="connsiteY2" fmla="*/ 457200 h 914400"/>
                  <a:gd name="connsiteX3" fmla="*/ 1554929 w 1828800"/>
                  <a:gd name="connsiteY3" fmla="*/ 914400 h 914400"/>
                  <a:gd name="connsiteX4" fmla="*/ 0 w 1828800"/>
                  <a:gd name="connsiteY4" fmla="*/ 914400 h 914400"/>
                  <a:gd name="connsiteX5" fmla="*/ 349728 w 1828800"/>
                  <a:gd name="connsiteY5" fmla="*/ 457200 h 914400"/>
                  <a:gd name="connsiteX0" fmla="*/ 0 w 1828800"/>
                  <a:gd name="connsiteY0" fmla="*/ 0 h 914400"/>
                  <a:gd name="connsiteX1" fmla="*/ 1479072 w 1828800"/>
                  <a:gd name="connsiteY1" fmla="*/ 0 h 914400"/>
                  <a:gd name="connsiteX2" fmla="*/ 1828800 w 1828800"/>
                  <a:gd name="connsiteY2" fmla="*/ 457200 h 914400"/>
                  <a:gd name="connsiteX3" fmla="*/ 1479072 w 1828800"/>
                  <a:gd name="connsiteY3" fmla="*/ 914400 h 914400"/>
                  <a:gd name="connsiteX4" fmla="*/ 0 w 1828800"/>
                  <a:gd name="connsiteY4" fmla="*/ 914400 h 914400"/>
                  <a:gd name="connsiteX5" fmla="*/ 349728 w 1828800"/>
                  <a:gd name="connsiteY5" fmla="*/ 457200 h 914400"/>
                  <a:gd name="connsiteX0" fmla="*/ 0 w 1828800"/>
                  <a:gd name="connsiteY0" fmla="*/ 0 h 914400"/>
                  <a:gd name="connsiteX1" fmla="*/ 1479072 w 1828800"/>
                  <a:gd name="connsiteY1" fmla="*/ 0 h 914400"/>
                  <a:gd name="connsiteX2" fmla="*/ 1828800 w 1828800"/>
                  <a:gd name="connsiteY2" fmla="*/ 457200 h 914400"/>
                  <a:gd name="connsiteX3" fmla="*/ 147907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79072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462175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462175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0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458282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458282 w 1828800"/>
                  <a:gd name="connsiteY5" fmla="*/ 457200 h 914400"/>
                  <a:gd name="connsiteX0" fmla="*/ 0 w 1828800"/>
                  <a:gd name="connsiteY0" fmla="*/ 0 h 914400"/>
                  <a:gd name="connsiteX1" fmla="*/ 1370518 w 1828800"/>
                  <a:gd name="connsiteY1" fmla="*/ 0 h 914400"/>
                  <a:gd name="connsiteX2" fmla="*/ 1828800 w 1828800"/>
                  <a:gd name="connsiteY2" fmla="*/ 457200 h 914400"/>
                  <a:gd name="connsiteX3" fmla="*/ 1370518 w 1828800"/>
                  <a:gd name="connsiteY3" fmla="*/ 914400 h 914400"/>
                  <a:gd name="connsiteX4" fmla="*/ 0 w 1828800"/>
                  <a:gd name="connsiteY4" fmla="*/ 914400 h 914400"/>
                  <a:gd name="connsiteX5" fmla="*/ 458282 w 1828800"/>
                  <a:gd name="connsiteY5" fmla="*/ 45720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28800" h="914400">
                    <a:moveTo>
                      <a:pt x="0" y="0"/>
                    </a:moveTo>
                    <a:lnTo>
                      <a:pt x="1370518" y="0"/>
                    </a:lnTo>
                    <a:lnTo>
                      <a:pt x="1828800" y="457200"/>
                    </a:lnTo>
                    <a:lnTo>
                      <a:pt x="1370518" y="914400"/>
                    </a:lnTo>
                    <a:lnTo>
                      <a:pt x="0" y="914400"/>
                    </a:lnTo>
                    <a:lnTo>
                      <a:pt x="458282" y="457200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 anchorCtr="1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2960">
                      <a:lumMod val="100000"/>
                    </a:srgbClr>
                  </a:buClr>
                  <a:buSzTx/>
                  <a:buFontTx/>
                  <a:buNone/>
                  <a:tabLst/>
                  <a:defRPr/>
                </a:pPr>
                <a:endParaRPr kumimoji="0" lang="ru-RU" sz="12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8016281-DF08-E673-4341-2CA2E6256A49}"/>
                  </a:ext>
                </a:extLst>
              </p:cNvPr>
              <p:cNvSpPr txBox="1"/>
              <p:nvPr>
                <p:custDataLst>
                  <p:tags r:id="rId14"/>
                </p:custDataLst>
              </p:nvPr>
            </p:nvSpPr>
            <p:spPr>
              <a:xfrm>
                <a:off x="2455991" y="5401483"/>
                <a:ext cx="363622" cy="99599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vert270" wrap="square" lIns="0" tIns="0" rIns="0" bIns="0" numCol="1" anchor="ctr" anchorCtr="1" compatLnSpc="1">
                <a:prstTxWarp prst="textNoShape">
                  <a:avLst/>
                </a:prstTxWarp>
                <a:noAutofit/>
              </a:bodyPr>
              <a:lstStyle>
                <a:lvl1pPr marL="0" lvl="0" indent="0" defTabSz="895350" eaLnBrk="1" hangingPunct="1">
                  <a:buClr>
                    <a:schemeClr val="tx2"/>
                  </a:buClr>
                  <a:defRPr>
                    <a:latin typeface="+mn-lt"/>
                  </a:defRPr>
                </a:lvl1pPr>
                <a:lvl2pPr marL="193675" lvl="1" indent="-192088" defTabSz="895350" eaLnBrk="1" hangingPunct="1">
                  <a:buClr>
                    <a:schemeClr val="tx2"/>
                  </a:buClr>
                  <a:buSzPct val="125000"/>
                  <a:buFont typeface="Arial" charset="0"/>
                  <a:buChar char="▪"/>
                  <a:defRPr>
                    <a:latin typeface="+mn-lt"/>
                  </a:defRPr>
                </a:lvl2pPr>
                <a:lvl3pPr marL="457200" lvl="2" indent="-261938" defTabSz="895350" eaLnBrk="1" hangingPunct="1">
                  <a:buClr>
                    <a:schemeClr val="tx2"/>
                  </a:buClr>
                  <a:buSzPct val="120000"/>
                  <a:buFont typeface="Arial" charset="0"/>
                  <a:buChar char="–"/>
                  <a:defRPr>
                    <a:latin typeface="+mn-lt"/>
                  </a:defRPr>
                </a:lvl3pPr>
                <a:lvl4pPr marL="614363" lvl="3" indent="-155575" defTabSz="895350" eaLnBrk="1" hangingPunct="1">
                  <a:buClr>
                    <a:schemeClr val="tx2"/>
                  </a:buClr>
                  <a:buSzPct val="120000"/>
                  <a:buFont typeface="Arial" charset="0"/>
                  <a:buChar char="▫"/>
                  <a:defRPr>
                    <a:latin typeface="+mn-lt"/>
                  </a:defRPr>
                </a:lvl4pPr>
                <a:lvl5pPr marL="749808" lvl="4" indent="-130175" defTabSz="895350" eaLnBrk="1" hangingPunct="1"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5pPr>
                <a:lvl6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6pPr>
                <a:lvl7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7pPr>
                <a:lvl8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8pPr>
                <a:lvl9pPr marL="749808" indent="-130175" defTabSz="895350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89000"/>
                  <a:buFont typeface="Arial" charset="0"/>
                  <a:buChar char="-"/>
                  <a:defRPr>
                    <a:latin typeface="+mn-lt"/>
                  </a:defRPr>
                </a:lvl9pPr>
              </a:lstStyle>
              <a:p>
                <a:pPr marL="0" marR="0" lvl="0" indent="0" algn="ctr" defTabSz="89535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2960"/>
                  </a:buClr>
                  <a:buSzTx/>
                  <a:buFontTx/>
                  <a:buNone/>
                  <a:tabLst/>
                  <a:defRPr/>
                </a:pPr>
                <a:r>
                  <a:rPr kumimoji="0" lang="ru-RU" sz="1200" b="1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Monitoring</a:t>
                </a:r>
              </a:p>
            </p:txBody>
          </p:sp>
        </p:grpSp>
      </p:grpSp>
      <p:cxnSp>
        <p:nvCxnSpPr>
          <p:cNvPr id="23" name="AutoShape 249">
            <a:extLst>
              <a:ext uri="{FF2B5EF4-FFF2-40B4-BE49-F238E27FC236}">
                <a16:creationId xmlns:a16="http://schemas.microsoft.com/office/drawing/2014/main" id="{BA93F4AC-07EE-BA68-FCE3-FE577A2D1C6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919368" y="1692318"/>
            <a:ext cx="5393119" cy="0"/>
          </a:xfrm>
          <a:prstGeom prst="straightConnector1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4" name="AutoShape 250">
            <a:extLst>
              <a:ext uri="{FF2B5EF4-FFF2-40B4-BE49-F238E27FC236}">
                <a16:creationId xmlns:a16="http://schemas.microsoft.com/office/drawing/2014/main" id="{4378F000-3948-689B-2AD2-1C9F4476B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368" y="1426099"/>
            <a:ext cx="5393119" cy="233911"/>
          </a:xfrm>
          <a:prstGeom prst="leftRightArrow">
            <a:avLst>
              <a:gd name="adj1" fmla="val 100000"/>
              <a:gd name="adj2" fmla="val 0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18288" anchor="b"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Typical barriers to </a:t>
            </a: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all-in pricing </a:t>
            </a:r>
            <a:r>
              <a:rPr kumimoji="0" lang="ru-RU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implementation</a:t>
            </a:r>
            <a:endParaRPr kumimoji="0" lang="ru-RU" sz="14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100B41D-2264-8B32-D2CE-D6C88A665666}"/>
              </a:ext>
            </a:extLst>
          </p:cNvPr>
          <p:cNvSpPr txBox="1">
            <a:spLocks/>
          </p:cNvSpPr>
          <p:nvPr/>
        </p:nvSpPr>
        <p:spPr>
          <a:xfrm>
            <a:off x="4163180" y="5506765"/>
            <a:ext cx="4162425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marL="0" lvl="0" indent="0" defTabSz="895350" eaLnBrk="1" hangingPunct="1">
              <a:buClr>
                <a:schemeClr val="tx2"/>
              </a:buClr>
              <a:defRPr>
                <a:latin typeface="+mn-lt"/>
              </a:defRPr>
            </a:lvl1pPr>
            <a:lvl2pPr marL="193675" lvl="1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lvl="2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lvl="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9808" lvl="4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Pct val="125000"/>
              <a:buFont typeface="Arial" charset="0"/>
              <a:buChar char="▪"/>
              <a:tabLst/>
              <a:defRPr/>
            </a:pP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Financial results are monitored for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individual products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not at the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customer level</a:t>
            </a:r>
            <a:endParaRPr kumimoji="0" lang="en-US" sz="120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Pct val="125000"/>
              <a:buFont typeface="Arial" charset="0"/>
              <a:buChar char="▪"/>
              <a:tabLst/>
              <a:defRPr/>
            </a:pP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Covenant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execution monitoring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is performed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manually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selectively</a:t>
            </a:r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93F5750-B259-76E7-DAD3-A3F785C61DD7}"/>
              </a:ext>
            </a:extLst>
          </p:cNvPr>
          <p:cNvSpPr txBox="1">
            <a:spLocks/>
          </p:cNvSpPr>
          <p:nvPr/>
        </p:nvSpPr>
        <p:spPr>
          <a:xfrm>
            <a:off x="4163180" y="4555212"/>
            <a:ext cx="4162425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marL="0" lvl="0" indent="0" defTabSz="895350" eaLnBrk="1" hangingPunct="1">
              <a:buClr>
                <a:schemeClr val="tx2"/>
              </a:buClr>
              <a:defRPr>
                <a:latin typeface="+mn-lt"/>
              </a:defRPr>
            </a:lvl1pPr>
            <a:lvl2pPr marL="193675" lvl="1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lvl="2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lvl="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9808" lvl="4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Pct val="125000"/>
              <a:buFont typeface="Arial" charset="0"/>
              <a:buChar char="▪"/>
              <a:tabLst/>
              <a:defRPr/>
            </a:pP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Cross-sales covenants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are used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 hoc</a:t>
            </a:r>
            <a:endParaRPr kumimoji="0" lang="en-US" sz="120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Pct val="125000"/>
              <a:buFont typeface="Arial" charset="0"/>
              <a:buChar char="▪"/>
              <a:tabLst/>
              <a:defRPr/>
            </a:pP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Bringing deals for approval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by collegial bodies and top managers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does not depend on the impact on the client's P&amp;L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52B2F92-7DD2-6799-402D-8D547E31C297}"/>
              </a:ext>
            </a:extLst>
          </p:cNvPr>
          <p:cNvSpPr txBox="1">
            <a:spLocks/>
          </p:cNvSpPr>
          <p:nvPr/>
        </p:nvSpPr>
        <p:spPr>
          <a:xfrm>
            <a:off x="4163180" y="2739116"/>
            <a:ext cx="4162425" cy="14773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marL="0" lvl="0" indent="0" defTabSz="895350" eaLnBrk="1" hangingPunct="1">
              <a:buClr>
                <a:schemeClr val="tx2"/>
              </a:buClr>
              <a:defRPr>
                <a:latin typeface="+mn-lt"/>
              </a:defRPr>
            </a:lvl1pPr>
            <a:lvl2pPr marL="193675" lvl="1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lvl="2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lvl="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9808" lvl="4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Pct val="125000"/>
              <a:buFont typeface="Arial" charset="0"/>
              <a:buChar char="▪"/>
              <a:tabLst/>
              <a:defRPr/>
            </a:pP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Each product team tries to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maximize its P&amp;L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- there is no motivation to discount and lose in its P&amp;L to maximize a customer P&amp;L</a:t>
            </a:r>
          </a:p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Pct val="125000"/>
              <a:buFont typeface="Arial" charset="0"/>
              <a:buChar char="▪"/>
              <a:tabLst/>
              <a:defRPr/>
            </a:pP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There is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no single coordinator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with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decision-making authority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who can shape the deal structure maximizing a customer P&amp;L</a:t>
            </a:r>
          </a:p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Pct val="125000"/>
              <a:buFont typeface="Arial" charset="0"/>
              <a:buChar char="▪"/>
              <a:tabLst/>
              <a:defRPr/>
            </a:pP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The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process of negotiations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with clients is </a:t>
            </a:r>
            <a:r>
              <a:rPr kumimoji="0" lang="en-US" sz="1200" b="1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poorly coordinated</a:t>
            </a:r>
            <a:r>
              <a:rPr kumimoji="0" lang="en-US" sz="1200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among product teams</a:t>
            </a:r>
            <a:endParaRPr kumimoji="0" lang="ru-RU" sz="12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92E2D99-1C53-C02A-ED86-F99CD8871DDF}"/>
              </a:ext>
            </a:extLst>
          </p:cNvPr>
          <p:cNvSpPr txBox="1">
            <a:spLocks/>
          </p:cNvSpPr>
          <p:nvPr/>
        </p:nvSpPr>
        <p:spPr>
          <a:xfrm>
            <a:off x="4163180" y="1792245"/>
            <a:ext cx="4162425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lvl="0" indent="0" defTabSz="895350">
              <a:buClr>
                <a:schemeClr val="tx2"/>
              </a:buClr>
            </a:lvl1pPr>
            <a:lvl2pPr marL="193675" marR="0" lvl="1" indent="-192088" defTabSz="89535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Pct val="125000"/>
              <a:buFont typeface="Arial" charset="0"/>
              <a:buChar char="▪"/>
              <a:tabLst/>
              <a:defRPr kumimoji="0" sz="12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</a:defRPr>
            </a:lvl2pPr>
            <a:lvl3pPr marL="457200" lvl="2" indent="-261938" defTabSz="895350">
              <a:buClr>
                <a:schemeClr val="tx2"/>
              </a:buClr>
              <a:buSzPct val="120000"/>
              <a:buFont typeface="Arial" charset="0"/>
              <a:buChar char="–"/>
            </a:lvl3pPr>
            <a:lvl4pPr marL="614363" lvl="3" indent="-155575" defTabSz="895350">
              <a:buClr>
                <a:schemeClr val="tx2"/>
              </a:buClr>
              <a:buSzPct val="120000"/>
              <a:buFont typeface="Arial" charset="0"/>
              <a:buChar char="▫"/>
            </a:lvl4pPr>
            <a:lvl5pPr marL="749808" lvl="4" indent="-130175" defTabSz="895350">
              <a:buClr>
                <a:schemeClr val="tx2"/>
              </a:buClr>
              <a:buSzPct val="89000"/>
              <a:buFont typeface="Arial" charset="0"/>
              <a:buChar char="-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</a:lvl9pPr>
          </a:lstStyle>
          <a:p>
            <a:pPr lvl="1"/>
            <a:r>
              <a:rPr lang="en-US"/>
              <a:t>Wallet </a:t>
            </a:r>
            <a:r>
              <a:rPr lang="en-US" b="1"/>
              <a:t>shares are assessed</a:t>
            </a:r>
            <a:r>
              <a:rPr lang="en-US"/>
              <a:t> by product teams </a:t>
            </a:r>
            <a:r>
              <a:rPr lang="en-US" b="1"/>
              <a:t>on an ad hoc basis</a:t>
            </a:r>
            <a:endParaRPr lang="en-US"/>
          </a:p>
          <a:p>
            <a:pPr lvl="1"/>
            <a:r>
              <a:rPr lang="en-US"/>
              <a:t>Customer </a:t>
            </a:r>
            <a:r>
              <a:rPr lang="en-US" b="1"/>
              <a:t>strategies are not a daily tool</a:t>
            </a:r>
            <a:r>
              <a:rPr lang="en-US"/>
              <a:t> for joint work of product teams and RMs</a:t>
            </a:r>
            <a:endParaRPr lang="ru-RU"/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07947775-7D3E-6686-1190-C0A68DEB9AFF}"/>
              </a:ext>
            </a:extLst>
          </p:cNvPr>
          <p:cNvCxnSpPr>
            <a:cxnSpLocks/>
          </p:cNvCxnSpPr>
          <p:nvPr/>
        </p:nvCxnSpPr>
        <p:spPr>
          <a:xfrm>
            <a:off x="4153391" y="4497822"/>
            <a:ext cx="4142099" cy="0"/>
          </a:xfrm>
          <a:prstGeom prst="line">
            <a:avLst/>
          </a:prstGeom>
          <a:ln>
            <a:solidFill>
              <a:schemeClr val="accent3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5427722F-2F0E-E673-AA19-B7CC74B7F67B}"/>
              </a:ext>
            </a:extLst>
          </p:cNvPr>
          <p:cNvCxnSpPr>
            <a:cxnSpLocks/>
          </p:cNvCxnSpPr>
          <p:nvPr/>
        </p:nvCxnSpPr>
        <p:spPr>
          <a:xfrm>
            <a:off x="4153391" y="2657210"/>
            <a:ext cx="4142099" cy="0"/>
          </a:xfrm>
          <a:prstGeom prst="line">
            <a:avLst/>
          </a:prstGeom>
          <a:ln>
            <a:solidFill>
              <a:schemeClr val="accent3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5CDBA60-D693-067E-2CDB-516B798767D0}"/>
              </a:ext>
            </a:extLst>
          </p:cNvPr>
          <p:cNvCxnSpPr>
            <a:cxnSpLocks/>
          </p:cNvCxnSpPr>
          <p:nvPr/>
        </p:nvCxnSpPr>
        <p:spPr>
          <a:xfrm>
            <a:off x="4153391" y="5436539"/>
            <a:ext cx="4142099" cy="0"/>
          </a:xfrm>
          <a:prstGeom prst="line">
            <a:avLst/>
          </a:prstGeom>
          <a:ln>
            <a:solidFill>
              <a:schemeClr val="accent3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AE9150A-B511-0CAE-91CC-FF75FCA39260}"/>
              </a:ext>
            </a:extLst>
          </p:cNvPr>
          <p:cNvGrpSpPr>
            <a:grpSpLocks/>
          </p:cNvGrpSpPr>
          <p:nvPr/>
        </p:nvGrpSpPr>
        <p:grpSpPr>
          <a:xfrm>
            <a:off x="8422864" y="1041767"/>
            <a:ext cx="3218861" cy="664797"/>
            <a:chOff x="3329812" y="564782"/>
            <a:chExt cx="4730065" cy="656110"/>
          </a:xfrm>
        </p:grpSpPr>
        <p:cxnSp>
          <p:nvCxnSpPr>
            <p:cNvPr id="33" name="AutoShape 249">
              <a:extLst>
                <a:ext uri="{FF2B5EF4-FFF2-40B4-BE49-F238E27FC236}">
                  <a16:creationId xmlns:a16="http://schemas.microsoft.com/office/drawing/2014/main" id="{7E670C3A-053C-3E4A-074F-53151F2289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329812" y="1220890"/>
              <a:ext cx="4695177" cy="0"/>
            </a:xfrm>
            <a:prstGeom prst="straightConnector1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4" name="AutoShape 250">
              <a:extLst>
                <a:ext uri="{FF2B5EF4-FFF2-40B4-BE49-F238E27FC236}">
                  <a16:creationId xmlns:a16="http://schemas.microsoft.com/office/drawing/2014/main" id="{E03B77F0-9533-1E14-BD6A-9AC5DF7C5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812" y="564782"/>
              <a:ext cx="4730065" cy="656110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18288" anchor="b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sz="1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Development areas to comply with </a:t>
              </a: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all-in pricing </a:t>
              </a:r>
              <a:r>
                <a:rPr kumimoji="0" lang="ru-RU" sz="1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organizational principles</a:t>
              </a:r>
              <a:endParaRPr kumimoji="0" lang="ru-RU" sz="14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35" name="dtable170903789997100 10 40 91 102 82">
            <a:extLst>
              <a:ext uri="{FF2B5EF4-FFF2-40B4-BE49-F238E27FC236}">
                <a16:creationId xmlns:a16="http://schemas.microsoft.com/office/drawing/2014/main" id="{B09CF635-2314-7FE2-3CA5-E4DA546666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1728" y="1759899"/>
            <a:ext cx="1002046" cy="2659981"/>
          </a:xfrm>
          <a:prstGeom prst="roundRect">
            <a:avLst/>
          </a:prstGeom>
          <a:solidFill>
            <a:schemeClr val="accent2"/>
          </a:solidFill>
          <a:ln w="19050">
            <a:noFill/>
            <a:miter lim="800000"/>
            <a:headEnd/>
            <a:tailEnd/>
          </a:ln>
          <a:effectLst/>
        </p:spPr>
        <p:txBody>
          <a:bodyPr vert="horz" wrap="square" lIns="33909" tIns="33909" rIns="33909" bIns="33909" numCol="1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indent="0" defTabSz="895350" eaLnBrk="1" hangingPunct="1">
              <a:buClr>
                <a:schemeClr val="tx2"/>
              </a:buClr>
              <a:defRPr sz="1400" b="1">
                <a:solidFill>
                  <a:srgbClr val="223F83"/>
                </a:solidFill>
                <a:latin typeface="+mn-lt"/>
              </a:defRPr>
            </a:lvl1pPr>
            <a:lvl2pPr marL="193675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9808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0" marR="0" lvl="0" indent="0" algn="ctr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Logic </a:t>
            </a:r>
            <a:r>
              <a:rPr kumimoji="0" lang="ru-RU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of </a:t>
            </a:r>
            <a:r>
              <a:rPr kumimoji="0" lang="ru-RU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team </a:t>
            </a: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interaction</a:t>
            </a:r>
            <a:endParaRPr kumimoji="0" lang="en-ZA" sz="11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6" name="dtable170903789997100 10 40 91 102 82">
            <a:extLst>
              <a:ext uri="{FF2B5EF4-FFF2-40B4-BE49-F238E27FC236}">
                <a16:creationId xmlns:a16="http://schemas.microsoft.com/office/drawing/2014/main" id="{329A9892-1DC9-EB9F-0818-110997AE59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96820" y="2726160"/>
            <a:ext cx="1002046" cy="2636136"/>
          </a:xfrm>
          <a:prstGeom prst="roundRect">
            <a:avLst/>
          </a:prstGeom>
          <a:solidFill>
            <a:schemeClr val="accent2"/>
          </a:solidFill>
          <a:ln w="19050">
            <a:noFill/>
            <a:miter lim="800000"/>
            <a:headEnd/>
            <a:tailEnd/>
          </a:ln>
          <a:effectLst/>
        </p:spPr>
        <p:txBody>
          <a:bodyPr vert="horz" wrap="square" lIns="33909" tIns="33909" rIns="33909" bIns="33909" numCol="1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indent="0" defTabSz="895350" eaLnBrk="1" hangingPunct="1">
              <a:buClr>
                <a:schemeClr val="tx2"/>
              </a:buClr>
              <a:defRPr sz="1400" b="1">
                <a:solidFill>
                  <a:srgbClr val="223F83"/>
                </a:solidFill>
                <a:latin typeface="+mn-lt"/>
              </a:defRPr>
            </a:lvl1pPr>
            <a:lvl2pPr marL="193675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9808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0" marR="0" lvl="0" indent="0" algn="ctr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Rules of revenue distribution </a:t>
            </a: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from</a:t>
            </a:r>
            <a:r>
              <a:rPr kumimoji="0" lang="ru-RU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complex transactions</a:t>
            </a:r>
            <a:endParaRPr kumimoji="0" lang="en-ZA" sz="11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7" name="dtable170903789997100 10 40 91 102 82">
            <a:extLst>
              <a:ext uri="{FF2B5EF4-FFF2-40B4-BE49-F238E27FC236}">
                <a16:creationId xmlns:a16="http://schemas.microsoft.com/office/drawing/2014/main" id="{10994384-15FB-44B0-B9C1-7F267F33D1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1607" y="2726160"/>
            <a:ext cx="1002046" cy="2626124"/>
          </a:xfrm>
          <a:prstGeom prst="roundRect">
            <a:avLst/>
          </a:prstGeom>
          <a:solidFill>
            <a:schemeClr val="accent2"/>
          </a:solidFill>
          <a:ln w="19050">
            <a:noFill/>
            <a:miter lim="800000"/>
            <a:headEnd/>
            <a:tailEnd/>
          </a:ln>
          <a:effectLst/>
        </p:spPr>
        <p:txBody>
          <a:bodyPr vert="horz" wrap="square" lIns="33909" tIns="33909" rIns="33909" bIns="33909" numCol="1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indent="0" defTabSz="895350" eaLnBrk="1" hangingPunct="1">
              <a:buClr>
                <a:schemeClr val="tx2"/>
              </a:buClr>
              <a:defRPr sz="1400" b="1">
                <a:solidFill>
                  <a:srgbClr val="223F83"/>
                </a:solidFill>
                <a:latin typeface="+mn-lt"/>
              </a:defRPr>
            </a:lvl1pPr>
            <a:lvl2pPr marL="193675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9808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0" marR="0" lvl="0" indent="0" algn="ctr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Pric</a:t>
            </a:r>
            <a:r>
              <a:rPr kumimoji="0" lang="en-US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ing</a:t>
            </a:r>
            <a:r>
              <a:rPr kumimoji="0" lang="ru-RU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decision logic</a:t>
            </a:r>
            <a:endParaRPr kumimoji="0" lang="en-ZA" sz="11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8" name="dtable170903789997100 10 40 91 102 82">
            <a:extLst>
              <a:ext uri="{FF2B5EF4-FFF2-40B4-BE49-F238E27FC236}">
                <a16:creationId xmlns:a16="http://schemas.microsoft.com/office/drawing/2014/main" id="{85E26064-2FCD-F3FA-BE4A-75C7A0FE4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1729" y="4554534"/>
            <a:ext cx="1002046" cy="1663485"/>
          </a:xfrm>
          <a:prstGeom prst="roundRect">
            <a:avLst/>
          </a:prstGeom>
          <a:solidFill>
            <a:schemeClr val="accent2"/>
          </a:solidFill>
          <a:ln w="19050">
            <a:noFill/>
            <a:miter lim="800000"/>
            <a:headEnd/>
            <a:tailEnd/>
          </a:ln>
          <a:effectLst/>
        </p:spPr>
        <p:txBody>
          <a:bodyPr vert="horz" wrap="square" lIns="33909" tIns="33909" rIns="33909" bIns="33909" numCol="1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indent="0" defTabSz="895350" eaLnBrk="1" hangingPunct="1">
              <a:buClr>
                <a:schemeClr val="tx2"/>
              </a:buClr>
              <a:defRPr sz="1400" b="1">
                <a:solidFill>
                  <a:srgbClr val="223F83"/>
                </a:solidFill>
                <a:latin typeface="+mn-lt"/>
              </a:defRPr>
            </a:lvl1pPr>
            <a:lvl2pPr marL="193675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9808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0" marR="0" lvl="0" indent="0" algn="ctr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2960"/>
              </a:buClr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Guarantee </a:t>
            </a:r>
            <a:r>
              <a:rPr kumimoji="0" lang="ru-RU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methods</a:t>
            </a:r>
            <a:endParaRPr kumimoji="0" lang="en-ZA" sz="11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46D2BFB4-86CC-432B-A37D-DB96857281C8}"/>
              </a:ext>
            </a:extLst>
          </p:cNvPr>
          <p:cNvCxnSpPr>
            <a:cxnSpLocks/>
          </p:cNvCxnSpPr>
          <p:nvPr/>
        </p:nvCxnSpPr>
        <p:spPr>
          <a:xfrm>
            <a:off x="8371112" y="1702708"/>
            <a:ext cx="0" cy="4542721"/>
          </a:xfrm>
          <a:prstGeom prst="line">
            <a:avLst/>
          </a:prstGeom>
          <a:ln w="6350" cap="flat">
            <a:solidFill>
              <a:srgbClr val="7F7F7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ChevronBlue 56">
            <a:extLst>
              <a:ext uri="{FF2B5EF4-FFF2-40B4-BE49-F238E27FC236}">
                <a16:creationId xmlns:a16="http://schemas.microsoft.com/office/drawing/2014/main" id="{2C142008-1D13-98D6-6C06-CA2BF157B83D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>
            <a:off x="8214639" y="3846170"/>
            <a:ext cx="255796" cy="255796"/>
            <a:chOff x="1016000" y="1015999"/>
            <a:chExt cx="396228" cy="396228"/>
          </a:xfrm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163BA893-5185-8CD1-233E-42E3FD7DCB25}"/>
                </a:ext>
              </a:extLst>
            </p:cNvPr>
            <p:cNvSpPr/>
            <p:nvPr/>
          </p:nvSpPr>
          <p:spPr>
            <a:xfrm>
              <a:off x="1016000" y="1015999"/>
              <a:ext cx="396228" cy="396228"/>
            </a:xfrm>
            <a:prstGeom prst="ellipse">
              <a:avLst/>
            </a:prstGeom>
            <a:solidFill>
              <a:schemeClr val="accent1"/>
            </a:solidFill>
            <a:ln w="38100" cap="sq">
              <a:solidFill>
                <a:schemeClr val="bg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4256301-E5A2-09A2-4AA4-43CAAFCC339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67567" y="1118521"/>
              <a:ext cx="103571" cy="195256"/>
            </a:xfrm>
            <a:custGeom>
              <a:avLst/>
              <a:gdLst/>
              <a:ahLst/>
              <a:cxnLst/>
              <a:rect l="0" t="0" r="0" b="0"/>
              <a:pathLst>
                <a:path w="103601" h="195312">
                  <a:moveTo>
                    <a:pt x="9358" y="193790"/>
                  </a:moveTo>
                  <a:lnTo>
                    <a:pt x="101575" y="101574"/>
                  </a:lnTo>
                  <a:lnTo>
                    <a:pt x="103600" y="99549"/>
                  </a:lnTo>
                  <a:lnTo>
                    <a:pt x="103600" y="96266"/>
                  </a:lnTo>
                  <a:lnTo>
                    <a:pt x="101575" y="94241"/>
                  </a:lnTo>
                  <a:lnTo>
                    <a:pt x="9358" y="2025"/>
                  </a:lnTo>
                  <a:lnTo>
                    <a:pt x="7332" y="0"/>
                  </a:lnTo>
                  <a:lnTo>
                    <a:pt x="4049" y="0"/>
                  </a:lnTo>
                  <a:lnTo>
                    <a:pt x="2026" y="2025"/>
                  </a:lnTo>
                  <a:lnTo>
                    <a:pt x="0" y="4048"/>
                  </a:lnTo>
                  <a:lnTo>
                    <a:pt x="0" y="7331"/>
                  </a:lnTo>
                  <a:lnTo>
                    <a:pt x="2026" y="9357"/>
                  </a:lnTo>
                  <a:lnTo>
                    <a:pt x="90576" y="97907"/>
                  </a:lnTo>
                  <a:lnTo>
                    <a:pt x="2026" y="186459"/>
                  </a:lnTo>
                  <a:lnTo>
                    <a:pt x="0" y="188483"/>
                  </a:lnTo>
                  <a:lnTo>
                    <a:pt x="0" y="191766"/>
                  </a:lnTo>
                  <a:lnTo>
                    <a:pt x="2026" y="193790"/>
                  </a:lnTo>
                  <a:lnTo>
                    <a:pt x="3040" y="194805"/>
                  </a:lnTo>
                  <a:lnTo>
                    <a:pt x="4366" y="195311"/>
                  </a:lnTo>
                  <a:lnTo>
                    <a:pt x="5692" y="195311"/>
                  </a:lnTo>
                  <a:lnTo>
                    <a:pt x="7017" y="195311"/>
                  </a:lnTo>
                  <a:lnTo>
                    <a:pt x="8348" y="194805"/>
                  </a:lnTo>
                  <a:close/>
                </a:path>
              </a:pathLst>
            </a:cu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5D7DA464-B4F2-28E7-2546-F63135790F50}"/>
              </a:ext>
            </a:extLst>
          </p:cNvPr>
          <p:cNvGrpSpPr>
            <a:grpSpLocks/>
          </p:cNvGrpSpPr>
          <p:nvPr/>
        </p:nvGrpSpPr>
        <p:grpSpPr>
          <a:xfrm>
            <a:off x="549933" y="1250411"/>
            <a:ext cx="2241676" cy="449354"/>
            <a:chOff x="3269989" y="564535"/>
            <a:chExt cx="2474320" cy="449358"/>
          </a:xfrm>
        </p:grpSpPr>
        <p:cxnSp>
          <p:nvCxnSpPr>
            <p:cNvPr id="53" name="AutoShape 249">
              <a:extLst>
                <a:ext uri="{FF2B5EF4-FFF2-40B4-BE49-F238E27FC236}">
                  <a16:creationId xmlns:a16="http://schemas.microsoft.com/office/drawing/2014/main" id="{9DA98836-7CF4-F516-0A56-94A74B02B4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269989" y="1006446"/>
              <a:ext cx="2474320" cy="0"/>
            </a:xfrm>
            <a:prstGeom prst="straightConnector1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54" name="AutoShape 250">
              <a:extLst>
                <a:ext uri="{FF2B5EF4-FFF2-40B4-BE49-F238E27FC236}">
                  <a16:creationId xmlns:a16="http://schemas.microsoft.com/office/drawing/2014/main" id="{A8B1FBD1-91E4-00DE-9B7E-3084CEABD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989" y="564535"/>
              <a:ext cx="2474320" cy="449358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18288" anchor="b">
              <a:spAutoFit/>
            </a:bodyPr>
            <a:lstStyle/>
            <a:p>
              <a:pPr lvl="0" defTabSz="893960" fontAlgn="base">
                <a:spcBef>
                  <a:spcPct val="60000"/>
                </a:spcBef>
                <a:spcAft>
                  <a:spcPct val="0"/>
                </a:spcAft>
                <a:defRPr/>
              </a:pPr>
              <a:r>
                <a:rPr lang="en-US" sz="1400" b="1">
                  <a:latin typeface="Arial"/>
                </a:rPr>
                <a:t>All-in pricing </a:t>
              </a:r>
              <a:r>
                <a:rPr lang="ru-RU" sz="1400" b="1">
                  <a:latin typeface="Arial"/>
                </a:rPr>
                <a:t>organiza</a:t>
              </a:r>
              <a:r>
                <a:rPr lang="en-US" sz="1400" b="1">
                  <a:latin typeface="Arial"/>
                </a:rPr>
                <a:t>-</a:t>
              </a:r>
              <a:r>
                <a:rPr lang="ru-RU" sz="1400" b="1">
                  <a:latin typeface="Arial"/>
                </a:rPr>
                <a:t>tional principles</a:t>
              </a:r>
            </a:p>
          </p:txBody>
        </p:sp>
      </p:grp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D8F8216E-B3D6-41DB-55A9-E5923D130806}"/>
              </a:ext>
            </a:extLst>
          </p:cNvPr>
          <p:cNvCxnSpPr>
            <a:cxnSpLocks/>
          </p:cNvCxnSpPr>
          <p:nvPr/>
        </p:nvCxnSpPr>
        <p:spPr>
          <a:xfrm>
            <a:off x="2855488" y="1702708"/>
            <a:ext cx="0" cy="4542721"/>
          </a:xfrm>
          <a:prstGeom prst="line">
            <a:avLst/>
          </a:prstGeom>
          <a:ln w="6350" cap="flat">
            <a:solidFill>
              <a:srgbClr val="7F7F7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ChevronBlue 56">
            <a:extLst>
              <a:ext uri="{FF2B5EF4-FFF2-40B4-BE49-F238E27FC236}">
                <a16:creationId xmlns:a16="http://schemas.microsoft.com/office/drawing/2014/main" id="{6A262FC0-AC14-73BC-800F-7A87CF56C88D}"/>
              </a:ext>
            </a:extLst>
          </p:cNvPr>
          <p:cNvGrpSpPr>
            <a:grpSpLocks noChangeAspect="1"/>
          </p:cNvGrpSpPr>
          <p:nvPr>
            <p:custDataLst>
              <p:tags r:id="rId7"/>
            </p:custDataLst>
          </p:nvPr>
        </p:nvGrpSpPr>
        <p:grpSpPr>
          <a:xfrm>
            <a:off x="2727590" y="3846170"/>
            <a:ext cx="255796" cy="255796"/>
            <a:chOff x="1016000" y="1015999"/>
            <a:chExt cx="396228" cy="396228"/>
          </a:xfrm>
        </p:grpSpPr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893450F2-36E9-D752-5F4E-8FF816C495DA}"/>
                </a:ext>
              </a:extLst>
            </p:cNvPr>
            <p:cNvSpPr/>
            <p:nvPr/>
          </p:nvSpPr>
          <p:spPr>
            <a:xfrm>
              <a:off x="1016000" y="1015999"/>
              <a:ext cx="396228" cy="396228"/>
            </a:xfrm>
            <a:prstGeom prst="ellipse">
              <a:avLst/>
            </a:prstGeom>
            <a:solidFill>
              <a:schemeClr val="accent1"/>
            </a:solidFill>
            <a:ln w="38100" cap="sq">
              <a:solidFill>
                <a:schemeClr val="bg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0E71D52-2D90-F8C4-58FD-AC5DAEE0FBD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67567" y="1118521"/>
              <a:ext cx="103571" cy="195256"/>
            </a:xfrm>
            <a:custGeom>
              <a:avLst/>
              <a:gdLst/>
              <a:ahLst/>
              <a:cxnLst/>
              <a:rect l="0" t="0" r="0" b="0"/>
              <a:pathLst>
                <a:path w="103601" h="195312">
                  <a:moveTo>
                    <a:pt x="9358" y="193790"/>
                  </a:moveTo>
                  <a:lnTo>
                    <a:pt x="101575" y="101574"/>
                  </a:lnTo>
                  <a:lnTo>
                    <a:pt x="103600" y="99549"/>
                  </a:lnTo>
                  <a:lnTo>
                    <a:pt x="103600" y="96266"/>
                  </a:lnTo>
                  <a:lnTo>
                    <a:pt x="101575" y="94241"/>
                  </a:lnTo>
                  <a:lnTo>
                    <a:pt x="9358" y="2025"/>
                  </a:lnTo>
                  <a:lnTo>
                    <a:pt x="7332" y="0"/>
                  </a:lnTo>
                  <a:lnTo>
                    <a:pt x="4049" y="0"/>
                  </a:lnTo>
                  <a:lnTo>
                    <a:pt x="2026" y="2025"/>
                  </a:lnTo>
                  <a:lnTo>
                    <a:pt x="0" y="4048"/>
                  </a:lnTo>
                  <a:lnTo>
                    <a:pt x="0" y="7331"/>
                  </a:lnTo>
                  <a:lnTo>
                    <a:pt x="2026" y="9357"/>
                  </a:lnTo>
                  <a:lnTo>
                    <a:pt x="90576" y="97907"/>
                  </a:lnTo>
                  <a:lnTo>
                    <a:pt x="2026" y="186459"/>
                  </a:lnTo>
                  <a:lnTo>
                    <a:pt x="0" y="188483"/>
                  </a:lnTo>
                  <a:lnTo>
                    <a:pt x="0" y="191766"/>
                  </a:lnTo>
                  <a:lnTo>
                    <a:pt x="2026" y="193790"/>
                  </a:lnTo>
                  <a:lnTo>
                    <a:pt x="3040" y="194805"/>
                  </a:lnTo>
                  <a:lnTo>
                    <a:pt x="4366" y="195311"/>
                  </a:lnTo>
                  <a:lnTo>
                    <a:pt x="5692" y="195311"/>
                  </a:lnTo>
                  <a:lnTo>
                    <a:pt x="7017" y="195311"/>
                  </a:lnTo>
                  <a:lnTo>
                    <a:pt x="8348" y="194805"/>
                  </a:lnTo>
                  <a:close/>
                </a:path>
              </a:pathLst>
            </a:custGeom>
            <a:solidFill>
              <a:schemeClr val="bg1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94312037-EF87-5352-1E82-3529628B55F1}"/>
              </a:ext>
            </a:extLst>
          </p:cNvPr>
          <p:cNvGrpSpPr/>
          <p:nvPr/>
        </p:nvGrpSpPr>
        <p:grpSpPr>
          <a:xfrm>
            <a:off x="9648307" y="2657210"/>
            <a:ext cx="1925193" cy="2779329"/>
            <a:chOff x="4305791" y="2809610"/>
            <a:chExt cx="4142099" cy="2779329"/>
          </a:xfrm>
        </p:grpSpPr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1BD293B3-37AD-CE48-4B8F-48185D1276AD}"/>
                </a:ext>
              </a:extLst>
            </p:cNvPr>
            <p:cNvCxnSpPr>
              <a:cxnSpLocks/>
            </p:cNvCxnSpPr>
            <p:nvPr/>
          </p:nvCxnSpPr>
          <p:spPr>
            <a:xfrm>
              <a:off x="4305791" y="2809610"/>
              <a:ext cx="4142099" cy="0"/>
            </a:xfrm>
            <a:prstGeom prst="line">
              <a:avLst/>
            </a:prstGeom>
            <a:ln>
              <a:solidFill>
                <a:schemeClr val="accent3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B69ED6E1-8A12-D46E-9FD2-C22B0E99CE40}"/>
                </a:ext>
              </a:extLst>
            </p:cNvPr>
            <p:cNvCxnSpPr>
              <a:cxnSpLocks/>
            </p:cNvCxnSpPr>
            <p:nvPr/>
          </p:nvCxnSpPr>
          <p:spPr>
            <a:xfrm>
              <a:off x="4305791" y="5588939"/>
              <a:ext cx="4142099" cy="0"/>
            </a:xfrm>
            <a:prstGeom prst="line">
              <a:avLst/>
            </a:prstGeom>
            <a:ln>
              <a:solidFill>
                <a:schemeClr val="accent3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rackerNumBlue 164">
            <a:extLst>
              <a:ext uri="{FF2B5EF4-FFF2-40B4-BE49-F238E27FC236}">
                <a16:creationId xmlns:a16="http://schemas.microsoft.com/office/drawing/2014/main" id="{1D88E8FA-BAB4-6D3C-0EA8-E1258D346733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121444" y="349734"/>
            <a:ext cx="373191" cy="377459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2000" b="1">
                <a:solidFill>
                  <a:schemeClr val="bg1"/>
                </a:solidFill>
                <a:latin typeface="+mj-lt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292377940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09809B45-768A-6472-0975-CF3E23BA868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8761204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606" imgH="608" progId="TCLayout.ActiveDocument.1">
                  <p:embed/>
                </p:oleObj>
              </mc:Choice>
              <mc:Fallback>
                <p:oleObj name="think-cell Slide" r:id="rId5" imgW="606" imgH="608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9809B45-768A-6472-0975-CF3E23BA868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454BA65E-548D-5424-49FE-FFA0600B1C1C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1. On-page tracker">
            <a:extLst>
              <a:ext uri="{FF2B5EF4-FFF2-40B4-BE49-F238E27FC236}">
                <a16:creationId xmlns:a16="http://schemas.microsoft.com/office/drawing/2014/main" id="{0A3EC5C1-AFE0-9508-6BD2-709297C52F77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3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E64D8A1-7382-625D-2A2F-53EF78AAEA8E}"/>
              </a:ext>
            </a:extLst>
          </p:cNvPr>
          <p:cNvSpPr txBox="1"/>
          <p:nvPr/>
        </p:nvSpPr>
        <p:spPr>
          <a:xfrm>
            <a:off x="554734" y="3244334"/>
            <a:ext cx="4064000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2400" b="1">
                <a:solidFill>
                  <a:schemeClr val="bg1"/>
                </a:solidFill>
              </a:rPr>
              <a:t>Appendix</a:t>
            </a:r>
          </a:p>
        </p:txBody>
      </p:sp>
    </p:spTree>
    <p:extLst>
      <p:ext uri="{BB962C8B-B14F-4D97-AF65-F5344CB8AC3E}">
        <p14:creationId xmlns:p14="http://schemas.microsoft.com/office/powerpoint/2010/main" val="273442838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4" hidden="1">
            <a:extLst>
              <a:ext uri="{FF2B5EF4-FFF2-40B4-BE49-F238E27FC236}">
                <a16:creationId xmlns:a16="http://schemas.microsoft.com/office/drawing/2014/main" id="{2670FAC5-B6BA-EBDF-8F03-B4BBEFF6317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2220891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606" imgH="608" progId="TCLayout.ActiveDocument.1">
                  <p:embed/>
                </p:oleObj>
              </mc:Choice>
              <mc:Fallback>
                <p:oleObj name="think-cell Slide" r:id="rId5" imgW="606" imgH="608" progId="TCLayout.ActiveDocument.1">
                  <p:embed/>
                  <p:pic>
                    <p:nvPicPr>
                      <p:cNvPr id="6" name="Object 4" hidden="1">
                        <a:extLst>
                          <a:ext uri="{FF2B5EF4-FFF2-40B4-BE49-F238E27FC236}">
                            <a16:creationId xmlns:a16="http://schemas.microsoft.com/office/drawing/2014/main" id="{2670FAC5-B6BA-EBDF-8F03-B4BBEFF6317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96C3184-1BA8-89F0-85F1-B641007F7D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4" y="534400"/>
            <a:ext cx="11082528" cy="369332"/>
          </a:xfrm>
        </p:spPr>
        <p:txBody>
          <a:bodyPr vert="horz"/>
          <a:lstStyle/>
          <a:p>
            <a:fld id="{01F12C98-77F1-4D80-AD57-1633368C578A}" type="datetime'Contents'">
              <a:rPr lang="en-US" altLang="en-US" smtClean="0">
                <a:effectLst/>
              </a:rPr>
              <a:pPr/>
              <a:t>Contents</a:t>
            </a:fld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965EB7BF-5457-8882-D933-B3C30AE41F8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29D24C03-AED2-1044-F658-5766A090E8B6}"/>
              </a:ext>
            </a:extLst>
          </p:cNvPr>
          <p:cNvSpPr>
            <a:spLocks noGrp="1"/>
          </p:cNvSpPr>
          <p:nvPr>
            <p:custDataLst>
              <p:tags r:id="rId2"/>
            </p:custDataLst>
          </p:nvPr>
        </p:nvSpPr>
        <p:spPr bwMode="auto">
          <a:xfrm>
            <a:off x="4594225" y="3073400"/>
            <a:ext cx="3003550" cy="3556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71438" tIns="71438" rIns="0" bIns="71438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b="1">
                <a:solidFill>
                  <a:schemeClr val="bg1"/>
                </a:solidFill>
                <a:latin typeface="+mn-lt"/>
              </a:rPr>
              <a:t>Commercial and SME baselining</a:t>
            </a:r>
            <a:endParaRPr lang="en-US" b="1">
              <a:solidFill>
                <a:schemeClr val="bg1"/>
              </a:solidFill>
              <a:latin typeface="+mn-lt"/>
            </a:endParaRPr>
          </a:p>
        </p:txBody>
      </p:sp>
      <p:sp>
        <p:nvSpPr>
          <p:cNvPr id="4" name="Text Placeholder 4">
            <a:hlinkClick r:id="rId7" action="ppaction://hlinksldjump"/>
            <a:extLst>
              <a:ext uri="{FF2B5EF4-FFF2-40B4-BE49-F238E27FC236}">
                <a16:creationId xmlns:a16="http://schemas.microsoft.com/office/drawing/2014/main" id="{4D9EB682-1B96-1689-02F3-4A1E2AD11DB4}"/>
              </a:ext>
            </a:extLst>
          </p:cNvPr>
          <p:cNvSpPr>
            <a:spLocks noGrp="1"/>
          </p:cNvSpPr>
          <p:nvPr>
            <p:custDataLst>
              <p:tags r:id="rId3"/>
            </p:custDataLst>
          </p:nvPr>
        </p:nvSpPr>
        <p:spPr bwMode="auto">
          <a:xfrm>
            <a:off x="4594225" y="3429000"/>
            <a:ext cx="3003550" cy="355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71438" tIns="71438" rIns="0" bIns="71438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>
                <a:solidFill>
                  <a:schemeClr val="bg1"/>
                </a:solidFill>
                <a:latin typeface="+mn-lt"/>
              </a:rPr>
              <a:t>Global best practices</a:t>
            </a:r>
            <a:endParaRPr lang="en-US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17691017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0A1A50-2F81-753F-2F84-2BFB583EFC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2" hidden="1">
            <a:extLst>
              <a:ext uri="{FF2B5EF4-FFF2-40B4-BE49-F238E27FC236}">
                <a16:creationId xmlns:a16="http://schemas.microsoft.com/office/drawing/2014/main" id="{64EE5A33-C2D2-24CB-254C-4D2CB4EF811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1" imgW="473" imgH="476" progId="TCLayout.ActiveDocument.1">
                  <p:embed/>
                </p:oleObj>
              </mc:Choice>
              <mc:Fallback>
                <p:oleObj name="think-cell Slide" r:id="rId81" imgW="473" imgH="476" progId="TCLayout.ActiveDocument.1">
                  <p:embed/>
                  <p:pic>
                    <p:nvPicPr>
                      <p:cNvPr id="12" name="Object 2" hidden="1">
                        <a:extLst>
                          <a:ext uri="{FF2B5EF4-FFF2-40B4-BE49-F238E27FC236}">
                            <a16:creationId xmlns:a16="http://schemas.microsoft.com/office/drawing/2014/main" id="{64EE5A33-C2D2-24CB-254C-4D2CB4EF811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0" name="2. Slide Title">
            <a:extLst>
              <a:ext uri="{FF2B5EF4-FFF2-40B4-BE49-F238E27FC236}">
                <a16:creationId xmlns:a16="http://schemas.microsoft.com/office/drawing/2014/main" id="{7A6878BD-C39B-994E-E353-89F0629BD32B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/>
        <p:txBody>
          <a:bodyPr vert="horz"/>
          <a:lstStyle/>
          <a:p>
            <a:r>
              <a:rPr lang="en-US"/>
              <a:t>SME segment is less profitable and riskier than CIB in current PASHA Bank context</a:t>
            </a:r>
          </a:p>
        </p:txBody>
      </p:sp>
      <p:cxnSp>
        <p:nvCxnSpPr>
          <p:cNvPr id="460" name="Straight Connector 459">
            <a:extLst>
              <a:ext uri="{FF2B5EF4-FFF2-40B4-BE49-F238E27FC236}">
                <a16:creationId xmlns:a16="http://schemas.microsoft.com/office/drawing/2014/main" id="{3AE76E7A-C371-C19A-0C4C-4333E9E9A1D0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2282825" y="459263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1C2BF538-3FED-9912-4560-9D4FDBEE20B5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3219450" y="4230688"/>
            <a:ext cx="0" cy="46513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2208C00-C627-8317-B188-07179B09108F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2725738" y="423068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C8EC669E-790B-792B-E8A6-171B6AE5EAB3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3219450" y="386873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FBCB6483-D1E7-1416-2298-49DFEB341275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3219450" y="350678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84827F1F-3FD7-3B10-4838-C38576E1B1A2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>
            <a:off x="3187700" y="314483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02E73814-3421-D0AA-B383-902F2610D630}"/>
              </a:ext>
            </a:extLst>
          </p:cNvPr>
          <p:cNvCxnSpPr/>
          <p:nvPr>
            <p:custDataLst>
              <p:tags r:id="rId9"/>
            </p:custDataLst>
          </p:nvPr>
        </p:nvCxnSpPr>
        <p:spPr bwMode="auto">
          <a:xfrm>
            <a:off x="3067050" y="278288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45B17A72-904B-8D82-861C-F1A43ACB2BE7}"/>
              </a:ext>
            </a:extLst>
          </p:cNvPr>
          <p:cNvCxnSpPr/>
          <p:nvPr>
            <p:custDataLst>
              <p:tags r:id="rId10"/>
            </p:custDataLst>
          </p:nvPr>
        </p:nvCxnSpPr>
        <p:spPr bwMode="auto">
          <a:xfrm>
            <a:off x="2886075" y="242093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638AE30D-17FC-4E23-9E6E-0D5546E9FB9A}"/>
              </a:ext>
            </a:extLst>
          </p:cNvPr>
          <p:cNvCxnSpPr/>
          <p:nvPr>
            <p:custDataLst>
              <p:tags r:id="rId11"/>
            </p:custDataLst>
          </p:nvPr>
        </p:nvCxnSpPr>
        <p:spPr bwMode="auto">
          <a:xfrm>
            <a:off x="2189163" y="567848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2B612469-02C3-326D-FBA2-945F6B6B95DF}"/>
              </a:ext>
            </a:extLst>
          </p:cNvPr>
          <p:cNvCxnSpPr/>
          <p:nvPr>
            <p:custDataLst>
              <p:tags r:id="rId12"/>
            </p:custDataLst>
          </p:nvPr>
        </p:nvCxnSpPr>
        <p:spPr bwMode="auto">
          <a:xfrm>
            <a:off x="2185988" y="531653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41E6AE4C-A612-8FC0-814D-66A8698B9C41}"/>
              </a:ext>
            </a:extLst>
          </p:cNvPr>
          <p:cNvCxnSpPr/>
          <p:nvPr>
            <p:custDataLst>
              <p:tags r:id="rId13"/>
            </p:custDataLst>
          </p:nvPr>
        </p:nvCxnSpPr>
        <p:spPr bwMode="auto">
          <a:xfrm>
            <a:off x="2282825" y="4954588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42" name="Rectangle 641">
            <a:extLst>
              <a:ext uri="{FF2B5EF4-FFF2-40B4-BE49-F238E27FC236}">
                <a16:creationId xmlns:a16="http://schemas.microsoft.com/office/drawing/2014/main" id="{4D6F1F59-F3AF-E8DF-5777-61A52BB27662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2185988" y="5419725"/>
            <a:ext cx="3175" cy="258763"/>
          </a:xfrm>
          <a:prstGeom prst="rect">
            <a:avLst/>
          </a:prstGeom>
          <a:solidFill>
            <a:srgbClr val="D9D9D9"/>
          </a:solidFill>
          <a:ln w="9525" cap="sq" cmpd="sng" algn="ctr">
            <a:solidFill>
              <a:srgbClr val="D9D9D9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D2EFC5F8-01AD-06B4-4559-F030F9969AFB}"/>
              </a:ext>
            </a:extLst>
          </p:cNvPr>
          <p:cNvGraphicFramePr/>
          <p:nvPr>
            <p:custDataLst>
              <p:tags r:id="rId15"/>
            </p:custDataLst>
          </p:nvPr>
        </p:nvGraphicFramePr>
        <p:xfrm>
          <a:off x="2103438" y="2028825"/>
          <a:ext cx="2871787" cy="4146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3"/>
          </a:graphicData>
        </a:graphic>
      </p:graphicFrame>
      <p:sp>
        <p:nvSpPr>
          <p:cNvPr id="456" name="Rectangle 455">
            <a:extLst>
              <a:ext uri="{FF2B5EF4-FFF2-40B4-BE49-F238E27FC236}">
                <a16:creationId xmlns:a16="http://schemas.microsoft.com/office/drawing/2014/main" id="{63B97458-A56F-0ED8-FEA2-438E53869054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2490788" y="4700588"/>
            <a:ext cx="34925" cy="249238"/>
          </a:xfrm>
          <a:prstGeom prst="rect">
            <a:avLst/>
          </a:prstGeom>
          <a:solidFill>
            <a:srgbClr val="74A09B"/>
          </a:solidFill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96B41BD-A08B-76BD-3D31-3CB50B261676}"/>
              </a:ext>
            </a:extLst>
          </p:cNvPr>
          <p:cNvSpPr/>
          <p:nvPr>
            <p:custDataLst>
              <p:tags r:id="rId17"/>
            </p:custDataLst>
          </p:nvPr>
        </p:nvSpPr>
        <p:spPr bwMode="auto">
          <a:xfrm>
            <a:off x="2490788" y="4338638"/>
            <a:ext cx="34925" cy="249238"/>
          </a:xfrm>
          <a:prstGeom prst="rect">
            <a:avLst/>
          </a:prstGeom>
          <a:solidFill>
            <a:srgbClr val="E6E6E6"/>
          </a:solidFill>
          <a:ln w="9525" cap="sq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9525" cap="sq" cmpd="sng" algn="ctr">
                <a:solidFill>
                  <a:schemeClr val="bg1"/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1BA984E-EED9-D184-821A-49C0C48DA3F2}"/>
              </a:ext>
            </a:extLst>
          </p:cNvPr>
          <p:cNvCxnSpPr/>
          <p:nvPr>
            <p:custDataLst>
              <p:tags r:id="rId18"/>
            </p:custDataLst>
          </p:nvPr>
        </p:nvCxnSpPr>
        <p:spPr bwMode="gray">
          <a:xfrm flipH="1">
            <a:off x="3203575" y="3376613"/>
            <a:ext cx="41275" cy="0"/>
          </a:xfrm>
          <a:prstGeom prst="line">
            <a:avLst/>
          </a:prstGeom>
          <a:ln w="3175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26" name="Straight Connector 525">
            <a:extLst>
              <a:ext uri="{FF2B5EF4-FFF2-40B4-BE49-F238E27FC236}">
                <a16:creationId xmlns:a16="http://schemas.microsoft.com/office/drawing/2014/main" id="{A97CD107-42C9-DAE2-A342-34D1E25FE1FC}"/>
              </a:ext>
            </a:extLst>
          </p:cNvPr>
          <p:cNvCxnSpPr>
            <a:cxnSpLocks/>
          </p:cNvCxnSpPr>
          <p:nvPr>
            <p:custDataLst>
              <p:tags r:id="rId19"/>
            </p:custDataLst>
          </p:nvPr>
        </p:nvCxnSpPr>
        <p:spPr bwMode="gray">
          <a:xfrm flipH="1">
            <a:off x="2187575" y="5548313"/>
            <a:ext cx="26988" cy="0"/>
          </a:xfrm>
          <a:prstGeom prst="line">
            <a:avLst/>
          </a:prstGeom>
          <a:ln w="3175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E8A33FA-9DCA-1969-F9B6-6720E5D779EE}"/>
              </a:ext>
            </a:extLst>
          </p:cNvPr>
          <p:cNvCxnSpPr/>
          <p:nvPr>
            <p:custDataLst>
              <p:tags r:id="rId20"/>
            </p:custDataLst>
          </p:nvPr>
        </p:nvCxnSpPr>
        <p:spPr bwMode="gray">
          <a:xfrm>
            <a:off x="2160588" y="5186363"/>
            <a:ext cx="73025" cy="0"/>
          </a:xfrm>
          <a:prstGeom prst="line">
            <a:avLst/>
          </a:prstGeom>
          <a:ln w="3175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5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2913063" y="2562225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A480EC7-12F6-425C-ADB7-9A941FF4A769}" type="datetime'''''8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</a:t>
            </a:fld>
            <a:endParaRPr lang="en-US" sz="1200">
              <a:latin typeface="+mn-lt"/>
            </a:endParaRP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7FC7D2BF-1B87-DD54-F885-8AEE254CFEE3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auto">
          <a:xfrm>
            <a:off x="723900" y="2562225"/>
            <a:ext cx="2381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DBF6AEC8-125A-4CFD-AA5A-44AC1BAFD0DB}" type="datetime'''''''''''''N''''''''''''''F''I'''''''">
              <a:rPr lang="en-US" altLang="en-US" sz="1200" i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NFI</a:t>
            </a:fld>
            <a:endParaRPr lang="en-US" sz="1200" i="1">
              <a:latin typeface="+mn-lt"/>
            </a:endParaRPr>
          </a:p>
        </p:txBody>
      </p:sp>
      <p:sp>
        <p:nvSpPr>
          <p:cNvPr id="154" name="Text Placeholder 4">
            <a:extLst>
              <a:ext uri="{FF2B5EF4-FFF2-40B4-BE49-F238E27FC236}">
                <a16:creationId xmlns:a16="http://schemas.microsoft.com/office/drawing/2014/main" id="{FFC836F9-8E7C-B9D5-61CB-9AA2E8D8109B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3063875" y="2924175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B85756B-A5E4-48FA-8286-D25B114162C0}" type="datetime'''''''5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</a:t>
            </a:fld>
            <a:endParaRPr lang="en-US" sz="1200">
              <a:latin typeface="+mn-lt"/>
            </a:endParaRPr>
          </a:p>
        </p:txBody>
      </p:sp>
      <p:sp>
        <p:nvSpPr>
          <p:cNvPr id="31" name="Text Placeholder 4">
            <a:extLst>
              <a:ext uri="{FF2B5EF4-FFF2-40B4-BE49-F238E27FC236}">
                <a16:creationId xmlns:a16="http://schemas.microsoft.com/office/drawing/2014/main" id="{0DB98D20-9728-34C1-7525-8F72423F7EBC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auto">
          <a:xfrm>
            <a:off x="723900" y="2832100"/>
            <a:ext cx="1000125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2B491134-CE65-4C35-A0E4-E5BCEB0EC5FC}" type="datetime'''''''T''r''''''adin''''g &amp;&#10;''ma''''rk''et'''' incom''e'''''''">
              <a:rPr lang="en-US" altLang="en-US" sz="1200" i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Trading &amp;
market income</a:t>
            </a:fld>
            <a:endParaRPr lang="en-US" sz="1200" i="1">
              <a:latin typeface="+mn-lt"/>
            </a:endParaRPr>
          </a:p>
        </p:txBody>
      </p:sp>
      <p:sp>
        <p:nvSpPr>
          <p:cNvPr id="168" name="Text Placeholder 4">
            <a:extLst>
              <a:ext uri="{FF2B5EF4-FFF2-40B4-BE49-F238E27FC236}">
                <a16:creationId xmlns:a16="http://schemas.microsoft.com/office/drawing/2014/main" id="{B0D8A5D5-CF6B-E5F8-855C-646ABA4C4E3C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3244850" y="3286125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810138CF-8D43-4D3F-9BFD-2E0E50F0EABD}" type="datetime'''''''''''1''''''''''''''''''''''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</a:t>
            </a:fld>
            <a:endParaRPr lang="en-US" sz="1200">
              <a:latin typeface="+mn-lt"/>
            </a:endParaRPr>
          </a:p>
        </p:txBody>
      </p:sp>
      <p:sp>
        <p:nvSpPr>
          <p:cNvPr id="165" name="Text Placeholder 4">
            <a:extLst>
              <a:ext uri="{FF2B5EF4-FFF2-40B4-BE49-F238E27FC236}">
                <a16:creationId xmlns:a16="http://schemas.microsoft.com/office/drawing/2014/main" id="{D4A636F2-D4BB-9D64-3BC5-9F68DE0FF984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auto">
          <a:xfrm>
            <a:off x="723900" y="3286125"/>
            <a:ext cx="911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6D36C619-A0A7-4E5D-AD3A-E06677FFAFAC}" type="datetime'''''Ot''''''''he''''''r'' inc''''''o''m''''''''''''''e'">
              <a:rPr lang="en-US" altLang="en-US" sz="1200" i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Other income</a:t>
            </a:fld>
            <a:endParaRPr lang="en-US" sz="1200" i="1">
              <a:latin typeface="+mn-lt"/>
            </a:endParaRPr>
          </a:p>
        </p:txBody>
      </p:sp>
      <p:sp>
        <p:nvSpPr>
          <p:cNvPr id="38" name="Text Placeholder 4">
            <a:extLst>
              <a:ext uri="{FF2B5EF4-FFF2-40B4-BE49-F238E27FC236}">
                <a16:creationId xmlns:a16="http://schemas.microsoft.com/office/drawing/2014/main" id="{7443309D-1049-42BF-1033-1294B14FC2F6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auto">
          <a:xfrm>
            <a:off x="723900" y="3648075"/>
            <a:ext cx="2952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3CDD093A-4406-4228-85F7-620EF4F2B6AB}" type="datetime'''''''''''N''''''''''''''B''I'''''''''''''''''''''''''''">
              <a:rPr lang="en-US" altLang="en-US" sz="1200" b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NBI</a:t>
            </a:fld>
            <a:endParaRPr lang="en-US" sz="1200" b="1">
              <a:latin typeface="+mn-lt"/>
            </a:endParaRPr>
          </a:p>
        </p:txBody>
      </p:sp>
      <p:sp>
        <p:nvSpPr>
          <p:cNvPr id="186" name="Text Placeholder 4">
            <a:extLst>
              <a:ext uri="{FF2B5EF4-FFF2-40B4-BE49-F238E27FC236}">
                <a16:creationId xmlns:a16="http://schemas.microsoft.com/office/drawing/2014/main" id="{F201E84D-C7D8-D490-759E-E18EE7800053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gray">
          <a:xfrm>
            <a:off x="2214563" y="5457825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789BE0E7-4A0C-4B1E-AEBF-BAF486AE7643}" type="datetime'''''''''''''''''''''''''''0''''''''''''''''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0</a:t>
            </a:fld>
            <a:endParaRPr lang="en-US" sz="1200">
              <a:latin typeface="+mn-lt"/>
            </a:endParaRPr>
          </a:p>
        </p:txBody>
      </p:sp>
      <p:sp>
        <p:nvSpPr>
          <p:cNvPr id="55" name="Text Placeholder 4">
            <a:extLst>
              <a:ext uri="{FF2B5EF4-FFF2-40B4-BE49-F238E27FC236}">
                <a16:creationId xmlns:a16="http://schemas.microsoft.com/office/drawing/2014/main" id="{5CC1BA6E-85FE-CEDD-F433-8FD455470EE1}"/>
              </a:ext>
            </a:extLst>
          </p:cNvPr>
          <p:cNvSpPr>
            <a:spLocks noGrp="1"/>
          </p:cNvSpPr>
          <p:nvPr>
            <p:custDataLst>
              <p:tags r:id="rId29"/>
            </p:custDataLst>
          </p:nvPr>
        </p:nvSpPr>
        <p:spPr bwMode="auto">
          <a:xfrm>
            <a:off x="723900" y="5365750"/>
            <a:ext cx="10541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97652CDB-E37B-447C-AB14-973EB31660A3}" type="datetime'Ot''h''''''er'''' ex''p''ense''''''s''&#10;&amp; inco''me ''''t''ax'">
              <a:rPr lang="en-US" altLang="en-US" sz="1200" i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Other expenses
&amp; income tax</a:t>
            </a:fld>
            <a:endParaRPr lang="en-US" sz="1200" i="1">
              <a:latin typeface="+mn-lt"/>
            </a:endParaRPr>
          </a:p>
        </p:txBody>
      </p:sp>
      <p:sp>
        <p:nvSpPr>
          <p:cNvPr id="61" name="Text Placeholder 4">
            <a:extLst>
              <a:ext uri="{FF2B5EF4-FFF2-40B4-BE49-F238E27FC236}">
                <a16:creationId xmlns:a16="http://schemas.microsoft.com/office/drawing/2014/main" id="{FCE70BFA-8840-434C-682D-AC269D17ABF6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auto">
          <a:xfrm>
            <a:off x="723900" y="5819775"/>
            <a:ext cx="7397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76850DE7-DAC1-4499-AF66-65808CED19F7}" type="datetime'N''et ''pr''''''''o''f''''i''''''''t'''''''''''''">
              <a:rPr lang="en-US" altLang="en-US" sz="1200" b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Net profit</a:t>
            </a:fld>
            <a:endParaRPr lang="en-US" sz="1200" b="1">
              <a:latin typeface="+mn-lt"/>
            </a:endParaRPr>
          </a:p>
        </p:txBody>
      </p:sp>
      <p:sp>
        <p:nvSpPr>
          <p:cNvPr id="52" name="Text Placeholder 4">
            <a:extLst>
              <a:ext uri="{FF2B5EF4-FFF2-40B4-BE49-F238E27FC236}">
                <a16:creationId xmlns:a16="http://schemas.microsoft.com/office/drawing/2014/main" id="{7E8F73E6-08E7-7225-EBDB-80E0B39347D3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723900" y="5095875"/>
            <a:ext cx="7556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1AE49190-8519-4C3F-83D6-E0A3EB79915F}" type="datetime'''C''''''''os''t'''' of'''''''''' ''''ri''''sk'''''''''''''''">
              <a:rPr lang="en-US" altLang="en-US" sz="1200" i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Cost of risk</a:t>
            </a:fld>
            <a:endParaRPr lang="en-US" sz="1200" i="1">
              <a:latin typeface="+mn-lt"/>
            </a:endParaRPr>
          </a:p>
        </p:txBody>
      </p:sp>
      <p:sp>
        <p:nvSpPr>
          <p:cNvPr id="181" name="Text Placeholder 4">
            <a:extLst>
              <a:ext uri="{FF2B5EF4-FFF2-40B4-BE49-F238E27FC236}">
                <a16:creationId xmlns:a16="http://schemas.microsoft.com/office/drawing/2014/main" id="{9152A6FB-32C7-4241-2CCF-8A10EB808A84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1978025" y="5095875"/>
            <a:ext cx="1825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50A1CF9C-65C4-47FD-86C3-A6D5A8936BC0}" type="datetime'''''-''''''''''''4'''''''''''''''''''''''''''''''''''''''''''">
              <a:rPr lang="en-US" altLang="en-US" sz="1200" smtClean="0"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-4</a:t>
            </a:fld>
            <a:endParaRPr lang="en-US" sz="1200">
              <a:latin typeface="+mn-lt"/>
            </a:endParaRPr>
          </a:p>
        </p:txBody>
      </p:sp>
      <p:sp>
        <p:nvSpPr>
          <p:cNvPr id="49" name="Text Placeholder 4">
            <a:extLst>
              <a:ext uri="{FF2B5EF4-FFF2-40B4-BE49-F238E27FC236}">
                <a16:creationId xmlns:a16="http://schemas.microsoft.com/office/drawing/2014/main" id="{6FB242EE-C8B5-D677-8D88-4E3B1B7C9E13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auto">
          <a:xfrm>
            <a:off x="723900" y="4733925"/>
            <a:ext cx="4159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83ABF674-2BE8-4B9C-BE71-B8A9E4D9AE89}" type="datetime'''''''''''''''O''''''''''P''EX'''''''''''''''">
              <a:rPr lang="en-US" altLang="en-US" sz="1200" b="1" smtClean="0">
                <a:solidFill>
                  <a:schemeClr val="tx1"/>
                </a:solidFill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OPEX</a:t>
            </a:fld>
            <a:endParaRPr lang="en-US" sz="1200" b="1">
              <a:solidFill>
                <a:schemeClr val="tx1"/>
              </a:solidFill>
              <a:latin typeface="+mn-lt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A8B650E6-D364-3A05-0573-9C2D2C9B77AC}"/>
              </a:ext>
            </a:extLst>
          </p:cNvPr>
          <p:cNvSpPr>
            <a:spLocks noGrp="1"/>
          </p:cNvSpPr>
          <p:nvPr>
            <p:custDataLst>
              <p:tags r:id="rId34"/>
            </p:custDataLst>
          </p:nvPr>
        </p:nvSpPr>
        <p:spPr bwMode="gray">
          <a:xfrm>
            <a:off x="2619375" y="4733925"/>
            <a:ext cx="2651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9570803-86EC-45E8-B521-C7F48BEE142B}" type="datetime'''-''''''''''''''''''''''''''''''''''3''''''''9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-39</a:t>
            </a:fld>
            <a:endParaRPr lang="en-US" sz="1200">
              <a:latin typeface="+mn-lt"/>
            </a:endParaRPr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D74BAE74-9FBD-75A5-B420-F9E2A8D31AAC}"/>
              </a:ext>
            </a:extLst>
          </p:cNvPr>
          <p:cNvSpPr>
            <a:spLocks noGrp="1"/>
          </p:cNvSpPr>
          <p:nvPr>
            <p:custDataLst>
              <p:tags r:id="rId35"/>
            </p:custDataLst>
          </p:nvPr>
        </p:nvSpPr>
        <p:spPr bwMode="auto">
          <a:xfrm>
            <a:off x="723900" y="4371975"/>
            <a:ext cx="9318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2F15A102-033C-4678-84FD-AEDB6F2DA800}" type="datetime'''I''n''''''''''''d''''ir''e''''''''c''''''''''''t'' OPEX'''''">
              <a:rPr lang="en-US" altLang="en-US" sz="1200" i="1" smtClean="0">
                <a:solidFill>
                  <a:schemeClr val="bg1">
                    <a:lumMod val="50000"/>
                  </a:schemeClr>
                </a:solidFill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Indirect OPEX</a:t>
            </a:fld>
            <a:endParaRPr lang="en-US" sz="1200" i="1">
              <a:solidFill>
                <a:schemeClr val="bg1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34" name="Text Placeholder 4">
            <a:extLst>
              <a:ext uri="{FF2B5EF4-FFF2-40B4-BE49-F238E27FC236}">
                <a16:creationId xmlns:a16="http://schemas.microsoft.com/office/drawing/2014/main" id="{560DFAA8-9F43-B6CF-CA24-18C1EAECEBB0}"/>
              </a:ext>
            </a:extLst>
          </p:cNvPr>
          <p:cNvSpPr>
            <a:spLocks noGrp="1"/>
          </p:cNvSpPr>
          <p:nvPr>
            <p:custDataLst>
              <p:tags r:id="rId36"/>
            </p:custDataLst>
          </p:nvPr>
        </p:nvSpPr>
        <p:spPr bwMode="gray">
          <a:xfrm>
            <a:off x="2371725" y="4371975"/>
            <a:ext cx="2651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C33A3C9-5D6B-485B-B8A6-579B78070181}" type="datetime'''-''''''''1''''''''''''''9''''''''''''''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-19</a:t>
            </a:fld>
            <a:endParaRPr lang="en-US" sz="1200">
              <a:latin typeface="+mn-lt"/>
            </a:endParaRP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6F8C5780-B14B-D904-2EB3-39917721A996}"/>
              </a:ext>
            </a:extLst>
          </p:cNvPr>
          <p:cNvSpPr>
            <a:spLocks noGrp="1"/>
          </p:cNvSpPr>
          <p:nvPr>
            <p:custDataLst>
              <p:tags r:id="rId37"/>
            </p:custDataLst>
          </p:nvPr>
        </p:nvSpPr>
        <p:spPr bwMode="auto">
          <a:xfrm>
            <a:off x="723900" y="4010025"/>
            <a:ext cx="8096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A8703AE6-F3D3-4E9E-B045-984A9A2C3DCB}" type="datetime'''''''Dire''''''''c''t'''' ''''''''O''''''''''''PE''''X'''">
              <a:rPr lang="en-US" altLang="en-US" sz="1200" i="1" smtClean="0">
                <a:solidFill>
                  <a:schemeClr val="bg1">
                    <a:lumMod val="50000"/>
                  </a:schemeClr>
                </a:solidFill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Direct OPEX</a:t>
            </a:fld>
            <a:endParaRPr lang="en-US" sz="1200" i="1">
              <a:solidFill>
                <a:schemeClr val="bg1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2EE7D565-4AA6-1216-88EB-7359847E0308}"/>
              </a:ext>
            </a:extLst>
          </p:cNvPr>
          <p:cNvSpPr>
            <a:spLocks noGrp="1"/>
          </p:cNvSpPr>
          <p:nvPr>
            <p:custDataLst>
              <p:tags r:id="rId38"/>
            </p:custDataLst>
          </p:nvPr>
        </p:nvSpPr>
        <p:spPr bwMode="gray">
          <a:xfrm>
            <a:off x="2840038" y="4010025"/>
            <a:ext cx="2651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3EEBEEB-8468-4074-8E08-0CD81FD50FDD}" type="datetime'''''''''-''''''''''''''''''''''''''''''''''''''''2''1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-21</a:t>
            </a:fld>
            <a:endParaRPr lang="en-US" sz="1200">
              <a:latin typeface="+mn-lt"/>
            </a:endParaRPr>
          </a:p>
        </p:txBody>
      </p:sp>
      <p:sp>
        <p:nvSpPr>
          <p:cNvPr id="12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9"/>
            </p:custDataLst>
          </p:nvPr>
        </p:nvSpPr>
        <p:spPr bwMode="gray">
          <a:xfrm>
            <a:off x="2911475" y="2200275"/>
            <a:ext cx="209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E6FF2C94-46D8-4B44-9662-6794D0860F7F}" type="datetime'''''''1''''''''6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16</a:t>
            </a:fld>
            <a:endParaRPr lang="en-US" sz="1200">
              <a:latin typeface="+mn-lt"/>
            </a:endParaRPr>
          </a:p>
        </p:txBody>
      </p:sp>
      <p:sp>
        <p:nvSpPr>
          <p:cNvPr id="64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gray">
          <a:xfrm>
            <a:off x="3244850" y="3648075"/>
            <a:ext cx="209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6B3D80DE-ABC1-4994-B61E-25BC02FDAE33}" type="datetime'''''''''''3''''''''''0''''''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30</a:t>
            </a:fld>
            <a:endParaRPr lang="en-US" sz="1200">
              <a:latin typeface="+mn-lt"/>
            </a:endParaRPr>
          </a:p>
        </p:txBody>
      </p:sp>
      <p:sp>
        <p:nvSpPr>
          <p:cNvPr id="649" name="Text Placeholder 4">
            <a:extLst>
              <a:ext uri="{FF2B5EF4-FFF2-40B4-BE49-F238E27FC236}">
                <a16:creationId xmlns:a16="http://schemas.microsoft.com/office/drawing/2014/main" id="{D1E3E287-4D33-7C0C-00D4-19892A06BE04}"/>
              </a:ext>
            </a:extLst>
          </p:cNvPr>
          <p:cNvSpPr>
            <a:spLocks noGrp="1"/>
          </p:cNvSpPr>
          <p:nvPr>
            <p:custDataLst>
              <p:tags r:id="rId41"/>
            </p:custDataLst>
          </p:nvPr>
        </p:nvSpPr>
        <p:spPr bwMode="gray">
          <a:xfrm>
            <a:off x="1898650" y="5819775"/>
            <a:ext cx="2651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r">
              <a:spcBef>
                <a:spcPct val="0"/>
              </a:spcBef>
              <a:spcAft>
                <a:spcPct val="0"/>
              </a:spcAft>
            </a:pPr>
            <a:fld id="{10C66C6F-513F-4C48-9B46-FB109C0FFF43}" type="datetime'''''''''''-''''''1''''''''''''''''''''''''''''''3'''''''''">
              <a:rPr lang="en-US" altLang="en-US" sz="1200" smtClean="0">
                <a:latin typeface="+mn-lt"/>
              </a:rPr>
              <a:pPr lvl="0" algn="r">
                <a:spcBef>
                  <a:spcPct val="0"/>
                </a:spcBef>
                <a:spcAft>
                  <a:spcPct val="0"/>
                </a:spcAft>
              </a:pPr>
              <a:t>-13</a:t>
            </a:fld>
            <a:endParaRPr lang="en-US" sz="1200">
              <a:latin typeface="+mn-lt"/>
            </a:endParaRPr>
          </a:p>
        </p:txBody>
      </p:sp>
      <p:sp>
        <p:nvSpPr>
          <p:cNvPr id="2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2"/>
            </p:custDataLst>
          </p:nvPr>
        </p:nvSpPr>
        <p:spPr bwMode="auto">
          <a:xfrm>
            <a:off x="723900" y="2200275"/>
            <a:ext cx="215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2A0776D8-8C40-4AF5-B364-7C4F9596CB1F}" type="datetime'''''''''''N''''''''''I''''''''''''''''''''''''''''''''I'''''''">
              <a:rPr lang="en-US" altLang="en-US" sz="1200" i="1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NII</a:t>
            </a:fld>
            <a:endParaRPr lang="en-US" sz="1200" i="1">
              <a:latin typeface="+mn-lt"/>
            </a:endParaRPr>
          </a:p>
        </p:txBody>
      </p:sp>
      <p:cxnSp>
        <p:nvCxnSpPr>
          <p:cNvPr id="549" name="Straight Connector 548">
            <a:extLst>
              <a:ext uri="{FF2B5EF4-FFF2-40B4-BE49-F238E27FC236}">
                <a16:creationId xmlns:a16="http://schemas.microsoft.com/office/drawing/2014/main" id="{0C8E7289-835A-DF26-8494-71F7BF7908DB}"/>
              </a:ext>
            </a:extLst>
          </p:cNvPr>
          <p:cNvCxnSpPr>
            <a:cxnSpLocks/>
          </p:cNvCxnSpPr>
          <p:nvPr/>
        </p:nvCxnSpPr>
        <p:spPr>
          <a:xfrm>
            <a:off x="554736" y="2451976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0" name="Straight Connector 549">
            <a:extLst>
              <a:ext uri="{FF2B5EF4-FFF2-40B4-BE49-F238E27FC236}">
                <a16:creationId xmlns:a16="http://schemas.microsoft.com/office/drawing/2014/main" id="{89FDE1CC-896C-6817-80A7-C4649891FD31}"/>
              </a:ext>
            </a:extLst>
          </p:cNvPr>
          <p:cNvCxnSpPr>
            <a:cxnSpLocks/>
          </p:cNvCxnSpPr>
          <p:nvPr/>
        </p:nvCxnSpPr>
        <p:spPr>
          <a:xfrm>
            <a:off x="554736" y="2814102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" name="Straight Connector 552">
            <a:extLst>
              <a:ext uri="{FF2B5EF4-FFF2-40B4-BE49-F238E27FC236}">
                <a16:creationId xmlns:a16="http://schemas.microsoft.com/office/drawing/2014/main" id="{1288B609-E4C4-7337-A46B-3E964B641192}"/>
              </a:ext>
            </a:extLst>
          </p:cNvPr>
          <p:cNvCxnSpPr>
            <a:cxnSpLocks/>
          </p:cNvCxnSpPr>
          <p:nvPr/>
        </p:nvCxnSpPr>
        <p:spPr>
          <a:xfrm>
            <a:off x="554736" y="3176228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" name="Straight Connector 553">
            <a:extLst>
              <a:ext uri="{FF2B5EF4-FFF2-40B4-BE49-F238E27FC236}">
                <a16:creationId xmlns:a16="http://schemas.microsoft.com/office/drawing/2014/main" id="{63756CF3-862F-0AE1-28E9-085214EC5119}"/>
              </a:ext>
            </a:extLst>
          </p:cNvPr>
          <p:cNvCxnSpPr>
            <a:cxnSpLocks/>
          </p:cNvCxnSpPr>
          <p:nvPr/>
        </p:nvCxnSpPr>
        <p:spPr>
          <a:xfrm>
            <a:off x="554736" y="3900480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5" name="Straight Connector 554">
            <a:extLst>
              <a:ext uri="{FF2B5EF4-FFF2-40B4-BE49-F238E27FC236}">
                <a16:creationId xmlns:a16="http://schemas.microsoft.com/office/drawing/2014/main" id="{11B0426E-0623-6452-D0E4-F0E8044A83E8}"/>
              </a:ext>
            </a:extLst>
          </p:cNvPr>
          <p:cNvCxnSpPr>
            <a:cxnSpLocks/>
          </p:cNvCxnSpPr>
          <p:nvPr/>
        </p:nvCxnSpPr>
        <p:spPr>
          <a:xfrm>
            <a:off x="554736" y="4262606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6" name="Straight Connector 555">
            <a:extLst>
              <a:ext uri="{FF2B5EF4-FFF2-40B4-BE49-F238E27FC236}">
                <a16:creationId xmlns:a16="http://schemas.microsoft.com/office/drawing/2014/main" id="{D2C92E3A-C0AA-BD90-FE7E-94A2E8E9D0D1}"/>
              </a:ext>
            </a:extLst>
          </p:cNvPr>
          <p:cNvCxnSpPr>
            <a:cxnSpLocks/>
          </p:cNvCxnSpPr>
          <p:nvPr/>
        </p:nvCxnSpPr>
        <p:spPr>
          <a:xfrm>
            <a:off x="554736" y="4637751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7" name="Straight Connector 556">
            <a:extLst>
              <a:ext uri="{FF2B5EF4-FFF2-40B4-BE49-F238E27FC236}">
                <a16:creationId xmlns:a16="http://schemas.microsoft.com/office/drawing/2014/main" id="{6FDE52FA-4D6B-4730-FEC4-16F752588958}"/>
              </a:ext>
            </a:extLst>
          </p:cNvPr>
          <p:cNvCxnSpPr>
            <a:cxnSpLocks/>
          </p:cNvCxnSpPr>
          <p:nvPr/>
        </p:nvCxnSpPr>
        <p:spPr>
          <a:xfrm>
            <a:off x="554736" y="4986858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8" name="Straight Connector 557">
            <a:extLst>
              <a:ext uri="{FF2B5EF4-FFF2-40B4-BE49-F238E27FC236}">
                <a16:creationId xmlns:a16="http://schemas.microsoft.com/office/drawing/2014/main" id="{8807FCB9-58A0-229D-FC47-090DB522775B}"/>
              </a:ext>
            </a:extLst>
          </p:cNvPr>
          <p:cNvCxnSpPr>
            <a:cxnSpLocks/>
          </p:cNvCxnSpPr>
          <p:nvPr/>
        </p:nvCxnSpPr>
        <p:spPr>
          <a:xfrm>
            <a:off x="554736" y="5348984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Connector 558">
            <a:extLst>
              <a:ext uri="{FF2B5EF4-FFF2-40B4-BE49-F238E27FC236}">
                <a16:creationId xmlns:a16="http://schemas.microsoft.com/office/drawing/2014/main" id="{02171616-C8E4-2E23-2283-113A4701922A}"/>
              </a:ext>
            </a:extLst>
          </p:cNvPr>
          <p:cNvCxnSpPr>
            <a:cxnSpLocks/>
          </p:cNvCxnSpPr>
          <p:nvPr/>
        </p:nvCxnSpPr>
        <p:spPr>
          <a:xfrm>
            <a:off x="554736" y="6273800"/>
            <a:ext cx="7918704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C529EEF1-0890-C3F5-04D6-633D8262D2F9}"/>
              </a:ext>
            </a:extLst>
          </p:cNvPr>
          <p:cNvGrpSpPr/>
          <p:nvPr/>
        </p:nvGrpSpPr>
        <p:grpSpPr>
          <a:xfrm>
            <a:off x="554735" y="1381980"/>
            <a:ext cx="7918703" cy="216972"/>
            <a:chOff x="554736" y="1381980"/>
            <a:chExt cx="5876544" cy="216972"/>
          </a:xfrm>
        </p:grpSpPr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1DB42A19-EA2E-EE49-F73B-6AA715FA0C1F}"/>
                </a:ext>
              </a:extLst>
            </p:cNvPr>
            <p:cNvCxnSpPr>
              <a:cxnSpLocks/>
            </p:cNvCxnSpPr>
            <p:nvPr/>
          </p:nvCxnSpPr>
          <p:spPr>
            <a:xfrm>
              <a:off x="554736" y="1598952"/>
              <a:ext cx="5876544" cy="0"/>
            </a:xfrm>
            <a:prstGeom prst="line">
              <a:avLst/>
            </a:prstGeom>
            <a:ln w="12700" cap="flat">
              <a:solidFill>
                <a:srgbClr val="757575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41BBB0EF-6DD3-ABAF-7FF1-A90B3A6D8D22}"/>
                </a:ext>
              </a:extLst>
            </p:cNvPr>
            <p:cNvSpPr txBox="1">
              <a:spLocks/>
            </p:cNvSpPr>
            <p:nvPr/>
          </p:nvSpPr>
          <p:spPr>
            <a:xfrm>
              <a:off x="554736" y="1381980"/>
              <a:ext cx="5876544" cy="184666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 b="1"/>
                <a:t>Net profit breakdown, </a:t>
              </a:r>
              <a:r>
                <a:rPr lang="en-US" sz="1200" i="1"/>
                <a:t>MN AZN 2025</a:t>
              </a:r>
              <a:endParaRPr lang="ru-RU" sz="1200" i="1"/>
            </a:p>
          </p:txBody>
        </p:sp>
      </p:grpSp>
      <p:cxnSp>
        <p:nvCxnSpPr>
          <p:cNvPr id="669" name="Straight Connector 668">
            <a:extLst>
              <a:ext uri="{FF2B5EF4-FFF2-40B4-BE49-F238E27FC236}">
                <a16:creationId xmlns:a16="http://schemas.microsoft.com/office/drawing/2014/main" id="{53F8DE3C-9DC7-01AF-239D-486A967C68D5}"/>
              </a:ext>
            </a:extLst>
          </p:cNvPr>
          <p:cNvCxnSpPr>
            <a:cxnSpLocks/>
          </p:cNvCxnSpPr>
          <p:nvPr/>
        </p:nvCxnSpPr>
        <p:spPr>
          <a:xfrm>
            <a:off x="9113850" y="1598952"/>
            <a:ext cx="2715685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0" name="TextBox 669">
            <a:extLst>
              <a:ext uri="{FF2B5EF4-FFF2-40B4-BE49-F238E27FC236}">
                <a16:creationId xmlns:a16="http://schemas.microsoft.com/office/drawing/2014/main" id="{657A9E26-6D7C-91DE-FC41-002971E6E1F6}"/>
              </a:ext>
            </a:extLst>
          </p:cNvPr>
          <p:cNvSpPr txBox="1">
            <a:spLocks/>
          </p:cNvSpPr>
          <p:nvPr/>
        </p:nvSpPr>
        <p:spPr>
          <a:xfrm>
            <a:off x="9113850" y="1381980"/>
            <a:ext cx="2715685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Key insights</a:t>
            </a:r>
            <a:endParaRPr lang="ru-RU" sz="1200"/>
          </a:p>
        </p:txBody>
      </p:sp>
      <p:cxnSp>
        <p:nvCxnSpPr>
          <p:cNvPr id="671" name="Straight Connector 670">
            <a:extLst>
              <a:ext uri="{FF2B5EF4-FFF2-40B4-BE49-F238E27FC236}">
                <a16:creationId xmlns:a16="http://schemas.microsoft.com/office/drawing/2014/main" id="{03709698-4956-3F7D-E3B0-E050298B5C59}"/>
              </a:ext>
            </a:extLst>
          </p:cNvPr>
          <p:cNvCxnSpPr>
            <a:cxnSpLocks/>
          </p:cNvCxnSpPr>
          <p:nvPr/>
        </p:nvCxnSpPr>
        <p:spPr>
          <a:xfrm>
            <a:off x="9113850" y="6249898"/>
            <a:ext cx="2715685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2" name="KeyTakeawayOF 7">
            <a:extLst>
              <a:ext uri="{FF2B5EF4-FFF2-40B4-BE49-F238E27FC236}">
                <a16:creationId xmlns:a16="http://schemas.microsoft.com/office/drawing/2014/main" id="{F776E5A0-EDCC-B2B0-C011-AC696C92E476}"/>
              </a:ext>
            </a:extLst>
          </p:cNvPr>
          <p:cNvSpPr txBox="1"/>
          <p:nvPr>
            <p:custDataLst>
              <p:tags r:id="rId43"/>
            </p:custDataLst>
          </p:nvPr>
        </p:nvSpPr>
        <p:spPr>
          <a:xfrm>
            <a:off x="9119553" y="1742547"/>
            <a:ext cx="2759410" cy="2554545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200"/>
              <a:t>In business segments, </a:t>
            </a:r>
            <a:r>
              <a:rPr lang="en-US" sz="1200" b="1"/>
              <a:t>SME significantly under performs compared to CIB</a:t>
            </a:r>
            <a:r>
              <a:rPr lang="en-US" sz="1200"/>
              <a:t>:</a:t>
            </a:r>
          </a:p>
          <a:p>
            <a:pPr lvl="2"/>
            <a:r>
              <a:rPr lang="en-US" sz="1200"/>
              <a:t>Challenges to due to </a:t>
            </a:r>
            <a:r>
              <a:rPr lang="en-US" sz="1200" b="1"/>
              <a:t>cost efficiency</a:t>
            </a:r>
            <a:r>
              <a:rPr lang="en-US" sz="1200"/>
              <a:t>, i.e. 20% of CIB NBI but 80% of CBI OPEX</a:t>
            </a:r>
          </a:p>
          <a:p>
            <a:pPr lvl="2"/>
            <a:r>
              <a:rPr lang="en-US" sz="1200"/>
              <a:t>More than 3x </a:t>
            </a:r>
            <a:r>
              <a:rPr lang="en-US" sz="1200" b="1"/>
              <a:t>NPL ratio</a:t>
            </a:r>
          </a:p>
          <a:p>
            <a:pPr lvl="2"/>
            <a:r>
              <a:rPr lang="en-US" sz="1200"/>
              <a:t>Overall </a:t>
            </a:r>
            <a:r>
              <a:rPr lang="en-US" sz="1200" b="1"/>
              <a:t>negative bottom line profitability</a:t>
            </a:r>
          </a:p>
          <a:p>
            <a:pPr lvl="1"/>
            <a:r>
              <a:rPr lang="en-US" sz="1200"/>
              <a:t>In other words, </a:t>
            </a:r>
            <a:r>
              <a:rPr lang="en-US" sz="1200" b="1"/>
              <a:t>NBI generated at a high margin in SME</a:t>
            </a:r>
            <a:r>
              <a:rPr lang="en-US" sz="1200"/>
              <a:t>, does not appear to compensate for the </a:t>
            </a:r>
            <a:r>
              <a:rPr lang="en-US" sz="1200" b="1"/>
              <a:t>costly service and risk</a:t>
            </a:r>
          </a:p>
        </p:txBody>
      </p:sp>
      <p:cxnSp>
        <p:nvCxnSpPr>
          <p:cNvPr id="501" name="Straight Connector 500">
            <a:extLst>
              <a:ext uri="{FF2B5EF4-FFF2-40B4-BE49-F238E27FC236}">
                <a16:creationId xmlns:a16="http://schemas.microsoft.com/office/drawing/2014/main" id="{A1C50130-2862-FBDE-FA71-1843B0F8CE52}"/>
              </a:ext>
            </a:extLst>
          </p:cNvPr>
          <p:cNvCxnSpPr/>
          <p:nvPr>
            <p:custDataLst>
              <p:tags r:id="rId44"/>
            </p:custDataLst>
          </p:nvPr>
        </p:nvCxnSpPr>
        <p:spPr bwMode="auto">
          <a:xfrm>
            <a:off x="8120063" y="386080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49" name="Straight Connector 448">
            <a:extLst>
              <a:ext uri="{FF2B5EF4-FFF2-40B4-BE49-F238E27FC236}">
                <a16:creationId xmlns:a16="http://schemas.microsoft.com/office/drawing/2014/main" id="{9DA7AFF7-B98D-5A53-8627-EC781F8F276F}"/>
              </a:ext>
            </a:extLst>
          </p:cNvPr>
          <p:cNvCxnSpPr/>
          <p:nvPr>
            <p:custDataLst>
              <p:tags r:id="rId45"/>
            </p:custDataLst>
          </p:nvPr>
        </p:nvCxnSpPr>
        <p:spPr bwMode="auto">
          <a:xfrm>
            <a:off x="8120063" y="349885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224F1-3439-D63F-67DC-A09158ED8937}"/>
              </a:ext>
            </a:extLst>
          </p:cNvPr>
          <p:cNvCxnSpPr/>
          <p:nvPr>
            <p:custDataLst>
              <p:tags r:id="rId46"/>
            </p:custDataLst>
          </p:nvPr>
        </p:nvCxnSpPr>
        <p:spPr bwMode="auto">
          <a:xfrm>
            <a:off x="7902575" y="313690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C4445732-DE16-17D1-7121-1D2739930D4D}"/>
              </a:ext>
            </a:extLst>
          </p:cNvPr>
          <p:cNvCxnSpPr/>
          <p:nvPr>
            <p:custDataLst>
              <p:tags r:id="rId47"/>
            </p:custDataLst>
          </p:nvPr>
        </p:nvCxnSpPr>
        <p:spPr bwMode="auto">
          <a:xfrm>
            <a:off x="7285038" y="277495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C55AD90A-83F2-4E0C-B5F3-7F9ABFDD8A6D}"/>
              </a:ext>
            </a:extLst>
          </p:cNvPr>
          <p:cNvCxnSpPr/>
          <p:nvPr>
            <p:custDataLst>
              <p:tags r:id="rId48"/>
            </p:custDataLst>
          </p:nvPr>
        </p:nvCxnSpPr>
        <p:spPr bwMode="auto">
          <a:xfrm>
            <a:off x="6607175" y="241300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50" name="Straight Connector 449">
            <a:extLst>
              <a:ext uri="{FF2B5EF4-FFF2-40B4-BE49-F238E27FC236}">
                <a16:creationId xmlns:a16="http://schemas.microsoft.com/office/drawing/2014/main" id="{C732C4EE-D413-EA3E-D5AA-727A62FD17B2}"/>
              </a:ext>
            </a:extLst>
          </p:cNvPr>
          <p:cNvCxnSpPr/>
          <p:nvPr>
            <p:custDataLst>
              <p:tags r:id="rId49"/>
            </p:custDataLst>
          </p:nvPr>
        </p:nvCxnSpPr>
        <p:spPr bwMode="auto">
          <a:xfrm>
            <a:off x="8120063" y="4222750"/>
            <a:ext cx="0" cy="46513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21" name="Straight Connector 520">
            <a:extLst>
              <a:ext uri="{FF2B5EF4-FFF2-40B4-BE49-F238E27FC236}">
                <a16:creationId xmlns:a16="http://schemas.microsoft.com/office/drawing/2014/main" id="{10B70F59-0734-342F-EFBA-5D4876C491D8}"/>
              </a:ext>
            </a:extLst>
          </p:cNvPr>
          <p:cNvCxnSpPr/>
          <p:nvPr>
            <p:custDataLst>
              <p:tags r:id="rId50"/>
            </p:custDataLst>
          </p:nvPr>
        </p:nvCxnSpPr>
        <p:spPr bwMode="auto">
          <a:xfrm>
            <a:off x="7418388" y="422275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86" name="Straight Connector 485">
            <a:extLst>
              <a:ext uri="{FF2B5EF4-FFF2-40B4-BE49-F238E27FC236}">
                <a16:creationId xmlns:a16="http://schemas.microsoft.com/office/drawing/2014/main" id="{E0B6D32E-0434-A8F6-5C0A-951A2D39D488}"/>
              </a:ext>
            </a:extLst>
          </p:cNvPr>
          <p:cNvCxnSpPr/>
          <p:nvPr>
            <p:custDataLst>
              <p:tags r:id="rId51"/>
            </p:custDataLst>
          </p:nvPr>
        </p:nvCxnSpPr>
        <p:spPr bwMode="auto">
          <a:xfrm>
            <a:off x="6784975" y="458470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51" name="Straight Connector 450">
            <a:extLst>
              <a:ext uri="{FF2B5EF4-FFF2-40B4-BE49-F238E27FC236}">
                <a16:creationId xmlns:a16="http://schemas.microsoft.com/office/drawing/2014/main" id="{684956BE-9C5A-D74F-7A79-68A68A554774}"/>
              </a:ext>
            </a:extLst>
          </p:cNvPr>
          <p:cNvCxnSpPr/>
          <p:nvPr>
            <p:custDataLst>
              <p:tags r:id="rId52"/>
            </p:custDataLst>
          </p:nvPr>
        </p:nvCxnSpPr>
        <p:spPr bwMode="auto">
          <a:xfrm>
            <a:off x="6784975" y="494665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52" name="Straight Connector 451">
            <a:extLst>
              <a:ext uri="{FF2B5EF4-FFF2-40B4-BE49-F238E27FC236}">
                <a16:creationId xmlns:a16="http://schemas.microsoft.com/office/drawing/2014/main" id="{035C973B-B644-C06C-2032-A91C72E0D56E}"/>
              </a:ext>
            </a:extLst>
          </p:cNvPr>
          <p:cNvCxnSpPr/>
          <p:nvPr>
            <p:custDataLst>
              <p:tags r:id="rId53"/>
            </p:custDataLst>
          </p:nvPr>
        </p:nvCxnSpPr>
        <p:spPr bwMode="auto">
          <a:xfrm>
            <a:off x="6580188" y="530860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53" name="Straight Connector 452">
            <a:extLst>
              <a:ext uri="{FF2B5EF4-FFF2-40B4-BE49-F238E27FC236}">
                <a16:creationId xmlns:a16="http://schemas.microsoft.com/office/drawing/2014/main" id="{F1B0CFAC-7174-3886-D3DA-9851A5A68822}"/>
              </a:ext>
            </a:extLst>
          </p:cNvPr>
          <p:cNvCxnSpPr/>
          <p:nvPr>
            <p:custDataLst>
              <p:tags r:id="rId54"/>
            </p:custDataLst>
          </p:nvPr>
        </p:nvCxnSpPr>
        <p:spPr bwMode="auto">
          <a:xfrm>
            <a:off x="6637338" y="5670550"/>
            <a:ext cx="0" cy="103188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487" name="Chart 486">
            <a:extLst>
              <a:ext uri="{FF2B5EF4-FFF2-40B4-BE49-F238E27FC236}">
                <a16:creationId xmlns:a16="http://schemas.microsoft.com/office/drawing/2014/main" id="{3D50AAB6-88D1-A316-E472-C7347DB5D416}"/>
              </a:ext>
            </a:extLst>
          </p:cNvPr>
          <p:cNvGraphicFramePr/>
          <p:nvPr>
            <p:custDataLst>
              <p:tags r:id="rId55"/>
            </p:custDataLst>
          </p:nvPr>
        </p:nvGraphicFramePr>
        <p:xfrm>
          <a:off x="5208588" y="2020888"/>
          <a:ext cx="2994025" cy="4146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4"/>
          </a:graphicData>
        </a:graphic>
      </p:graphicFrame>
      <p:sp useBgFill="1">
        <p:nvSpPr>
          <p:cNvPr id="20" name="Freeform: Shape 19">
            <a:extLst>
              <a:ext uri="{FF2B5EF4-FFF2-40B4-BE49-F238E27FC236}">
                <a16:creationId xmlns:a16="http://schemas.microsoft.com/office/drawing/2014/main" id="{FB9B33AD-45A1-4B84-B87D-9BED8A8946F7}"/>
              </a:ext>
            </a:extLst>
          </p:cNvPr>
          <p:cNvSpPr/>
          <p:nvPr>
            <p:custDataLst>
              <p:tags r:id="rId56"/>
            </p:custDataLst>
          </p:nvPr>
        </p:nvSpPr>
        <p:spPr bwMode="auto">
          <a:xfrm>
            <a:off x="6400800" y="2103438"/>
            <a:ext cx="153988" cy="360363"/>
          </a:xfrm>
          <a:custGeom>
            <a:avLst/>
            <a:gdLst/>
            <a:ahLst/>
            <a:cxnLst/>
            <a:rect l="0" t="0" r="0" b="0"/>
            <a:pathLst>
              <a:path w="153988" h="360363">
                <a:moveTo>
                  <a:pt x="153987" y="0"/>
                </a:moveTo>
                <a:lnTo>
                  <a:pt x="57150" y="360362"/>
                </a:lnTo>
                <a:lnTo>
                  <a:pt x="0" y="360362"/>
                </a:lnTo>
                <a:lnTo>
                  <a:pt x="96837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 useBgFill="1">
        <p:nvSpPr>
          <p:cNvPr id="36" name="Freeform: Shape 35">
            <a:extLst>
              <a:ext uri="{FF2B5EF4-FFF2-40B4-BE49-F238E27FC236}">
                <a16:creationId xmlns:a16="http://schemas.microsoft.com/office/drawing/2014/main" id="{8B1F8681-D686-F6C7-A18C-3B256B8C17EC}"/>
              </a:ext>
            </a:extLst>
          </p:cNvPr>
          <p:cNvSpPr/>
          <p:nvPr>
            <p:custDataLst>
              <p:tags r:id="rId57"/>
            </p:custDataLst>
          </p:nvPr>
        </p:nvSpPr>
        <p:spPr bwMode="auto">
          <a:xfrm>
            <a:off x="6400800" y="3551238"/>
            <a:ext cx="153988" cy="360363"/>
          </a:xfrm>
          <a:custGeom>
            <a:avLst/>
            <a:gdLst/>
            <a:ahLst/>
            <a:cxnLst/>
            <a:rect l="0" t="0" r="0" b="0"/>
            <a:pathLst>
              <a:path w="153988" h="360363">
                <a:moveTo>
                  <a:pt x="153987" y="0"/>
                </a:moveTo>
                <a:lnTo>
                  <a:pt x="57150" y="360362"/>
                </a:lnTo>
                <a:lnTo>
                  <a:pt x="0" y="360362"/>
                </a:lnTo>
                <a:lnTo>
                  <a:pt x="96837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 useBgFill="1">
        <p:nvSpPr>
          <p:cNvPr id="53" name="Freeform: Shape 52">
            <a:extLst>
              <a:ext uri="{FF2B5EF4-FFF2-40B4-BE49-F238E27FC236}">
                <a16:creationId xmlns:a16="http://schemas.microsoft.com/office/drawing/2014/main" id="{DBE31173-5416-75EA-2A1D-467301DEFB63}"/>
              </a:ext>
            </a:extLst>
          </p:cNvPr>
          <p:cNvSpPr/>
          <p:nvPr>
            <p:custDataLst>
              <p:tags r:id="rId58"/>
            </p:custDataLst>
          </p:nvPr>
        </p:nvSpPr>
        <p:spPr bwMode="auto">
          <a:xfrm>
            <a:off x="6400800" y="5722938"/>
            <a:ext cx="153988" cy="360363"/>
          </a:xfrm>
          <a:custGeom>
            <a:avLst/>
            <a:gdLst/>
            <a:ahLst/>
            <a:cxnLst/>
            <a:rect l="0" t="0" r="0" b="0"/>
            <a:pathLst>
              <a:path w="153988" h="360363">
                <a:moveTo>
                  <a:pt x="153987" y="0"/>
                </a:moveTo>
                <a:lnTo>
                  <a:pt x="57150" y="360362"/>
                </a:lnTo>
                <a:lnTo>
                  <a:pt x="0" y="360362"/>
                </a:lnTo>
                <a:lnTo>
                  <a:pt x="96837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E89C4FAA-B7A2-DBFC-0DE4-57A1C30D9DF4}"/>
              </a:ext>
            </a:extLst>
          </p:cNvPr>
          <p:cNvSpPr/>
          <p:nvPr>
            <p:custDataLst>
              <p:tags r:id="rId59"/>
            </p:custDataLst>
          </p:nvPr>
        </p:nvSpPr>
        <p:spPr bwMode="auto">
          <a:xfrm>
            <a:off x="6457950" y="5722938"/>
            <a:ext cx="96838" cy="360363"/>
          </a:xfrm>
          <a:custGeom>
            <a:avLst/>
            <a:gdLst/>
            <a:ahLst/>
            <a:cxnLst/>
            <a:rect l="0" t="0" r="0" b="0"/>
            <a:pathLst>
              <a:path w="96838" h="360363">
                <a:moveTo>
                  <a:pt x="96837" y="0"/>
                </a:moveTo>
                <a:lnTo>
                  <a:pt x="0" y="360362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404A6DDE-1C60-CBE9-80EB-9A016C027A8C}"/>
              </a:ext>
            </a:extLst>
          </p:cNvPr>
          <p:cNvSpPr/>
          <p:nvPr>
            <p:custDataLst>
              <p:tags r:id="rId60"/>
            </p:custDataLst>
          </p:nvPr>
        </p:nvSpPr>
        <p:spPr bwMode="auto">
          <a:xfrm>
            <a:off x="6400800" y="2103438"/>
            <a:ext cx="96838" cy="360363"/>
          </a:xfrm>
          <a:custGeom>
            <a:avLst/>
            <a:gdLst/>
            <a:ahLst/>
            <a:cxnLst/>
            <a:rect l="0" t="0" r="0" b="0"/>
            <a:pathLst>
              <a:path w="96838" h="360363">
                <a:moveTo>
                  <a:pt x="96837" y="0"/>
                </a:moveTo>
                <a:lnTo>
                  <a:pt x="0" y="360362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5931D0F1-08D1-9215-850E-17B158C8FF6B}"/>
              </a:ext>
            </a:extLst>
          </p:cNvPr>
          <p:cNvSpPr/>
          <p:nvPr>
            <p:custDataLst>
              <p:tags r:id="rId61"/>
            </p:custDataLst>
          </p:nvPr>
        </p:nvSpPr>
        <p:spPr bwMode="auto">
          <a:xfrm>
            <a:off x="6457950" y="2103438"/>
            <a:ext cx="96838" cy="360363"/>
          </a:xfrm>
          <a:custGeom>
            <a:avLst/>
            <a:gdLst/>
            <a:ahLst/>
            <a:cxnLst/>
            <a:rect l="0" t="0" r="0" b="0"/>
            <a:pathLst>
              <a:path w="96838" h="360363">
                <a:moveTo>
                  <a:pt x="96837" y="0"/>
                </a:moveTo>
                <a:lnTo>
                  <a:pt x="0" y="360362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11F0EB5E-AC09-E477-9298-188E09C7F36A}"/>
              </a:ext>
            </a:extLst>
          </p:cNvPr>
          <p:cNvSpPr/>
          <p:nvPr>
            <p:custDataLst>
              <p:tags r:id="rId62"/>
            </p:custDataLst>
          </p:nvPr>
        </p:nvSpPr>
        <p:spPr bwMode="auto">
          <a:xfrm>
            <a:off x="6400800" y="3551238"/>
            <a:ext cx="96838" cy="360363"/>
          </a:xfrm>
          <a:custGeom>
            <a:avLst/>
            <a:gdLst/>
            <a:ahLst/>
            <a:cxnLst/>
            <a:rect l="0" t="0" r="0" b="0"/>
            <a:pathLst>
              <a:path w="96838" h="360363">
                <a:moveTo>
                  <a:pt x="96837" y="0"/>
                </a:moveTo>
                <a:lnTo>
                  <a:pt x="0" y="360362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E34F399-9367-918E-F098-924B7C58E298}"/>
              </a:ext>
            </a:extLst>
          </p:cNvPr>
          <p:cNvSpPr/>
          <p:nvPr>
            <p:custDataLst>
              <p:tags r:id="rId63"/>
            </p:custDataLst>
          </p:nvPr>
        </p:nvSpPr>
        <p:spPr bwMode="auto">
          <a:xfrm>
            <a:off x="6457950" y="3551238"/>
            <a:ext cx="96838" cy="360363"/>
          </a:xfrm>
          <a:custGeom>
            <a:avLst/>
            <a:gdLst/>
            <a:ahLst/>
            <a:cxnLst/>
            <a:rect l="0" t="0" r="0" b="0"/>
            <a:pathLst>
              <a:path w="96838" h="360363">
                <a:moveTo>
                  <a:pt x="96837" y="0"/>
                </a:moveTo>
                <a:lnTo>
                  <a:pt x="0" y="360362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F244FF92-3D99-7873-6ADE-12283E8BA101}"/>
              </a:ext>
            </a:extLst>
          </p:cNvPr>
          <p:cNvSpPr/>
          <p:nvPr>
            <p:custDataLst>
              <p:tags r:id="rId64"/>
            </p:custDataLst>
          </p:nvPr>
        </p:nvSpPr>
        <p:spPr bwMode="auto">
          <a:xfrm>
            <a:off x="6400800" y="5722938"/>
            <a:ext cx="96838" cy="360363"/>
          </a:xfrm>
          <a:custGeom>
            <a:avLst/>
            <a:gdLst/>
            <a:ahLst/>
            <a:cxnLst/>
            <a:rect l="0" t="0" r="0" b="0"/>
            <a:pathLst>
              <a:path w="96838" h="360363">
                <a:moveTo>
                  <a:pt x="96837" y="0"/>
                </a:moveTo>
                <a:lnTo>
                  <a:pt x="0" y="360362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04" name="Straight Connector 503">
            <a:extLst>
              <a:ext uri="{FF2B5EF4-FFF2-40B4-BE49-F238E27FC236}">
                <a16:creationId xmlns:a16="http://schemas.microsoft.com/office/drawing/2014/main" id="{8441CF0A-F0C5-8371-C8EF-9E63947D95C0}"/>
              </a:ext>
            </a:extLst>
          </p:cNvPr>
          <p:cNvCxnSpPr/>
          <p:nvPr>
            <p:custDataLst>
              <p:tags r:id="rId65"/>
            </p:custDataLst>
          </p:nvPr>
        </p:nvCxnSpPr>
        <p:spPr bwMode="gray">
          <a:xfrm flipH="1">
            <a:off x="6608763" y="5540375"/>
            <a:ext cx="53975" cy="0"/>
          </a:xfrm>
          <a:prstGeom prst="line">
            <a:avLst/>
          </a:prstGeom>
          <a:ln w="3175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5" name="Text Placeholder 4">
            <a:extLst>
              <a:ext uri="{FF2B5EF4-FFF2-40B4-BE49-F238E27FC236}">
                <a16:creationId xmlns:a16="http://schemas.microsoft.com/office/drawing/2014/main" id="{228B961B-B5C5-B7B8-2915-C481996979B6}"/>
              </a:ext>
            </a:extLst>
          </p:cNvPr>
          <p:cNvSpPr>
            <a:spLocks noGrp="1"/>
          </p:cNvSpPr>
          <p:nvPr>
            <p:custDataLst>
              <p:tags r:id="rId66"/>
            </p:custDataLst>
          </p:nvPr>
        </p:nvSpPr>
        <p:spPr bwMode="gray">
          <a:xfrm>
            <a:off x="7637463" y="4002088"/>
            <a:ext cx="2651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A609330-E8A4-4E2B-94A2-C13CA31FF48A}" type="datetime'-''''''''''''''''''''''''2''''''''''''''''''''8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-28</a:t>
            </a:fld>
            <a:endParaRPr lang="en-US" sz="1200">
              <a:latin typeface="+mn-lt"/>
            </a:endParaRPr>
          </a:p>
        </p:txBody>
      </p:sp>
      <p:sp>
        <p:nvSpPr>
          <p:cNvPr id="463" name="Text Placeholder 4">
            <a:extLst>
              <a:ext uri="{FF2B5EF4-FFF2-40B4-BE49-F238E27FC236}">
                <a16:creationId xmlns:a16="http://schemas.microsoft.com/office/drawing/2014/main" id="{B36EE688-D119-2FFA-9D90-5811056A5E3C}"/>
              </a:ext>
            </a:extLst>
          </p:cNvPr>
          <p:cNvSpPr>
            <a:spLocks noGrp="1"/>
          </p:cNvSpPr>
          <p:nvPr>
            <p:custDataLst>
              <p:tags r:id="rId67"/>
            </p:custDataLst>
          </p:nvPr>
        </p:nvSpPr>
        <p:spPr bwMode="gray">
          <a:xfrm>
            <a:off x="7947025" y="3278188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9827152-7FA7-40F7-BCDE-21BE9C81CCA9}" type="datetime'''''''''''''''''''''''9''''''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9</a:t>
            </a:fld>
            <a:endParaRPr lang="en-US" sz="1200">
              <a:latin typeface="+mn-lt"/>
            </a:endParaRPr>
          </a:p>
        </p:txBody>
      </p:sp>
      <p:sp>
        <p:nvSpPr>
          <p:cNvPr id="461" name="Text Placeholder 4">
            <a:extLst>
              <a:ext uri="{FF2B5EF4-FFF2-40B4-BE49-F238E27FC236}">
                <a16:creationId xmlns:a16="http://schemas.microsoft.com/office/drawing/2014/main" id="{41191C56-8899-F83F-DD07-DE8D7D78D178}"/>
              </a:ext>
            </a:extLst>
          </p:cNvPr>
          <p:cNvSpPr>
            <a:spLocks noGrp="1"/>
          </p:cNvSpPr>
          <p:nvPr>
            <p:custDataLst>
              <p:tags r:id="rId68"/>
            </p:custDataLst>
          </p:nvPr>
        </p:nvSpPr>
        <p:spPr bwMode="gray">
          <a:xfrm>
            <a:off x="7488238" y="2916238"/>
            <a:ext cx="209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2E2BAD2-A050-46C1-A210-797C35247541}" type="datetime'''25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25</a:t>
            </a:fld>
            <a:endParaRPr lang="en-US" sz="1200">
              <a:latin typeface="+mn-lt"/>
            </a:endParaRPr>
          </a:p>
        </p:txBody>
      </p:sp>
      <p:sp>
        <p:nvSpPr>
          <p:cNvPr id="459" name="Text Placeholder 4">
            <a:extLst>
              <a:ext uri="{FF2B5EF4-FFF2-40B4-BE49-F238E27FC236}">
                <a16:creationId xmlns:a16="http://schemas.microsoft.com/office/drawing/2014/main" id="{9519FD0E-EF69-D042-5986-9D18D7E1A8B0}"/>
              </a:ext>
            </a:extLst>
          </p:cNvPr>
          <p:cNvSpPr>
            <a:spLocks noGrp="1"/>
          </p:cNvSpPr>
          <p:nvPr>
            <p:custDataLst>
              <p:tags r:id="rId69"/>
            </p:custDataLst>
          </p:nvPr>
        </p:nvSpPr>
        <p:spPr bwMode="gray">
          <a:xfrm>
            <a:off x="6840538" y="2554288"/>
            <a:ext cx="209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949BD1E-9AA9-4ED3-888B-FE3D707BD822}" type="datetime'''''''''''2''''''''''''''''''''7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27</a:t>
            </a:fld>
            <a:endParaRPr lang="en-US" sz="1200">
              <a:latin typeface="+mn-lt"/>
            </a:endParaRPr>
          </a:p>
        </p:txBody>
      </p:sp>
      <p:sp>
        <p:nvSpPr>
          <p:cNvPr id="468" name="Text Placeholder 4">
            <a:extLst>
              <a:ext uri="{FF2B5EF4-FFF2-40B4-BE49-F238E27FC236}">
                <a16:creationId xmlns:a16="http://schemas.microsoft.com/office/drawing/2014/main" id="{002927D7-6CD4-68FC-52B7-AB5FE471E21B}"/>
              </a:ext>
            </a:extLst>
          </p:cNvPr>
          <p:cNvSpPr>
            <a:spLocks noGrp="1"/>
          </p:cNvSpPr>
          <p:nvPr>
            <p:custDataLst>
              <p:tags r:id="rId70"/>
            </p:custDataLst>
          </p:nvPr>
        </p:nvSpPr>
        <p:spPr bwMode="gray">
          <a:xfrm>
            <a:off x="6591300" y="5087938"/>
            <a:ext cx="1825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C6B92E6-D6C7-46A4-886B-34B13EC8ACB7}" type="datetime'''''-''''''''''''''''''''8''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-8</a:t>
            </a:fld>
            <a:endParaRPr lang="en-US" sz="1200">
              <a:latin typeface="+mn-lt"/>
            </a:endParaRPr>
          </a:p>
        </p:txBody>
      </p:sp>
      <p:sp>
        <p:nvSpPr>
          <p:cNvPr id="476" name="Text Placeholder 4">
            <a:extLst>
              <a:ext uri="{FF2B5EF4-FFF2-40B4-BE49-F238E27FC236}">
                <a16:creationId xmlns:a16="http://schemas.microsoft.com/office/drawing/2014/main" id="{F2F9CF96-4A05-867E-C34E-1D9934841D83}"/>
              </a:ext>
            </a:extLst>
          </p:cNvPr>
          <p:cNvSpPr>
            <a:spLocks noGrp="1"/>
          </p:cNvSpPr>
          <p:nvPr>
            <p:custDataLst>
              <p:tags r:id="rId71"/>
            </p:custDataLst>
          </p:nvPr>
        </p:nvSpPr>
        <p:spPr bwMode="gray">
          <a:xfrm>
            <a:off x="7319963" y="4725988"/>
            <a:ext cx="2651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B6DC2E2-C89F-4FA2-BEA9-6CF7E413D9E4}" type="datetime'''''-''''''''''''''5''3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-53</a:t>
            </a:fld>
            <a:endParaRPr lang="en-US" sz="1200">
              <a:latin typeface="+mn-lt"/>
            </a:endParaRPr>
          </a:p>
        </p:txBody>
      </p:sp>
      <p:sp>
        <p:nvSpPr>
          <p:cNvPr id="529" name="Text Placeholder 4">
            <a:extLst>
              <a:ext uri="{FF2B5EF4-FFF2-40B4-BE49-F238E27FC236}">
                <a16:creationId xmlns:a16="http://schemas.microsoft.com/office/drawing/2014/main" id="{AEDCBD16-363F-2554-57E5-6F129D77093D}"/>
              </a:ext>
            </a:extLst>
          </p:cNvPr>
          <p:cNvSpPr>
            <a:spLocks noGrp="1"/>
          </p:cNvSpPr>
          <p:nvPr>
            <p:custDataLst>
              <p:tags r:id="rId72"/>
            </p:custDataLst>
          </p:nvPr>
        </p:nvSpPr>
        <p:spPr bwMode="gray">
          <a:xfrm>
            <a:off x="6969125" y="4364038"/>
            <a:ext cx="2651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C002D2D-1A05-4F75-AC79-656B77000056}" type="datetime'-''''''2''''''''''''''''''''''''''''''''''5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-25</a:t>
            </a:fld>
            <a:endParaRPr lang="en-US" sz="1200">
              <a:latin typeface="+mn-lt"/>
            </a:endParaRPr>
          </a:p>
        </p:txBody>
      </p:sp>
      <p:sp>
        <p:nvSpPr>
          <p:cNvPr id="488" name="Text Placeholder 4">
            <a:extLst>
              <a:ext uri="{FF2B5EF4-FFF2-40B4-BE49-F238E27FC236}">
                <a16:creationId xmlns:a16="http://schemas.microsoft.com/office/drawing/2014/main" id="{4D5470F1-A9BD-F8B2-33DD-35846F24ADD6}"/>
              </a:ext>
            </a:extLst>
          </p:cNvPr>
          <p:cNvSpPr>
            <a:spLocks noGrp="1"/>
          </p:cNvSpPr>
          <p:nvPr>
            <p:custDataLst>
              <p:tags r:id="rId73"/>
            </p:custDataLst>
          </p:nvPr>
        </p:nvSpPr>
        <p:spPr bwMode="gray">
          <a:xfrm>
            <a:off x="6632575" y="2192338"/>
            <a:ext cx="292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D80BC268-87CA-4E3A-9511-5708E356EE76}" type="datetime'''''''''''1''''''''''''''''''''''''0''''''''''1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101</a:t>
            </a:fld>
            <a:endParaRPr lang="en-US" sz="1200">
              <a:latin typeface="+mn-lt"/>
            </a:endParaRPr>
          </a:p>
        </p:txBody>
      </p:sp>
      <p:sp>
        <p:nvSpPr>
          <p:cNvPr id="50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74"/>
            </p:custDataLst>
          </p:nvPr>
        </p:nvSpPr>
        <p:spPr bwMode="gray">
          <a:xfrm>
            <a:off x="8145463" y="3640138"/>
            <a:ext cx="292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A3FB4D1-BCE0-43CF-A5FC-5996D671E796}" type="datetime'''''''''''''''''''''''''1''''''''''''62''''''''''''''''''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162</a:t>
            </a:fld>
            <a:endParaRPr lang="en-US" sz="1200">
              <a:latin typeface="+mn-lt"/>
            </a:endParaRPr>
          </a:p>
        </p:txBody>
      </p:sp>
      <p:sp>
        <p:nvSpPr>
          <p:cNvPr id="510" name="Text Placeholder 4">
            <a:extLst>
              <a:ext uri="{FF2B5EF4-FFF2-40B4-BE49-F238E27FC236}">
                <a16:creationId xmlns:a16="http://schemas.microsoft.com/office/drawing/2014/main" id="{CCA33B92-0C17-F56D-652E-BDEF9EFDE492}"/>
              </a:ext>
            </a:extLst>
          </p:cNvPr>
          <p:cNvSpPr>
            <a:spLocks noGrp="1"/>
          </p:cNvSpPr>
          <p:nvPr>
            <p:custDataLst>
              <p:tags r:id="rId75"/>
            </p:custDataLst>
          </p:nvPr>
        </p:nvSpPr>
        <p:spPr bwMode="gray">
          <a:xfrm>
            <a:off x="6662738" y="5811838"/>
            <a:ext cx="292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242D20C-E5D8-4414-B2AA-31D709C90BDD}" type="datetime'''''''''''''''''''''''''1''02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102</a:t>
            </a:fld>
            <a:endParaRPr lang="en-US" sz="1200">
              <a:latin typeface="+mn-lt"/>
            </a:endParaRPr>
          </a:p>
        </p:txBody>
      </p:sp>
      <p:sp>
        <p:nvSpPr>
          <p:cNvPr id="478" name="Text Placeholder 4">
            <a:extLst>
              <a:ext uri="{FF2B5EF4-FFF2-40B4-BE49-F238E27FC236}">
                <a16:creationId xmlns:a16="http://schemas.microsoft.com/office/drawing/2014/main" id="{7BCF2C31-F6AD-4770-4FDE-9C2C9B4B613D}"/>
              </a:ext>
            </a:extLst>
          </p:cNvPr>
          <p:cNvSpPr>
            <a:spLocks noGrp="1"/>
          </p:cNvSpPr>
          <p:nvPr>
            <p:custDataLst>
              <p:tags r:id="rId76"/>
            </p:custDataLst>
          </p:nvPr>
        </p:nvSpPr>
        <p:spPr bwMode="gray">
          <a:xfrm>
            <a:off x="6662738" y="5449888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B6E8BCC8-AAC0-4A82-BDC5-D26AEC80C089}" type="datetime'''2''''''''''''''''''''''''''''''''''''''''''''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2</a:t>
            </a:fld>
            <a:endParaRPr lang="en-US" sz="1200">
              <a:latin typeface="+mn-lt"/>
            </a:endParaRPr>
          </a:p>
        </p:txBody>
      </p:sp>
      <p:sp>
        <p:nvSpPr>
          <p:cNvPr id="694" name="Oval 693">
            <a:extLst>
              <a:ext uri="{FF2B5EF4-FFF2-40B4-BE49-F238E27FC236}">
                <a16:creationId xmlns:a16="http://schemas.microsoft.com/office/drawing/2014/main" id="{9E497EAE-E32B-D65A-FFD7-BD02639CB6AF}"/>
              </a:ext>
            </a:extLst>
          </p:cNvPr>
          <p:cNvSpPr/>
          <p:nvPr/>
        </p:nvSpPr>
        <p:spPr>
          <a:xfrm>
            <a:off x="4394200" y="1723469"/>
            <a:ext cx="583084" cy="225634"/>
          </a:xfrm>
          <a:prstGeom prst="ellipse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6.5%</a:t>
            </a:r>
          </a:p>
        </p:txBody>
      </p:sp>
      <p:sp>
        <p:nvSpPr>
          <p:cNvPr id="695" name="Oval 694">
            <a:extLst>
              <a:ext uri="{FF2B5EF4-FFF2-40B4-BE49-F238E27FC236}">
                <a16:creationId xmlns:a16="http://schemas.microsoft.com/office/drawing/2014/main" id="{B65C6222-A16C-35DC-4570-48C9BA2B7272}"/>
              </a:ext>
            </a:extLst>
          </p:cNvPr>
          <p:cNvSpPr/>
          <p:nvPr/>
        </p:nvSpPr>
        <p:spPr>
          <a:xfrm>
            <a:off x="7890356" y="1721823"/>
            <a:ext cx="583084" cy="225634"/>
          </a:xfrm>
          <a:prstGeom prst="ellipse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1.9%</a:t>
            </a:r>
          </a:p>
        </p:txBody>
      </p:sp>
      <p:sp>
        <p:nvSpPr>
          <p:cNvPr id="698" name="Oval 697">
            <a:extLst>
              <a:ext uri="{FF2B5EF4-FFF2-40B4-BE49-F238E27FC236}">
                <a16:creationId xmlns:a16="http://schemas.microsoft.com/office/drawing/2014/main" id="{C7F7571E-A4CF-2D69-8AAB-4E1EA76F5876}"/>
              </a:ext>
            </a:extLst>
          </p:cNvPr>
          <p:cNvSpPr/>
          <p:nvPr/>
        </p:nvSpPr>
        <p:spPr>
          <a:xfrm>
            <a:off x="7180829" y="1315141"/>
            <a:ext cx="583084" cy="225634"/>
          </a:xfrm>
          <a:prstGeom prst="ellipse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xx%</a:t>
            </a:r>
          </a:p>
        </p:txBody>
      </p:sp>
      <p:sp>
        <p:nvSpPr>
          <p:cNvPr id="699" name="KeyTakeawayOF 7">
            <a:extLst>
              <a:ext uri="{FF2B5EF4-FFF2-40B4-BE49-F238E27FC236}">
                <a16:creationId xmlns:a16="http://schemas.microsoft.com/office/drawing/2014/main" id="{C1BAA1C4-C8C9-4AEB-CCA4-4AD3F1FDFE96}"/>
              </a:ext>
            </a:extLst>
          </p:cNvPr>
          <p:cNvSpPr txBox="1"/>
          <p:nvPr>
            <p:custDataLst>
              <p:tags r:id="rId77"/>
            </p:custDataLst>
          </p:nvPr>
        </p:nvSpPr>
        <p:spPr>
          <a:xfrm>
            <a:off x="7841624" y="1335079"/>
            <a:ext cx="631816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en-US" sz="1200"/>
              <a:t>NPL ratio</a:t>
            </a:r>
          </a:p>
        </p:txBody>
      </p:sp>
      <p:sp>
        <p:nvSpPr>
          <p:cNvPr id="700" name="5. Source">
            <a:extLst>
              <a:ext uri="{FF2B5EF4-FFF2-40B4-BE49-F238E27FC236}">
                <a16:creationId xmlns:a16="http://schemas.microsoft.com/office/drawing/2014/main" id="{BC357749-81A2-2839-F061-B05BB782C438}"/>
              </a:ext>
            </a:extLst>
          </p:cNvPr>
          <p:cNvSpPr txBox="1">
            <a:spLocks/>
          </p:cNvSpPr>
          <p:nvPr>
            <p:custDataLst>
              <p:tags r:id="rId78"/>
            </p:custDataLst>
          </p:nvPr>
        </p:nvSpPr>
        <p:spPr>
          <a:xfrm>
            <a:off x="554736" y="6514142"/>
            <a:ext cx="7918704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PASHA Bank data</a:t>
            </a:r>
          </a:p>
        </p:txBody>
      </p:sp>
      <p:sp>
        <p:nvSpPr>
          <p:cNvPr id="701" name="Sticker">
            <a:extLst>
              <a:ext uri="{FF2B5EF4-FFF2-40B4-BE49-F238E27FC236}">
                <a16:creationId xmlns:a16="http://schemas.microsoft.com/office/drawing/2014/main" id="{097F36F5-6BF8-78E3-4126-9C371151C3FC}"/>
              </a:ext>
            </a:extLst>
          </p:cNvPr>
          <p:cNvSpPr txBox="1"/>
          <p:nvPr/>
        </p:nvSpPr>
        <p:spPr>
          <a:xfrm>
            <a:off x="7793929" y="0"/>
            <a:ext cx="4398071" cy="216513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540000" bIns="0" rtlCol="0" anchor="ctr" anchorCtr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spcBef>
                <a:spcPts val="300"/>
              </a:spcBef>
              <a:spcAft>
                <a:spcPts val="300"/>
              </a:spcAft>
              <a:buNone/>
              <a:defRPr sz="800" b="1" kern="1200" cap="all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rtl="0"/>
            <a:r>
              <a:rPr lang="en-US" sz="1200">
                <a:latin typeface="+mn-lt"/>
              </a:rPr>
              <a:t>Draft for internal discussion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96C74133-67FD-BF95-3251-35EB19831D2A}"/>
              </a:ext>
            </a:extLst>
          </p:cNvPr>
          <p:cNvGrpSpPr>
            <a:grpSpLocks/>
          </p:cNvGrpSpPr>
          <p:nvPr/>
        </p:nvGrpSpPr>
        <p:grpSpPr>
          <a:xfrm>
            <a:off x="1808523" y="1797443"/>
            <a:ext cx="3182815" cy="197251"/>
            <a:chOff x="1720850" y="1797443"/>
            <a:chExt cx="2120571" cy="197251"/>
          </a:xfrm>
        </p:grpSpPr>
        <p:cxnSp>
          <p:nvCxnSpPr>
            <p:cNvPr id="571" name="Straight Connector 570">
              <a:extLst>
                <a:ext uri="{FF2B5EF4-FFF2-40B4-BE49-F238E27FC236}">
                  <a16:creationId xmlns:a16="http://schemas.microsoft.com/office/drawing/2014/main" id="{75B76D2F-6F66-6727-4DEB-F66B53330146}"/>
                </a:ext>
              </a:extLst>
            </p:cNvPr>
            <p:cNvCxnSpPr>
              <a:cxnSpLocks/>
            </p:cNvCxnSpPr>
            <p:nvPr/>
          </p:nvCxnSpPr>
          <p:spPr>
            <a:xfrm>
              <a:off x="1720850" y="1994694"/>
              <a:ext cx="2120571" cy="0"/>
            </a:xfrm>
            <a:prstGeom prst="line">
              <a:avLst/>
            </a:prstGeom>
            <a:ln w="12700" cap="flat">
              <a:solidFill>
                <a:srgbClr val="757575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1477350-E1F3-C642-248A-8FEE81C5A572}"/>
                </a:ext>
              </a:extLst>
            </p:cNvPr>
            <p:cNvSpPr txBox="1">
              <a:spLocks/>
            </p:cNvSpPr>
            <p:nvPr/>
          </p:nvSpPr>
          <p:spPr>
            <a:xfrm>
              <a:off x="1720850" y="1797443"/>
              <a:ext cx="2120571" cy="184666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 b="1"/>
                <a:t>SME</a:t>
              </a:r>
              <a:endParaRPr lang="ru-RU" sz="1200" b="1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42959E6F-2FB9-0F9F-2966-785242088765}"/>
              </a:ext>
            </a:extLst>
          </p:cNvPr>
          <p:cNvGrpSpPr>
            <a:grpSpLocks/>
          </p:cNvGrpSpPr>
          <p:nvPr/>
        </p:nvGrpSpPr>
        <p:grpSpPr>
          <a:xfrm>
            <a:off x="5290625" y="1797443"/>
            <a:ext cx="3182815" cy="197251"/>
            <a:chOff x="1720850" y="1797443"/>
            <a:chExt cx="2120571" cy="197251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8D116B8B-6EAF-EB69-C9BC-30514E4DA741}"/>
                </a:ext>
              </a:extLst>
            </p:cNvPr>
            <p:cNvCxnSpPr>
              <a:cxnSpLocks/>
            </p:cNvCxnSpPr>
            <p:nvPr/>
          </p:nvCxnSpPr>
          <p:spPr>
            <a:xfrm>
              <a:off x="1720850" y="1994694"/>
              <a:ext cx="2120571" cy="0"/>
            </a:xfrm>
            <a:prstGeom prst="line">
              <a:avLst/>
            </a:prstGeom>
            <a:ln w="12700" cap="flat">
              <a:solidFill>
                <a:srgbClr val="757575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03661E8-D9F0-0B73-EB88-CB1BE9166F17}"/>
                </a:ext>
              </a:extLst>
            </p:cNvPr>
            <p:cNvSpPr txBox="1">
              <a:spLocks/>
            </p:cNvSpPr>
            <p:nvPr/>
          </p:nvSpPr>
          <p:spPr>
            <a:xfrm>
              <a:off x="1720850" y="1797443"/>
              <a:ext cx="2120571" cy="184666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 b="1"/>
                <a:t>CIB</a:t>
              </a:r>
              <a:endParaRPr lang="ru-RU" sz="1200" b="1"/>
            </a:p>
          </p:txBody>
        </p:sp>
      </p:grp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65E74BEF-4DFC-6B1C-90BA-89533644AA35}"/>
              </a:ext>
            </a:extLst>
          </p:cNvPr>
          <p:cNvCxnSpPr>
            <a:cxnSpLocks/>
          </p:cNvCxnSpPr>
          <p:nvPr/>
        </p:nvCxnSpPr>
        <p:spPr>
          <a:xfrm>
            <a:off x="554736" y="3538354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79E734C4-8F12-73E2-65AD-2D6B5E7FF2D4}"/>
              </a:ext>
            </a:extLst>
          </p:cNvPr>
          <p:cNvCxnSpPr>
            <a:cxnSpLocks/>
          </p:cNvCxnSpPr>
          <p:nvPr/>
        </p:nvCxnSpPr>
        <p:spPr>
          <a:xfrm>
            <a:off x="554736" y="5711113"/>
            <a:ext cx="7918704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5455707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D62660-AA16-3FF1-D92C-814A4D4C9A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11" hidden="1">
            <a:extLst>
              <a:ext uri="{FF2B5EF4-FFF2-40B4-BE49-F238E27FC236}">
                <a16:creationId xmlns:a16="http://schemas.microsoft.com/office/drawing/2014/main" id="{ACABF8C3-66D3-5D82-7A9D-6B84060BBDA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-1868046" y="-1049864"/>
          <a:ext cx="2115" cy="21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1" imgW="493" imgH="493" progId="TCLayout.ActiveDocument.1">
                  <p:embed/>
                </p:oleObj>
              </mc:Choice>
              <mc:Fallback>
                <p:oleObj name="think-cell Slide" r:id="rId111" imgW="493" imgH="493" progId="TCLayout.ActiveDocument.1">
                  <p:embed/>
                  <p:pic>
                    <p:nvPicPr>
                      <p:cNvPr id="12" name="Object 11" hidden="1">
                        <a:extLst>
                          <a:ext uri="{FF2B5EF4-FFF2-40B4-BE49-F238E27FC236}">
                            <a16:creationId xmlns:a16="http://schemas.microsoft.com/office/drawing/2014/main" id="{ACABF8C3-66D3-5D82-7A9D-6B84060BBDA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2"/>
                      <a:stretch>
                        <a:fillRect/>
                      </a:stretch>
                    </p:blipFill>
                    <p:spPr>
                      <a:xfrm>
                        <a:off x="-1868046" y="-1049864"/>
                        <a:ext cx="2115" cy="211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tangle 286">
            <a:extLst>
              <a:ext uri="{FF2B5EF4-FFF2-40B4-BE49-F238E27FC236}">
                <a16:creationId xmlns:a16="http://schemas.microsoft.com/office/drawing/2014/main" id="{1C457A9A-8A5C-A770-4A77-CF52C3ED860B}"/>
              </a:ext>
            </a:extLst>
          </p:cNvPr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2181463" y="323532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Rectangle 286">
            <a:extLst>
              <a:ext uri="{FF2B5EF4-FFF2-40B4-BE49-F238E27FC236}">
                <a16:creationId xmlns:a16="http://schemas.microsoft.com/office/drawing/2014/main" id="{11B19513-E789-1B16-A1DA-11CBD8A46D30}"/>
              </a:ext>
            </a:extLst>
          </p:cNvPr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181463" y="505618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Rectangle 286">
            <a:extLst>
              <a:ext uri="{FF2B5EF4-FFF2-40B4-BE49-F238E27FC236}">
                <a16:creationId xmlns:a16="http://schemas.microsoft.com/office/drawing/2014/main" id="{2F81A348-1E11-4BBB-0EFA-DE4D554750DE}"/>
              </a:ext>
            </a:extLst>
          </p:cNvPr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436313" y="4037013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Rectangle 286">
            <a:extLst>
              <a:ext uri="{FF2B5EF4-FFF2-40B4-BE49-F238E27FC236}">
                <a16:creationId xmlns:a16="http://schemas.microsoft.com/office/drawing/2014/main" id="{09183E09-B44A-8966-6749-A00EBA9BE6D2}"/>
              </a:ext>
            </a:extLst>
          </p:cNvPr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436313" y="163353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Rectangle 286">
            <a:extLst>
              <a:ext uri="{FF2B5EF4-FFF2-40B4-BE49-F238E27FC236}">
                <a16:creationId xmlns:a16="http://schemas.microsoft.com/office/drawing/2014/main" id="{4F514D01-B7B1-2C2A-7CEA-092AA8B725BE}"/>
              </a:ext>
            </a:extLst>
          </p:cNvPr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436313" y="283527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Rectangle 286">
            <a:extLst>
              <a:ext uri="{FF2B5EF4-FFF2-40B4-BE49-F238E27FC236}">
                <a16:creationId xmlns:a16="http://schemas.microsoft.com/office/drawing/2014/main" id="{424F96AB-B2A6-9522-461F-E09DCB8CE9E4}"/>
              </a:ext>
            </a:extLst>
          </p:cNvPr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54038" y="4103687"/>
            <a:ext cx="1409700" cy="1141413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Rectangle 286">
            <a:extLst>
              <a:ext uri="{FF2B5EF4-FFF2-40B4-BE49-F238E27FC236}">
                <a16:creationId xmlns:a16="http://schemas.microsoft.com/office/drawing/2014/main" id="{4474776E-03B1-79AD-B637-1AF57A8E5633}"/>
              </a:ext>
            </a:extLst>
          </p:cNvPr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808888" y="506412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Rectangle 286">
            <a:extLst>
              <a:ext uri="{FF2B5EF4-FFF2-40B4-BE49-F238E27FC236}">
                <a16:creationId xmlns:a16="http://schemas.microsoft.com/office/drawing/2014/main" id="{342AE285-37D0-BCA3-5FA2-7D6763C546A3}"/>
              </a:ext>
            </a:extLst>
          </p:cNvPr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808888" y="203358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" name="Rectangle 286">
            <a:extLst>
              <a:ext uri="{FF2B5EF4-FFF2-40B4-BE49-F238E27FC236}">
                <a16:creationId xmlns:a16="http://schemas.microsoft.com/office/drawing/2014/main" id="{FE465DF5-79C0-7611-5587-09A7AEF3A423}"/>
              </a:ext>
            </a:extLst>
          </p:cNvPr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808888" y="3548857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8" name="Rectangle 286">
            <a:extLst>
              <a:ext uri="{FF2B5EF4-FFF2-40B4-BE49-F238E27FC236}">
                <a16:creationId xmlns:a16="http://schemas.microsoft.com/office/drawing/2014/main" id="{A6B2D9A3-CF8D-CFD4-1E30-63B4B9193254}"/>
              </a:ext>
            </a:extLst>
          </p:cNvPr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063740" y="163353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9" name="Rectangle 286">
            <a:extLst>
              <a:ext uri="{FF2B5EF4-FFF2-40B4-BE49-F238E27FC236}">
                <a16:creationId xmlns:a16="http://schemas.microsoft.com/office/drawing/2014/main" id="{56F73121-D80C-6A30-BA1A-C1D4D401A97C}"/>
              </a:ext>
            </a:extLst>
          </p:cNvPr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063740" y="283527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0EFD31D5-A591-4525-82E1-CFDEF9BA6412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90" y="1"/>
            <a:ext cx="161974" cy="161974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1A3F9E86-4DF8-BF79-C324-BAF3A88303E4}"/>
              </a:ext>
            </a:extLst>
          </p:cNvPr>
          <p:cNvSpPr>
            <a:spLocks/>
          </p:cNvSpPr>
          <p:nvPr/>
        </p:nvSpPr>
        <p:spPr>
          <a:xfrm>
            <a:off x="7327775" y="1286354"/>
            <a:ext cx="303530" cy="160295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xx%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210C06AA-2996-4A4C-291E-90ABC8B923B0}"/>
              </a:ext>
            </a:extLst>
          </p:cNvPr>
          <p:cNvSpPr txBox="1"/>
          <p:nvPr/>
        </p:nvSpPr>
        <p:spPr>
          <a:xfrm>
            <a:off x="7686365" y="1289558"/>
            <a:ext cx="787075" cy="153888"/>
          </a:xfrm>
          <a:prstGeom prst="rect">
            <a:avLst/>
          </a:prstGeom>
        </p:spPr>
        <p:txBody>
          <a:bodyPr vert="horz" wrap="non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t>Cost / Income</a:t>
            </a:r>
          </a:p>
        </p:txBody>
      </p:sp>
      <p:sp>
        <p:nvSpPr>
          <p:cNvPr id="21" name="Rectangle 286">
            <a:extLst>
              <a:ext uri="{FF2B5EF4-FFF2-40B4-BE49-F238E27FC236}">
                <a16:creationId xmlns:a16="http://schemas.microsoft.com/office/drawing/2014/main" id="{E54640F2-F921-9107-9A5C-8BDAB203FC54}"/>
              </a:ext>
            </a:extLst>
          </p:cNvPr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849688" y="5111750"/>
            <a:ext cx="1327150" cy="307975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Operating Costs/Assets, %</a:t>
            </a:r>
          </a:p>
        </p:txBody>
      </p:sp>
      <p:sp>
        <p:nvSpPr>
          <p:cNvPr id="24" name="Rectangle 286">
            <a:extLst>
              <a:ext uri="{FF2B5EF4-FFF2-40B4-BE49-F238E27FC236}">
                <a16:creationId xmlns:a16="http://schemas.microsoft.com/office/drawing/2014/main" id="{24CB6037-57B4-E1D4-A78F-57306C6D7CF8}"/>
              </a:ext>
            </a:extLst>
          </p:cNvPr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3849688" y="3601244"/>
            <a:ext cx="1328738" cy="1539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Provisions/Assets , %</a:t>
            </a:r>
          </a:p>
        </p:txBody>
      </p:sp>
      <p:sp>
        <p:nvSpPr>
          <p:cNvPr id="25" name="Rectangle 286">
            <a:extLst>
              <a:ext uri="{FF2B5EF4-FFF2-40B4-BE49-F238E27FC236}">
                <a16:creationId xmlns:a16="http://schemas.microsoft.com/office/drawing/2014/main" id="{1A981B10-A2DF-46DD-59A8-EA7D21BA7152}"/>
              </a:ext>
            </a:extLst>
          </p:cNvPr>
          <p:cNvSpPr txBox="1"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223532" y="3282950"/>
            <a:ext cx="1325563" cy="1539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Return on Assets, % </a:t>
            </a:r>
          </a:p>
        </p:txBody>
      </p:sp>
      <p:sp>
        <p:nvSpPr>
          <p:cNvPr id="27" name="Rectangle 286">
            <a:extLst>
              <a:ext uri="{FF2B5EF4-FFF2-40B4-BE49-F238E27FC236}">
                <a16:creationId xmlns:a16="http://schemas.microsoft.com/office/drawing/2014/main" id="{520464ED-11FA-E292-531B-C24B56495634}"/>
              </a:ext>
            </a:extLst>
          </p:cNvPr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219325" y="5103813"/>
            <a:ext cx="133350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indent="0" defTabSz="895350" eaLnBrk="1" hangingPunct="1">
              <a:buClr>
                <a:schemeClr val="tx2"/>
              </a:buClr>
              <a:defRPr sz="1000" b="1">
                <a:solidFill>
                  <a:schemeClr val="bg1"/>
                </a:solidFill>
                <a:latin typeface="+mj-lt"/>
              </a:defRPr>
            </a:lvl1pPr>
            <a:lvl2pPr marL="193675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6125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0" marR="0" lvl="0" indent="0" algn="l" defTabSz="8953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Leverage (Assets/Equity)</a:t>
            </a:r>
          </a:p>
        </p:txBody>
      </p:sp>
      <p:sp>
        <p:nvSpPr>
          <p:cNvPr id="22" name="Rectangle 286">
            <a:extLst>
              <a:ext uri="{FF2B5EF4-FFF2-40B4-BE49-F238E27FC236}">
                <a16:creationId xmlns:a16="http://schemas.microsoft.com/office/drawing/2014/main" id="{4E86A8A6-C842-E13F-DE2C-1235CAB87E62}"/>
              </a:ext>
            </a:extLst>
          </p:cNvPr>
          <p:cNvSpPr txBox="1"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477588" y="4084638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Other Income</a:t>
            </a:r>
            <a:r>
              <a:rPr kumimoji="0" lang="en-US" sz="1000" b="1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/Assets, % </a:t>
            </a:r>
          </a:p>
        </p:txBody>
      </p:sp>
      <p:sp>
        <p:nvSpPr>
          <p:cNvPr id="34" name="Rectangle 286">
            <a:extLst>
              <a:ext uri="{FF2B5EF4-FFF2-40B4-BE49-F238E27FC236}">
                <a16:creationId xmlns:a16="http://schemas.microsoft.com/office/drawing/2014/main" id="{4C0543CF-CAA7-1EA7-3FEE-0C79669A4A3B}"/>
              </a:ext>
            </a:extLst>
          </p:cNvPr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5477588" y="2882900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Fees &amp; Commissions / Assets, %</a:t>
            </a:r>
          </a:p>
        </p:txBody>
      </p:sp>
      <p:sp>
        <p:nvSpPr>
          <p:cNvPr id="35" name="Rectangle 286">
            <a:extLst>
              <a:ext uri="{FF2B5EF4-FFF2-40B4-BE49-F238E27FC236}">
                <a16:creationId xmlns:a16="http://schemas.microsoft.com/office/drawing/2014/main" id="{38775364-3FDD-C445-BB37-0B77BC2DF671}"/>
              </a:ext>
            </a:extLst>
          </p:cNvPr>
          <p:cNvSpPr txBox="1"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477588" y="1681163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Net interest Income / Assets, %</a:t>
            </a:r>
          </a:p>
        </p:txBody>
      </p:sp>
      <p:sp>
        <p:nvSpPr>
          <p:cNvPr id="36" name="Rectangle 286">
            <a:extLst>
              <a:ext uri="{FF2B5EF4-FFF2-40B4-BE49-F238E27FC236}">
                <a16:creationId xmlns:a16="http://schemas.microsoft.com/office/drawing/2014/main" id="{FEC0D0F7-9481-7224-D7AE-B3F22FB37797}"/>
              </a:ext>
            </a:extLst>
          </p:cNvPr>
          <p:cNvSpPr txBox="1"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849688" y="2081213"/>
            <a:ext cx="1328738" cy="1539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Revenues/Assets, %</a:t>
            </a:r>
          </a:p>
        </p:txBody>
      </p:sp>
      <p:graphicFrame>
        <p:nvGraphicFramePr>
          <p:cNvPr id="448" name="Chart 447">
            <a:extLst>
              <a:ext uri="{FF2B5EF4-FFF2-40B4-BE49-F238E27FC236}">
                <a16:creationId xmlns:a16="http://schemas.microsoft.com/office/drawing/2014/main" id="{39D2712D-ADB6-BAB7-AB2F-FFE499A60B19}"/>
              </a:ext>
            </a:extLst>
          </p:cNvPr>
          <p:cNvGraphicFramePr/>
          <p:nvPr>
            <p:custDataLst>
              <p:tags r:id="rId22"/>
            </p:custDataLst>
          </p:nvPr>
        </p:nvGraphicFramePr>
        <p:xfrm>
          <a:off x="509588" y="4418013"/>
          <a:ext cx="1493837" cy="5476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3"/>
          </a:graphicData>
        </a:graphic>
      </p:graphicFrame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D1BCDF7-A7A3-2C8C-1727-CF6EAE7C75DB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auto">
          <a:xfrm>
            <a:off x="695325" y="4916488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F63D05B-A722-44DF-81F5-80972D7C320A}" type="datetime'''''''''''''''20''''''''''''''''''''''''2''''''''3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0254D7D8-C29F-A401-50A5-CF35864D8716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auto">
          <a:xfrm>
            <a:off x="1193801" y="4916488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61A5177-F0CF-4A6A-ABD4-36C77D49A2BD}" type="datetime'''''''''2''''''4''''''''''''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B4475CD3-D136-CD22-72BE-59F73D49B1DA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auto">
          <a:xfrm>
            <a:off x="1581150" y="4916488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94C6326-407B-4A0E-B5C6-1597E214060D}" type="datetime'''''''''2''''''0''2''''5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1A5110EE-45F8-4FD9-EA6A-C1DB6C547A83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650875" y="4352925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705697E-F8A2-4799-88B0-C15A0F847E13}" type="datetime'''''''''''4''''5''''''''''''''.''''''''''''''''''''''2''%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45.2%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A0072FA1-C878-9AB2-005F-48AE77BB0F89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gray">
          <a:xfrm>
            <a:off x="1093788" y="4406900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93771A4-653D-4799-BBDE-6B2377C8CC08}" type="datetime'3''''''''''8''''''''''.8''''''''''''''''%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38.8%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CDA5C1F6-2B55-37B9-5BE0-019725D4A8DC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gray">
          <a:xfrm>
            <a:off x="1536700" y="4454525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FCD10EC-267A-4D8C-A31F-BE32B5DC9BCF}" type="datetime'''33''''''''''''''''''''''''''''''''''.''''''2''''''''''%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33.2%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" name="Rectangle 286">
            <a:extLst>
              <a:ext uri="{FF2B5EF4-FFF2-40B4-BE49-F238E27FC236}">
                <a16:creationId xmlns:a16="http://schemas.microsoft.com/office/drawing/2014/main" id="{6325BF8E-9F83-D4C1-CC37-35E3C71D25AF}"/>
              </a:ext>
            </a:extLst>
          </p:cNvPr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7105650" y="1681163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Interest Income / Assets, %</a:t>
            </a:r>
          </a:p>
        </p:txBody>
      </p:sp>
      <p:sp>
        <p:nvSpPr>
          <p:cNvPr id="51" name="Rectangle 286">
            <a:extLst>
              <a:ext uri="{FF2B5EF4-FFF2-40B4-BE49-F238E27FC236}">
                <a16:creationId xmlns:a16="http://schemas.microsoft.com/office/drawing/2014/main" id="{5792C3EC-C540-019E-C9E0-5473786FD1A3}"/>
              </a:ext>
            </a:extLst>
          </p:cNvPr>
          <p:cNvSpPr txBox="1"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7105650" y="2882900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Interest Expense/Assets, %</a:t>
            </a:r>
          </a:p>
        </p:txBody>
      </p:sp>
      <p:graphicFrame>
        <p:nvGraphicFramePr>
          <p:cNvPr id="451" name="Chart 450">
            <a:extLst>
              <a:ext uri="{FF2B5EF4-FFF2-40B4-BE49-F238E27FC236}">
                <a16:creationId xmlns:a16="http://schemas.microsoft.com/office/drawing/2014/main" id="{CD1DCDCB-73A4-F5F0-D77C-038BA7720157}"/>
              </a:ext>
            </a:extLst>
          </p:cNvPr>
          <p:cNvGraphicFramePr/>
          <p:nvPr>
            <p:custDataLst>
              <p:tags r:id="rId31"/>
            </p:custDataLst>
          </p:nvPr>
        </p:nvGraphicFramePr>
        <p:xfrm>
          <a:off x="2141538" y="3559175"/>
          <a:ext cx="1493837" cy="547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4"/>
          </a:graphicData>
        </a:graphic>
      </p:graphicFrame>
      <p:sp>
        <p:nvSpPr>
          <p:cNvPr id="460" name="Text Placeholder 2">
            <a:extLst>
              <a:ext uri="{FF2B5EF4-FFF2-40B4-BE49-F238E27FC236}">
                <a16:creationId xmlns:a16="http://schemas.microsoft.com/office/drawing/2014/main" id="{9B18928A-1577-F1FE-D8BF-A4ECEDEAECA5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auto">
          <a:xfrm>
            <a:off x="2327275" y="405765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3E2E4B6-B906-4162-B59A-85C4F3356A53}" type="datetime'''''''''''''''''''''''''''''''''''''''''''''''2''''0''''23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1" name="Text Placeholder 2">
            <a:extLst>
              <a:ext uri="{FF2B5EF4-FFF2-40B4-BE49-F238E27FC236}">
                <a16:creationId xmlns:a16="http://schemas.microsoft.com/office/drawing/2014/main" id="{B8483B23-F7F4-C07E-A7E9-B49CCC5A86D3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auto">
          <a:xfrm>
            <a:off x="2825750" y="4057650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D69B360-AC8E-4203-9031-D5BF91E602CF}" type="datetime'''''''24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2" name="Text Placeholder 2">
            <a:extLst>
              <a:ext uri="{FF2B5EF4-FFF2-40B4-BE49-F238E27FC236}">
                <a16:creationId xmlns:a16="http://schemas.microsoft.com/office/drawing/2014/main" id="{14860B2D-A578-3CC5-4FAD-C6FEC875EE01}"/>
              </a:ext>
            </a:extLst>
          </p:cNvPr>
          <p:cNvSpPr>
            <a:spLocks noGrp="1"/>
          </p:cNvSpPr>
          <p:nvPr>
            <p:custDataLst>
              <p:tags r:id="rId34"/>
            </p:custDataLst>
          </p:nvPr>
        </p:nvSpPr>
        <p:spPr bwMode="auto">
          <a:xfrm>
            <a:off x="3213100" y="405765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7008508-2C98-483A-99ED-631564368708}" type="datetime'''''''2''''''''02''5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5" name="Text Placeholder 2">
            <a:extLst>
              <a:ext uri="{FF2B5EF4-FFF2-40B4-BE49-F238E27FC236}">
                <a16:creationId xmlns:a16="http://schemas.microsoft.com/office/drawing/2014/main" id="{170BE1E6-A787-B3AE-18EF-866BC49CEEC3}"/>
              </a:ext>
            </a:extLst>
          </p:cNvPr>
          <p:cNvSpPr>
            <a:spLocks noGrp="1"/>
          </p:cNvSpPr>
          <p:nvPr>
            <p:custDataLst>
              <p:tags r:id="rId35"/>
            </p:custDataLst>
          </p:nvPr>
        </p:nvSpPr>
        <p:spPr bwMode="gray">
          <a:xfrm>
            <a:off x="2309813" y="349408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5F74751-634E-419E-A73F-1FE954308E4B}" type="datetime'''''''''''''''''5''''''''.''''''''''5''''''''%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5.5%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6" name="Text Placeholder 2">
            <a:extLst>
              <a:ext uri="{FF2B5EF4-FFF2-40B4-BE49-F238E27FC236}">
                <a16:creationId xmlns:a16="http://schemas.microsoft.com/office/drawing/2014/main" id="{6E26089B-B75E-627E-F8DB-551D65815889}"/>
              </a:ext>
            </a:extLst>
          </p:cNvPr>
          <p:cNvSpPr>
            <a:spLocks noGrp="1"/>
          </p:cNvSpPr>
          <p:nvPr>
            <p:custDataLst>
              <p:tags r:id="rId36"/>
            </p:custDataLst>
          </p:nvPr>
        </p:nvSpPr>
        <p:spPr bwMode="gray">
          <a:xfrm>
            <a:off x="2752725" y="36020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E3B038F-A944-41FD-9A8C-EC7E9439FAE1}" type="datetime'''''''''''3''.''''''''''''''''''''9''''''%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3.9%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7" name="Text Placeholder 2">
            <a:extLst>
              <a:ext uri="{FF2B5EF4-FFF2-40B4-BE49-F238E27FC236}">
                <a16:creationId xmlns:a16="http://schemas.microsoft.com/office/drawing/2014/main" id="{3767587C-955D-4864-C28F-E320486BD6C3}"/>
              </a:ext>
            </a:extLst>
          </p:cNvPr>
          <p:cNvSpPr>
            <a:spLocks noGrp="1"/>
          </p:cNvSpPr>
          <p:nvPr>
            <p:custDataLst>
              <p:tags r:id="rId37"/>
            </p:custDataLst>
          </p:nvPr>
        </p:nvSpPr>
        <p:spPr bwMode="gray">
          <a:xfrm>
            <a:off x="3195638" y="3630613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A384A35-469C-4F7F-A83C-D037AD48261E}" type="datetime'''''3.''''''''''''''''''''''''''5''''%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3.5%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26" name="Chart 25">
            <a:extLst>
              <a:ext uri="{FF2B5EF4-FFF2-40B4-BE49-F238E27FC236}">
                <a16:creationId xmlns:a16="http://schemas.microsoft.com/office/drawing/2014/main" id="{C6A49A98-0B9B-4980-01B7-02BC8BA3A223}"/>
              </a:ext>
            </a:extLst>
          </p:cNvPr>
          <p:cNvGraphicFramePr/>
          <p:nvPr>
            <p:custDataLst>
              <p:tags r:id="rId38"/>
            </p:custDataLst>
          </p:nvPr>
        </p:nvGraphicFramePr>
        <p:xfrm>
          <a:off x="2139950" y="5524500"/>
          <a:ext cx="1493838" cy="4810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5"/>
          </a:graphicData>
        </a:graphic>
      </p:graphicFrame>
      <p:sp>
        <p:nvSpPr>
          <p:cNvPr id="469" name="Text Placeholder 2">
            <a:extLst>
              <a:ext uri="{FF2B5EF4-FFF2-40B4-BE49-F238E27FC236}">
                <a16:creationId xmlns:a16="http://schemas.microsoft.com/office/drawing/2014/main" id="{2028078B-1AB2-2352-EC25-B88CC6082B63}"/>
              </a:ext>
            </a:extLst>
          </p:cNvPr>
          <p:cNvSpPr>
            <a:spLocks noGrp="1"/>
          </p:cNvSpPr>
          <p:nvPr>
            <p:custDataLst>
              <p:tags r:id="rId39"/>
            </p:custDataLst>
          </p:nvPr>
        </p:nvSpPr>
        <p:spPr bwMode="auto">
          <a:xfrm>
            <a:off x="2325688" y="59563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7A68E41-38CF-4202-9DAE-E89AD2C783F4}" type="datetime'''''''''''''''''20''2''''''''3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0" name="Text Placeholder 2">
            <a:extLst>
              <a:ext uri="{FF2B5EF4-FFF2-40B4-BE49-F238E27FC236}">
                <a16:creationId xmlns:a16="http://schemas.microsoft.com/office/drawing/2014/main" id="{2D4901F4-AA38-9AEC-59C6-9CF5DFA07774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auto">
          <a:xfrm>
            <a:off x="2824164" y="5956300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51D26AC-A4FD-4FF6-9B13-6C21E5D4AADB}" type="datetime'''''''''''''''2''''''''''''''''''''''''''''''''''''''''''4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1" name="Text Placeholder 2">
            <a:extLst>
              <a:ext uri="{FF2B5EF4-FFF2-40B4-BE49-F238E27FC236}">
                <a16:creationId xmlns:a16="http://schemas.microsoft.com/office/drawing/2014/main" id="{6A47FE44-0695-26A8-AA10-23D24A6CAFB5}"/>
              </a:ext>
            </a:extLst>
          </p:cNvPr>
          <p:cNvSpPr>
            <a:spLocks noGrp="1"/>
          </p:cNvSpPr>
          <p:nvPr>
            <p:custDataLst>
              <p:tags r:id="rId41"/>
            </p:custDataLst>
          </p:nvPr>
        </p:nvSpPr>
        <p:spPr bwMode="auto">
          <a:xfrm>
            <a:off x="3211513" y="59563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63D477C-8F83-4921-8E97-7810123BE3B5}" type="datetime'''''''''''''''''2''''0''''''''''''2''5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2"/>
            </p:custDataLst>
          </p:nvPr>
        </p:nvSpPr>
        <p:spPr bwMode="gray">
          <a:xfrm>
            <a:off x="2359025" y="5511800"/>
            <a:ext cx="1698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F5C446A-38C3-460C-BA67-EA7DE74E5E64}" type="datetime'''''''''''''''''8''''''''.''''''''''2''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8.2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3"/>
            </p:custDataLst>
          </p:nvPr>
        </p:nvSpPr>
        <p:spPr bwMode="gray">
          <a:xfrm>
            <a:off x="2801938" y="5459413"/>
            <a:ext cx="1698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0328A0E-F396-4893-BBBB-945845422555}" type="datetime'''''''''9''''''''''''''''''''''''.''''''''''''''''''''9''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9.9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2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4"/>
            </p:custDataLst>
          </p:nvPr>
        </p:nvSpPr>
        <p:spPr bwMode="gray">
          <a:xfrm>
            <a:off x="3244850" y="5475288"/>
            <a:ext cx="1698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83F8A12-8516-47C7-931D-84AF347650D7}" type="datetime'''''''''''''9''''''''''.''''''4''''''''''''''''''''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9.4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graphicFrame>
        <p:nvGraphicFramePr>
          <p:cNvPr id="506" name="Chart 505">
            <a:extLst>
              <a:ext uri="{FF2B5EF4-FFF2-40B4-BE49-F238E27FC236}">
                <a16:creationId xmlns:a16="http://schemas.microsoft.com/office/drawing/2014/main" id="{015C3C9F-7A20-3962-DEDB-4E4A9CF5E026}"/>
              </a:ext>
            </a:extLst>
          </p:cNvPr>
          <p:cNvGraphicFramePr/>
          <p:nvPr>
            <p:custDataLst>
              <p:tags r:id="rId45"/>
            </p:custDataLst>
          </p:nvPr>
        </p:nvGraphicFramePr>
        <p:xfrm>
          <a:off x="3767138" y="2370138"/>
          <a:ext cx="1493837" cy="5476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6"/>
          </a:graphicData>
        </a:graphic>
      </p:graphicFrame>
      <p:sp>
        <p:nvSpPr>
          <p:cNvPr id="473" name="Text Placeholder 2">
            <a:extLst>
              <a:ext uri="{FF2B5EF4-FFF2-40B4-BE49-F238E27FC236}">
                <a16:creationId xmlns:a16="http://schemas.microsoft.com/office/drawing/2014/main" id="{AFCC7678-5A01-9AC6-DD34-F4B15E877F16}"/>
              </a:ext>
            </a:extLst>
          </p:cNvPr>
          <p:cNvSpPr>
            <a:spLocks noGrp="1"/>
          </p:cNvSpPr>
          <p:nvPr>
            <p:custDataLst>
              <p:tags r:id="rId46"/>
            </p:custDataLst>
          </p:nvPr>
        </p:nvSpPr>
        <p:spPr bwMode="auto">
          <a:xfrm>
            <a:off x="3952875" y="2868613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6908C53-9527-4252-9839-FDD6D531A256}" type="datetime'''''''''''''''''''''''''2''''''''''''0''''''2''''''''''''3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4" name="Text Placeholder 2">
            <a:extLst>
              <a:ext uri="{FF2B5EF4-FFF2-40B4-BE49-F238E27FC236}">
                <a16:creationId xmlns:a16="http://schemas.microsoft.com/office/drawing/2014/main" id="{D1AE019D-9F5B-9183-0172-939B94D94502}"/>
              </a:ext>
            </a:extLst>
          </p:cNvPr>
          <p:cNvSpPr>
            <a:spLocks noGrp="1"/>
          </p:cNvSpPr>
          <p:nvPr>
            <p:custDataLst>
              <p:tags r:id="rId47"/>
            </p:custDataLst>
          </p:nvPr>
        </p:nvSpPr>
        <p:spPr bwMode="auto">
          <a:xfrm>
            <a:off x="4451351" y="2868613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93A5360-21A2-4925-9864-0279A9C46D0D}" type="datetime'''''''''''''''2''''''''''''''''''4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5" name="Text Placeholder 2">
            <a:extLst>
              <a:ext uri="{FF2B5EF4-FFF2-40B4-BE49-F238E27FC236}">
                <a16:creationId xmlns:a16="http://schemas.microsoft.com/office/drawing/2014/main" id="{76E45E3F-0098-DE2F-2E57-9013D9CB46AD}"/>
              </a:ext>
            </a:extLst>
          </p:cNvPr>
          <p:cNvSpPr>
            <a:spLocks noGrp="1"/>
          </p:cNvSpPr>
          <p:nvPr>
            <p:custDataLst>
              <p:tags r:id="rId48"/>
            </p:custDataLst>
          </p:nvPr>
        </p:nvSpPr>
        <p:spPr bwMode="auto">
          <a:xfrm>
            <a:off x="4838700" y="2868613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88C7424-785B-4AA1-AF6F-F892CF0C824B}" type="datetime'''''''''2''''''''''''''02''''''''''''''5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6" name="Text Placeholder 2">
            <a:extLst>
              <a:ext uri="{FF2B5EF4-FFF2-40B4-BE49-F238E27FC236}">
                <a16:creationId xmlns:a16="http://schemas.microsoft.com/office/drawing/2014/main" id="{A434DD66-DA18-8B05-A0FD-D490D74FC922}"/>
              </a:ext>
            </a:extLst>
          </p:cNvPr>
          <p:cNvSpPr>
            <a:spLocks noGrp="1"/>
          </p:cNvSpPr>
          <p:nvPr>
            <p:custDataLst>
              <p:tags r:id="rId49"/>
            </p:custDataLst>
          </p:nvPr>
        </p:nvSpPr>
        <p:spPr bwMode="gray">
          <a:xfrm>
            <a:off x="3935414" y="2305050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568025E-E332-49D0-8601-1F928AA551B0}" type="datetime'7''''.''2''''''''''%''''''''''''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7" name="Text Placeholder 2">
            <a:extLst>
              <a:ext uri="{FF2B5EF4-FFF2-40B4-BE49-F238E27FC236}">
                <a16:creationId xmlns:a16="http://schemas.microsoft.com/office/drawing/2014/main" id="{0479ABF1-5A92-048F-63D4-9F4C6EBC4752}"/>
              </a:ext>
            </a:extLst>
          </p:cNvPr>
          <p:cNvSpPr>
            <a:spLocks noGrp="1"/>
          </p:cNvSpPr>
          <p:nvPr>
            <p:custDataLst>
              <p:tags r:id="rId50"/>
            </p:custDataLst>
          </p:nvPr>
        </p:nvSpPr>
        <p:spPr bwMode="gray">
          <a:xfrm>
            <a:off x="4378326" y="2393950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0BD3EE8-0BD0-465C-B94B-C0BDD1A14396}" type="datetime'''''''''''''''''''''''''''''''5''''''''.''''''5''''%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5.5%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8" name="Text Placeholder 2">
            <a:extLst>
              <a:ext uri="{FF2B5EF4-FFF2-40B4-BE49-F238E27FC236}">
                <a16:creationId xmlns:a16="http://schemas.microsoft.com/office/drawing/2014/main" id="{363453FC-825A-D044-9DBD-8B104A97A6C7}"/>
              </a:ext>
            </a:extLst>
          </p:cNvPr>
          <p:cNvSpPr>
            <a:spLocks noGrp="1"/>
          </p:cNvSpPr>
          <p:nvPr>
            <p:custDataLst>
              <p:tags r:id="rId51"/>
            </p:custDataLst>
          </p:nvPr>
        </p:nvSpPr>
        <p:spPr bwMode="gray">
          <a:xfrm>
            <a:off x="4821238" y="2387600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F833905-0160-4571-B94A-CBB2C351A582}" type="datetime'''5''''''''''''''''''''''''''.''''''''''''''7%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5.7%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514" name="Chart 513">
            <a:extLst>
              <a:ext uri="{FF2B5EF4-FFF2-40B4-BE49-F238E27FC236}">
                <a16:creationId xmlns:a16="http://schemas.microsoft.com/office/drawing/2014/main" id="{1957D61D-2FC6-BDA9-4B59-3BD6D066C6C6}"/>
              </a:ext>
            </a:extLst>
          </p:cNvPr>
          <p:cNvGraphicFramePr/>
          <p:nvPr>
            <p:custDataLst>
              <p:tags r:id="rId52"/>
            </p:custDataLst>
          </p:nvPr>
        </p:nvGraphicFramePr>
        <p:xfrm>
          <a:off x="3767138" y="3819525"/>
          <a:ext cx="1493837" cy="547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7"/>
          </a:graphicData>
        </a:graphic>
      </p:graphicFrame>
      <p:sp>
        <p:nvSpPr>
          <p:cNvPr id="480" name="Text Placeholder 2">
            <a:extLst>
              <a:ext uri="{FF2B5EF4-FFF2-40B4-BE49-F238E27FC236}">
                <a16:creationId xmlns:a16="http://schemas.microsoft.com/office/drawing/2014/main" id="{546677BF-5E9C-017C-485D-B707F2F42189}"/>
              </a:ext>
            </a:extLst>
          </p:cNvPr>
          <p:cNvSpPr>
            <a:spLocks noGrp="1"/>
          </p:cNvSpPr>
          <p:nvPr>
            <p:custDataLst>
              <p:tags r:id="rId53"/>
            </p:custDataLst>
          </p:nvPr>
        </p:nvSpPr>
        <p:spPr bwMode="auto">
          <a:xfrm>
            <a:off x="3952875" y="4465638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9883DDC-C8CC-4C7A-AE5F-84DC7FB4A874}" type="datetime'''''''''''''2''''0''2''''3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1" name="Text Placeholder 2">
            <a:extLst>
              <a:ext uri="{FF2B5EF4-FFF2-40B4-BE49-F238E27FC236}">
                <a16:creationId xmlns:a16="http://schemas.microsoft.com/office/drawing/2014/main" id="{61922217-DBCB-3068-B7C0-E602B6D6D917}"/>
              </a:ext>
            </a:extLst>
          </p:cNvPr>
          <p:cNvSpPr>
            <a:spLocks noGrp="1"/>
          </p:cNvSpPr>
          <p:nvPr>
            <p:custDataLst>
              <p:tags r:id="rId54"/>
            </p:custDataLst>
          </p:nvPr>
        </p:nvSpPr>
        <p:spPr bwMode="auto">
          <a:xfrm>
            <a:off x="4451351" y="4465638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33EF7BD-27AA-4A4A-94E0-12DE4A0505D7}" type="datetime'''''''''''''''''''''2''''''''''''''''''''''''''''''''4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2" name="Text Placeholder 2">
            <a:extLst>
              <a:ext uri="{FF2B5EF4-FFF2-40B4-BE49-F238E27FC236}">
                <a16:creationId xmlns:a16="http://schemas.microsoft.com/office/drawing/2014/main" id="{BC8F3FA6-FB84-F031-CBF3-2B4624CD0B38}"/>
              </a:ext>
            </a:extLst>
          </p:cNvPr>
          <p:cNvSpPr>
            <a:spLocks noGrp="1"/>
          </p:cNvSpPr>
          <p:nvPr>
            <p:custDataLst>
              <p:tags r:id="rId55"/>
            </p:custDataLst>
          </p:nvPr>
        </p:nvSpPr>
        <p:spPr bwMode="auto">
          <a:xfrm>
            <a:off x="4838700" y="4465638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ADD2F5A-7C85-43B4-B03E-E5C638A22132}" type="datetime'''''''''''''''''''''''''''''2''''0''''''2''''''''''''5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3" name="Text Placeholder 2">
            <a:extLst>
              <a:ext uri="{FF2B5EF4-FFF2-40B4-BE49-F238E27FC236}">
                <a16:creationId xmlns:a16="http://schemas.microsoft.com/office/drawing/2014/main" id="{4570B6B4-6D67-FD2B-4F4F-F806B2D00902}"/>
              </a:ext>
            </a:extLst>
          </p:cNvPr>
          <p:cNvSpPr>
            <a:spLocks noGrp="1"/>
          </p:cNvSpPr>
          <p:nvPr>
            <p:custDataLst>
              <p:tags r:id="rId56"/>
            </p:custDataLst>
          </p:nvPr>
        </p:nvSpPr>
        <p:spPr bwMode="gray">
          <a:xfrm>
            <a:off x="3917949" y="4154488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110CFAC-70A6-412D-859E-4020E3B1F557}" type="datetime'''-''''''''''''''''''0''.''''1''''''''''''''''''''''%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-0.1%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4" name="Text Placeholder 2">
            <a:extLst>
              <a:ext uri="{FF2B5EF4-FFF2-40B4-BE49-F238E27FC236}">
                <a16:creationId xmlns:a16="http://schemas.microsoft.com/office/drawing/2014/main" id="{E3A76B21-0056-3B73-277C-2ECF65FB4250}"/>
              </a:ext>
            </a:extLst>
          </p:cNvPr>
          <p:cNvSpPr>
            <a:spLocks noGrp="1"/>
          </p:cNvSpPr>
          <p:nvPr>
            <p:custDataLst>
              <p:tags r:id="rId57"/>
            </p:custDataLst>
          </p:nvPr>
        </p:nvSpPr>
        <p:spPr bwMode="gray">
          <a:xfrm>
            <a:off x="4378326" y="37544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3937F9F-3932-4A6F-BB89-54E1DDA403DC}" type="datetime'''''0''.''''''''''''''''''''''''''2%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5" name="Text Placeholder 2">
            <a:extLst>
              <a:ext uri="{FF2B5EF4-FFF2-40B4-BE49-F238E27FC236}">
                <a16:creationId xmlns:a16="http://schemas.microsoft.com/office/drawing/2014/main" id="{4C2C209F-809C-93ED-0B1B-83B21703CFD4}"/>
              </a:ext>
            </a:extLst>
          </p:cNvPr>
          <p:cNvSpPr>
            <a:spLocks noGrp="1"/>
          </p:cNvSpPr>
          <p:nvPr>
            <p:custDataLst>
              <p:tags r:id="rId58"/>
            </p:custDataLst>
          </p:nvPr>
        </p:nvSpPr>
        <p:spPr bwMode="gray">
          <a:xfrm>
            <a:off x="4803774" y="4310063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17EA573-A2E4-4631-884A-9189B65C3F81}" type="datetime'''''''''''-0''''''''''.''''''''''''''''''''''''''''3''''''%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-0.3%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38" name="Chart 37">
            <a:extLst>
              <a:ext uri="{FF2B5EF4-FFF2-40B4-BE49-F238E27FC236}">
                <a16:creationId xmlns:a16="http://schemas.microsoft.com/office/drawing/2014/main" id="{066A2F2B-C191-D1A7-38E1-49A5416EA9A2}"/>
              </a:ext>
            </a:extLst>
          </p:cNvPr>
          <p:cNvGraphicFramePr/>
          <p:nvPr>
            <p:custDataLst>
              <p:tags r:id="rId59"/>
            </p:custDataLst>
          </p:nvPr>
        </p:nvGraphicFramePr>
        <p:xfrm>
          <a:off x="3767138" y="5576888"/>
          <a:ext cx="1493837" cy="3254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8"/>
          </a:graphicData>
        </a:graphic>
      </p:graphicFrame>
      <p:sp>
        <p:nvSpPr>
          <p:cNvPr id="487" name="Text Placeholder 2">
            <a:extLst>
              <a:ext uri="{FF2B5EF4-FFF2-40B4-BE49-F238E27FC236}">
                <a16:creationId xmlns:a16="http://schemas.microsoft.com/office/drawing/2014/main" id="{9780AE65-7174-FAB2-9CE9-E8CA6090CD6F}"/>
              </a:ext>
            </a:extLst>
          </p:cNvPr>
          <p:cNvSpPr>
            <a:spLocks noGrp="1"/>
          </p:cNvSpPr>
          <p:nvPr>
            <p:custDataLst>
              <p:tags r:id="rId60"/>
            </p:custDataLst>
          </p:nvPr>
        </p:nvSpPr>
        <p:spPr bwMode="auto">
          <a:xfrm>
            <a:off x="3952875" y="600075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5704400-7251-495D-A06B-2144D02F3BF2}" type="datetime'2''''''''''''''''''''''023''''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8" name="Text Placeholder 2">
            <a:extLst>
              <a:ext uri="{FF2B5EF4-FFF2-40B4-BE49-F238E27FC236}">
                <a16:creationId xmlns:a16="http://schemas.microsoft.com/office/drawing/2014/main" id="{1CA0CBA5-91A4-12E8-64CF-038D05F4870D}"/>
              </a:ext>
            </a:extLst>
          </p:cNvPr>
          <p:cNvSpPr>
            <a:spLocks noGrp="1"/>
          </p:cNvSpPr>
          <p:nvPr>
            <p:custDataLst>
              <p:tags r:id="rId61"/>
            </p:custDataLst>
          </p:nvPr>
        </p:nvSpPr>
        <p:spPr bwMode="auto">
          <a:xfrm>
            <a:off x="4451351" y="6000750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415E27B-C641-4E51-AAE8-89038E7077DA}" type="datetime'''''''2''4''''''''''''''''''''''''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9" name="Text Placeholder 2">
            <a:extLst>
              <a:ext uri="{FF2B5EF4-FFF2-40B4-BE49-F238E27FC236}">
                <a16:creationId xmlns:a16="http://schemas.microsoft.com/office/drawing/2014/main" id="{10D1A7BD-00C1-2274-F5F4-DEB38B83A5CE}"/>
              </a:ext>
            </a:extLst>
          </p:cNvPr>
          <p:cNvSpPr>
            <a:spLocks noGrp="1"/>
          </p:cNvSpPr>
          <p:nvPr>
            <p:custDataLst>
              <p:tags r:id="rId62"/>
            </p:custDataLst>
          </p:nvPr>
        </p:nvSpPr>
        <p:spPr bwMode="auto">
          <a:xfrm>
            <a:off x="4838700" y="600075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0E33157-70A3-488C-BCDD-EB5262302EA7}" type="datetime'2''''''''''''''''''''''''''''''''''''0''2''''''''''''''5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63"/>
            </p:custDataLst>
          </p:nvPr>
        </p:nvSpPr>
        <p:spPr bwMode="gray">
          <a:xfrm>
            <a:off x="3917950" y="5826125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77721C2-57AE-4FC0-AB3E-97E37C0EED95}" type="datetime'''''''''''''''''''-1''''.''''6''''''''''%''''''''''''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-1.6%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2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64"/>
            </p:custDataLst>
          </p:nvPr>
        </p:nvSpPr>
        <p:spPr bwMode="gray">
          <a:xfrm>
            <a:off x="4360863" y="5842000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E5D2333-4D56-4FF5-8C79-43CA8979CA97}" type="datetime'''''''''-''''''''''''''''1''.8''''''''''%''''''''''''''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-1.8%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65"/>
            </p:custDataLst>
          </p:nvPr>
        </p:nvSpPr>
        <p:spPr bwMode="gray">
          <a:xfrm>
            <a:off x="4803775" y="5845175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AC4A721-11CE-4846-9CDB-BABD29EB0B24}" type="datetime'-1''''''''''''''''''''''''.''''''''''''''''''''8''''''''%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-1.8%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C773D622-561D-107C-3EDE-B6C522D90CE7}"/>
              </a:ext>
            </a:extLst>
          </p:cNvPr>
          <p:cNvGrpSpPr/>
          <p:nvPr>
            <p:custDataLst>
              <p:tags r:id="rId66"/>
            </p:custDataLst>
          </p:nvPr>
        </p:nvGrpSpPr>
        <p:grpSpPr>
          <a:xfrm>
            <a:off x="3902081" y="5464175"/>
            <a:ext cx="1222376" cy="142875"/>
            <a:chOff x="3914775" y="5400675"/>
            <a:chExt cx="614363" cy="142875"/>
          </a:xfrm>
        </p:grpSpPr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5048C8A2-7E23-0323-1CD3-FB00F60BD7E9}"/>
                </a:ext>
              </a:extLst>
            </p:cNvPr>
            <p:cNvSpPr>
              <a:spLocks/>
            </p:cNvSpPr>
            <p:nvPr/>
          </p:nvSpPr>
          <p:spPr>
            <a:xfrm>
              <a:off x="3914775" y="5400675"/>
              <a:ext cx="171450" cy="142875"/>
            </a:xfrm>
            <a:prstGeom prst="ellipse">
              <a:avLst/>
            </a:pr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800">
                  <a:solidFill>
                    <a:srgbClr val="000000"/>
                  </a:solidFill>
                  <a:latin typeface="Arial"/>
                </a:rPr>
                <a:t>27</a:t>
              </a:r>
              <a:r>
                <a: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%</a:t>
              </a:r>
            </a:p>
          </p:txBody>
        </p:sp>
        <p:sp>
          <p:nvSpPr>
            <p:cNvPr id="490" name="Oval 489">
              <a:extLst>
                <a:ext uri="{FF2B5EF4-FFF2-40B4-BE49-F238E27FC236}">
                  <a16:creationId xmlns:a16="http://schemas.microsoft.com/office/drawing/2014/main" id="{A82F2752-12FB-F6E7-BA03-A1361B4B6DA4}"/>
                </a:ext>
              </a:extLst>
            </p:cNvPr>
            <p:cNvSpPr>
              <a:spLocks/>
            </p:cNvSpPr>
            <p:nvPr/>
          </p:nvSpPr>
          <p:spPr>
            <a:xfrm>
              <a:off x="4135438" y="5400675"/>
              <a:ext cx="171450" cy="142875"/>
            </a:xfrm>
            <a:prstGeom prst="ellipse">
              <a:avLst/>
            </a:pr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32%</a:t>
              </a:r>
            </a:p>
          </p:txBody>
        </p:sp>
        <p:sp>
          <p:nvSpPr>
            <p:cNvPr id="491" name="Oval 490">
              <a:extLst>
                <a:ext uri="{FF2B5EF4-FFF2-40B4-BE49-F238E27FC236}">
                  <a16:creationId xmlns:a16="http://schemas.microsoft.com/office/drawing/2014/main" id="{64A78024-078F-6BCB-7240-ECA414130B7C}"/>
                </a:ext>
              </a:extLst>
            </p:cNvPr>
            <p:cNvSpPr>
              <a:spLocks/>
            </p:cNvSpPr>
            <p:nvPr/>
          </p:nvSpPr>
          <p:spPr>
            <a:xfrm>
              <a:off x="4357688" y="5400675"/>
              <a:ext cx="171450" cy="142875"/>
            </a:xfrm>
            <a:prstGeom prst="ellipse">
              <a:avLst/>
            </a:pr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32%</a:t>
              </a:r>
            </a:p>
          </p:txBody>
        </p:sp>
      </p:grpSp>
      <p:graphicFrame>
        <p:nvGraphicFramePr>
          <p:cNvPr id="543" name="Chart 542">
            <a:extLst>
              <a:ext uri="{FF2B5EF4-FFF2-40B4-BE49-F238E27FC236}">
                <a16:creationId xmlns:a16="http://schemas.microsoft.com/office/drawing/2014/main" id="{B72DBE96-CBE2-6906-86E7-5A81CBBB9AD0}"/>
              </a:ext>
            </a:extLst>
          </p:cNvPr>
          <p:cNvGraphicFramePr/>
          <p:nvPr>
            <p:custDataLst>
              <p:tags r:id="rId67"/>
            </p:custDataLst>
          </p:nvPr>
        </p:nvGraphicFramePr>
        <p:xfrm>
          <a:off x="5392738" y="2041525"/>
          <a:ext cx="1495425" cy="547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9"/>
          </a:graphicData>
        </a:graphic>
      </p:graphicFrame>
      <p:sp>
        <p:nvSpPr>
          <p:cNvPr id="493" name="Text Placeholder 2">
            <a:extLst>
              <a:ext uri="{FF2B5EF4-FFF2-40B4-BE49-F238E27FC236}">
                <a16:creationId xmlns:a16="http://schemas.microsoft.com/office/drawing/2014/main" id="{AF8EF7E6-1D82-0766-417D-536A8DD026E5}"/>
              </a:ext>
            </a:extLst>
          </p:cNvPr>
          <p:cNvSpPr>
            <a:spLocks noGrp="1"/>
          </p:cNvSpPr>
          <p:nvPr>
            <p:custDataLst>
              <p:tags r:id="rId68"/>
            </p:custDataLst>
          </p:nvPr>
        </p:nvSpPr>
        <p:spPr bwMode="auto">
          <a:xfrm>
            <a:off x="5578475" y="254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9D44B35-BC97-435E-913F-D26EF6309F4D}" type="datetime'''''''''20''''''''''''''''''''''''23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4" name="Text Placeholder 2">
            <a:extLst>
              <a:ext uri="{FF2B5EF4-FFF2-40B4-BE49-F238E27FC236}">
                <a16:creationId xmlns:a16="http://schemas.microsoft.com/office/drawing/2014/main" id="{FABCB8F3-A0E6-5CB2-0D90-BE2C5EA5FA94}"/>
              </a:ext>
            </a:extLst>
          </p:cNvPr>
          <p:cNvSpPr>
            <a:spLocks noGrp="1"/>
          </p:cNvSpPr>
          <p:nvPr>
            <p:custDataLst>
              <p:tags r:id="rId69"/>
            </p:custDataLst>
          </p:nvPr>
        </p:nvSpPr>
        <p:spPr bwMode="auto">
          <a:xfrm>
            <a:off x="6078539" y="2540000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2625EF0-9CDA-422A-805B-E3B055BB2826}" type="datetime'''''''2''''''''''''''''''''''''''''''''''''''''''4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5" name="Text Placeholder 2">
            <a:extLst>
              <a:ext uri="{FF2B5EF4-FFF2-40B4-BE49-F238E27FC236}">
                <a16:creationId xmlns:a16="http://schemas.microsoft.com/office/drawing/2014/main" id="{F30F39D7-ADA6-BAC3-A71D-E8708025A819}"/>
              </a:ext>
            </a:extLst>
          </p:cNvPr>
          <p:cNvSpPr>
            <a:spLocks noGrp="1"/>
          </p:cNvSpPr>
          <p:nvPr>
            <p:custDataLst>
              <p:tags r:id="rId70"/>
            </p:custDataLst>
          </p:nvPr>
        </p:nvSpPr>
        <p:spPr bwMode="auto">
          <a:xfrm>
            <a:off x="6465888" y="254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75555DA-A0FD-4480-97D1-865ABF9F2BE8}" type="datetime'''''''''''''''''''''''''''''''2''''''0''''''''''2''5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6" name="Text Placeholder 2">
            <a:extLst>
              <a:ext uri="{FF2B5EF4-FFF2-40B4-BE49-F238E27FC236}">
                <a16:creationId xmlns:a16="http://schemas.microsoft.com/office/drawing/2014/main" id="{D370E4EE-4C54-4AFA-833F-4B870F3EE394}"/>
              </a:ext>
            </a:extLst>
          </p:cNvPr>
          <p:cNvSpPr>
            <a:spLocks noGrp="1"/>
          </p:cNvSpPr>
          <p:nvPr>
            <p:custDataLst>
              <p:tags r:id="rId71"/>
            </p:custDataLst>
          </p:nvPr>
        </p:nvSpPr>
        <p:spPr bwMode="gray">
          <a:xfrm>
            <a:off x="5561014" y="19764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20E5731-9653-426F-97B1-167AB5B57D8B}" type="datetime'''''''''''''4''''.''''''7''''%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4.7%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7" name="Text Placeholder 2">
            <a:extLst>
              <a:ext uri="{FF2B5EF4-FFF2-40B4-BE49-F238E27FC236}">
                <a16:creationId xmlns:a16="http://schemas.microsoft.com/office/drawing/2014/main" id="{100D8CCD-893C-ADC8-CB11-0069A48D03BF}"/>
              </a:ext>
            </a:extLst>
          </p:cNvPr>
          <p:cNvSpPr>
            <a:spLocks noGrp="1"/>
          </p:cNvSpPr>
          <p:nvPr>
            <p:custDataLst>
              <p:tags r:id="rId72"/>
            </p:custDataLst>
          </p:nvPr>
        </p:nvSpPr>
        <p:spPr bwMode="gray">
          <a:xfrm>
            <a:off x="6005513" y="2047875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19264B4-8ADC-4F73-8477-2DBA578CFA25}" type="datetime'3.''''''''''''8''''''''''''%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3.8%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8" name="Text Placeholder 2">
            <a:extLst>
              <a:ext uri="{FF2B5EF4-FFF2-40B4-BE49-F238E27FC236}">
                <a16:creationId xmlns:a16="http://schemas.microsoft.com/office/drawing/2014/main" id="{4B389E21-CED4-F398-5509-ADA24022BD27}"/>
              </a:ext>
            </a:extLst>
          </p:cNvPr>
          <p:cNvSpPr>
            <a:spLocks noGrp="1"/>
          </p:cNvSpPr>
          <p:nvPr>
            <p:custDataLst>
              <p:tags r:id="rId73"/>
            </p:custDataLst>
          </p:nvPr>
        </p:nvSpPr>
        <p:spPr bwMode="gray">
          <a:xfrm>
            <a:off x="6448425" y="2076450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C92BB48-BB5E-4895-9172-9379783982E1}" type="datetime'''''''''''''''''''3''''.''''''''''5''''''''''''''''''''''''%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3.5%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555" name="Chart 554">
            <a:extLst>
              <a:ext uri="{FF2B5EF4-FFF2-40B4-BE49-F238E27FC236}">
                <a16:creationId xmlns:a16="http://schemas.microsoft.com/office/drawing/2014/main" id="{16043D37-2459-E3F9-5BA3-AED5AD4CC804}"/>
              </a:ext>
            </a:extLst>
          </p:cNvPr>
          <p:cNvGraphicFramePr/>
          <p:nvPr>
            <p:custDataLst>
              <p:tags r:id="rId74"/>
            </p:custDataLst>
          </p:nvPr>
        </p:nvGraphicFramePr>
        <p:xfrm>
          <a:off x="7023100" y="2041525"/>
          <a:ext cx="1493838" cy="547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0"/>
          </a:graphicData>
        </a:graphic>
      </p:graphicFrame>
      <p:sp>
        <p:nvSpPr>
          <p:cNvPr id="500" name="Text Placeholder 2">
            <a:extLst>
              <a:ext uri="{FF2B5EF4-FFF2-40B4-BE49-F238E27FC236}">
                <a16:creationId xmlns:a16="http://schemas.microsoft.com/office/drawing/2014/main" id="{4C31C50F-D4AA-5764-1A92-A16376BDBDB7}"/>
              </a:ext>
            </a:extLst>
          </p:cNvPr>
          <p:cNvSpPr>
            <a:spLocks noGrp="1"/>
          </p:cNvSpPr>
          <p:nvPr>
            <p:custDataLst>
              <p:tags r:id="rId75"/>
            </p:custDataLst>
          </p:nvPr>
        </p:nvSpPr>
        <p:spPr bwMode="auto">
          <a:xfrm>
            <a:off x="7208838" y="254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EA38F70-7BA8-4BD1-B89C-8A1363A144DF}" type="datetime'''''''''''2''''''0''''2''3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1" name="Text Placeholder 2">
            <a:extLst>
              <a:ext uri="{FF2B5EF4-FFF2-40B4-BE49-F238E27FC236}">
                <a16:creationId xmlns:a16="http://schemas.microsoft.com/office/drawing/2014/main" id="{AC76BCF7-19F1-728D-6773-75B7151FC3C8}"/>
              </a:ext>
            </a:extLst>
          </p:cNvPr>
          <p:cNvSpPr>
            <a:spLocks noGrp="1"/>
          </p:cNvSpPr>
          <p:nvPr>
            <p:custDataLst>
              <p:tags r:id="rId76"/>
            </p:custDataLst>
          </p:nvPr>
        </p:nvSpPr>
        <p:spPr bwMode="auto">
          <a:xfrm>
            <a:off x="7707314" y="2540000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3AF696C-00F5-47B0-B11D-0B2D9A10D2A9}" type="datetime'''''''''''''''''''''''''''''2''''''''''''''''''''''''''4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2" name="Text Placeholder 2">
            <a:extLst>
              <a:ext uri="{FF2B5EF4-FFF2-40B4-BE49-F238E27FC236}">
                <a16:creationId xmlns:a16="http://schemas.microsoft.com/office/drawing/2014/main" id="{E8888DB3-7FF7-AF49-F5DF-4B040D2D6B7E}"/>
              </a:ext>
            </a:extLst>
          </p:cNvPr>
          <p:cNvSpPr>
            <a:spLocks noGrp="1"/>
          </p:cNvSpPr>
          <p:nvPr>
            <p:custDataLst>
              <p:tags r:id="rId77"/>
            </p:custDataLst>
          </p:nvPr>
        </p:nvSpPr>
        <p:spPr bwMode="auto">
          <a:xfrm>
            <a:off x="8094663" y="254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085AF19-F333-460A-97ED-ED1C78E593E7}" type="datetime'''''''''''''''''''''''''''''''''''20''''2''5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3" name="Text Placeholder 2">
            <a:extLst>
              <a:ext uri="{FF2B5EF4-FFF2-40B4-BE49-F238E27FC236}">
                <a16:creationId xmlns:a16="http://schemas.microsoft.com/office/drawing/2014/main" id="{2395C4A3-0B5D-7115-8B55-8D99405B36BD}"/>
              </a:ext>
            </a:extLst>
          </p:cNvPr>
          <p:cNvSpPr>
            <a:spLocks noGrp="1"/>
          </p:cNvSpPr>
          <p:nvPr>
            <p:custDataLst>
              <p:tags r:id="rId78"/>
            </p:custDataLst>
          </p:nvPr>
        </p:nvSpPr>
        <p:spPr bwMode="gray">
          <a:xfrm>
            <a:off x="7191376" y="2036763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CA9F881-74C6-4261-90B5-1CE5943EE7A5}" type="datetime'''''''7.''''''''''''''''''''''''''''6''''''''''''''''%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7.6%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4" name="Text Placeholder 2">
            <a:extLst>
              <a:ext uri="{FF2B5EF4-FFF2-40B4-BE49-F238E27FC236}">
                <a16:creationId xmlns:a16="http://schemas.microsoft.com/office/drawing/2014/main" id="{F88BCC40-0678-70CD-6122-D2BD2841B5BA}"/>
              </a:ext>
            </a:extLst>
          </p:cNvPr>
          <p:cNvSpPr>
            <a:spLocks noGrp="1"/>
          </p:cNvSpPr>
          <p:nvPr>
            <p:custDataLst>
              <p:tags r:id="rId79"/>
            </p:custDataLst>
          </p:nvPr>
        </p:nvSpPr>
        <p:spPr bwMode="gray">
          <a:xfrm>
            <a:off x="7634289" y="2030413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C237865-3630-4675-BE14-9AB45C8B7240}" type="datetime'''''''''''''''7''''''.8''''''''''''''''''''''%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7.8%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5" name="Text Placeholder 2">
            <a:extLst>
              <a:ext uri="{FF2B5EF4-FFF2-40B4-BE49-F238E27FC236}">
                <a16:creationId xmlns:a16="http://schemas.microsoft.com/office/drawing/2014/main" id="{054D7DC0-ECE0-C8C2-7B37-9A2EAC918828}"/>
              </a:ext>
            </a:extLst>
          </p:cNvPr>
          <p:cNvSpPr>
            <a:spLocks noGrp="1"/>
          </p:cNvSpPr>
          <p:nvPr>
            <p:custDataLst>
              <p:tags r:id="rId80"/>
            </p:custDataLst>
          </p:nvPr>
        </p:nvSpPr>
        <p:spPr bwMode="gray">
          <a:xfrm>
            <a:off x="8077201" y="19764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30834E6-F14E-436A-8A34-CF25E0CDEF55}" type="datetime'''''''''''''''9''''''.''''''''0''''''''''''''''''''''''%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9.0%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545" name="Chart 544">
            <a:extLst>
              <a:ext uri="{FF2B5EF4-FFF2-40B4-BE49-F238E27FC236}">
                <a16:creationId xmlns:a16="http://schemas.microsoft.com/office/drawing/2014/main" id="{D240835F-5E32-AC4F-7849-4564C400426C}"/>
              </a:ext>
            </a:extLst>
          </p:cNvPr>
          <p:cNvGraphicFramePr/>
          <p:nvPr>
            <p:custDataLst>
              <p:tags r:id="rId81"/>
            </p:custDataLst>
          </p:nvPr>
        </p:nvGraphicFramePr>
        <p:xfrm>
          <a:off x="5368925" y="3281363"/>
          <a:ext cx="1493838" cy="5476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1"/>
          </a:graphicData>
        </a:graphic>
      </p:graphicFrame>
      <p:sp>
        <p:nvSpPr>
          <p:cNvPr id="507" name="Text Placeholder 2">
            <a:extLst>
              <a:ext uri="{FF2B5EF4-FFF2-40B4-BE49-F238E27FC236}">
                <a16:creationId xmlns:a16="http://schemas.microsoft.com/office/drawing/2014/main" id="{40BB080B-42D0-F196-049D-8C8EBB039698}"/>
              </a:ext>
            </a:extLst>
          </p:cNvPr>
          <p:cNvSpPr>
            <a:spLocks noGrp="1"/>
          </p:cNvSpPr>
          <p:nvPr>
            <p:custDataLst>
              <p:tags r:id="rId82"/>
            </p:custDataLst>
          </p:nvPr>
        </p:nvSpPr>
        <p:spPr bwMode="auto">
          <a:xfrm>
            <a:off x="5554663" y="3779838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168B59C-B2DA-4977-B4FF-B72834F986BA}" type="datetime'''''''''2''''0''''''''''''''''23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8" name="Text Placeholder 2">
            <a:extLst>
              <a:ext uri="{FF2B5EF4-FFF2-40B4-BE49-F238E27FC236}">
                <a16:creationId xmlns:a16="http://schemas.microsoft.com/office/drawing/2014/main" id="{4C399075-38C6-7DA5-E702-84B8DF91AE1E}"/>
              </a:ext>
            </a:extLst>
          </p:cNvPr>
          <p:cNvSpPr>
            <a:spLocks noGrp="1"/>
          </p:cNvSpPr>
          <p:nvPr>
            <p:custDataLst>
              <p:tags r:id="rId83"/>
            </p:custDataLst>
          </p:nvPr>
        </p:nvSpPr>
        <p:spPr bwMode="auto">
          <a:xfrm>
            <a:off x="6053138" y="3779838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AE5447C-3FA9-4E62-A19F-5AAFB8EB57FA}" type="datetime'''''''''''''''2''''''''''''''''''''''''''''4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9" name="Text Placeholder 2">
            <a:extLst>
              <a:ext uri="{FF2B5EF4-FFF2-40B4-BE49-F238E27FC236}">
                <a16:creationId xmlns:a16="http://schemas.microsoft.com/office/drawing/2014/main" id="{7974FD47-DA5F-7EA2-2E88-6A9ABEA89BCB}"/>
              </a:ext>
            </a:extLst>
          </p:cNvPr>
          <p:cNvSpPr>
            <a:spLocks noGrp="1"/>
          </p:cNvSpPr>
          <p:nvPr>
            <p:custDataLst>
              <p:tags r:id="rId84"/>
            </p:custDataLst>
          </p:nvPr>
        </p:nvSpPr>
        <p:spPr bwMode="auto">
          <a:xfrm>
            <a:off x="6440488" y="3779838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4AEB657-EBA7-49E2-B336-CACC2BAF8672}" type="datetime'''''2''''''''''''0''''2''5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10" name="Text Placeholder 2">
            <a:extLst>
              <a:ext uri="{FF2B5EF4-FFF2-40B4-BE49-F238E27FC236}">
                <a16:creationId xmlns:a16="http://schemas.microsoft.com/office/drawing/2014/main" id="{658C19EB-7DF6-23D7-E160-5C6A6F1DF21B}"/>
              </a:ext>
            </a:extLst>
          </p:cNvPr>
          <p:cNvSpPr>
            <a:spLocks noGrp="1"/>
          </p:cNvSpPr>
          <p:nvPr>
            <p:custDataLst>
              <p:tags r:id="rId85"/>
            </p:custDataLst>
          </p:nvPr>
        </p:nvSpPr>
        <p:spPr bwMode="gray">
          <a:xfrm>
            <a:off x="5537200" y="32972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A9333D5-A318-455F-B45C-2328031D2DF1}" type="datetime'''''''''''''0''''''''''''.''7''''''''''''%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0.7%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11" name="Text Placeholder 2">
            <a:extLst>
              <a:ext uri="{FF2B5EF4-FFF2-40B4-BE49-F238E27FC236}">
                <a16:creationId xmlns:a16="http://schemas.microsoft.com/office/drawing/2014/main" id="{99E512E9-A16E-D225-BDD1-908BB4E804A4}"/>
              </a:ext>
            </a:extLst>
          </p:cNvPr>
          <p:cNvSpPr>
            <a:spLocks noGrp="1"/>
          </p:cNvSpPr>
          <p:nvPr>
            <p:custDataLst>
              <p:tags r:id="rId86"/>
            </p:custDataLst>
          </p:nvPr>
        </p:nvSpPr>
        <p:spPr bwMode="gray">
          <a:xfrm>
            <a:off x="5980113" y="3243263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167B08B-C53E-4DC0-B126-6AC9E5A22573}" type="datetime'''''''''''''''''''''0''''''''''.''9''''''''''''''''''''%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0.9%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12" name="Text Placeholder 2">
            <a:extLst>
              <a:ext uri="{FF2B5EF4-FFF2-40B4-BE49-F238E27FC236}">
                <a16:creationId xmlns:a16="http://schemas.microsoft.com/office/drawing/2014/main" id="{65435209-AB92-2470-FB0D-6DA3CF567FD3}"/>
              </a:ext>
            </a:extLst>
          </p:cNvPr>
          <p:cNvSpPr>
            <a:spLocks noGrp="1"/>
          </p:cNvSpPr>
          <p:nvPr>
            <p:custDataLst>
              <p:tags r:id="rId87"/>
            </p:custDataLst>
          </p:nvPr>
        </p:nvSpPr>
        <p:spPr bwMode="gray">
          <a:xfrm>
            <a:off x="6423025" y="3216275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797030D-9C6E-4C62-8FCC-D7E231828F56}" type="datetime'''''''''''''0''''''''''''''''''.9''%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0.9%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549" name="Chart 548">
            <a:extLst>
              <a:ext uri="{FF2B5EF4-FFF2-40B4-BE49-F238E27FC236}">
                <a16:creationId xmlns:a16="http://schemas.microsoft.com/office/drawing/2014/main" id="{6AF53CFC-7B2F-452E-C2D8-1DF86D814EEA}"/>
              </a:ext>
            </a:extLst>
          </p:cNvPr>
          <p:cNvGraphicFramePr/>
          <p:nvPr>
            <p:custDataLst>
              <p:tags r:id="rId88"/>
            </p:custDataLst>
          </p:nvPr>
        </p:nvGraphicFramePr>
        <p:xfrm>
          <a:off x="5392738" y="4457700"/>
          <a:ext cx="1495425" cy="547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2"/>
          </a:graphicData>
        </a:graphic>
      </p:graphicFrame>
      <p:sp>
        <p:nvSpPr>
          <p:cNvPr id="517" name="Text Placeholder 2">
            <a:extLst>
              <a:ext uri="{FF2B5EF4-FFF2-40B4-BE49-F238E27FC236}">
                <a16:creationId xmlns:a16="http://schemas.microsoft.com/office/drawing/2014/main" id="{2B767B3F-ABCC-CA3E-E0FE-3D435B4B0502}"/>
              </a:ext>
            </a:extLst>
          </p:cNvPr>
          <p:cNvSpPr>
            <a:spLocks noGrp="1"/>
          </p:cNvSpPr>
          <p:nvPr>
            <p:custDataLst>
              <p:tags r:id="rId89"/>
            </p:custDataLst>
          </p:nvPr>
        </p:nvSpPr>
        <p:spPr bwMode="auto">
          <a:xfrm>
            <a:off x="5578475" y="495617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E69F159-4343-4A6B-9164-48BE5F1A14BB}" type="datetime'''2''''''''0''2''''''''''''''''''''3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18" name="Text Placeholder 2">
            <a:extLst>
              <a:ext uri="{FF2B5EF4-FFF2-40B4-BE49-F238E27FC236}">
                <a16:creationId xmlns:a16="http://schemas.microsoft.com/office/drawing/2014/main" id="{25C3CA19-0089-9323-35F5-F35D838BBAC7}"/>
              </a:ext>
            </a:extLst>
          </p:cNvPr>
          <p:cNvSpPr>
            <a:spLocks noGrp="1"/>
          </p:cNvSpPr>
          <p:nvPr>
            <p:custDataLst>
              <p:tags r:id="rId90"/>
            </p:custDataLst>
          </p:nvPr>
        </p:nvSpPr>
        <p:spPr bwMode="auto">
          <a:xfrm>
            <a:off x="6078539" y="4956175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FAEA58C-D080-4D52-9CB6-0ABC8FB7FC85}" type="datetime'2''''''''''''''''''''''''''''''''''''''''''''''''''4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19" name="Text Placeholder 2">
            <a:extLst>
              <a:ext uri="{FF2B5EF4-FFF2-40B4-BE49-F238E27FC236}">
                <a16:creationId xmlns:a16="http://schemas.microsoft.com/office/drawing/2014/main" id="{A2F7126C-67F7-8C8E-C36C-317113889D31}"/>
              </a:ext>
            </a:extLst>
          </p:cNvPr>
          <p:cNvSpPr>
            <a:spLocks noGrp="1"/>
          </p:cNvSpPr>
          <p:nvPr>
            <p:custDataLst>
              <p:tags r:id="rId91"/>
            </p:custDataLst>
          </p:nvPr>
        </p:nvSpPr>
        <p:spPr bwMode="auto">
          <a:xfrm>
            <a:off x="6465888" y="495617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42D1318-260E-46C8-8A8E-94188C523B7B}" type="datetime'''''''''20''''''2''''''''5''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0" name="Text Placeholder 2">
            <a:extLst>
              <a:ext uri="{FF2B5EF4-FFF2-40B4-BE49-F238E27FC236}">
                <a16:creationId xmlns:a16="http://schemas.microsoft.com/office/drawing/2014/main" id="{C8BD7FC1-DFC9-84C0-2166-532221CF8DAF}"/>
              </a:ext>
            </a:extLst>
          </p:cNvPr>
          <p:cNvSpPr>
            <a:spLocks noGrp="1"/>
          </p:cNvSpPr>
          <p:nvPr>
            <p:custDataLst>
              <p:tags r:id="rId92"/>
            </p:custDataLst>
          </p:nvPr>
        </p:nvSpPr>
        <p:spPr bwMode="gray">
          <a:xfrm>
            <a:off x="5561013" y="4392613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C0BEDBE-5FBE-4626-8EE3-F52DB285B6E2}" type="datetime'''1''''''''''''''''''.7''''''''%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1.7%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1" name="Text Placeholder 2">
            <a:extLst>
              <a:ext uri="{FF2B5EF4-FFF2-40B4-BE49-F238E27FC236}">
                <a16:creationId xmlns:a16="http://schemas.microsoft.com/office/drawing/2014/main" id="{C1C95700-D97D-650B-82AE-FC257667801B}"/>
              </a:ext>
            </a:extLst>
          </p:cNvPr>
          <p:cNvSpPr>
            <a:spLocks noGrp="1"/>
          </p:cNvSpPr>
          <p:nvPr>
            <p:custDataLst>
              <p:tags r:id="rId93"/>
            </p:custDataLst>
          </p:nvPr>
        </p:nvSpPr>
        <p:spPr bwMode="gray">
          <a:xfrm>
            <a:off x="6005513" y="4594225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ECB7AC7-1F54-448A-AE4F-A9171C97A418}" type="datetime'''''0''''''''''.''''''8''''''''%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0.8%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2" name="Text Placeholder 2">
            <a:extLst>
              <a:ext uri="{FF2B5EF4-FFF2-40B4-BE49-F238E27FC236}">
                <a16:creationId xmlns:a16="http://schemas.microsoft.com/office/drawing/2014/main" id="{8681240C-C266-515D-A5AE-9077B11B7273}"/>
              </a:ext>
            </a:extLst>
          </p:cNvPr>
          <p:cNvSpPr>
            <a:spLocks noGrp="1"/>
          </p:cNvSpPr>
          <p:nvPr>
            <p:custDataLst>
              <p:tags r:id="rId94"/>
            </p:custDataLst>
          </p:nvPr>
        </p:nvSpPr>
        <p:spPr bwMode="gray">
          <a:xfrm>
            <a:off x="6448425" y="45037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36B7DA3-9FFC-4F78-9BE5-E9EDE367B338}" type="datetime'1''''''''''''''''''''''''''''''.''2''''%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557" name="Chart 556">
            <a:extLst>
              <a:ext uri="{FF2B5EF4-FFF2-40B4-BE49-F238E27FC236}">
                <a16:creationId xmlns:a16="http://schemas.microsoft.com/office/drawing/2014/main" id="{AC7D5C71-3DB7-7F5D-6241-DB644BD2B15A}"/>
              </a:ext>
            </a:extLst>
          </p:cNvPr>
          <p:cNvGraphicFramePr/>
          <p:nvPr>
            <p:custDataLst>
              <p:tags r:id="rId95"/>
            </p:custDataLst>
          </p:nvPr>
        </p:nvGraphicFramePr>
        <p:xfrm>
          <a:off x="7023100" y="3184525"/>
          <a:ext cx="1493838" cy="4476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3"/>
          </a:graphicData>
        </a:graphic>
      </p:graphicFrame>
      <p:sp>
        <p:nvSpPr>
          <p:cNvPr id="526" name="Text Placeholder 2">
            <a:extLst>
              <a:ext uri="{FF2B5EF4-FFF2-40B4-BE49-F238E27FC236}">
                <a16:creationId xmlns:a16="http://schemas.microsoft.com/office/drawing/2014/main" id="{7F03CF14-3416-F62F-54D8-07207B33A236}"/>
              </a:ext>
            </a:extLst>
          </p:cNvPr>
          <p:cNvSpPr>
            <a:spLocks noGrp="1"/>
          </p:cNvSpPr>
          <p:nvPr>
            <p:custDataLst>
              <p:tags r:id="rId96"/>
            </p:custDataLst>
          </p:nvPr>
        </p:nvSpPr>
        <p:spPr bwMode="auto">
          <a:xfrm>
            <a:off x="7208838" y="373062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2C6568B-769B-4611-808C-89DDAFF26204}" type="datetime'''''''''''''''2''0''''''''''''''''''''''''''''''''''2''3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7" name="Text Placeholder 2">
            <a:extLst>
              <a:ext uri="{FF2B5EF4-FFF2-40B4-BE49-F238E27FC236}">
                <a16:creationId xmlns:a16="http://schemas.microsoft.com/office/drawing/2014/main" id="{641A6E29-2113-560E-D610-F7DFB49E18FC}"/>
              </a:ext>
            </a:extLst>
          </p:cNvPr>
          <p:cNvSpPr>
            <a:spLocks noGrp="1"/>
          </p:cNvSpPr>
          <p:nvPr>
            <p:custDataLst>
              <p:tags r:id="rId97"/>
            </p:custDataLst>
          </p:nvPr>
        </p:nvSpPr>
        <p:spPr bwMode="auto">
          <a:xfrm>
            <a:off x="7707314" y="3730625"/>
            <a:ext cx="1238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DEDFB5F-2CCB-4B86-97A0-989B14A95F56}" type="datetime'2''''''''''4''''''''''''''''''''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8" name="Text Placeholder 2">
            <a:extLst>
              <a:ext uri="{FF2B5EF4-FFF2-40B4-BE49-F238E27FC236}">
                <a16:creationId xmlns:a16="http://schemas.microsoft.com/office/drawing/2014/main" id="{3CD7BC86-DB93-22F4-B1A5-7B5DC6A7F008}"/>
              </a:ext>
            </a:extLst>
          </p:cNvPr>
          <p:cNvSpPr>
            <a:spLocks noGrp="1"/>
          </p:cNvSpPr>
          <p:nvPr>
            <p:custDataLst>
              <p:tags r:id="rId98"/>
            </p:custDataLst>
          </p:nvPr>
        </p:nvSpPr>
        <p:spPr bwMode="auto">
          <a:xfrm>
            <a:off x="8094663" y="373062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CBCDFCE-FE54-4AAD-A27F-BF48AEEEAF3C}" type="datetime'''''2''''''0''''''''''''''''25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9" name="Text Placeholder 2">
            <a:extLst>
              <a:ext uri="{FF2B5EF4-FFF2-40B4-BE49-F238E27FC236}">
                <a16:creationId xmlns:a16="http://schemas.microsoft.com/office/drawing/2014/main" id="{88B447C7-3A7A-87AA-DDBD-6409A2E3F193}"/>
              </a:ext>
            </a:extLst>
          </p:cNvPr>
          <p:cNvSpPr>
            <a:spLocks noGrp="1"/>
          </p:cNvSpPr>
          <p:nvPr>
            <p:custDataLst>
              <p:tags r:id="rId99"/>
            </p:custDataLst>
          </p:nvPr>
        </p:nvSpPr>
        <p:spPr bwMode="gray">
          <a:xfrm>
            <a:off x="7173912" y="3438525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3DDE19C-6731-4628-AD4F-69FB1A6D9FAE}" type="datetime'''''''''''''''''''''-''''''2''''''''''''''.''9''''%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-2.9%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30" name="Text Placeholder 2">
            <a:extLst>
              <a:ext uri="{FF2B5EF4-FFF2-40B4-BE49-F238E27FC236}">
                <a16:creationId xmlns:a16="http://schemas.microsoft.com/office/drawing/2014/main" id="{C4479301-9339-A704-F96D-95598307DDF9}"/>
              </a:ext>
            </a:extLst>
          </p:cNvPr>
          <p:cNvSpPr>
            <a:spLocks noGrp="1"/>
          </p:cNvSpPr>
          <p:nvPr>
            <p:custDataLst>
              <p:tags r:id="rId100"/>
            </p:custDataLst>
          </p:nvPr>
        </p:nvSpPr>
        <p:spPr bwMode="gray">
          <a:xfrm>
            <a:off x="7616824" y="3492500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811B972-3957-4875-B924-EA876D457A0E}" type="datetime'''-3''.''''9''''%''''''''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-3.9%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31" name="Text Placeholder 2">
            <a:extLst>
              <a:ext uri="{FF2B5EF4-FFF2-40B4-BE49-F238E27FC236}">
                <a16:creationId xmlns:a16="http://schemas.microsoft.com/office/drawing/2014/main" id="{273AE526-8C59-4BD7-4E1E-CADA0841E545}"/>
              </a:ext>
            </a:extLst>
          </p:cNvPr>
          <p:cNvSpPr>
            <a:spLocks noGrp="1"/>
          </p:cNvSpPr>
          <p:nvPr>
            <p:custDataLst>
              <p:tags r:id="rId101"/>
            </p:custDataLst>
          </p:nvPr>
        </p:nvSpPr>
        <p:spPr bwMode="gray">
          <a:xfrm>
            <a:off x="8059737" y="3575050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D46BF7F-37BC-4562-B6A4-8F1865C09B19}" type="datetime'''''''''-''''''''''''''''5''.''''''5''''''''''''%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-5.5%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46" name="TextBox 545">
            <a:extLst>
              <a:ext uri="{FF2B5EF4-FFF2-40B4-BE49-F238E27FC236}">
                <a16:creationId xmlns:a16="http://schemas.microsoft.com/office/drawing/2014/main" id="{6BEB723B-3B0E-6D65-5D10-68FAF057060C}"/>
              </a:ext>
            </a:extLst>
          </p:cNvPr>
          <p:cNvSpPr txBox="1"/>
          <p:nvPr/>
        </p:nvSpPr>
        <p:spPr>
          <a:xfrm>
            <a:off x="596900" y="4162425"/>
            <a:ext cx="1328738" cy="15398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 b="1">
                <a:cs typeface="+mn-cs"/>
              </a:rPr>
              <a:t>Return on Equity, %</a:t>
            </a:r>
          </a:p>
        </p:txBody>
      </p:sp>
      <p:cxnSp>
        <p:nvCxnSpPr>
          <p:cNvPr id="8" name="Connector: Elbow 7">
            <a:extLst>
              <a:ext uri="{FF2B5EF4-FFF2-40B4-BE49-F238E27FC236}">
                <a16:creationId xmlns:a16="http://schemas.microsoft.com/office/drawing/2014/main" id="{378BD34F-F9EA-20E3-D902-9D5A79FA22E0}"/>
              </a:ext>
            </a:extLst>
          </p:cNvPr>
          <p:cNvCxnSpPr>
            <a:cxnSpLocks/>
            <a:stCxn id="10" idx="3"/>
            <a:endCxn id="7" idx="1"/>
          </p:cNvCxnSpPr>
          <p:nvPr/>
        </p:nvCxnSpPr>
        <p:spPr>
          <a:xfrm>
            <a:off x="3591163" y="3763963"/>
            <a:ext cx="217725" cy="1828800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nector: Elbow 8">
            <a:extLst>
              <a:ext uri="{FF2B5EF4-FFF2-40B4-BE49-F238E27FC236}">
                <a16:creationId xmlns:a16="http://schemas.microsoft.com/office/drawing/2014/main" id="{19ABA688-5827-8434-8FA5-79E289F1CAB8}"/>
              </a:ext>
            </a:extLst>
          </p:cNvPr>
          <p:cNvCxnSpPr>
            <a:cxnSpLocks/>
            <a:stCxn id="6" idx="1"/>
            <a:endCxn id="19" idx="3"/>
          </p:cNvCxnSpPr>
          <p:nvPr/>
        </p:nvCxnSpPr>
        <p:spPr>
          <a:xfrm rot="10800000">
            <a:off x="5218589" y="2562227"/>
            <a:ext cx="217725" cy="2003425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nector: Elbow 30">
            <a:extLst>
              <a:ext uri="{FF2B5EF4-FFF2-40B4-BE49-F238E27FC236}">
                <a16:creationId xmlns:a16="http://schemas.microsoft.com/office/drawing/2014/main" id="{2BCB66A9-93A7-3664-8CFC-E3F540C2FC68}"/>
              </a:ext>
            </a:extLst>
          </p:cNvPr>
          <p:cNvCxnSpPr>
            <a:cxnSpLocks/>
            <a:stCxn id="18" idx="3"/>
            <a:endCxn id="11" idx="1"/>
          </p:cNvCxnSpPr>
          <p:nvPr/>
        </p:nvCxnSpPr>
        <p:spPr>
          <a:xfrm>
            <a:off x="1963738" y="4674394"/>
            <a:ext cx="217725" cy="91043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Connector: Elbow 31">
            <a:extLst>
              <a:ext uri="{FF2B5EF4-FFF2-40B4-BE49-F238E27FC236}">
                <a16:creationId xmlns:a16="http://schemas.microsoft.com/office/drawing/2014/main" id="{5E717CC2-8ED7-7798-AD83-471FC739328F}"/>
              </a:ext>
            </a:extLst>
          </p:cNvPr>
          <p:cNvCxnSpPr>
            <a:cxnSpLocks/>
            <a:stCxn id="18" idx="3"/>
            <a:endCxn id="10" idx="1"/>
          </p:cNvCxnSpPr>
          <p:nvPr/>
        </p:nvCxnSpPr>
        <p:spPr>
          <a:xfrm flipV="1">
            <a:off x="1963738" y="3763963"/>
            <a:ext cx="217725" cy="910431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nector: Elbow 32">
            <a:extLst>
              <a:ext uri="{FF2B5EF4-FFF2-40B4-BE49-F238E27FC236}">
                <a16:creationId xmlns:a16="http://schemas.microsoft.com/office/drawing/2014/main" id="{481BD321-02DA-F821-BBE0-305C2194BAF7}"/>
              </a:ext>
            </a:extLst>
          </p:cNvPr>
          <p:cNvCxnSpPr>
            <a:cxnSpLocks/>
            <a:stCxn id="10" idx="3"/>
            <a:endCxn id="19" idx="1"/>
          </p:cNvCxnSpPr>
          <p:nvPr/>
        </p:nvCxnSpPr>
        <p:spPr>
          <a:xfrm flipV="1">
            <a:off x="3591163" y="2562226"/>
            <a:ext cx="217725" cy="120173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Connector: Elbow 46">
            <a:extLst>
              <a:ext uri="{FF2B5EF4-FFF2-40B4-BE49-F238E27FC236}">
                <a16:creationId xmlns:a16="http://schemas.microsoft.com/office/drawing/2014/main" id="{7F5075D9-4607-631E-0C85-99D8EFECA29A}"/>
              </a:ext>
            </a:extLst>
          </p:cNvPr>
          <p:cNvCxnSpPr>
            <a:cxnSpLocks/>
            <a:stCxn id="14" idx="1"/>
            <a:endCxn id="19" idx="3"/>
          </p:cNvCxnSpPr>
          <p:nvPr/>
        </p:nvCxnSpPr>
        <p:spPr>
          <a:xfrm rot="10800000">
            <a:off x="5218589" y="2562227"/>
            <a:ext cx="217725" cy="80168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Connector: Elbow 57">
            <a:extLst>
              <a:ext uri="{FF2B5EF4-FFF2-40B4-BE49-F238E27FC236}">
                <a16:creationId xmlns:a16="http://schemas.microsoft.com/office/drawing/2014/main" id="{869F323A-639E-195F-C4CA-2124F7170221}"/>
              </a:ext>
            </a:extLst>
          </p:cNvPr>
          <p:cNvCxnSpPr>
            <a:cxnSpLocks/>
            <a:stCxn id="49" idx="1"/>
            <a:endCxn id="13" idx="3"/>
          </p:cNvCxnSpPr>
          <p:nvPr/>
        </p:nvCxnSpPr>
        <p:spPr>
          <a:xfrm rot="10800000">
            <a:off x="6846014" y="2162177"/>
            <a:ext cx="217727" cy="120173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D0436BCA-6F41-B87B-2E6B-00AECD0BB2CE}"/>
              </a:ext>
            </a:extLst>
          </p:cNvPr>
          <p:cNvCxnSpPr>
            <a:cxnSpLocks/>
            <a:stCxn id="19" idx="3"/>
            <a:endCxn id="13" idx="1"/>
          </p:cNvCxnSpPr>
          <p:nvPr/>
        </p:nvCxnSpPr>
        <p:spPr>
          <a:xfrm flipV="1">
            <a:off x="5218588" y="2162176"/>
            <a:ext cx="217725" cy="400050"/>
          </a:xfrm>
          <a:prstGeom prst="bentConnector3">
            <a:avLst>
              <a:gd name="adj1" fmla="val 50000"/>
            </a:avLst>
          </a:prstGeom>
          <a:ln w="6350" cap="flat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Connector: Elbow 453">
            <a:extLst>
              <a:ext uri="{FF2B5EF4-FFF2-40B4-BE49-F238E27FC236}">
                <a16:creationId xmlns:a16="http://schemas.microsoft.com/office/drawing/2014/main" id="{63E27704-980E-ABC5-FB0F-D30D06CA4F4E}"/>
              </a:ext>
            </a:extLst>
          </p:cNvPr>
          <p:cNvCxnSpPr>
            <a:cxnSpLocks/>
            <a:stCxn id="10" idx="3"/>
            <a:endCxn id="20" idx="1"/>
          </p:cNvCxnSpPr>
          <p:nvPr/>
        </p:nvCxnSpPr>
        <p:spPr>
          <a:xfrm>
            <a:off x="3591163" y="3763963"/>
            <a:ext cx="217725" cy="31353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809DC290-22DD-C73E-F061-AAEADAC223D4}"/>
              </a:ext>
            </a:extLst>
          </p:cNvPr>
          <p:cNvCxnSpPr>
            <a:cxnSpLocks/>
            <a:stCxn id="13" idx="3"/>
            <a:endCxn id="48" idx="1"/>
          </p:cNvCxnSpPr>
          <p:nvPr/>
        </p:nvCxnSpPr>
        <p:spPr>
          <a:xfrm>
            <a:off x="6846013" y="2162176"/>
            <a:ext cx="217727" cy="0"/>
          </a:xfrm>
          <a:prstGeom prst="line">
            <a:avLst/>
          </a:prstGeom>
          <a:ln w="6350" cap="flat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4" name="MinusSignBlue 554">
            <a:extLst>
              <a:ext uri="{FF2B5EF4-FFF2-40B4-BE49-F238E27FC236}">
                <a16:creationId xmlns:a16="http://schemas.microsoft.com/office/drawing/2014/main" id="{325CF1DA-3E3E-A5D1-0BB0-D4B9EDE81CED}"/>
              </a:ext>
            </a:extLst>
          </p:cNvPr>
          <p:cNvGrpSpPr>
            <a:grpSpLocks noChangeAspect="1"/>
          </p:cNvGrpSpPr>
          <p:nvPr>
            <p:custDataLst>
              <p:tags r:id="rId102"/>
            </p:custDataLst>
          </p:nvPr>
        </p:nvGrpSpPr>
        <p:grpSpPr>
          <a:xfrm>
            <a:off x="3611919" y="3989388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F148C7F1-3F94-8672-16DE-C3DCEFF3924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53" name="Graphic 552">
              <a:extLst>
                <a:ext uri="{FF2B5EF4-FFF2-40B4-BE49-F238E27FC236}">
                  <a16:creationId xmlns:a16="http://schemas.microsoft.com/office/drawing/2014/main" id="{DA0DC975-AFCC-B678-972B-7F1DF49213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2" name="PlusSignBlue 562">
            <a:extLst>
              <a:ext uri="{FF2B5EF4-FFF2-40B4-BE49-F238E27FC236}">
                <a16:creationId xmlns:a16="http://schemas.microsoft.com/office/drawing/2014/main" id="{2C336CC9-DE58-F7EE-80C1-AF77EC7D34D6}"/>
              </a:ext>
            </a:extLst>
          </p:cNvPr>
          <p:cNvGrpSpPr>
            <a:grpSpLocks noChangeAspect="1"/>
          </p:cNvGrpSpPr>
          <p:nvPr>
            <p:custDataLst>
              <p:tags r:id="rId103"/>
            </p:custDataLst>
          </p:nvPr>
        </p:nvGrpSpPr>
        <p:grpSpPr>
          <a:xfrm>
            <a:off x="3611919" y="2474913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72CE4095-88CF-DFCF-BC48-054E6848A2D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61" name="Graphic 560">
              <a:extLst>
                <a:ext uri="{FF2B5EF4-FFF2-40B4-BE49-F238E27FC236}">
                  <a16:creationId xmlns:a16="http://schemas.microsoft.com/office/drawing/2014/main" id="{0088D953-FE05-45FB-3316-5ED34599C0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4" name="MinusSignBlue 554">
            <a:extLst>
              <a:ext uri="{FF2B5EF4-FFF2-40B4-BE49-F238E27FC236}">
                <a16:creationId xmlns:a16="http://schemas.microsoft.com/office/drawing/2014/main" id="{420447E3-DEFF-BCC8-A210-FE7302729CE8}"/>
              </a:ext>
            </a:extLst>
          </p:cNvPr>
          <p:cNvGrpSpPr>
            <a:grpSpLocks noChangeAspect="1"/>
          </p:cNvGrpSpPr>
          <p:nvPr>
            <p:custDataLst>
              <p:tags r:id="rId104"/>
            </p:custDataLst>
          </p:nvPr>
        </p:nvGrpSpPr>
        <p:grpSpPr>
          <a:xfrm>
            <a:off x="3611918" y="5503863"/>
            <a:ext cx="177800" cy="177800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65" name="Oval 564">
              <a:extLst>
                <a:ext uri="{FF2B5EF4-FFF2-40B4-BE49-F238E27FC236}">
                  <a16:creationId xmlns:a16="http://schemas.microsoft.com/office/drawing/2014/main" id="{1251FDE6-6608-8769-8839-07BF71CA3CE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66" name="Graphic 565">
              <a:extLst>
                <a:ext uri="{FF2B5EF4-FFF2-40B4-BE49-F238E27FC236}">
                  <a16:creationId xmlns:a16="http://schemas.microsoft.com/office/drawing/2014/main" id="{0F4DAFB0-9AF1-3A16-F4F2-FD4AE0F28D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7" name="PlusSignBlue 562">
            <a:extLst>
              <a:ext uri="{FF2B5EF4-FFF2-40B4-BE49-F238E27FC236}">
                <a16:creationId xmlns:a16="http://schemas.microsoft.com/office/drawing/2014/main" id="{B0BA519B-2CEB-1F6E-368E-BC99441BC3C6}"/>
              </a:ext>
            </a:extLst>
          </p:cNvPr>
          <p:cNvGrpSpPr>
            <a:grpSpLocks noChangeAspect="1"/>
          </p:cNvGrpSpPr>
          <p:nvPr>
            <p:custDataLst>
              <p:tags r:id="rId105"/>
            </p:custDataLst>
          </p:nvPr>
        </p:nvGrpSpPr>
        <p:grpSpPr>
          <a:xfrm>
            <a:off x="5239343" y="3275013"/>
            <a:ext cx="177800" cy="177800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D9256477-522D-0F11-45DD-D0DB939503F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72" name="Graphic 571">
              <a:extLst>
                <a:ext uri="{FF2B5EF4-FFF2-40B4-BE49-F238E27FC236}">
                  <a16:creationId xmlns:a16="http://schemas.microsoft.com/office/drawing/2014/main" id="{98B79F24-7A77-E4E4-2947-AC15AFB3A3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28" name="PlusSignBlue 562">
            <a:extLst>
              <a:ext uri="{FF2B5EF4-FFF2-40B4-BE49-F238E27FC236}">
                <a16:creationId xmlns:a16="http://schemas.microsoft.com/office/drawing/2014/main" id="{8C2EC733-94FA-1B9C-C0B9-784503C97A4C}"/>
              </a:ext>
            </a:extLst>
          </p:cNvPr>
          <p:cNvGrpSpPr>
            <a:grpSpLocks noChangeAspect="1"/>
          </p:cNvGrpSpPr>
          <p:nvPr>
            <p:custDataLst>
              <p:tags r:id="rId106"/>
            </p:custDataLst>
          </p:nvPr>
        </p:nvGrpSpPr>
        <p:grpSpPr>
          <a:xfrm>
            <a:off x="5239344" y="2074863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EF4D6985-56F6-CC8C-1EEF-D62B9406D3A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30" name="Graphic 129">
              <a:extLst>
                <a:ext uri="{FF2B5EF4-FFF2-40B4-BE49-F238E27FC236}">
                  <a16:creationId xmlns:a16="http://schemas.microsoft.com/office/drawing/2014/main" id="{D844442C-1BFE-17D1-D73F-3AA2C6453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45" name="XBlue 145">
            <a:extLst>
              <a:ext uri="{FF2B5EF4-FFF2-40B4-BE49-F238E27FC236}">
                <a16:creationId xmlns:a16="http://schemas.microsoft.com/office/drawing/2014/main" id="{B575CB82-CC46-D5B7-8BB8-10951E55281E}"/>
              </a:ext>
            </a:extLst>
          </p:cNvPr>
          <p:cNvGrpSpPr>
            <a:grpSpLocks/>
          </p:cNvGrpSpPr>
          <p:nvPr>
            <p:custDataLst>
              <p:tags r:id="rId107"/>
            </p:custDataLst>
          </p:nvPr>
        </p:nvGrpSpPr>
        <p:grpSpPr>
          <a:xfrm>
            <a:off x="1984494" y="4586287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6C3F9D61-E5B6-3F3B-6946-C2ECB730DE4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44" name="Graphic 143">
              <a:extLst>
                <a:ext uri="{FF2B5EF4-FFF2-40B4-BE49-F238E27FC236}">
                  <a16:creationId xmlns:a16="http://schemas.microsoft.com/office/drawing/2014/main" id="{85871A38-8F8B-0733-E55C-AEEB8BAA18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73" name="MinusSignBlue 554">
            <a:extLst>
              <a:ext uri="{FF2B5EF4-FFF2-40B4-BE49-F238E27FC236}">
                <a16:creationId xmlns:a16="http://schemas.microsoft.com/office/drawing/2014/main" id="{6914BD61-0FF2-FB17-B78F-BD627E02EF37}"/>
              </a:ext>
            </a:extLst>
          </p:cNvPr>
          <p:cNvGrpSpPr>
            <a:grpSpLocks noChangeAspect="1"/>
          </p:cNvGrpSpPr>
          <p:nvPr>
            <p:custDataLst>
              <p:tags r:id="rId108"/>
            </p:custDataLst>
          </p:nvPr>
        </p:nvGrpSpPr>
        <p:grpSpPr>
          <a:xfrm>
            <a:off x="6866769" y="2074863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B6231778-70A4-C784-8200-D5E9687BF9E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75" name="Graphic 574">
              <a:extLst>
                <a:ext uri="{FF2B5EF4-FFF2-40B4-BE49-F238E27FC236}">
                  <a16:creationId xmlns:a16="http://schemas.microsoft.com/office/drawing/2014/main" id="{E15A4EF4-4192-0CCB-7EA2-E0C794F0B5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428" name="TextBox 427">
            <a:extLst>
              <a:ext uri="{FF2B5EF4-FFF2-40B4-BE49-F238E27FC236}">
                <a16:creationId xmlns:a16="http://schemas.microsoft.com/office/drawing/2014/main" id="{13A6F8BB-0952-10CD-E84E-29CA1093BF41}"/>
              </a:ext>
            </a:extLst>
          </p:cNvPr>
          <p:cNvSpPr txBox="1"/>
          <p:nvPr/>
        </p:nvSpPr>
        <p:spPr>
          <a:xfrm>
            <a:off x="9119860" y="1279028"/>
            <a:ext cx="2520451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400" b="1"/>
              <a:t>Key Insights</a:t>
            </a:r>
          </a:p>
        </p:txBody>
      </p: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2682283E-FB9C-2BC4-BCB3-6F62F2229ED7}"/>
              </a:ext>
            </a:extLst>
          </p:cNvPr>
          <p:cNvCxnSpPr/>
          <p:nvPr/>
        </p:nvCxnSpPr>
        <p:spPr>
          <a:xfrm>
            <a:off x="9119860" y="1532890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56EC7477-6DD4-07E9-4E89-4517C899BCCC}"/>
              </a:ext>
            </a:extLst>
          </p:cNvPr>
          <p:cNvCxnSpPr/>
          <p:nvPr/>
        </p:nvCxnSpPr>
        <p:spPr>
          <a:xfrm>
            <a:off x="9119860" y="6108700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itle 29">
            <a:extLst>
              <a:ext uri="{FF2B5EF4-FFF2-40B4-BE49-F238E27FC236}">
                <a16:creationId xmlns:a16="http://schemas.microsoft.com/office/drawing/2014/main" id="{227ECF4A-F71B-5058-04E8-0F17A9A617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6" y="288179"/>
            <a:ext cx="7918704" cy="61555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r>
              <a:rPr lang="en-US" sz="2000"/>
              <a:t>CIB segment is the main value driver for the bank even though the performance has declined over the years…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CA6C100-78CD-406D-57DD-61C3DA56A600}"/>
              </a:ext>
            </a:extLst>
          </p:cNvPr>
          <p:cNvSpPr txBox="1">
            <a:spLocks/>
          </p:cNvSpPr>
          <p:nvPr/>
        </p:nvSpPr>
        <p:spPr>
          <a:xfrm>
            <a:off x="9077325" y="1886802"/>
            <a:ext cx="2560637" cy="346248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spcBef>
                <a:spcPts val="600"/>
              </a:spcBef>
            </a:pPr>
            <a:r>
              <a:rPr lang="tr-TR" b="1">
                <a:latin typeface="+mn-lt"/>
              </a:rPr>
              <a:t>Decreasing NII margins in the last 3 years: </a:t>
            </a:r>
            <a:r>
              <a:rPr lang="en-US">
                <a:latin typeface="+mn-lt"/>
              </a:rPr>
              <a:t>Substantial increase in the interest expenses compared to income levels resulting in decrease in NII</a:t>
            </a:r>
          </a:p>
          <a:p>
            <a:pPr lvl="1">
              <a:spcBef>
                <a:spcPts val="600"/>
              </a:spcBef>
            </a:pPr>
            <a:r>
              <a:rPr lang="tr-TR" b="1">
                <a:latin typeface="+mn-lt"/>
              </a:rPr>
              <a:t>NFI effect: </a:t>
            </a:r>
            <a:r>
              <a:rPr lang="en-US">
                <a:latin typeface="+mn-lt"/>
              </a:rPr>
              <a:t>ROA decrease is directly stemming from stagnant NFI in the last 2 years coupled with the NII trend</a:t>
            </a:r>
            <a:endParaRPr lang="tr-TR">
              <a:latin typeface="+mn-lt"/>
            </a:endParaRPr>
          </a:p>
          <a:p>
            <a:pPr lvl="1">
              <a:spcBef>
                <a:spcPts val="600"/>
              </a:spcBef>
            </a:pPr>
            <a:r>
              <a:rPr lang="tr-TR" b="1">
                <a:latin typeface="+mn-lt"/>
              </a:rPr>
              <a:t>ROE trend: </a:t>
            </a:r>
            <a:r>
              <a:rPr lang="tr-TR">
                <a:latin typeface="+mn-lt"/>
              </a:rPr>
              <a:t>CB business portfolio leverage stayed at the similar levels, where ROE mirrors ROA decreasing trend</a:t>
            </a:r>
            <a:endParaRPr lang="en-US">
              <a:latin typeface="+mn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3FEF38A-E504-0994-1C17-4A9ECC5D9D13}"/>
              </a:ext>
            </a:extLst>
          </p:cNvPr>
          <p:cNvSpPr txBox="1"/>
          <p:nvPr/>
        </p:nvSpPr>
        <p:spPr>
          <a:xfrm>
            <a:off x="704950" y="1279028"/>
            <a:ext cx="4108449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sz="1400" b="1"/>
              <a:t>3-year ROE tree for PB CB domain</a:t>
            </a:r>
            <a:endParaRPr lang="en-US" sz="1400" b="1"/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6C802D73-0C69-33D6-101A-3DD82D9D22F3}"/>
              </a:ext>
            </a:extLst>
          </p:cNvPr>
          <p:cNvCxnSpPr>
            <a:cxnSpLocks/>
          </p:cNvCxnSpPr>
          <p:nvPr/>
        </p:nvCxnSpPr>
        <p:spPr>
          <a:xfrm>
            <a:off x="695325" y="1532890"/>
            <a:ext cx="7938536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ticker">
            <a:extLst>
              <a:ext uri="{FF2B5EF4-FFF2-40B4-BE49-F238E27FC236}">
                <a16:creationId xmlns:a16="http://schemas.microsoft.com/office/drawing/2014/main" id="{759FA42A-A20A-3CD4-2A30-1A518A2BB859}"/>
              </a:ext>
            </a:extLst>
          </p:cNvPr>
          <p:cNvSpPr txBox="1"/>
          <p:nvPr/>
        </p:nvSpPr>
        <p:spPr>
          <a:xfrm>
            <a:off x="6792444" y="43542"/>
            <a:ext cx="5399556" cy="223771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54000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/>
            <a:r>
              <a:rPr lang="en-US"/>
              <a:t>INDIRECT OPEX WAS, WHILE Deposit</a:t>
            </a:r>
            <a:r>
              <a:rPr lang="en-US">
                <a:latin typeface="+mn-lt"/>
              </a:rPr>
              <a:t> income was not included in the calculation</a:t>
            </a:r>
          </a:p>
        </p:txBody>
      </p:sp>
    </p:spTree>
    <p:extLst>
      <p:ext uri="{BB962C8B-B14F-4D97-AF65-F5344CB8AC3E}">
        <p14:creationId xmlns:p14="http://schemas.microsoft.com/office/powerpoint/2010/main" val="320824109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592D0-2D7E-0956-90C6-C4ACF6195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11" hidden="1">
            <a:extLst>
              <a:ext uri="{FF2B5EF4-FFF2-40B4-BE49-F238E27FC236}">
                <a16:creationId xmlns:a16="http://schemas.microsoft.com/office/drawing/2014/main" id="{B1CE8E86-3D6F-CBD0-ED45-BA710C08C0B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-1868046" y="-1049864"/>
          <a:ext cx="2115" cy="21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8" imgW="493" imgH="493" progId="TCLayout.ActiveDocument.1">
                  <p:embed/>
                </p:oleObj>
              </mc:Choice>
              <mc:Fallback>
                <p:oleObj name="think-cell Slide" r:id="rId88" imgW="493" imgH="493" progId="TCLayout.ActiveDocument.1">
                  <p:embed/>
                  <p:pic>
                    <p:nvPicPr>
                      <p:cNvPr id="12" name="Object 11" hidden="1">
                        <a:extLst>
                          <a:ext uri="{FF2B5EF4-FFF2-40B4-BE49-F238E27FC236}">
                            <a16:creationId xmlns:a16="http://schemas.microsoft.com/office/drawing/2014/main" id="{B1CE8E86-3D6F-CBD0-ED45-BA710C08C0B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9"/>
                      <a:stretch>
                        <a:fillRect/>
                      </a:stretch>
                    </p:blipFill>
                    <p:spPr>
                      <a:xfrm>
                        <a:off x="-1868046" y="-1049864"/>
                        <a:ext cx="2115" cy="211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tangle 286">
            <a:extLst>
              <a:ext uri="{FF2B5EF4-FFF2-40B4-BE49-F238E27FC236}">
                <a16:creationId xmlns:a16="http://schemas.microsoft.com/office/drawing/2014/main" id="{F9FB735A-961E-798D-6ED0-5D7D87A1D3C0}"/>
              </a:ext>
            </a:extLst>
          </p:cNvPr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2181463" y="323532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Rectangle 286">
            <a:extLst>
              <a:ext uri="{FF2B5EF4-FFF2-40B4-BE49-F238E27FC236}">
                <a16:creationId xmlns:a16="http://schemas.microsoft.com/office/drawing/2014/main" id="{FDC7723B-9154-8421-0FF8-7A8BBEDEFF61}"/>
              </a:ext>
            </a:extLst>
          </p:cNvPr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181463" y="505618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Rectangle 286">
            <a:extLst>
              <a:ext uri="{FF2B5EF4-FFF2-40B4-BE49-F238E27FC236}">
                <a16:creationId xmlns:a16="http://schemas.microsoft.com/office/drawing/2014/main" id="{B9345A2B-814A-E033-6DED-F41BAE5FA87E}"/>
              </a:ext>
            </a:extLst>
          </p:cNvPr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436313" y="4037013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Rectangle 286">
            <a:extLst>
              <a:ext uri="{FF2B5EF4-FFF2-40B4-BE49-F238E27FC236}">
                <a16:creationId xmlns:a16="http://schemas.microsoft.com/office/drawing/2014/main" id="{F6AB9835-D8F1-3A6E-99C2-DEDA36F0DC72}"/>
              </a:ext>
            </a:extLst>
          </p:cNvPr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436313" y="163353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Rectangle 286">
            <a:extLst>
              <a:ext uri="{FF2B5EF4-FFF2-40B4-BE49-F238E27FC236}">
                <a16:creationId xmlns:a16="http://schemas.microsoft.com/office/drawing/2014/main" id="{4D937805-B9A8-EEB4-CEFB-4048264632A2}"/>
              </a:ext>
            </a:extLst>
          </p:cNvPr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436313" y="283527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Rectangle 286">
            <a:extLst>
              <a:ext uri="{FF2B5EF4-FFF2-40B4-BE49-F238E27FC236}">
                <a16:creationId xmlns:a16="http://schemas.microsoft.com/office/drawing/2014/main" id="{C9266EAA-CD1D-8383-5E13-7CEB53ECBF01}"/>
              </a:ext>
            </a:extLst>
          </p:cNvPr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54038" y="4103687"/>
            <a:ext cx="1409700" cy="1141413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Rectangle 286">
            <a:extLst>
              <a:ext uri="{FF2B5EF4-FFF2-40B4-BE49-F238E27FC236}">
                <a16:creationId xmlns:a16="http://schemas.microsoft.com/office/drawing/2014/main" id="{5574CF19-F083-D182-8BEA-E6A55AB5C576}"/>
              </a:ext>
            </a:extLst>
          </p:cNvPr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808888" y="506412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Rectangle 286">
            <a:extLst>
              <a:ext uri="{FF2B5EF4-FFF2-40B4-BE49-F238E27FC236}">
                <a16:creationId xmlns:a16="http://schemas.microsoft.com/office/drawing/2014/main" id="{C1BA4024-9CAF-9EBB-8D52-C455F2F2F5E5}"/>
              </a:ext>
            </a:extLst>
          </p:cNvPr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808888" y="203358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" name="Rectangle 286">
            <a:extLst>
              <a:ext uri="{FF2B5EF4-FFF2-40B4-BE49-F238E27FC236}">
                <a16:creationId xmlns:a16="http://schemas.microsoft.com/office/drawing/2014/main" id="{FDE0834D-9877-A283-B5B8-A72498669509}"/>
              </a:ext>
            </a:extLst>
          </p:cNvPr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808888" y="3548857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8" name="Rectangle 286">
            <a:extLst>
              <a:ext uri="{FF2B5EF4-FFF2-40B4-BE49-F238E27FC236}">
                <a16:creationId xmlns:a16="http://schemas.microsoft.com/office/drawing/2014/main" id="{4126E398-216A-ACA4-D49A-327ADE89227D}"/>
              </a:ext>
            </a:extLst>
          </p:cNvPr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063740" y="163353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9" name="Rectangle 286">
            <a:extLst>
              <a:ext uri="{FF2B5EF4-FFF2-40B4-BE49-F238E27FC236}">
                <a16:creationId xmlns:a16="http://schemas.microsoft.com/office/drawing/2014/main" id="{0D36CC5E-7401-91D1-7045-DB673646EF45}"/>
              </a:ext>
            </a:extLst>
          </p:cNvPr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063740" y="283527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5F0732C6-1518-6E6A-7D58-43AE4EDFD01E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90" y="1"/>
            <a:ext cx="161974" cy="161974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1" name="Rectangle 286">
            <a:extLst>
              <a:ext uri="{FF2B5EF4-FFF2-40B4-BE49-F238E27FC236}">
                <a16:creationId xmlns:a16="http://schemas.microsoft.com/office/drawing/2014/main" id="{2DA8FA90-1B3D-6A3B-4846-687E24EABB35}"/>
              </a:ext>
            </a:extLst>
          </p:cNvPr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849688" y="5111750"/>
            <a:ext cx="1327150" cy="307975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Operating Costs/Assets, %</a:t>
            </a:r>
          </a:p>
        </p:txBody>
      </p:sp>
      <p:sp>
        <p:nvSpPr>
          <p:cNvPr id="24" name="Rectangle 286">
            <a:extLst>
              <a:ext uri="{FF2B5EF4-FFF2-40B4-BE49-F238E27FC236}">
                <a16:creationId xmlns:a16="http://schemas.microsoft.com/office/drawing/2014/main" id="{C5D6E2A3-9A89-B7A8-BEEB-EF3FFC019834}"/>
              </a:ext>
            </a:extLst>
          </p:cNvPr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3849688" y="3601244"/>
            <a:ext cx="1328738" cy="1539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Provisions/Assets , %</a:t>
            </a:r>
          </a:p>
        </p:txBody>
      </p:sp>
      <p:sp>
        <p:nvSpPr>
          <p:cNvPr id="25" name="Rectangle 286">
            <a:extLst>
              <a:ext uri="{FF2B5EF4-FFF2-40B4-BE49-F238E27FC236}">
                <a16:creationId xmlns:a16="http://schemas.microsoft.com/office/drawing/2014/main" id="{BE46C356-2F83-D3A0-6F61-8EFD427EAC61}"/>
              </a:ext>
            </a:extLst>
          </p:cNvPr>
          <p:cNvSpPr txBox="1"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223532" y="3282950"/>
            <a:ext cx="1325563" cy="1539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Return on Assets, % </a:t>
            </a:r>
          </a:p>
        </p:txBody>
      </p:sp>
      <p:sp>
        <p:nvSpPr>
          <p:cNvPr id="27" name="Rectangle 286">
            <a:extLst>
              <a:ext uri="{FF2B5EF4-FFF2-40B4-BE49-F238E27FC236}">
                <a16:creationId xmlns:a16="http://schemas.microsoft.com/office/drawing/2014/main" id="{7AB364DF-269C-FB05-521D-210847B7984C}"/>
              </a:ext>
            </a:extLst>
          </p:cNvPr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219325" y="5103813"/>
            <a:ext cx="133350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indent="0" defTabSz="895350" eaLnBrk="1" hangingPunct="1">
              <a:buClr>
                <a:schemeClr val="tx2"/>
              </a:buClr>
              <a:defRPr sz="1000" b="1">
                <a:solidFill>
                  <a:schemeClr val="bg1"/>
                </a:solidFill>
                <a:latin typeface="+mj-lt"/>
              </a:defRPr>
            </a:lvl1pPr>
            <a:lvl2pPr marL="193675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6125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0" marR="0" lvl="0" indent="0" algn="l" defTabSz="8953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Leverage (Assets/Equity)</a:t>
            </a:r>
          </a:p>
        </p:txBody>
      </p:sp>
      <p:sp>
        <p:nvSpPr>
          <p:cNvPr id="22" name="Rectangle 286">
            <a:extLst>
              <a:ext uri="{FF2B5EF4-FFF2-40B4-BE49-F238E27FC236}">
                <a16:creationId xmlns:a16="http://schemas.microsoft.com/office/drawing/2014/main" id="{6EB45BD4-9EA6-E345-00E9-EAB00A59362F}"/>
              </a:ext>
            </a:extLst>
          </p:cNvPr>
          <p:cNvSpPr txBox="1"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477588" y="4084638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Other Income</a:t>
            </a:r>
            <a:r>
              <a:rPr kumimoji="0" lang="en-US" sz="1000" b="1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/Assets, % </a:t>
            </a:r>
          </a:p>
        </p:txBody>
      </p:sp>
      <p:sp>
        <p:nvSpPr>
          <p:cNvPr id="34" name="Rectangle 286">
            <a:extLst>
              <a:ext uri="{FF2B5EF4-FFF2-40B4-BE49-F238E27FC236}">
                <a16:creationId xmlns:a16="http://schemas.microsoft.com/office/drawing/2014/main" id="{90D032CC-D358-4B4C-E39A-55E6391932E1}"/>
              </a:ext>
            </a:extLst>
          </p:cNvPr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5477588" y="2882900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Fees &amp; Commissions / Assets, %</a:t>
            </a:r>
          </a:p>
        </p:txBody>
      </p:sp>
      <p:sp>
        <p:nvSpPr>
          <p:cNvPr id="35" name="Rectangle 286">
            <a:extLst>
              <a:ext uri="{FF2B5EF4-FFF2-40B4-BE49-F238E27FC236}">
                <a16:creationId xmlns:a16="http://schemas.microsoft.com/office/drawing/2014/main" id="{0D1A2F02-1AF3-CE6B-985A-4C1F11312760}"/>
              </a:ext>
            </a:extLst>
          </p:cNvPr>
          <p:cNvSpPr txBox="1"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477588" y="1681163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Net interest Income / Assets, %</a:t>
            </a:r>
          </a:p>
        </p:txBody>
      </p:sp>
      <p:sp>
        <p:nvSpPr>
          <p:cNvPr id="36" name="Rectangle 286">
            <a:extLst>
              <a:ext uri="{FF2B5EF4-FFF2-40B4-BE49-F238E27FC236}">
                <a16:creationId xmlns:a16="http://schemas.microsoft.com/office/drawing/2014/main" id="{1AA37D06-E2CF-1B45-EF66-4376897EF204}"/>
              </a:ext>
            </a:extLst>
          </p:cNvPr>
          <p:cNvSpPr txBox="1"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849688" y="2081213"/>
            <a:ext cx="1328738" cy="1539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Revenues/Assets, %</a:t>
            </a:r>
          </a:p>
        </p:txBody>
      </p:sp>
      <p:graphicFrame>
        <p:nvGraphicFramePr>
          <p:cNvPr id="29" name="Chart 28">
            <a:extLst>
              <a:ext uri="{FF2B5EF4-FFF2-40B4-BE49-F238E27FC236}">
                <a16:creationId xmlns:a16="http://schemas.microsoft.com/office/drawing/2014/main" id="{1FDC8327-04BB-BEBB-260B-23EFE030D882}"/>
              </a:ext>
            </a:extLst>
          </p:cNvPr>
          <p:cNvGraphicFramePr/>
          <p:nvPr>
            <p:custDataLst>
              <p:tags r:id="rId22"/>
            </p:custDataLst>
          </p:nvPr>
        </p:nvGraphicFramePr>
        <p:xfrm>
          <a:off x="509588" y="4418013"/>
          <a:ext cx="1498600" cy="5476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0"/>
          </a:graphicData>
        </a:graphic>
      </p:graphicFrame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EA458CE1-A85F-A43A-63CC-41F176BA78CD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auto">
          <a:xfrm>
            <a:off x="698501" y="4916488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0449210-E9AC-4521-9EE1-BDB5945E68F1}" type="datetime'Co''''''''''rp''''''''''''''''''''''''ora''''t''''e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6B0792A6-876C-7199-000B-985D622686A0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auto">
          <a:xfrm>
            <a:off x="1322387" y="4916488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75B178B-0715-488C-9F54-EF43400AF3C7}" type="datetime'''''C''omm''e''''''rc''''''i''''''''''''''''al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38E9A3A-B9AD-062F-8B69-EA9F13237FFF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763588" y="4352925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E8F557A-7B7E-450E-8ACB-09F142B3CA75}" type="datetime'''''''''''4''''1''''.''''6''''''''''''%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41.6%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E5B14AED-7C35-E389-88FA-9F7897F387F5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1430338" y="4529138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9548796-A66B-48C8-9E21-6AAC5A6EF64D}" type="datetime'''''''''''''''''''''''2''''''''''''''''''''''''2.''4''%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22.4%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" name="Rectangle 286">
            <a:extLst>
              <a:ext uri="{FF2B5EF4-FFF2-40B4-BE49-F238E27FC236}">
                <a16:creationId xmlns:a16="http://schemas.microsoft.com/office/drawing/2014/main" id="{382B5EF0-9172-EAA9-85FA-1C080A846911}"/>
              </a:ext>
            </a:extLst>
          </p:cNvPr>
          <p:cNvSpPr txBox="1"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7105650" y="1681163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Interest Income / Assets, %</a:t>
            </a:r>
          </a:p>
        </p:txBody>
      </p:sp>
      <p:sp>
        <p:nvSpPr>
          <p:cNvPr id="51" name="Rectangle 286">
            <a:extLst>
              <a:ext uri="{FF2B5EF4-FFF2-40B4-BE49-F238E27FC236}">
                <a16:creationId xmlns:a16="http://schemas.microsoft.com/office/drawing/2014/main" id="{A2574153-F586-1FEE-A3BF-04DAD9DF4EB1}"/>
              </a:ext>
            </a:extLst>
          </p:cNvPr>
          <p:cNvSpPr txBox="1"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7105650" y="2882900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Interest Expense/Assets, %</a:t>
            </a:r>
          </a:p>
        </p:txBody>
      </p:sp>
      <p:graphicFrame>
        <p:nvGraphicFramePr>
          <p:cNvPr id="38" name="Chart 37">
            <a:extLst>
              <a:ext uri="{FF2B5EF4-FFF2-40B4-BE49-F238E27FC236}">
                <a16:creationId xmlns:a16="http://schemas.microsoft.com/office/drawing/2014/main" id="{417733AC-3A9E-CDE8-780E-F6A241D23BF6}"/>
              </a:ext>
            </a:extLst>
          </p:cNvPr>
          <p:cNvGraphicFramePr/>
          <p:nvPr>
            <p:custDataLst>
              <p:tags r:id="rId29"/>
            </p:custDataLst>
          </p:nvPr>
        </p:nvGraphicFramePr>
        <p:xfrm>
          <a:off x="2136775" y="3519488"/>
          <a:ext cx="1495425" cy="6588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1"/>
          </a:graphicData>
        </a:graphic>
      </p:graphicFrame>
      <p:sp>
        <p:nvSpPr>
          <p:cNvPr id="460" name="Text Placeholder 2">
            <a:extLst>
              <a:ext uri="{FF2B5EF4-FFF2-40B4-BE49-F238E27FC236}">
                <a16:creationId xmlns:a16="http://schemas.microsoft.com/office/drawing/2014/main" id="{7B26DA75-4B4C-3A6E-FD07-DC1176F40731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auto">
          <a:xfrm>
            <a:off x="2324101" y="4129088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25337F6-D774-48CE-A296-502C679E153C}" type="datetime'C''''''''''''''''''''''o''''''''''''rpor''a''te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1" name="Text Placeholder 2">
            <a:extLst>
              <a:ext uri="{FF2B5EF4-FFF2-40B4-BE49-F238E27FC236}">
                <a16:creationId xmlns:a16="http://schemas.microsoft.com/office/drawing/2014/main" id="{E55CA68C-CEB0-569F-6039-3B29ACF07602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2946399" y="4129088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ACDB825-EB2F-42AD-9582-2C091CDB5D2F}" type="datetime'''''Co''''''''''''''''m''m''''e''''r''''cia''''''l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5" name="Text Placeholder 2">
            <a:extLst>
              <a:ext uri="{FF2B5EF4-FFF2-40B4-BE49-F238E27FC236}">
                <a16:creationId xmlns:a16="http://schemas.microsoft.com/office/drawing/2014/main" id="{B93BC72A-B787-0B60-7061-72E5F0C68209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2416175" y="3454400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2C18755-AA83-4C4B-A5A3-CCC89025EADD}" type="datetime'''''''''''''''3''''''''''.''''8''''%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3.8%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6" name="Text Placeholder 2">
            <a:extLst>
              <a:ext uri="{FF2B5EF4-FFF2-40B4-BE49-F238E27FC236}">
                <a16:creationId xmlns:a16="http://schemas.microsoft.com/office/drawing/2014/main" id="{47D0B427-2A86-563F-36A3-69CAB0086157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gray">
          <a:xfrm>
            <a:off x="3081338" y="3584575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C762FE0-1833-4575-9332-FCE53D5674C5}" type="datetime'''''''''''''''''2.''8''''''%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2.8%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23" name="Chart 22">
            <a:extLst>
              <a:ext uri="{FF2B5EF4-FFF2-40B4-BE49-F238E27FC236}">
                <a16:creationId xmlns:a16="http://schemas.microsoft.com/office/drawing/2014/main" id="{35E2D170-6264-41CA-D1B9-5B4A71E54474}"/>
              </a:ext>
            </a:extLst>
          </p:cNvPr>
          <p:cNvGraphicFramePr/>
          <p:nvPr>
            <p:custDataLst>
              <p:tags r:id="rId34"/>
            </p:custDataLst>
          </p:nvPr>
        </p:nvGraphicFramePr>
        <p:xfrm>
          <a:off x="2139950" y="5510213"/>
          <a:ext cx="1492250" cy="495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2"/>
          </a:graphicData>
        </a:graphic>
      </p:graphicFrame>
      <p:sp>
        <p:nvSpPr>
          <p:cNvPr id="469" name="Text Placeholder 2">
            <a:extLst>
              <a:ext uri="{FF2B5EF4-FFF2-40B4-BE49-F238E27FC236}">
                <a16:creationId xmlns:a16="http://schemas.microsoft.com/office/drawing/2014/main" id="{706FA349-80E8-B85E-ECE7-B2B49CBAC6D3}"/>
              </a:ext>
            </a:extLst>
          </p:cNvPr>
          <p:cNvSpPr>
            <a:spLocks noGrp="1"/>
          </p:cNvSpPr>
          <p:nvPr>
            <p:custDataLst>
              <p:tags r:id="rId35"/>
            </p:custDataLst>
          </p:nvPr>
        </p:nvSpPr>
        <p:spPr bwMode="auto">
          <a:xfrm>
            <a:off x="2325689" y="5956300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1C9EEDA-D8E2-4A2C-AAD6-11CFE86AF1B6}" type="datetime'''''''''''''''Co''''''''rp''''''o''r''''''at''e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0" name="Text Placeholder 2">
            <a:extLst>
              <a:ext uri="{FF2B5EF4-FFF2-40B4-BE49-F238E27FC236}">
                <a16:creationId xmlns:a16="http://schemas.microsoft.com/office/drawing/2014/main" id="{AA1893FD-1FC2-A4C2-6979-A10F9EC25B37}"/>
              </a:ext>
            </a:extLst>
          </p:cNvPr>
          <p:cNvSpPr>
            <a:spLocks noGrp="1"/>
          </p:cNvSpPr>
          <p:nvPr>
            <p:custDataLst>
              <p:tags r:id="rId36"/>
            </p:custDataLst>
          </p:nvPr>
        </p:nvSpPr>
        <p:spPr bwMode="auto">
          <a:xfrm>
            <a:off x="2946399" y="5956300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16CD7A9-5580-4A16-AEA6-0994019124B6}" type="datetime'''''Co''''''''m''m''''e''''''r''''''c''''i''''''''''al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7"/>
            </p:custDataLst>
          </p:nvPr>
        </p:nvSpPr>
        <p:spPr bwMode="gray">
          <a:xfrm>
            <a:off x="2439988" y="5445125"/>
            <a:ext cx="2254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1696F2A-A490-43DD-A524-C46B714F4DD0}" type="datetime'''1''''0''.9''''''''''''''''''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10.9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8"/>
            </p:custDataLst>
          </p:nvPr>
        </p:nvSpPr>
        <p:spPr bwMode="gray">
          <a:xfrm>
            <a:off x="3132138" y="5534025"/>
            <a:ext cx="1698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F01CEE8-13C4-48F8-8296-B4DDC4F21C22}" type="datetime'''''''8.''''''''''''''''''''''0''''''''''''''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8.0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graphicFrame>
        <p:nvGraphicFramePr>
          <p:cNvPr id="40" name="Chart 39">
            <a:extLst>
              <a:ext uri="{FF2B5EF4-FFF2-40B4-BE49-F238E27FC236}">
                <a16:creationId xmlns:a16="http://schemas.microsoft.com/office/drawing/2014/main" id="{E2E3FE5E-0D7C-5B2C-855C-BE438B6E78E5}"/>
              </a:ext>
            </a:extLst>
          </p:cNvPr>
          <p:cNvGraphicFramePr/>
          <p:nvPr>
            <p:custDataLst>
              <p:tags r:id="rId39"/>
            </p:custDataLst>
          </p:nvPr>
        </p:nvGraphicFramePr>
        <p:xfrm>
          <a:off x="3767138" y="2370138"/>
          <a:ext cx="1492250" cy="5953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3"/>
          </a:graphicData>
        </a:graphic>
      </p:graphicFrame>
      <p:sp>
        <p:nvSpPr>
          <p:cNvPr id="473" name="Text Placeholder 2">
            <a:extLst>
              <a:ext uri="{FF2B5EF4-FFF2-40B4-BE49-F238E27FC236}">
                <a16:creationId xmlns:a16="http://schemas.microsoft.com/office/drawing/2014/main" id="{5D82EAD8-CD4E-F60A-EF07-A4D1175880E0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auto">
          <a:xfrm>
            <a:off x="3952876" y="2916238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D9BB460-8B92-4EC0-B51F-0FF961F56BD0}" type="datetime'C''''''''''''''o''''''''''''''''rp''o''''r''''''''a''te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4" name="Text Placeholder 2">
            <a:extLst>
              <a:ext uri="{FF2B5EF4-FFF2-40B4-BE49-F238E27FC236}">
                <a16:creationId xmlns:a16="http://schemas.microsoft.com/office/drawing/2014/main" id="{B57E2284-447A-62B6-134F-CE0D7C3EAE0D}"/>
              </a:ext>
            </a:extLst>
          </p:cNvPr>
          <p:cNvSpPr>
            <a:spLocks noGrp="1"/>
          </p:cNvSpPr>
          <p:nvPr>
            <p:custDataLst>
              <p:tags r:id="rId41"/>
            </p:custDataLst>
          </p:nvPr>
        </p:nvSpPr>
        <p:spPr bwMode="auto">
          <a:xfrm>
            <a:off x="4573587" y="2916238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CAF0518-EF0E-40D3-8522-615F21578E55}" type="datetime'''C''''''''''''o''''''''''mme''rc''''''i''''''''al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6" name="Text Placeholder 2">
            <a:extLst>
              <a:ext uri="{FF2B5EF4-FFF2-40B4-BE49-F238E27FC236}">
                <a16:creationId xmlns:a16="http://schemas.microsoft.com/office/drawing/2014/main" id="{323D2CF5-72DB-A172-7F2B-2E91D2F50339}"/>
              </a:ext>
            </a:extLst>
          </p:cNvPr>
          <p:cNvSpPr>
            <a:spLocks noGrp="1"/>
          </p:cNvSpPr>
          <p:nvPr>
            <p:custDataLst>
              <p:tags r:id="rId42"/>
            </p:custDataLst>
          </p:nvPr>
        </p:nvSpPr>
        <p:spPr bwMode="gray">
          <a:xfrm>
            <a:off x="4044951" y="252888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B6B4064-39E7-4EB2-96A7-F708805406B7}" type="datetime'''4''''''''''''''.''''9''''''''''''''''''''''''''''%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4.9%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7" name="Text Placeholder 2">
            <a:extLst>
              <a:ext uri="{FF2B5EF4-FFF2-40B4-BE49-F238E27FC236}">
                <a16:creationId xmlns:a16="http://schemas.microsoft.com/office/drawing/2014/main" id="{E3B995C4-A9FA-295E-6A7F-5C713A8C0FB5}"/>
              </a:ext>
            </a:extLst>
          </p:cNvPr>
          <p:cNvSpPr>
            <a:spLocks noGrp="1"/>
          </p:cNvSpPr>
          <p:nvPr>
            <p:custDataLst>
              <p:tags r:id="rId43"/>
            </p:custDataLst>
          </p:nvPr>
        </p:nvSpPr>
        <p:spPr bwMode="gray">
          <a:xfrm>
            <a:off x="4681537" y="2305050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30306D2-A0E2-42B1-9ACF-5834B4C48105}" type="datetime'1''''0''''''.''''2%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10.2%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57" name="Chart 56">
            <a:extLst>
              <a:ext uri="{FF2B5EF4-FFF2-40B4-BE49-F238E27FC236}">
                <a16:creationId xmlns:a16="http://schemas.microsoft.com/office/drawing/2014/main" id="{364B731C-5C4A-CFC1-AF3B-59B7950E122A}"/>
              </a:ext>
            </a:extLst>
          </p:cNvPr>
          <p:cNvGraphicFramePr/>
          <p:nvPr>
            <p:custDataLst>
              <p:tags r:id="rId44"/>
            </p:custDataLst>
          </p:nvPr>
        </p:nvGraphicFramePr>
        <p:xfrm>
          <a:off x="3767138" y="3906838"/>
          <a:ext cx="1492250" cy="460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4"/>
          </a:graphicData>
        </a:graphic>
      </p:graphicFrame>
      <p:sp>
        <p:nvSpPr>
          <p:cNvPr id="480" name="Text Placeholder 2">
            <a:extLst>
              <a:ext uri="{FF2B5EF4-FFF2-40B4-BE49-F238E27FC236}">
                <a16:creationId xmlns:a16="http://schemas.microsoft.com/office/drawing/2014/main" id="{197B68E2-0258-61BB-ED41-7DDCB94994DD}"/>
              </a:ext>
            </a:extLst>
          </p:cNvPr>
          <p:cNvSpPr>
            <a:spLocks noGrp="1"/>
          </p:cNvSpPr>
          <p:nvPr>
            <p:custDataLst>
              <p:tags r:id="rId45"/>
            </p:custDataLst>
          </p:nvPr>
        </p:nvSpPr>
        <p:spPr bwMode="auto">
          <a:xfrm>
            <a:off x="3952876" y="4465638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6C8FDD0-B1A6-4663-AC71-83FBA9D8E0B1}" type="datetime'''''''Co''''r''''''''po''''''r''''''''at''''e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1" name="Text Placeholder 2">
            <a:extLst>
              <a:ext uri="{FF2B5EF4-FFF2-40B4-BE49-F238E27FC236}">
                <a16:creationId xmlns:a16="http://schemas.microsoft.com/office/drawing/2014/main" id="{F6AB6150-5528-D466-19A8-B6C46E0B71F1}"/>
              </a:ext>
            </a:extLst>
          </p:cNvPr>
          <p:cNvSpPr>
            <a:spLocks noGrp="1"/>
          </p:cNvSpPr>
          <p:nvPr>
            <p:custDataLst>
              <p:tags r:id="rId46"/>
            </p:custDataLst>
          </p:nvPr>
        </p:nvSpPr>
        <p:spPr bwMode="auto">
          <a:xfrm>
            <a:off x="4573587" y="4465638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364A32C-F04C-42CE-B378-AA869E9E78DA}" type="datetime'C''o''mm''''e''''''''''r''''''''''''''''''c''''i''''''''al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3" name="Text Placeholder 2">
            <a:extLst>
              <a:ext uri="{FF2B5EF4-FFF2-40B4-BE49-F238E27FC236}">
                <a16:creationId xmlns:a16="http://schemas.microsoft.com/office/drawing/2014/main" id="{FBEEA269-44E9-4A41-F1C9-24439D7D0346}"/>
              </a:ext>
            </a:extLst>
          </p:cNvPr>
          <p:cNvSpPr>
            <a:spLocks noGrp="1"/>
          </p:cNvSpPr>
          <p:nvPr>
            <p:custDataLst>
              <p:tags r:id="rId47"/>
            </p:custDataLst>
          </p:nvPr>
        </p:nvSpPr>
        <p:spPr bwMode="gray">
          <a:xfrm>
            <a:off x="4044951" y="3841750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E83A5D0-34F6-4284-AFA2-2C5C6BEB97F7}" type="datetime'''''''''0''''''''''''.''''''''''''4''''''''''''%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0.4%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4" name="Text Placeholder 2">
            <a:extLst>
              <a:ext uri="{FF2B5EF4-FFF2-40B4-BE49-F238E27FC236}">
                <a16:creationId xmlns:a16="http://schemas.microsoft.com/office/drawing/2014/main" id="{243B53AA-5E70-BF5B-42E8-ADCD1D9321D3}"/>
              </a:ext>
            </a:extLst>
          </p:cNvPr>
          <p:cNvSpPr>
            <a:spLocks noGrp="1"/>
          </p:cNvSpPr>
          <p:nvPr>
            <p:custDataLst>
              <p:tags r:id="rId48"/>
            </p:custDataLst>
          </p:nvPr>
        </p:nvSpPr>
        <p:spPr bwMode="gray">
          <a:xfrm>
            <a:off x="4691062" y="4310063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73E9228-1FED-43B4-B49C-FD421B3DDB38}" type="datetime'''''-''''''4''''''''''''''''''.''''''''''''''''''3%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-4.3%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37" name="Chart 36">
            <a:extLst>
              <a:ext uri="{FF2B5EF4-FFF2-40B4-BE49-F238E27FC236}">
                <a16:creationId xmlns:a16="http://schemas.microsoft.com/office/drawing/2014/main" id="{6743E810-BEB5-3487-EE23-8BD0C5A4EAB4}"/>
              </a:ext>
            </a:extLst>
          </p:cNvPr>
          <p:cNvGraphicFramePr/>
          <p:nvPr>
            <p:custDataLst>
              <p:tags r:id="rId49"/>
            </p:custDataLst>
          </p:nvPr>
        </p:nvGraphicFramePr>
        <p:xfrm>
          <a:off x="3767138" y="5576888"/>
          <a:ext cx="1492250" cy="29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5"/>
          </a:graphicData>
        </a:graphic>
      </p:graphicFrame>
      <p:sp>
        <p:nvSpPr>
          <p:cNvPr id="487" name="Text Placeholder 2">
            <a:extLst>
              <a:ext uri="{FF2B5EF4-FFF2-40B4-BE49-F238E27FC236}">
                <a16:creationId xmlns:a16="http://schemas.microsoft.com/office/drawing/2014/main" id="{6D7372DE-9030-DF6B-2F4B-28F8A5B151CD}"/>
              </a:ext>
            </a:extLst>
          </p:cNvPr>
          <p:cNvSpPr>
            <a:spLocks noGrp="1"/>
          </p:cNvSpPr>
          <p:nvPr>
            <p:custDataLst>
              <p:tags r:id="rId50"/>
            </p:custDataLst>
          </p:nvPr>
        </p:nvSpPr>
        <p:spPr bwMode="auto">
          <a:xfrm>
            <a:off x="3952876" y="5965825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BCDF352-2A90-4E10-A1F7-444B731E4586}" type="datetime'C''''''''''''''o''''''''''''''r''''por''''''''''''''''ate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8" name="Text Placeholder 2">
            <a:extLst>
              <a:ext uri="{FF2B5EF4-FFF2-40B4-BE49-F238E27FC236}">
                <a16:creationId xmlns:a16="http://schemas.microsoft.com/office/drawing/2014/main" id="{A1254489-2861-BBD0-19B0-7B48C6686FAA}"/>
              </a:ext>
            </a:extLst>
          </p:cNvPr>
          <p:cNvSpPr>
            <a:spLocks noGrp="1"/>
          </p:cNvSpPr>
          <p:nvPr>
            <p:custDataLst>
              <p:tags r:id="rId51"/>
            </p:custDataLst>
          </p:nvPr>
        </p:nvSpPr>
        <p:spPr bwMode="auto">
          <a:xfrm>
            <a:off x="4573587" y="5965825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F4DFA0D-8B38-4557-B8C5-90F2CB39C8C8}" type="datetime'''C''o''''''''''''''m''''''me''''''''r''c''ial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2"/>
            </p:custDataLst>
          </p:nvPr>
        </p:nvSpPr>
        <p:spPr bwMode="gray">
          <a:xfrm>
            <a:off x="4027488" y="5745163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7C4607C-FFA3-4834-AC0B-79DEF7448D26}" type="datetime'''''''''''-''''''''''''''''''''''''''''''''''1.5''%''''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-1.5%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3"/>
            </p:custDataLst>
          </p:nvPr>
        </p:nvSpPr>
        <p:spPr bwMode="gray">
          <a:xfrm>
            <a:off x="4691063" y="5810250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A84DFE8-0E56-4388-82DA-863EECAF49D7}" type="datetime'-''''''''''''''3''''''''''''''''''''''''.''''1''''%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-3.1%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455" name="Oval 454">
            <a:extLst>
              <a:ext uri="{FF2B5EF4-FFF2-40B4-BE49-F238E27FC236}">
                <a16:creationId xmlns:a16="http://schemas.microsoft.com/office/drawing/2014/main" id="{E90358A7-0D4F-2DE0-2740-AEF2E863621B}"/>
              </a:ext>
            </a:extLst>
          </p:cNvPr>
          <p:cNvSpPr>
            <a:spLocks/>
          </p:cNvSpPr>
          <p:nvPr/>
        </p:nvSpPr>
        <p:spPr>
          <a:xfrm>
            <a:off x="3989346" y="5464175"/>
            <a:ext cx="341128" cy="142875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30%</a:t>
            </a:r>
          </a:p>
        </p:txBody>
      </p:sp>
      <p:sp>
        <p:nvSpPr>
          <p:cNvPr id="490" name="Oval 489">
            <a:extLst>
              <a:ext uri="{FF2B5EF4-FFF2-40B4-BE49-F238E27FC236}">
                <a16:creationId xmlns:a16="http://schemas.microsoft.com/office/drawing/2014/main" id="{954A8C38-A1B8-F71D-7F9A-63F787B14DA9}"/>
              </a:ext>
            </a:extLst>
          </p:cNvPr>
          <p:cNvSpPr>
            <a:spLocks/>
          </p:cNvSpPr>
          <p:nvPr/>
        </p:nvSpPr>
        <p:spPr>
          <a:xfrm>
            <a:off x="4688774" y="5464175"/>
            <a:ext cx="341128" cy="142875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30%</a:t>
            </a:r>
          </a:p>
        </p:txBody>
      </p:sp>
      <p:graphicFrame>
        <p:nvGraphicFramePr>
          <p:cNvPr id="53" name="Chart 52">
            <a:extLst>
              <a:ext uri="{FF2B5EF4-FFF2-40B4-BE49-F238E27FC236}">
                <a16:creationId xmlns:a16="http://schemas.microsoft.com/office/drawing/2014/main" id="{DB58E5F0-BF99-96D7-3618-EDA35C0DAD23}"/>
              </a:ext>
            </a:extLst>
          </p:cNvPr>
          <p:cNvGraphicFramePr/>
          <p:nvPr>
            <p:custDataLst>
              <p:tags r:id="rId54"/>
            </p:custDataLst>
          </p:nvPr>
        </p:nvGraphicFramePr>
        <p:xfrm>
          <a:off x="5392738" y="2079625"/>
          <a:ext cx="1493837" cy="509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6"/>
          </a:graphicData>
        </a:graphic>
      </p:graphicFrame>
      <p:sp>
        <p:nvSpPr>
          <p:cNvPr id="493" name="Text Placeholder 2">
            <a:extLst>
              <a:ext uri="{FF2B5EF4-FFF2-40B4-BE49-F238E27FC236}">
                <a16:creationId xmlns:a16="http://schemas.microsoft.com/office/drawing/2014/main" id="{F5EBF9E7-43F5-909A-1D0D-AB5A5EAB9459}"/>
              </a:ext>
            </a:extLst>
          </p:cNvPr>
          <p:cNvSpPr>
            <a:spLocks noGrp="1"/>
          </p:cNvSpPr>
          <p:nvPr>
            <p:custDataLst>
              <p:tags r:id="rId55"/>
            </p:custDataLst>
          </p:nvPr>
        </p:nvSpPr>
        <p:spPr bwMode="auto">
          <a:xfrm>
            <a:off x="5580064" y="2540000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5492C49-D371-443D-905E-1D73B1FD217C}" type="datetime'''''''C''''''''o''''r''''''po''''r''a''''''''t''''e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4" name="Text Placeholder 2">
            <a:extLst>
              <a:ext uri="{FF2B5EF4-FFF2-40B4-BE49-F238E27FC236}">
                <a16:creationId xmlns:a16="http://schemas.microsoft.com/office/drawing/2014/main" id="{023B941D-6624-3EA1-D35F-36E49328F9B6}"/>
              </a:ext>
            </a:extLst>
          </p:cNvPr>
          <p:cNvSpPr>
            <a:spLocks noGrp="1"/>
          </p:cNvSpPr>
          <p:nvPr>
            <p:custDataLst>
              <p:tags r:id="rId56"/>
            </p:custDataLst>
          </p:nvPr>
        </p:nvSpPr>
        <p:spPr bwMode="auto">
          <a:xfrm>
            <a:off x="6200774" y="2540000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490C7EF-FBEA-463C-9C47-D0A38A5D4C2D}" type="datetime'Comm''''''''''e''''''rc''''''''''i''a''''''''l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6" name="Text Placeholder 2">
            <a:extLst>
              <a:ext uri="{FF2B5EF4-FFF2-40B4-BE49-F238E27FC236}">
                <a16:creationId xmlns:a16="http://schemas.microsoft.com/office/drawing/2014/main" id="{88D75841-ADF5-6A8B-4B61-1123D6BF5DA6}"/>
              </a:ext>
            </a:extLst>
          </p:cNvPr>
          <p:cNvSpPr>
            <a:spLocks noGrp="1"/>
          </p:cNvSpPr>
          <p:nvPr>
            <p:custDataLst>
              <p:tags r:id="rId57"/>
            </p:custDataLst>
          </p:nvPr>
        </p:nvSpPr>
        <p:spPr bwMode="gray">
          <a:xfrm>
            <a:off x="5672138" y="21796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4E81505-C533-4BF7-8982-54D0DF0B6C31}" type="datetime'''3''''.''1''%''''''''''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3.1%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7" name="Text Placeholder 2">
            <a:extLst>
              <a:ext uri="{FF2B5EF4-FFF2-40B4-BE49-F238E27FC236}">
                <a16:creationId xmlns:a16="http://schemas.microsoft.com/office/drawing/2014/main" id="{F18CC31B-AB70-CA35-4FD3-7D16BC338A2D}"/>
              </a:ext>
            </a:extLst>
          </p:cNvPr>
          <p:cNvSpPr>
            <a:spLocks noGrp="1"/>
          </p:cNvSpPr>
          <p:nvPr>
            <p:custDataLst>
              <p:tags r:id="rId58"/>
            </p:custDataLst>
          </p:nvPr>
        </p:nvSpPr>
        <p:spPr bwMode="gray">
          <a:xfrm>
            <a:off x="6335713" y="20145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F5F481A-2949-456C-936F-8F2E9901627A}" type="datetime'''''''''''''''''''''''6''''''''.''''0''''''''''%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6.0%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55" name="Chart 54">
            <a:extLst>
              <a:ext uri="{FF2B5EF4-FFF2-40B4-BE49-F238E27FC236}">
                <a16:creationId xmlns:a16="http://schemas.microsoft.com/office/drawing/2014/main" id="{37FF94C3-EC55-AD04-DFB3-717ACAC53E5B}"/>
              </a:ext>
            </a:extLst>
          </p:cNvPr>
          <p:cNvGraphicFramePr/>
          <p:nvPr>
            <p:custDataLst>
              <p:tags r:id="rId59"/>
            </p:custDataLst>
          </p:nvPr>
        </p:nvGraphicFramePr>
        <p:xfrm>
          <a:off x="7023100" y="2079625"/>
          <a:ext cx="1492250" cy="509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7"/>
          </a:graphicData>
        </a:graphic>
      </p:graphicFrame>
      <p:sp>
        <p:nvSpPr>
          <p:cNvPr id="500" name="Text Placeholder 2">
            <a:extLst>
              <a:ext uri="{FF2B5EF4-FFF2-40B4-BE49-F238E27FC236}">
                <a16:creationId xmlns:a16="http://schemas.microsoft.com/office/drawing/2014/main" id="{C6D42688-7445-CACB-7312-04A2CCE52B81}"/>
              </a:ext>
            </a:extLst>
          </p:cNvPr>
          <p:cNvSpPr>
            <a:spLocks noGrp="1"/>
          </p:cNvSpPr>
          <p:nvPr>
            <p:custDataLst>
              <p:tags r:id="rId60"/>
            </p:custDataLst>
          </p:nvPr>
        </p:nvSpPr>
        <p:spPr bwMode="auto">
          <a:xfrm>
            <a:off x="7208839" y="2540000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602D00C-2066-4A35-B4A0-00DF6701310E}" type="datetime'Co''r''''''''''''p''''''''''''''o''''''''rat''''e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1" name="Text Placeholder 2">
            <a:extLst>
              <a:ext uri="{FF2B5EF4-FFF2-40B4-BE49-F238E27FC236}">
                <a16:creationId xmlns:a16="http://schemas.microsoft.com/office/drawing/2014/main" id="{B8A06231-AF40-8FE5-B0C0-D55F51F8C69F}"/>
              </a:ext>
            </a:extLst>
          </p:cNvPr>
          <p:cNvSpPr>
            <a:spLocks noGrp="1"/>
          </p:cNvSpPr>
          <p:nvPr>
            <p:custDataLst>
              <p:tags r:id="rId61"/>
            </p:custDataLst>
          </p:nvPr>
        </p:nvSpPr>
        <p:spPr bwMode="auto">
          <a:xfrm>
            <a:off x="7829549" y="2540000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5AA1D75-BCE2-4308-81C9-1FE1EFDA62F7}" type="datetime'''C''''''''''''''''''om''''m''''''''er''c''''''''''ia''l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3" name="Text Placeholder 2">
            <a:extLst>
              <a:ext uri="{FF2B5EF4-FFF2-40B4-BE49-F238E27FC236}">
                <a16:creationId xmlns:a16="http://schemas.microsoft.com/office/drawing/2014/main" id="{CBDB2C5B-7D2C-1AF9-0300-A9500E026208}"/>
              </a:ext>
            </a:extLst>
          </p:cNvPr>
          <p:cNvSpPr>
            <a:spLocks noGrp="1"/>
          </p:cNvSpPr>
          <p:nvPr>
            <p:custDataLst>
              <p:tags r:id="rId62"/>
            </p:custDataLst>
          </p:nvPr>
        </p:nvSpPr>
        <p:spPr bwMode="gray">
          <a:xfrm>
            <a:off x="7300914" y="2138363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D159537-32FB-4D04-AF96-FE145D1BD1F8}" type="datetime'''''''''''''''''''''8''''''''.4''''''%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8.4%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4" name="Text Placeholder 2">
            <a:extLst>
              <a:ext uri="{FF2B5EF4-FFF2-40B4-BE49-F238E27FC236}">
                <a16:creationId xmlns:a16="http://schemas.microsoft.com/office/drawing/2014/main" id="{66D61116-8976-B0A8-E566-B772926A2937}"/>
              </a:ext>
            </a:extLst>
          </p:cNvPr>
          <p:cNvSpPr>
            <a:spLocks noGrp="1"/>
          </p:cNvSpPr>
          <p:nvPr>
            <p:custDataLst>
              <p:tags r:id="rId63"/>
            </p:custDataLst>
          </p:nvPr>
        </p:nvSpPr>
        <p:spPr bwMode="gray">
          <a:xfrm>
            <a:off x="7937499" y="2014538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CCED1C2-E99F-43B1-9EF0-058F1C924C1E}" type="datetime'''''''''13''''''''''.''''''''''''''''''''''''''1%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13.1%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62" name="Chart 61">
            <a:extLst>
              <a:ext uri="{FF2B5EF4-FFF2-40B4-BE49-F238E27FC236}">
                <a16:creationId xmlns:a16="http://schemas.microsoft.com/office/drawing/2014/main" id="{4617B919-CB1F-2862-9A40-30650D573CD5}"/>
              </a:ext>
            </a:extLst>
          </p:cNvPr>
          <p:cNvGraphicFramePr/>
          <p:nvPr>
            <p:custDataLst>
              <p:tags r:id="rId64"/>
            </p:custDataLst>
          </p:nvPr>
        </p:nvGraphicFramePr>
        <p:xfrm>
          <a:off x="5368925" y="3281363"/>
          <a:ext cx="1517650" cy="5127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8"/>
          </a:graphicData>
        </a:graphic>
      </p:graphicFrame>
      <p:sp>
        <p:nvSpPr>
          <p:cNvPr id="507" name="Text Placeholder 2">
            <a:extLst>
              <a:ext uri="{FF2B5EF4-FFF2-40B4-BE49-F238E27FC236}">
                <a16:creationId xmlns:a16="http://schemas.microsoft.com/office/drawing/2014/main" id="{0F2FDF9F-7A0B-328E-CF28-57FC863FD808}"/>
              </a:ext>
            </a:extLst>
          </p:cNvPr>
          <p:cNvSpPr>
            <a:spLocks noGrp="1"/>
          </p:cNvSpPr>
          <p:nvPr>
            <p:custDataLst>
              <p:tags r:id="rId65"/>
            </p:custDataLst>
          </p:nvPr>
        </p:nvSpPr>
        <p:spPr bwMode="auto">
          <a:xfrm>
            <a:off x="5561014" y="3744913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59762FD-518E-4B34-8569-C115F8267F34}" type="datetime'''''''C''''o''''''r''po''''''''ra''''''''''t''''''''''e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8" name="Text Placeholder 2">
            <a:extLst>
              <a:ext uri="{FF2B5EF4-FFF2-40B4-BE49-F238E27FC236}">
                <a16:creationId xmlns:a16="http://schemas.microsoft.com/office/drawing/2014/main" id="{5B6DF7EF-0C54-E5D5-9419-2240DA2A9F6A}"/>
              </a:ext>
            </a:extLst>
          </p:cNvPr>
          <p:cNvSpPr>
            <a:spLocks noGrp="1"/>
          </p:cNvSpPr>
          <p:nvPr>
            <p:custDataLst>
              <p:tags r:id="rId66"/>
            </p:custDataLst>
          </p:nvPr>
        </p:nvSpPr>
        <p:spPr bwMode="auto">
          <a:xfrm>
            <a:off x="6194424" y="3744913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C1E44D6-90C1-47A9-9215-4FF35315DA2C}" type="datetime'''C''o''''m''''''m''''er''''c''''''''''ia''''''''''l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10" name="Text Placeholder 2">
            <a:extLst>
              <a:ext uri="{FF2B5EF4-FFF2-40B4-BE49-F238E27FC236}">
                <a16:creationId xmlns:a16="http://schemas.microsoft.com/office/drawing/2014/main" id="{19DEB012-37CF-F410-E5EB-C6AB7BBED289}"/>
              </a:ext>
            </a:extLst>
          </p:cNvPr>
          <p:cNvSpPr>
            <a:spLocks noGrp="1"/>
          </p:cNvSpPr>
          <p:nvPr>
            <p:custDataLst>
              <p:tags r:id="rId67"/>
            </p:custDataLst>
          </p:nvPr>
        </p:nvSpPr>
        <p:spPr bwMode="gray">
          <a:xfrm>
            <a:off x="5653088" y="3452813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F653BBE-64E9-4AC4-9F40-020E3CDCDD96}" type="datetime'''''''0''''''.''''''''''''''''''''''7''''''%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0.7%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11" name="Text Placeholder 2">
            <a:extLst>
              <a:ext uri="{FF2B5EF4-FFF2-40B4-BE49-F238E27FC236}">
                <a16:creationId xmlns:a16="http://schemas.microsoft.com/office/drawing/2014/main" id="{24F7E765-83ED-19E7-D98A-5C1D2C073ED3}"/>
              </a:ext>
            </a:extLst>
          </p:cNvPr>
          <p:cNvSpPr>
            <a:spLocks noGrp="1"/>
          </p:cNvSpPr>
          <p:nvPr>
            <p:custDataLst>
              <p:tags r:id="rId68"/>
            </p:custDataLst>
          </p:nvPr>
        </p:nvSpPr>
        <p:spPr bwMode="gray">
          <a:xfrm>
            <a:off x="6329363" y="3216275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75E1120-578F-4C26-B858-13D20F4F8DB2}" type="datetime'''''2''''''''''''''''''''''''''''''''''''''''.''''''''''''2%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450" name="Chart 449">
            <a:extLst>
              <a:ext uri="{FF2B5EF4-FFF2-40B4-BE49-F238E27FC236}">
                <a16:creationId xmlns:a16="http://schemas.microsoft.com/office/drawing/2014/main" id="{7CD6F3DA-C360-37C4-5DC6-93C9F2075423}"/>
              </a:ext>
            </a:extLst>
          </p:cNvPr>
          <p:cNvGraphicFramePr/>
          <p:nvPr>
            <p:custDataLst>
              <p:tags r:id="rId69"/>
            </p:custDataLst>
          </p:nvPr>
        </p:nvGraphicFramePr>
        <p:xfrm>
          <a:off x="5392738" y="4492625"/>
          <a:ext cx="1493837" cy="5127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9"/>
          </a:graphicData>
        </a:graphic>
      </p:graphicFrame>
      <p:sp>
        <p:nvSpPr>
          <p:cNvPr id="517" name="Text Placeholder 2">
            <a:extLst>
              <a:ext uri="{FF2B5EF4-FFF2-40B4-BE49-F238E27FC236}">
                <a16:creationId xmlns:a16="http://schemas.microsoft.com/office/drawing/2014/main" id="{26D1EE92-D8A7-2206-F1E6-F9334A9628D0}"/>
              </a:ext>
            </a:extLst>
          </p:cNvPr>
          <p:cNvSpPr>
            <a:spLocks noGrp="1"/>
          </p:cNvSpPr>
          <p:nvPr>
            <p:custDataLst>
              <p:tags r:id="rId70"/>
            </p:custDataLst>
          </p:nvPr>
        </p:nvSpPr>
        <p:spPr bwMode="auto">
          <a:xfrm>
            <a:off x="5580064" y="4956175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D1203D8-DC42-4645-B5A5-EEC788436103}" type="datetime'''''C''o''''''rp''''''''o''''''''r''at''''''''''''''''''e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18" name="Text Placeholder 2">
            <a:extLst>
              <a:ext uri="{FF2B5EF4-FFF2-40B4-BE49-F238E27FC236}">
                <a16:creationId xmlns:a16="http://schemas.microsoft.com/office/drawing/2014/main" id="{D2D391AE-57DE-06F9-56A8-890F1E70F34D}"/>
              </a:ext>
            </a:extLst>
          </p:cNvPr>
          <p:cNvSpPr>
            <a:spLocks noGrp="1"/>
          </p:cNvSpPr>
          <p:nvPr>
            <p:custDataLst>
              <p:tags r:id="rId71"/>
            </p:custDataLst>
          </p:nvPr>
        </p:nvSpPr>
        <p:spPr bwMode="auto">
          <a:xfrm>
            <a:off x="6200774" y="4956175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C2ABD91-C115-4A47-AEA3-236048637005}" type="datetime'''Commer''''''c''''''i''a''''''''''''l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0" name="Text Placeholder 2">
            <a:extLst>
              <a:ext uri="{FF2B5EF4-FFF2-40B4-BE49-F238E27FC236}">
                <a16:creationId xmlns:a16="http://schemas.microsoft.com/office/drawing/2014/main" id="{664A6805-6570-557A-B283-BD582FEBA78F}"/>
              </a:ext>
            </a:extLst>
          </p:cNvPr>
          <p:cNvSpPr>
            <a:spLocks noGrp="1"/>
          </p:cNvSpPr>
          <p:nvPr>
            <p:custDataLst>
              <p:tags r:id="rId72"/>
            </p:custDataLst>
          </p:nvPr>
        </p:nvSpPr>
        <p:spPr bwMode="gray">
          <a:xfrm>
            <a:off x="5672138" y="458628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83BAB92-11B4-4625-8B85-81C55FE5F8F1}" type="datetime'''''''1''''''''''''''''''.''''''''''''1''''%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1.1%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1" name="Text Placeholder 2">
            <a:extLst>
              <a:ext uri="{FF2B5EF4-FFF2-40B4-BE49-F238E27FC236}">
                <a16:creationId xmlns:a16="http://schemas.microsoft.com/office/drawing/2014/main" id="{2C82707C-6C03-80F9-DD89-4F7334B4E962}"/>
              </a:ext>
            </a:extLst>
          </p:cNvPr>
          <p:cNvSpPr>
            <a:spLocks noGrp="1"/>
          </p:cNvSpPr>
          <p:nvPr>
            <p:custDataLst>
              <p:tags r:id="rId73"/>
            </p:custDataLst>
          </p:nvPr>
        </p:nvSpPr>
        <p:spPr bwMode="gray">
          <a:xfrm>
            <a:off x="6335713" y="44275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4796A50-13F0-483F-8FA9-3A1323093C7F}" type="datetime'''''''''''''''''''2''''''''''.''0''''''''''%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2.0%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448" name="Chart 447">
            <a:extLst>
              <a:ext uri="{FF2B5EF4-FFF2-40B4-BE49-F238E27FC236}">
                <a16:creationId xmlns:a16="http://schemas.microsoft.com/office/drawing/2014/main" id="{C58233FB-5F90-6306-410A-D14C9AE1AE79}"/>
              </a:ext>
            </a:extLst>
          </p:cNvPr>
          <p:cNvGraphicFramePr/>
          <p:nvPr>
            <p:custDataLst>
              <p:tags r:id="rId74"/>
            </p:custDataLst>
          </p:nvPr>
        </p:nvGraphicFramePr>
        <p:xfrm>
          <a:off x="7023100" y="3184525"/>
          <a:ext cx="1492250" cy="4476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0"/>
          </a:graphicData>
        </a:graphic>
      </p:graphicFrame>
      <p:sp>
        <p:nvSpPr>
          <p:cNvPr id="526" name="Text Placeholder 2">
            <a:extLst>
              <a:ext uri="{FF2B5EF4-FFF2-40B4-BE49-F238E27FC236}">
                <a16:creationId xmlns:a16="http://schemas.microsoft.com/office/drawing/2014/main" id="{990C772F-2352-9B91-47CE-B80A39CB199D}"/>
              </a:ext>
            </a:extLst>
          </p:cNvPr>
          <p:cNvSpPr>
            <a:spLocks noGrp="1"/>
          </p:cNvSpPr>
          <p:nvPr>
            <p:custDataLst>
              <p:tags r:id="rId75"/>
            </p:custDataLst>
          </p:nvPr>
        </p:nvSpPr>
        <p:spPr bwMode="auto">
          <a:xfrm>
            <a:off x="7208839" y="3730625"/>
            <a:ext cx="4540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64B93DA-DB84-4A1E-8C4E-5311E13E7B38}" type="datetime'''C''''''''''''''''''''o''''rpo''''''r''''''at''''''''e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Corporate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7" name="Text Placeholder 2">
            <a:extLst>
              <a:ext uri="{FF2B5EF4-FFF2-40B4-BE49-F238E27FC236}">
                <a16:creationId xmlns:a16="http://schemas.microsoft.com/office/drawing/2014/main" id="{791A2270-A976-E908-F0CF-E9F1C9F55D99}"/>
              </a:ext>
            </a:extLst>
          </p:cNvPr>
          <p:cNvSpPr>
            <a:spLocks noGrp="1"/>
          </p:cNvSpPr>
          <p:nvPr>
            <p:custDataLst>
              <p:tags r:id="rId76"/>
            </p:custDataLst>
          </p:nvPr>
        </p:nvSpPr>
        <p:spPr bwMode="auto">
          <a:xfrm>
            <a:off x="7829549" y="3730625"/>
            <a:ext cx="5397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15D6474-C8E2-4D5E-8870-50CBD32B60DB}" type="datetime'''''''''C''om''m''''''''''''e''''r''''''''''c''ia''''''''l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Commercial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9" name="Text Placeholder 2">
            <a:extLst>
              <a:ext uri="{FF2B5EF4-FFF2-40B4-BE49-F238E27FC236}">
                <a16:creationId xmlns:a16="http://schemas.microsoft.com/office/drawing/2014/main" id="{6D56220C-0CA4-CBB4-1F11-926F6DE1FA89}"/>
              </a:ext>
            </a:extLst>
          </p:cNvPr>
          <p:cNvSpPr>
            <a:spLocks noGrp="1"/>
          </p:cNvSpPr>
          <p:nvPr>
            <p:custDataLst>
              <p:tags r:id="rId77"/>
            </p:custDataLst>
          </p:nvPr>
        </p:nvSpPr>
        <p:spPr bwMode="gray">
          <a:xfrm>
            <a:off x="7283450" y="3502025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8EA09EB-C4B9-41BD-A379-E5B7D6513E99}" type="datetime'''''''''''''''-''''5''''''''''''''.''''2%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-5.2%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30" name="Text Placeholder 2">
            <a:extLst>
              <a:ext uri="{FF2B5EF4-FFF2-40B4-BE49-F238E27FC236}">
                <a16:creationId xmlns:a16="http://schemas.microsoft.com/office/drawing/2014/main" id="{88689481-548F-3F0A-0670-FD3C1B687D02}"/>
              </a:ext>
            </a:extLst>
          </p:cNvPr>
          <p:cNvSpPr>
            <a:spLocks noGrp="1"/>
          </p:cNvSpPr>
          <p:nvPr>
            <p:custDataLst>
              <p:tags r:id="rId78"/>
            </p:custDataLst>
          </p:nvPr>
        </p:nvSpPr>
        <p:spPr bwMode="gray">
          <a:xfrm>
            <a:off x="7947025" y="3575050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E9A3831-52BA-4207-B19B-9DD8B48F24DC}" type="datetime'''''-''7''''''''.''''''''''''''''''''''''''''''''''1''''''%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-7.1%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46" name="TextBox 545">
            <a:extLst>
              <a:ext uri="{FF2B5EF4-FFF2-40B4-BE49-F238E27FC236}">
                <a16:creationId xmlns:a16="http://schemas.microsoft.com/office/drawing/2014/main" id="{0516B001-57B0-45F5-343D-B8EEA83B42BA}"/>
              </a:ext>
            </a:extLst>
          </p:cNvPr>
          <p:cNvSpPr txBox="1"/>
          <p:nvPr/>
        </p:nvSpPr>
        <p:spPr>
          <a:xfrm>
            <a:off x="596900" y="4162425"/>
            <a:ext cx="1328738" cy="15398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 b="1">
                <a:cs typeface="+mn-cs"/>
              </a:rPr>
              <a:t>Return on Equity, %</a:t>
            </a:r>
          </a:p>
        </p:txBody>
      </p:sp>
      <p:cxnSp>
        <p:nvCxnSpPr>
          <p:cNvPr id="8" name="Connector: Elbow 7">
            <a:extLst>
              <a:ext uri="{FF2B5EF4-FFF2-40B4-BE49-F238E27FC236}">
                <a16:creationId xmlns:a16="http://schemas.microsoft.com/office/drawing/2014/main" id="{0AA0A128-72AA-5A74-5883-6B49058E484C}"/>
              </a:ext>
            </a:extLst>
          </p:cNvPr>
          <p:cNvCxnSpPr>
            <a:cxnSpLocks/>
            <a:stCxn id="10" idx="3"/>
            <a:endCxn id="7" idx="1"/>
          </p:cNvCxnSpPr>
          <p:nvPr/>
        </p:nvCxnSpPr>
        <p:spPr>
          <a:xfrm>
            <a:off x="3591163" y="3763963"/>
            <a:ext cx="217725" cy="1828800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nector: Elbow 8">
            <a:extLst>
              <a:ext uri="{FF2B5EF4-FFF2-40B4-BE49-F238E27FC236}">
                <a16:creationId xmlns:a16="http://schemas.microsoft.com/office/drawing/2014/main" id="{626044E8-109E-A441-A83C-B4B6941C2CDD}"/>
              </a:ext>
            </a:extLst>
          </p:cNvPr>
          <p:cNvCxnSpPr>
            <a:cxnSpLocks/>
            <a:stCxn id="6" idx="1"/>
            <a:endCxn id="19" idx="3"/>
          </p:cNvCxnSpPr>
          <p:nvPr/>
        </p:nvCxnSpPr>
        <p:spPr>
          <a:xfrm rot="10800000">
            <a:off x="5218589" y="2562227"/>
            <a:ext cx="217725" cy="2003425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nector: Elbow 30">
            <a:extLst>
              <a:ext uri="{FF2B5EF4-FFF2-40B4-BE49-F238E27FC236}">
                <a16:creationId xmlns:a16="http://schemas.microsoft.com/office/drawing/2014/main" id="{F5AE45D3-F2E0-43D3-3848-7D72607D915B}"/>
              </a:ext>
            </a:extLst>
          </p:cNvPr>
          <p:cNvCxnSpPr>
            <a:cxnSpLocks/>
            <a:stCxn id="18" idx="3"/>
            <a:endCxn id="11" idx="1"/>
          </p:cNvCxnSpPr>
          <p:nvPr/>
        </p:nvCxnSpPr>
        <p:spPr>
          <a:xfrm>
            <a:off x="1963738" y="4674394"/>
            <a:ext cx="217725" cy="91043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Connector: Elbow 31">
            <a:extLst>
              <a:ext uri="{FF2B5EF4-FFF2-40B4-BE49-F238E27FC236}">
                <a16:creationId xmlns:a16="http://schemas.microsoft.com/office/drawing/2014/main" id="{6B3C3318-162D-04DC-65B5-8D6130DBBB5F}"/>
              </a:ext>
            </a:extLst>
          </p:cNvPr>
          <p:cNvCxnSpPr>
            <a:cxnSpLocks/>
            <a:stCxn id="18" idx="3"/>
            <a:endCxn id="10" idx="1"/>
          </p:cNvCxnSpPr>
          <p:nvPr/>
        </p:nvCxnSpPr>
        <p:spPr>
          <a:xfrm flipV="1">
            <a:off x="1963738" y="3763963"/>
            <a:ext cx="217725" cy="910431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nector: Elbow 32">
            <a:extLst>
              <a:ext uri="{FF2B5EF4-FFF2-40B4-BE49-F238E27FC236}">
                <a16:creationId xmlns:a16="http://schemas.microsoft.com/office/drawing/2014/main" id="{F36B340D-CC4B-D566-A470-080267949226}"/>
              </a:ext>
            </a:extLst>
          </p:cNvPr>
          <p:cNvCxnSpPr>
            <a:cxnSpLocks/>
            <a:stCxn id="10" idx="3"/>
            <a:endCxn id="19" idx="1"/>
          </p:cNvCxnSpPr>
          <p:nvPr/>
        </p:nvCxnSpPr>
        <p:spPr>
          <a:xfrm flipV="1">
            <a:off x="3591163" y="2562226"/>
            <a:ext cx="217725" cy="120173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Connector: Elbow 46">
            <a:extLst>
              <a:ext uri="{FF2B5EF4-FFF2-40B4-BE49-F238E27FC236}">
                <a16:creationId xmlns:a16="http://schemas.microsoft.com/office/drawing/2014/main" id="{DFEB853D-2A04-5434-8014-C08B6D886222}"/>
              </a:ext>
            </a:extLst>
          </p:cNvPr>
          <p:cNvCxnSpPr>
            <a:cxnSpLocks/>
            <a:stCxn id="14" idx="1"/>
            <a:endCxn id="19" idx="3"/>
          </p:cNvCxnSpPr>
          <p:nvPr/>
        </p:nvCxnSpPr>
        <p:spPr>
          <a:xfrm rot="10800000">
            <a:off x="5218589" y="2562227"/>
            <a:ext cx="217725" cy="80168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Connector: Elbow 57">
            <a:extLst>
              <a:ext uri="{FF2B5EF4-FFF2-40B4-BE49-F238E27FC236}">
                <a16:creationId xmlns:a16="http://schemas.microsoft.com/office/drawing/2014/main" id="{EF49546A-B5AD-6943-AF21-4C8A04856D64}"/>
              </a:ext>
            </a:extLst>
          </p:cNvPr>
          <p:cNvCxnSpPr>
            <a:cxnSpLocks/>
            <a:stCxn id="49" idx="1"/>
            <a:endCxn id="13" idx="3"/>
          </p:cNvCxnSpPr>
          <p:nvPr/>
        </p:nvCxnSpPr>
        <p:spPr>
          <a:xfrm rot="10800000">
            <a:off x="6846014" y="2162177"/>
            <a:ext cx="217727" cy="120173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F5F98884-4327-E2CC-3546-F367D48FB471}"/>
              </a:ext>
            </a:extLst>
          </p:cNvPr>
          <p:cNvCxnSpPr>
            <a:cxnSpLocks/>
            <a:stCxn id="19" idx="3"/>
            <a:endCxn id="13" idx="1"/>
          </p:cNvCxnSpPr>
          <p:nvPr/>
        </p:nvCxnSpPr>
        <p:spPr>
          <a:xfrm flipV="1">
            <a:off x="5218588" y="2162176"/>
            <a:ext cx="217725" cy="400050"/>
          </a:xfrm>
          <a:prstGeom prst="bentConnector3">
            <a:avLst>
              <a:gd name="adj1" fmla="val 50000"/>
            </a:avLst>
          </a:prstGeom>
          <a:ln w="6350" cap="flat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Connector: Elbow 453">
            <a:extLst>
              <a:ext uri="{FF2B5EF4-FFF2-40B4-BE49-F238E27FC236}">
                <a16:creationId xmlns:a16="http://schemas.microsoft.com/office/drawing/2014/main" id="{FEA49A68-C0DA-411E-9EF9-94BA97E17DBB}"/>
              </a:ext>
            </a:extLst>
          </p:cNvPr>
          <p:cNvCxnSpPr>
            <a:cxnSpLocks/>
            <a:stCxn id="10" idx="3"/>
            <a:endCxn id="20" idx="1"/>
          </p:cNvCxnSpPr>
          <p:nvPr/>
        </p:nvCxnSpPr>
        <p:spPr>
          <a:xfrm>
            <a:off x="3591163" y="3763963"/>
            <a:ext cx="217725" cy="31353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9BA996C5-F483-19ED-40AE-3F8064D85510}"/>
              </a:ext>
            </a:extLst>
          </p:cNvPr>
          <p:cNvCxnSpPr>
            <a:cxnSpLocks/>
            <a:stCxn id="13" idx="3"/>
            <a:endCxn id="48" idx="1"/>
          </p:cNvCxnSpPr>
          <p:nvPr/>
        </p:nvCxnSpPr>
        <p:spPr>
          <a:xfrm>
            <a:off x="6846013" y="2162176"/>
            <a:ext cx="217727" cy="0"/>
          </a:xfrm>
          <a:prstGeom prst="line">
            <a:avLst/>
          </a:prstGeom>
          <a:ln w="6350" cap="flat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4" name="MinusSignBlue 554">
            <a:extLst>
              <a:ext uri="{FF2B5EF4-FFF2-40B4-BE49-F238E27FC236}">
                <a16:creationId xmlns:a16="http://schemas.microsoft.com/office/drawing/2014/main" id="{762AD3EA-01D2-FDBB-E189-4F4A67D61C4C}"/>
              </a:ext>
            </a:extLst>
          </p:cNvPr>
          <p:cNvGrpSpPr>
            <a:grpSpLocks noChangeAspect="1"/>
          </p:cNvGrpSpPr>
          <p:nvPr>
            <p:custDataLst>
              <p:tags r:id="rId79"/>
            </p:custDataLst>
          </p:nvPr>
        </p:nvGrpSpPr>
        <p:grpSpPr>
          <a:xfrm>
            <a:off x="3611919" y="3989388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405D708F-D82A-560E-51BB-18F9B66BB7B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53" name="Graphic 552">
              <a:extLst>
                <a:ext uri="{FF2B5EF4-FFF2-40B4-BE49-F238E27FC236}">
                  <a16:creationId xmlns:a16="http://schemas.microsoft.com/office/drawing/2014/main" id="{F67512E2-EB6F-0C73-B254-1FA45D4413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2" name="PlusSignBlue 562">
            <a:extLst>
              <a:ext uri="{FF2B5EF4-FFF2-40B4-BE49-F238E27FC236}">
                <a16:creationId xmlns:a16="http://schemas.microsoft.com/office/drawing/2014/main" id="{03596B70-0C36-F1CF-7041-931F7C47A7E6}"/>
              </a:ext>
            </a:extLst>
          </p:cNvPr>
          <p:cNvGrpSpPr>
            <a:grpSpLocks noChangeAspect="1"/>
          </p:cNvGrpSpPr>
          <p:nvPr>
            <p:custDataLst>
              <p:tags r:id="rId80"/>
            </p:custDataLst>
          </p:nvPr>
        </p:nvGrpSpPr>
        <p:grpSpPr>
          <a:xfrm>
            <a:off x="3611919" y="2474913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091DA8BC-63D4-5114-5BE2-098687C39385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61" name="Graphic 560">
              <a:extLst>
                <a:ext uri="{FF2B5EF4-FFF2-40B4-BE49-F238E27FC236}">
                  <a16:creationId xmlns:a16="http://schemas.microsoft.com/office/drawing/2014/main" id="{70F1DC0B-19A6-5620-BAA2-672A572763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2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4" name="MinusSignBlue 554">
            <a:extLst>
              <a:ext uri="{FF2B5EF4-FFF2-40B4-BE49-F238E27FC236}">
                <a16:creationId xmlns:a16="http://schemas.microsoft.com/office/drawing/2014/main" id="{94381FFD-7E61-0665-0057-03E212C3569F}"/>
              </a:ext>
            </a:extLst>
          </p:cNvPr>
          <p:cNvGrpSpPr>
            <a:grpSpLocks noChangeAspect="1"/>
          </p:cNvGrpSpPr>
          <p:nvPr>
            <p:custDataLst>
              <p:tags r:id="rId81"/>
            </p:custDataLst>
          </p:nvPr>
        </p:nvGrpSpPr>
        <p:grpSpPr>
          <a:xfrm>
            <a:off x="3611918" y="5503863"/>
            <a:ext cx="177800" cy="177800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65" name="Oval 564">
              <a:extLst>
                <a:ext uri="{FF2B5EF4-FFF2-40B4-BE49-F238E27FC236}">
                  <a16:creationId xmlns:a16="http://schemas.microsoft.com/office/drawing/2014/main" id="{F7C52DF8-9E3D-4EC9-4096-4FB29BE55E7E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66" name="Graphic 565">
              <a:extLst>
                <a:ext uri="{FF2B5EF4-FFF2-40B4-BE49-F238E27FC236}">
                  <a16:creationId xmlns:a16="http://schemas.microsoft.com/office/drawing/2014/main" id="{9BC63F4C-D8B6-8AA8-600D-7EF2D1A79E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7" name="PlusSignBlue 562">
            <a:extLst>
              <a:ext uri="{FF2B5EF4-FFF2-40B4-BE49-F238E27FC236}">
                <a16:creationId xmlns:a16="http://schemas.microsoft.com/office/drawing/2014/main" id="{A2A2CAEF-3BAD-6150-8664-76708821A5EF}"/>
              </a:ext>
            </a:extLst>
          </p:cNvPr>
          <p:cNvGrpSpPr>
            <a:grpSpLocks noChangeAspect="1"/>
          </p:cNvGrpSpPr>
          <p:nvPr>
            <p:custDataLst>
              <p:tags r:id="rId82"/>
            </p:custDataLst>
          </p:nvPr>
        </p:nvGrpSpPr>
        <p:grpSpPr>
          <a:xfrm>
            <a:off x="5239343" y="3275013"/>
            <a:ext cx="177800" cy="177800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E817A087-58DB-4C7D-B951-774F8FE8400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72" name="Graphic 571">
              <a:extLst>
                <a:ext uri="{FF2B5EF4-FFF2-40B4-BE49-F238E27FC236}">
                  <a16:creationId xmlns:a16="http://schemas.microsoft.com/office/drawing/2014/main" id="{5A05EA05-9690-4478-9845-5CA17744B6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2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28" name="PlusSignBlue 562">
            <a:extLst>
              <a:ext uri="{FF2B5EF4-FFF2-40B4-BE49-F238E27FC236}">
                <a16:creationId xmlns:a16="http://schemas.microsoft.com/office/drawing/2014/main" id="{4FFD161A-0A53-2BB3-5C0D-E59601DAE619}"/>
              </a:ext>
            </a:extLst>
          </p:cNvPr>
          <p:cNvGrpSpPr>
            <a:grpSpLocks noChangeAspect="1"/>
          </p:cNvGrpSpPr>
          <p:nvPr>
            <p:custDataLst>
              <p:tags r:id="rId83"/>
            </p:custDataLst>
          </p:nvPr>
        </p:nvGrpSpPr>
        <p:grpSpPr>
          <a:xfrm>
            <a:off x="5239344" y="2074863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84C76E69-0C65-59EC-5392-4C12F89014D3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30" name="Graphic 129">
              <a:extLst>
                <a:ext uri="{FF2B5EF4-FFF2-40B4-BE49-F238E27FC236}">
                  <a16:creationId xmlns:a16="http://schemas.microsoft.com/office/drawing/2014/main" id="{DCCD17A9-803B-394E-3808-E961170A4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2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45" name="XBlue 145">
            <a:extLst>
              <a:ext uri="{FF2B5EF4-FFF2-40B4-BE49-F238E27FC236}">
                <a16:creationId xmlns:a16="http://schemas.microsoft.com/office/drawing/2014/main" id="{B63907F5-139A-1CBB-BF43-64D34156493D}"/>
              </a:ext>
            </a:extLst>
          </p:cNvPr>
          <p:cNvGrpSpPr>
            <a:grpSpLocks/>
          </p:cNvGrpSpPr>
          <p:nvPr>
            <p:custDataLst>
              <p:tags r:id="rId84"/>
            </p:custDataLst>
          </p:nvPr>
        </p:nvGrpSpPr>
        <p:grpSpPr>
          <a:xfrm>
            <a:off x="1984494" y="4586287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1BF18B1B-6E9E-0181-8A41-572DE15FE1E3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44" name="Graphic 143">
              <a:extLst>
                <a:ext uri="{FF2B5EF4-FFF2-40B4-BE49-F238E27FC236}">
                  <a16:creationId xmlns:a16="http://schemas.microsoft.com/office/drawing/2014/main" id="{859A6D5D-9CBB-DAD8-ED9C-AA7013C51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3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73" name="MinusSignBlue 554">
            <a:extLst>
              <a:ext uri="{FF2B5EF4-FFF2-40B4-BE49-F238E27FC236}">
                <a16:creationId xmlns:a16="http://schemas.microsoft.com/office/drawing/2014/main" id="{46E6870A-0529-F3F5-194F-4669D00B67BE}"/>
              </a:ext>
            </a:extLst>
          </p:cNvPr>
          <p:cNvGrpSpPr>
            <a:grpSpLocks noChangeAspect="1"/>
          </p:cNvGrpSpPr>
          <p:nvPr>
            <p:custDataLst>
              <p:tags r:id="rId85"/>
            </p:custDataLst>
          </p:nvPr>
        </p:nvGrpSpPr>
        <p:grpSpPr>
          <a:xfrm>
            <a:off x="6866769" y="2074863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9C3E644C-69CD-BD72-E185-550A2CBA5F9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75" name="Graphic 574">
              <a:extLst>
                <a:ext uri="{FF2B5EF4-FFF2-40B4-BE49-F238E27FC236}">
                  <a16:creationId xmlns:a16="http://schemas.microsoft.com/office/drawing/2014/main" id="{17E385C7-3E53-2263-F2EE-65CCBB9DA9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428" name="TextBox 427">
            <a:extLst>
              <a:ext uri="{FF2B5EF4-FFF2-40B4-BE49-F238E27FC236}">
                <a16:creationId xmlns:a16="http://schemas.microsoft.com/office/drawing/2014/main" id="{795C4310-9B00-5096-3994-377250906A07}"/>
              </a:ext>
            </a:extLst>
          </p:cNvPr>
          <p:cNvSpPr txBox="1"/>
          <p:nvPr/>
        </p:nvSpPr>
        <p:spPr>
          <a:xfrm>
            <a:off x="9119860" y="1461909"/>
            <a:ext cx="2520451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400" b="1"/>
              <a:t>Key Insights</a:t>
            </a:r>
          </a:p>
        </p:txBody>
      </p: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97BE4DB0-0126-C9F1-EBE1-C379BEC0EB6B}"/>
              </a:ext>
            </a:extLst>
          </p:cNvPr>
          <p:cNvCxnSpPr/>
          <p:nvPr/>
        </p:nvCxnSpPr>
        <p:spPr>
          <a:xfrm>
            <a:off x="9119860" y="1715771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A2DD3020-1208-ED65-1F5A-3D6FA24721B6}"/>
              </a:ext>
            </a:extLst>
          </p:cNvPr>
          <p:cNvSpPr txBox="1">
            <a:spLocks/>
          </p:cNvSpPr>
          <p:nvPr/>
        </p:nvSpPr>
        <p:spPr>
          <a:xfrm>
            <a:off x="9077325" y="1886802"/>
            <a:ext cx="2560637" cy="3554819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spcBef>
                <a:spcPts val="600"/>
              </a:spcBef>
            </a:pPr>
            <a:r>
              <a:rPr lang="tr-TR" sz="1200" b="1">
                <a:latin typeface="+mn-lt"/>
              </a:rPr>
              <a:t>Significant pricing effect in sub-segment: </a:t>
            </a:r>
            <a:r>
              <a:rPr lang="tr-TR" sz="1200">
                <a:latin typeface="+mn-lt"/>
              </a:rPr>
              <a:t>Commercial segment has significantly higher NII compared to corporate</a:t>
            </a:r>
          </a:p>
          <a:p>
            <a:pPr lvl="1">
              <a:spcBef>
                <a:spcPts val="600"/>
              </a:spcBef>
            </a:pPr>
            <a:r>
              <a:rPr lang="tr-TR" sz="1200" b="1" noProof="0">
                <a:latin typeface="+mn-lt"/>
              </a:rPr>
              <a:t>Significant NFI difference in commercial: </a:t>
            </a:r>
            <a:r>
              <a:rPr lang="tr-TR" sz="1200" noProof="0">
                <a:latin typeface="+mn-lt"/>
              </a:rPr>
              <a:t>2x difference in commercial sub-segment compared to corporate may indicate a significant pricing difference to double down</a:t>
            </a:r>
          </a:p>
          <a:p>
            <a:pPr lvl="1">
              <a:spcBef>
                <a:spcPts val="600"/>
              </a:spcBef>
            </a:pPr>
            <a:r>
              <a:rPr lang="tr-TR" sz="1200" b="1">
                <a:latin typeface="+mn-lt"/>
              </a:rPr>
              <a:t>Higher cost risk in Commercial sub-segment: </a:t>
            </a:r>
            <a:r>
              <a:rPr lang="tr-TR" sz="1200">
                <a:latin typeface="+mn-lt"/>
              </a:rPr>
              <a:t>Even though the segment difference in commercial with both NII and NFI resulted in higher operating income the risk costg realization in provisions is causing lower ROA</a:t>
            </a:r>
            <a:endParaRPr lang="en-US" sz="1200" noProof="0">
              <a:latin typeface="+mn-lt"/>
            </a:endParaRP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2D2729F4-0207-67C5-53F3-CF6682EB3420}"/>
              </a:ext>
            </a:extLst>
          </p:cNvPr>
          <p:cNvCxnSpPr/>
          <p:nvPr/>
        </p:nvCxnSpPr>
        <p:spPr>
          <a:xfrm>
            <a:off x="9119860" y="6108700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itle 29">
            <a:extLst>
              <a:ext uri="{FF2B5EF4-FFF2-40B4-BE49-F238E27FC236}">
                <a16:creationId xmlns:a16="http://schemas.microsoft.com/office/drawing/2014/main" id="{32E8B2CA-0CFA-E8B3-3BDC-35A52C857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6" y="165068"/>
            <a:ext cx="7918704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r>
              <a:rPr lang="en-US"/>
              <a:t>… yet we do not similarly perform in commercial segment</a:t>
            </a: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EC1830AB-B3C5-9965-749B-9548E01111D5}"/>
              </a:ext>
            </a:extLst>
          </p:cNvPr>
          <p:cNvSpPr>
            <a:spLocks/>
          </p:cNvSpPr>
          <p:nvPr/>
        </p:nvSpPr>
        <p:spPr>
          <a:xfrm>
            <a:off x="7327775" y="1286354"/>
            <a:ext cx="303530" cy="160295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xx%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E5D03A2-6290-B971-7862-29605D496824}"/>
              </a:ext>
            </a:extLst>
          </p:cNvPr>
          <p:cNvSpPr txBox="1"/>
          <p:nvPr/>
        </p:nvSpPr>
        <p:spPr>
          <a:xfrm>
            <a:off x="7686365" y="1289558"/>
            <a:ext cx="787075" cy="153888"/>
          </a:xfrm>
          <a:prstGeom prst="rect">
            <a:avLst/>
          </a:prstGeom>
        </p:spPr>
        <p:txBody>
          <a:bodyPr vert="horz" wrap="non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t>Cost / Income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4D75766-01D7-74E3-D5EA-D962A82C7F25}"/>
              </a:ext>
            </a:extLst>
          </p:cNvPr>
          <p:cNvSpPr txBox="1"/>
          <p:nvPr/>
        </p:nvSpPr>
        <p:spPr>
          <a:xfrm>
            <a:off x="704950" y="1279028"/>
            <a:ext cx="4663975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sz="1400" b="1"/>
              <a:t>Sub-segment level ROE tree for PB CB domain</a:t>
            </a:r>
            <a:endParaRPr lang="en-US" sz="1400" b="1"/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DCD2ADC7-F3A8-5874-FBCE-A8BF20C63BC2}"/>
              </a:ext>
            </a:extLst>
          </p:cNvPr>
          <p:cNvCxnSpPr>
            <a:cxnSpLocks/>
          </p:cNvCxnSpPr>
          <p:nvPr/>
        </p:nvCxnSpPr>
        <p:spPr>
          <a:xfrm>
            <a:off x="695325" y="1532890"/>
            <a:ext cx="7938536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Sticker">
            <a:extLst>
              <a:ext uri="{FF2B5EF4-FFF2-40B4-BE49-F238E27FC236}">
                <a16:creationId xmlns:a16="http://schemas.microsoft.com/office/drawing/2014/main" id="{3DE69E4F-BD5E-41F6-277E-D6A8AA9574FF}"/>
              </a:ext>
            </a:extLst>
          </p:cNvPr>
          <p:cNvSpPr txBox="1"/>
          <p:nvPr/>
        </p:nvSpPr>
        <p:spPr>
          <a:xfrm>
            <a:off x="6792444" y="43542"/>
            <a:ext cx="5399556" cy="223771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54000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/>
            <a:r>
              <a:rPr lang="en-US"/>
              <a:t>INDIRECT OPEX WAS, WHILE Deposit</a:t>
            </a:r>
            <a:r>
              <a:rPr lang="en-US">
                <a:latin typeface="+mn-lt"/>
              </a:rPr>
              <a:t> income was not included in the calculation</a:t>
            </a:r>
          </a:p>
        </p:txBody>
      </p:sp>
    </p:spTree>
    <p:extLst>
      <p:ext uri="{BB962C8B-B14F-4D97-AF65-F5344CB8AC3E}">
        <p14:creationId xmlns:p14="http://schemas.microsoft.com/office/powerpoint/2010/main" val="382342739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11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-1868046" y="-1049864"/>
          <a:ext cx="2115" cy="21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1" imgW="493" imgH="493" progId="TCLayout.ActiveDocument.1">
                  <p:embed/>
                </p:oleObj>
              </mc:Choice>
              <mc:Fallback>
                <p:oleObj name="think-cell Slide" r:id="rId101" imgW="493" imgH="493" progId="TCLayout.ActiveDocument.1">
                  <p:embed/>
                  <p:pic>
                    <p:nvPicPr>
                      <p:cNvPr id="12" name="Object 11" hidden="1"/>
                      <p:cNvPicPr/>
                      <p:nvPr/>
                    </p:nvPicPr>
                    <p:blipFill>
                      <a:blip r:embed="rId102"/>
                      <a:stretch>
                        <a:fillRect/>
                      </a:stretch>
                    </p:blipFill>
                    <p:spPr>
                      <a:xfrm>
                        <a:off x="-1868046" y="-1049864"/>
                        <a:ext cx="2115" cy="211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tangle 286">
            <a:extLst>
              <a:ext uri="{FF2B5EF4-FFF2-40B4-BE49-F238E27FC236}">
                <a16:creationId xmlns:a16="http://schemas.microsoft.com/office/drawing/2014/main" id="{1E52910C-E576-BFCA-1AAB-693133C7D661}"/>
              </a:ext>
            </a:extLst>
          </p:cNvPr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2181463" y="323532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Rectangle 286">
            <a:extLst>
              <a:ext uri="{FF2B5EF4-FFF2-40B4-BE49-F238E27FC236}">
                <a16:creationId xmlns:a16="http://schemas.microsoft.com/office/drawing/2014/main" id="{512A19D6-FB15-9F5C-4837-29450AC36966}"/>
              </a:ext>
            </a:extLst>
          </p:cNvPr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181463" y="505618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Rectangle 286">
            <a:extLst>
              <a:ext uri="{FF2B5EF4-FFF2-40B4-BE49-F238E27FC236}">
                <a16:creationId xmlns:a16="http://schemas.microsoft.com/office/drawing/2014/main" id="{18C7F2B8-0345-A20C-3DE6-16BB097F27A2}"/>
              </a:ext>
            </a:extLst>
          </p:cNvPr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436313" y="4037013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Rectangle 286">
            <a:extLst>
              <a:ext uri="{FF2B5EF4-FFF2-40B4-BE49-F238E27FC236}">
                <a16:creationId xmlns:a16="http://schemas.microsoft.com/office/drawing/2014/main" id="{F68B2AC3-0FCA-72F7-9238-A5F9EBCAD083}"/>
              </a:ext>
            </a:extLst>
          </p:cNvPr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436313" y="163353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Rectangle 286">
            <a:extLst>
              <a:ext uri="{FF2B5EF4-FFF2-40B4-BE49-F238E27FC236}">
                <a16:creationId xmlns:a16="http://schemas.microsoft.com/office/drawing/2014/main" id="{23204C18-BD52-3BBA-AD21-CAF01A6704B9}"/>
              </a:ext>
            </a:extLst>
          </p:cNvPr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436313" y="283527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Rectangle 286">
            <a:extLst>
              <a:ext uri="{FF2B5EF4-FFF2-40B4-BE49-F238E27FC236}">
                <a16:creationId xmlns:a16="http://schemas.microsoft.com/office/drawing/2014/main" id="{D6568F3F-0BFC-A43D-39DF-E4940D19D3B3}"/>
              </a:ext>
            </a:extLst>
          </p:cNvPr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54038" y="4103687"/>
            <a:ext cx="1409700" cy="1141413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Rectangle 286">
            <a:extLst>
              <a:ext uri="{FF2B5EF4-FFF2-40B4-BE49-F238E27FC236}">
                <a16:creationId xmlns:a16="http://schemas.microsoft.com/office/drawing/2014/main" id="{C016A0BF-054F-4DAD-9107-CF702136652D}"/>
              </a:ext>
            </a:extLst>
          </p:cNvPr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808888" y="543877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Rectangle 286">
            <a:extLst>
              <a:ext uri="{FF2B5EF4-FFF2-40B4-BE49-F238E27FC236}">
                <a16:creationId xmlns:a16="http://schemas.microsoft.com/office/drawing/2014/main" id="{EB7C6BBB-6A01-7F31-CD35-10E3D1C102F4}"/>
              </a:ext>
            </a:extLst>
          </p:cNvPr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808888" y="203358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" name="Rectangle 286">
            <a:extLst>
              <a:ext uri="{FF2B5EF4-FFF2-40B4-BE49-F238E27FC236}">
                <a16:creationId xmlns:a16="http://schemas.microsoft.com/office/drawing/2014/main" id="{DB507F5C-3DDE-DA5E-D190-88629022BD81}"/>
              </a:ext>
            </a:extLst>
          </p:cNvPr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808888" y="3548857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8" name="Rectangle 286">
            <a:extLst>
              <a:ext uri="{FF2B5EF4-FFF2-40B4-BE49-F238E27FC236}">
                <a16:creationId xmlns:a16="http://schemas.microsoft.com/office/drawing/2014/main" id="{340D7B57-77E1-71D9-E879-EA8CD85BE80B}"/>
              </a:ext>
            </a:extLst>
          </p:cNvPr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063740" y="1633538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9" name="Rectangle 286">
            <a:extLst>
              <a:ext uri="{FF2B5EF4-FFF2-40B4-BE49-F238E27FC236}">
                <a16:creationId xmlns:a16="http://schemas.microsoft.com/office/drawing/2014/main" id="{CB1B3E8E-A9FF-91D1-B710-3BF3D35B9839}"/>
              </a:ext>
            </a:extLst>
          </p:cNvPr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063740" y="2835275"/>
            <a:ext cx="1409700" cy="1057275"/>
          </a:xfrm>
          <a:prstGeom prst="rect">
            <a:avLst/>
          </a:prstGeom>
          <a:solidFill>
            <a:schemeClr val="bg2"/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436A307F-58D1-4A68-B839-B3157D8B344E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90" y="1"/>
            <a:ext cx="161974" cy="161974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74B91029-306B-4994-AB1E-7816E838F6F0}"/>
              </a:ext>
            </a:extLst>
          </p:cNvPr>
          <p:cNvSpPr>
            <a:spLocks/>
          </p:cNvSpPr>
          <p:nvPr/>
        </p:nvSpPr>
        <p:spPr>
          <a:xfrm>
            <a:off x="7327775" y="1286354"/>
            <a:ext cx="303530" cy="160295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xx%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781C45EF-598A-4671-A799-30B795BABD47}"/>
              </a:ext>
            </a:extLst>
          </p:cNvPr>
          <p:cNvSpPr txBox="1"/>
          <p:nvPr/>
        </p:nvSpPr>
        <p:spPr>
          <a:xfrm>
            <a:off x="7686365" y="1289558"/>
            <a:ext cx="787075" cy="153888"/>
          </a:xfrm>
          <a:prstGeom prst="rect">
            <a:avLst/>
          </a:prstGeom>
        </p:spPr>
        <p:txBody>
          <a:bodyPr vert="horz" wrap="non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t>Cost / Income</a:t>
            </a:r>
          </a:p>
        </p:txBody>
      </p:sp>
      <p:sp>
        <p:nvSpPr>
          <p:cNvPr id="21" name="Rectangle 286">
            <a:extLst>
              <a:ext uri="{FF2B5EF4-FFF2-40B4-BE49-F238E27FC236}">
                <a16:creationId xmlns:a16="http://schemas.microsoft.com/office/drawing/2014/main" id="{4B4DF3CB-016D-7F14-D333-BAFC09D6CD07}"/>
              </a:ext>
            </a:extLst>
          </p:cNvPr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864213" y="5454651"/>
            <a:ext cx="1327150" cy="307975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Operating Costs/Assets, %</a:t>
            </a:r>
          </a:p>
        </p:txBody>
      </p:sp>
      <p:sp>
        <p:nvSpPr>
          <p:cNvPr id="24" name="Rectangle 286">
            <a:extLst>
              <a:ext uri="{FF2B5EF4-FFF2-40B4-BE49-F238E27FC236}">
                <a16:creationId xmlns:a16="http://schemas.microsoft.com/office/drawing/2014/main" id="{020D754F-BE92-9FA7-20E1-BCBDC2987B31}"/>
              </a:ext>
            </a:extLst>
          </p:cNvPr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3849688" y="3601244"/>
            <a:ext cx="1328738" cy="1539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Provisions/Assets , %</a:t>
            </a:r>
          </a:p>
        </p:txBody>
      </p:sp>
      <p:sp>
        <p:nvSpPr>
          <p:cNvPr id="25" name="Rectangle 286">
            <a:extLst>
              <a:ext uri="{FF2B5EF4-FFF2-40B4-BE49-F238E27FC236}">
                <a16:creationId xmlns:a16="http://schemas.microsoft.com/office/drawing/2014/main" id="{9529228E-96B5-BC63-B98C-8C86BCE3360C}"/>
              </a:ext>
            </a:extLst>
          </p:cNvPr>
          <p:cNvSpPr txBox="1"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223532" y="3282950"/>
            <a:ext cx="1325563" cy="1539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Return on Assets, % </a:t>
            </a:r>
          </a:p>
        </p:txBody>
      </p:sp>
      <p:sp>
        <p:nvSpPr>
          <p:cNvPr id="27" name="Rectangle 286">
            <a:extLst>
              <a:ext uri="{FF2B5EF4-FFF2-40B4-BE49-F238E27FC236}">
                <a16:creationId xmlns:a16="http://schemas.microsoft.com/office/drawing/2014/main" id="{63D932F2-129E-0243-8C5F-14EED4C6F910}"/>
              </a:ext>
            </a:extLst>
          </p:cNvPr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219325" y="5103813"/>
            <a:ext cx="133350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indent="0" defTabSz="895350" eaLnBrk="1" hangingPunct="1">
              <a:buClr>
                <a:schemeClr val="tx2"/>
              </a:buClr>
              <a:defRPr sz="1000" b="1">
                <a:solidFill>
                  <a:schemeClr val="bg1"/>
                </a:solidFill>
                <a:latin typeface="+mj-lt"/>
              </a:defRPr>
            </a:lvl1pPr>
            <a:lvl2pPr marL="193675" indent="-192088" defTabSz="895350" eaLnBrk="1" hangingPunct="1">
              <a:buClr>
                <a:schemeClr val="tx2"/>
              </a:buClr>
              <a:buSzPct val="125000"/>
              <a:buFont typeface="Arial" charset="0"/>
              <a:buChar char="▪"/>
              <a:defRPr>
                <a:latin typeface="+mn-lt"/>
              </a:defRPr>
            </a:lvl2pPr>
            <a:lvl3pPr marL="457200" indent="-261938" defTabSz="895350" eaLnBrk="1" hangingPunct="1">
              <a:buClr>
                <a:schemeClr val="tx2"/>
              </a:buClr>
              <a:buSzPct val="120000"/>
              <a:buFont typeface="Arial" charset="0"/>
              <a:buChar char="–"/>
              <a:defRPr>
                <a:latin typeface="+mn-lt"/>
              </a:defRPr>
            </a:lvl3pPr>
            <a:lvl4pPr marL="614363" indent="-155575" defTabSz="895350" eaLnBrk="1" hangingPunct="1">
              <a:buClr>
                <a:schemeClr val="tx2"/>
              </a:buClr>
              <a:buSzPct val="120000"/>
              <a:buFont typeface="Arial" charset="0"/>
              <a:buChar char="▫"/>
              <a:defRPr>
                <a:latin typeface="+mn-lt"/>
              </a:defRPr>
            </a:lvl4pPr>
            <a:lvl5pPr marL="746125" indent="-130175" defTabSz="895350" eaLnBrk="1" hangingPunct="1"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>
                <a:latin typeface="+mn-lt"/>
              </a:defRPr>
            </a:lvl9pPr>
          </a:lstStyle>
          <a:p>
            <a:pPr marL="0" marR="0" lvl="0" indent="0" algn="l" defTabSz="8953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Leverage (Assets/Equity)</a:t>
            </a:r>
          </a:p>
        </p:txBody>
      </p:sp>
      <p:sp>
        <p:nvSpPr>
          <p:cNvPr id="22" name="Rectangle 286">
            <a:extLst>
              <a:ext uri="{FF2B5EF4-FFF2-40B4-BE49-F238E27FC236}">
                <a16:creationId xmlns:a16="http://schemas.microsoft.com/office/drawing/2014/main" id="{D5F0CD0D-3D65-5F43-E56F-3A3145611DA1}"/>
              </a:ext>
            </a:extLst>
          </p:cNvPr>
          <p:cNvSpPr txBox="1"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477588" y="4084638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Other Income</a:t>
            </a:r>
            <a:r>
              <a:rPr kumimoji="0" lang="en-US" sz="1000" b="1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/Assets, % </a:t>
            </a:r>
          </a:p>
        </p:txBody>
      </p:sp>
      <p:sp>
        <p:nvSpPr>
          <p:cNvPr id="34" name="Rectangle 286">
            <a:extLst>
              <a:ext uri="{FF2B5EF4-FFF2-40B4-BE49-F238E27FC236}">
                <a16:creationId xmlns:a16="http://schemas.microsoft.com/office/drawing/2014/main" id="{79E99988-649C-2707-2733-F332CFF0DC8B}"/>
              </a:ext>
            </a:extLst>
          </p:cNvPr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5477588" y="2882900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Fees &amp; Commissions / Assets, %</a:t>
            </a:r>
          </a:p>
        </p:txBody>
      </p:sp>
      <p:sp>
        <p:nvSpPr>
          <p:cNvPr id="35" name="Rectangle 286">
            <a:extLst>
              <a:ext uri="{FF2B5EF4-FFF2-40B4-BE49-F238E27FC236}">
                <a16:creationId xmlns:a16="http://schemas.microsoft.com/office/drawing/2014/main" id="{E61CB3AC-83A1-EE45-9AF9-58C04B9AA364}"/>
              </a:ext>
            </a:extLst>
          </p:cNvPr>
          <p:cNvSpPr txBox="1"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477588" y="1681163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Net interest Income / Assets, %</a:t>
            </a:r>
          </a:p>
        </p:txBody>
      </p:sp>
      <p:sp>
        <p:nvSpPr>
          <p:cNvPr id="36" name="Rectangle 286">
            <a:extLst>
              <a:ext uri="{FF2B5EF4-FFF2-40B4-BE49-F238E27FC236}">
                <a16:creationId xmlns:a16="http://schemas.microsoft.com/office/drawing/2014/main" id="{BF1EC6DD-8FF8-AE4E-C90D-6372DAA165E5}"/>
              </a:ext>
            </a:extLst>
          </p:cNvPr>
          <p:cNvSpPr txBox="1"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849688" y="2081213"/>
            <a:ext cx="1328738" cy="1539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Revenues/Assets, %</a:t>
            </a:r>
          </a:p>
        </p:txBody>
      </p:sp>
      <p:graphicFrame>
        <p:nvGraphicFramePr>
          <p:cNvPr id="423" name="Chart 422">
            <a:extLst>
              <a:ext uri="{FF2B5EF4-FFF2-40B4-BE49-F238E27FC236}">
                <a16:creationId xmlns:a16="http://schemas.microsoft.com/office/drawing/2014/main" id="{018DB7B8-198A-2D8D-CF81-81A85C82DA9A}"/>
              </a:ext>
            </a:extLst>
          </p:cNvPr>
          <p:cNvGraphicFramePr/>
          <p:nvPr>
            <p:custDataLst>
              <p:tags r:id="rId22"/>
            </p:custDataLst>
          </p:nvPr>
        </p:nvGraphicFramePr>
        <p:xfrm>
          <a:off x="509588" y="4418013"/>
          <a:ext cx="1450975" cy="5476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3"/>
          </a:graphicData>
        </a:graphic>
      </p:graphicFrame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5A036DA-E4C2-95C9-7647-CB45419F532A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auto">
          <a:xfrm>
            <a:off x="795338" y="506412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31E8685-7AE7-4F39-B50A-462D88BA280D}" type="datetime'2''''''''''''''0''''''''''''''''''''2''''''''''''''4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564D6656-AEBB-E6E4-4FD5-7EB38FD489C7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auto">
          <a:xfrm>
            <a:off x="1438275" y="506412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94C6326-407B-4A0E-B5C6-1597E214060D}" type="datetime'''''''''2''''''0''2''''5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C99CE2E9-E1D1-A505-261E-65083F7AFA50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750888" y="4352925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B815EB0-9E74-4CE3-A44A-8EAF81B21084}" type="datetime'''''''''12''''.''''''''''''''''''''''''''6''''%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12.6%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1721EB37-0281-7DA5-4693-78FE4B197220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1374775" y="4908550"/>
            <a:ext cx="361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3B263EF-92E4-4485-84FF-93807C50A82F}" type="datetime'''''''''''''''''-''''1''3''.6''''''''''''''''''%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-13.6%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" name="Rectangle 286">
            <a:extLst>
              <a:ext uri="{FF2B5EF4-FFF2-40B4-BE49-F238E27FC236}">
                <a16:creationId xmlns:a16="http://schemas.microsoft.com/office/drawing/2014/main" id="{B3C279B6-CD8E-A9CA-0CF0-6E83638E0881}"/>
              </a:ext>
            </a:extLst>
          </p:cNvPr>
          <p:cNvSpPr txBox="1"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7105650" y="1681163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Interest Income / Assets, %</a:t>
            </a:r>
          </a:p>
        </p:txBody>
      </p:sp>
      <p:sp>
        <p:nvSpPr>
          <p:cNvPr id="51" name="Rectangle 286">
            <a:extLst>
              <a:ext uri="{FF2B5EF4-FFF2-40B4-BE49-F238E27FC236}">
                <a16:creationId xmlns:a16="http://schemas.microsoft.com/office/drawing/2014/main" id="{CEE92F87-9099-314E-21C2-A7A0F83EEFA2}"/>
              </a:ext>
            </a:extLst>
          </p:cNvPr>
          <p:cNvSpPr txBox="1"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7105650" y="2882900"/>
            <a:ext cx="1327150" cy="307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Interest Expense/Assets, %</a:t>
            </a:r>
          </a:p>
        </p:txBody>
      </p:sp>
      <p:graphicFrame>
        <p:nvGraphicFramePr>
          <p:cNvPr id="425" name="Chart 424">
            <a:extLst>
              <a:ext uri="{FF2B5EF4-FFF2-40B4-BE49-F238E27FC236}">
                <a16:creationId xmlns:a16="http://schemas.microsoft.com/office/drawing/2014/main" id="{E90AFF02-F44B-B67E-3C30-32B9981EAFB9}"/>
              </a:ext>
            </a:extLst>
          </p:cNvPr>
          <p:cNvGraphicFramePr/>
          <p:nvPr>
            <p:custDataLst>
              <p:tags r:id="rId29"/>
            </p:custDataLst>
          </p:nvPr>
        </p:nvGraphicFramePr>
        <p:xfrm>
          <a:off x="2136775" y="3519488"/>
          <a:ext cx="1495425" cy="495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4"/>
          </a:graphicData>
        </a:graphic>
      </p:graphicFrame>
      <p:sp>
        <p:nvSpPr>
          <p:cNvPr id="461" name="Text Placeholder 2">
            <a:extLst>
              <a:ext uri="{FF2B5EF4-FFF2-40B4-BE49-F238E27FC236}">
                <a16:creationId xmlns:a16="http://schemas.microsoft.com/office/drawing/2014/main" id="{C0A693BF-818F-CF8F-A946-D82EDACE63D2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auto">
          <a:xfrm>
            <a:off x="2433638" y="4113213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78434AA-59BB-4027-AE2F-8C8880FEDC51}" type="datetime'''''''''20''''''''''''''''''2''''''''''''''''''''''''''''''4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2" name="Text Placeholder 2">
            <a:extLst>
              <a:ext uri="{FF2B5EF4-FFF2-40B4-BE49-F238E27FC236}">
                <a16:creationId xmlns:a16="http://schemas.microsoft.com/office/drawing/2014/main" id="{ACEC6486-5B70-AF43-CD10-D95B175174A0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3098800" y="4113213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7008508-2C98-483A-99ED-631564368708}" type="datetime'''''''2''''''''02''5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6" name="Text Placeholder 2">
            <a:extLst>
              <a:ext uri="{FF2B5EF4-FFF2-40B4-BE49-F238E27FC236}">
                <a16:creationId xmlns:a16="http://schemas.microsoft.com/office/drawing/2014/main" id="{6DA1644F-658D-B6B9-740A-C1108C7E8311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2416175" y="3454400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9D24754-68FE-49E2-A0A6-F2B94EB058FE}" type="datetime'''''''''1''''''.8''''''%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1.8%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7" name="Text Placeholder 2">
            <a:extLst>
              <a:ext uri="{FF2B5EF4-FFF2-40B4-BE49-F238E27FC236}">
                <a16:creationId xmlns:a16="http://schemas.microsoft.com/office/drawing/2014/main" id="{EA400A20-94FC-DC06-503E-501CDD31854C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gray">
          <a:xfrm>
            <a:off x="3063875" y="3957638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ED8FD16-B77E-4544-8FAF-795993E44603}" type="datetime'''''''''-''''''''1''''''''''''''''''.1%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-1.1%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15" name="Chart 14">
            <a:extLst>
              <a:ext uri="{FF2B5EF4-FFF2-40B4-BE49-F238E27FC236}">
                <a16:creationId xmlns:a16="http://schemas.microsoft.com/office/drawing/2014/main" id="{38022AA4-9586-57FF-DD33-5E9E9B7E3C9D}"/>
              </a:ext>
            </a:extLst>
          </p:cNvPr>
          <p:cNvGraphicFramePr/>
          <p:nvPr>
            <p:custDataLst>
              <p:tags r:id="rId34"/>
            </p:custDataLst>
          </p:nvPr>
        </p:nvGraphicFramePr>
        <p:xfrm>
          <a:off x="2139950" y="5502275"/>
          <a:ext cx="1492250" cy="5032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5"/>
          </a:graphicData>
        </a:graphic>
      </p:graphicFrame>
      <p:sp>
        <p:nvSpPr>
          <p:cNvPr id="470" name="Text Placeholder 2">
            <a:extLst>
              <a:ext uri="{FF2B5EF4-FFF2-40B4-BE49-F238E27FC236}">
                <a16:creationId xmlns:a16="http://schemas.microsoft.com/office/drawing/2014/main" id="{FAB739CB-333B-B36F-7CD2-CDEC6A26EC3E}"/>
              </a:ext>
            </a:extLst>
          </p:cNvPr>
          <p:cNvSpPr>
            <a:spLocks noGrp="1"/>
          </p:cNvSpPr>
          <p:nvPr>
            <p:custDataLst>
              <p:tags r:id="rId35"/>
            </p:custDataLst>
          </p:nvPr>
        </p:nvSpPr>
        <p:spPr bwMode="auto">
          <a:xfrm>
            <a:off x="2435225" y="59563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4CFB6D8-5815-44B2-B7D8-E09740830589}" type="datetime'''''''''''''''2''''''''''''''''''''''''''0''''2''4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71" name="Text Placeholder 2">
            <a:extLst>
              <a:ext uri="{FF2B5EF4-FFF2-40B4-BE49-F238E27FC236}">
                <a16:creationId xmlns:a16="http://schemas.microsoft.com/office/drawing/2014/main" id="{A4DD87B2-DCE6-6C3E-D73D-E56E0D23E15F}"/>
              </a:ext>
            </a:extLst>
          </p:cNvPr>
          <p:cNvSpPr>
            <a:spLocks noGrp="1"/>
          </p:cNvSpPr>
          <p:nvPr>
            <p:custDataLst>
              <p:tags r:id="rId36"/>
            </p:custDataLst>
          </p:nvPr>
        </p:nvSpPr>
        <p:spPr bwMode="auto">
          <a:xfrm>
            <a:off x="3098800" y="59563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63D477C-8F83-4921-8E97-7810123BE3B5}" type="datetime'''''''''''''''''2''''0''''''''''''2''5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7"/>
            </p:custDataLst>
          </p:nvPr>
        </p:nvSpPr>
        <p:spPr bwMode="gray">
          <a:xfrm>
            <a:off x="2468563" y="5580063"/>
            <a:ext cx="1698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FE197E2-8BE1-434E-B35C-FC25B017058B}" type="datetime'''''''''''''''''''''''''''''''''''''''6''''.8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6.8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8"/>
            </p:custDataLst>
          </p:nvPr>
        </p:nvSpPr>
        <p:spPr bwMode="gray">
          <a:xfrm>
            <a:off x="3103563" y="5437188"/>
            <a:ext cx="2254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03F762C-53DA-4D19-99B7-88878A7BCDA2}" type="datetime'''''''''''1''''1''''.''''''''''''''''''''''''''''''9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11.9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graphicFrame>
        <p:nvGraphicFramePr>
          <p:cNvPr id="433" name="Chart 432">
            <a:extLst>
              <a:ext uri="{FF2B5EF4-FFF2-40B4-BE49-F238E27FC236}">
                <a16:creationId xmlns:a16="http://schemas.microsoft.com/office/drawing/2014/main" id="{4E61DB74-9647-7C0A-7958-22442DD6C723}"/>
              </a:ext>
            </a:extLst>
          </p:cNvPr>
          <p:cNvGraphicFramePr/>
          <p:nvPr>
            <p:custDataLst>
              <p:tags r:id="rId39"/>
            </p:custDataLst>
          </p:nvPr>
        </p:nvGraphicFramePr>
        <p:xfrm>
          <a:off x="3767138" y="3819525"/>
          <a:ext cx="1479550" cy="547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6"/>
          </a:graphicData>
        </a:graphic>
      </p:graphicFrame>
      <p:sp>
        <p:nvSpPr>
          <p:cNvPr id="481" name="Text Placeholder 2">
            <a:extLst>
              <a:ext uri="{FF2B5EF4-FFF2-40B4-BE49-F238E27FC236}">
                <a16:creationId xmlns:a16="http://schemas.microsoft.com/office/drawing/2014/main" id="{E639DBF3-0123-7A9D-27D7-49D30C3EB9C4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auto">
          <a:xfrm>
            <a:off x="4060825" y="4465638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DFA9307-1405-4AB3-8471-42336A3BBD3A}" type="datetime'2''''''''''''''''0''''''''''2''''''''''4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2" name="Text Placeholder 2">
            <a:extLst>
              <a:ext uri="{FF2B5EF4-FFF2-40B4-BE49-F238E27FC236}">
                <a16:creationId xmlns:a16="http://schemas.microsoft.com/office/drawing/2014/main" id="{C04CC1AC-0745-420E-57DD-9AC25F103E19}"/>
              </a:ext>
            </a:extLst>
          </p:cNvPr>
          <p:cNvSpPr>
            <a:spLocks noGrp="1"/>
          </p:cNvSpPr>
          <p:nvPr>
            <p:custDataLst>
              <p:tags r:id="rId41"/>
            </p:custDataLst>
          </p:nvPr>
        </p:nvSpPr>
        <p:spPr bwMode="auto">
          <a:xfrm>
            <a:off x="4718050" y="4465638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ADD2F5A-7C85-43B4-B03E-E5C638A22132}" type="datetime'''''''''''''''''''''''''''''2''''0''''''2''''''''''''5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4" name="Text Placeholder 2">
            <a:extLst>
              <a:ext uri="{FF2B5EF4-FFF2-40B4-BE49-F238E27FC236}">
                <a16:creationId xmlns:a16="http://schemas.microsoft.com/office/drawing/2014/main" id="{50CA9514-2EE4-3A14-1CA6-AFACA4648700}"/>
              </a:ext>
            </a:extLst>
          </p:cNvPr>
          <p:cNvSpPr>
            <a:spLocks noGrp="1"/>
          </p:cNvSpPr>
          <p:nvPr>
            <p:custDataLst>
              <p:tags r:id="rId42"/>
            </p:custDataLst>
          </p:nvPr>
        </p:nvSpPr>
        <p:spPr bwMode="gray">
          <a:xfrm>
            <a:off x="4025900" y="4310063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331FD90-ECCB-4ED3-B67A-AD24EB2105B1}" type="datetime'''''-''''''4''''''''.''9%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-4.9%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85" name="Text Placeholder 2">
            <a:extLst>
              <a:ext uri="{FF2B5EF4-FFF2-40B4-BE49-F238E27FC236}">
                <a16:creationId xmlns:a16="http://schemas.microsoft.com/office/drawing/2014/main" id="{12243168-416E-8042-F2CF-C2C3CD723442}"/>
              </a:ext>
            </a:extLst>
          </p:cNvPr>
          <p:cNvSpPr>
            <a:spLocks noGrp="1"/>
          </p:cNvSpPr>
          <p:nvPr>
            <p:custDataLst>
              <p:tags r:id="rId43"/>
            </p:custDataLst>
          </p:nvPr>
        </p:nvSpPr>
        <p:spPr bwMode="gray">
          <a:xfrm>
            <a:off x="4683125" y="4013200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AA42602-ADF4-4278-9642-BC9A77D8BDAC}" type="datetime'''-''1''''''''''''.''''1''''''''''''''''''%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-1.1%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0" name="Oval 489">
            <a:extLst>
              <a:ext uri="{FF2B5EF4-FFF2-40B4-BE49-F238E27FC236}">
                <a16:creationId xmlns:a16="http://schemas.microsoft.com/office/drawing/2014/main" id="{6B7C7A39-1C67-D6FF-5CA9-528D963C6156}"/>
              </a:ext>
            </a:extLst>
          </p:cNvPr>
          <p:cNvSpPr>
            <a:spLocks/>
          </p:cNvSpPr>
          <p:nvPr/>
        </p:nvSpPr>
        <p:spPr>
          <a:xfrm>
            <a:off x="4043083" y="5804694"/>
            <a:ext cx="341128" cy="142875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>
                <a:solidFill>
                  <a:srgbClr val="000000"/>
                </a:solidFill>
                <a:latin typeface="Arial"/>
              </a:rPr>
              <a:t>63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%</a:t>
            </a:r>
          </a:p>
        </p:txBody>
      </p:sp>
      <p:sp>
        <p:nvSpPr>
          <p:cNvPr id="491" name="Oval 490">
            <a:extLst>
              <a:ext uri="{FF2B5EF4-FFF2-40B4-BE49-F238E27FC236}">
                <a16:creationId xmlns:a16="http://schemas.microsoft.com/office/drawing/2014/main" id="{58E7E7EE-70BC-CED4-A277-1F027FFFDEF3}"/>
              </a:ext>
            </a:extLst>
          </p:cNvPr>
          <p:cNvSpPr>
            <a:spLocks/>
          </p:cNvSpPr>
          <p:nvPr/>
        </p:nvSpPr>
        <p:spPr>
          <a:xfrm>
            <a:off x="4683125" y="5804694"/>
            <a:ext cx="341128" cy="142875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100%</a:t>
            </a:r>
          </a:p>
        </p:txBody>
      </p:sp>
      <p:graphicFrame>
        <p:nvGraphicFramePr>
          <p:cNvPr id="437" name="Chart 436">
            <a:extLst>
              <a:ext uri="{FF2B5EF4-FFF2-40B4-BE49-F238E27FC236}">
                <a16:creationId xmlns:a16="http://schemas.microsoft.com/office/drawing/2014/main" id="{562736A3-7C42-33CD-916A-8EA35BDA56B5}"/>
              </a:ext>
            </a:extLst>
          </p:cNvPr>
          <p:cNvGraphicFramePr/>
          <p:nvPr>
            <p:custDataLst>
              <p:tags r:id="rId44"/>
            </p:custDataLst>
          </p:nvPr>
        </p:nvGraphicFramePr>
        <p:xfrm>
          <a:off x="5392738" y="2079625"/>
          <a:ext cx="1406525" cy="509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7"/>
          </a:graphicData>
        </a:graphic>
      </p:graphicFrame>
      <p:sp>
        <p:nvSpPr>
          <p:cNvPr id="494" name="Text Placeholder 2">
            <a:extLst>
              <a:ext uri="{FF2B5EF4-FFF2-40B4-BE49-F238E27FC236}">
                <a16:creationId xmlns:a16="http://schemas.microsoft.com/office/drawing/2014/main" id="{D427AA91-5503-19A3-725D-6F8DF3074B58}"/>
              </a:ext>
            </a:extLst>
          </p:cNvPr>
          <p:cNvSpPr>
            <a:spLocks noGrp="1"/>
          </p:cNvSpPr>
          <p:nvPr>
            <p:custDataLst>
              <p:tags r:id="rId45"/>
            </p:custDataLst>
          </p:nvPr>
        </p:nvSpPr>
        <p:spPr bwMode="auto">
          <a:xfrm>
            <a:off x="5667375" y="254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9FEDED2-E359-4B63-A9F1-685D44315D9E}" type="datetime'''''''''''''20''''''''''''''''''2''4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5" name="Text Placeholder 2">
            <a:extLst>
              <a:ext uri="{FF2B5EF4-FFF2-40B4-BE49-F238E27FC236}">
                <a16:creationId xmlns:a16="http://schemas.microsoft.com/office/drawing/2014/main" id="{922512DE-E98E-DF80-7CC9-9EA7F36CF16D}"/>
              </a:ext>
            </a:extLst>
          </p:cNvPr>
          <p:cNvSpPr>
            <a:spLocks noGrp="1"/>
          </p:cNvSpPr>
          <p:nvPr>
            <p:custDataLst>
              <p:tags r:id="rId46"/>
            </p:custDataLst>
          </p:nvPr>
        </p:nvSpPr>
        <p:spPr bwMode="auto">
          <a:xfrm>
            <a:off x="6288088" y="254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75555DA-A0FD-4480-97D1-865ABF9F2BE8}" type="datetime'''''''''''''''''''''''''''''''2''''''0''''''''''2''5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7" name="Text Placeholder 2">
            <a:extLst>
              <a:ext uri="{FF2B5EF4-FFF2-40B4-BE49-F238E27FC236}">
                <a16:creationId xmlns:a16="http://schemas.microsoft.com/office/drawing/2014/main" id="{04BE8A56-C22F-19DB-8AFD-024632A73D18}"/>
              </a:ext>
            </a:extLst>
          </p:cNvPr>
          <p:cNvSpPr>
            <a:spLocks noGrp="1"/>
          </p:cNvSpPr>
          <p:nvPr>
            <p:custDataLst>
              <p:tags r:id="rId47"/>
            </p:custDataLst>
          </p:nvPr>
        </p:nvSpPr>
        <p:spPr bwMode="gray">
          <a:xfrm>
            <a:off x="5649913" y="20145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65E9C51-4B01-4E2B-B757-9DF251BDC1E2}" type="datetime'8''''''''''''''''''''''''.''''''''''9''''''''''%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8.9%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98" name="Text Placeholder 2">
            <a:extLst>
              <a:ext uri="{FF2B5EF4-FFF2-40B4-BE49-F238E27FC236}">
                <a16:creationId xmlns:a16="http://schemas.microsoft.com/office/drawing/2014/main" id="{6775D55F-8FD5-533B-A407-68E737E37BC5}"/>
              </a:ext>
            </a:extLst>
          </p:cNvPr>
          <p:cNvSpPr>
            <a:spLocks noGrp="1"/>
          </p:cNvSpPr>
          <p:nvPr>
            <p:custDataLst>
              <p:tags r:id="rId48"/>
            </p:custDataLst>
          </p:nvPr>
        </p:nvSpPr>
        <p:spPr bwMode="gray">
          <a:xfrm>
            <a:off x="6270625" y="217328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F6DF890-67B5-45B9-AFBC-58893283B9FB}" type="datetime'''''''''''4''''''.''8''''''''''''''''''''''%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4.8%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443" name="Chart 442">
            <a:extLst>
              <a:ext uri="{FF2B5EF4-FFF2-40B4-BE49-F238E27FC236}">
                <a16:creationId xmlns:a16="http://schemas.microsoft.com/office/drawing/2014/main" id="{EFEFE296-C798-A7F7-C0FA-178255AC3359}"/>
              </a:ext>
            </a:extLst>
          </p:cNvPr>
          <p:cNvGraphicFramePr/>
          <p:nvPr>
            <p:custDataLst>
              <p:tags r:id="rId49"/>
            </p:custDataLst>
          </p:nvPr>
        </p:nvGraphicFramePr>
        <p:xfrm>
          <a:off x="7023100" y="2041525"/>
          <a:ext cx="1492250" cy="547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8"/>
          </a:graphicData>
        </a:graphic>
      </p:graphicFrame>
      <p:sp>
        <p:nvSpPr>
          <p:cNvPr id="501" name="Text Placeholder 2">
            <a:extLst>
              <a:ext uri="{FF2B5EF4-FFF2-40B4-BE49-F238E27FC236}">
                <a16:creationId xmlns:a16="http://schemas.microsoft.com/office/drawing/2014/main" id="{3236A049-FE4A-D52E-AD39-5C32882C1CCD}"/>
              </a:ext>
            </a:extLst>
          </p:cNvPr>
          <p:cNvSpPr>
            <a:spLocks noGrp="1"/>
          </p:cNvSpPr>
          <p:nvPr>
            <p:custDataLst>
              <p:tags r:id="rId50"/>
            </p:custDataLst>
          </p:nvPr>
        </p:nvSpPr>
        <p:spPr bwMode="auto">
          <a:xfrm>
            <a:off x="7318375" y="254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EA9068C-2C88-4F2C-B18A-6271628EA455}" type="datetime'''''''''''''''20''''''''''2''''''''''''''''''''''''''4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2" name="Text Placeholder 2">
            <a:extLst>
              <a:ext uri="{FF2B5EF4-FFF2-40B4-BE49-F238E27FC236}">
                <a16:creationId xmlns:a16="http://schemas.microsoft.com/office/drawing/2014/main" id="{EF5812D3-29E7-93E8-93AE-DD121CD7CAE5}"/>
              </a:ext>
            </a:extLst>
          </p:cNvPr>
          <p:cNvSpPr>
            <a:spLocks noGrp="1"/>
          </p:cNvSpPr>
          <p:nvPr>
            <p:custDataLst>
              <p:tags r:id="rId51"/>
            </p:custDataLst>
          </p:nvPr>
        </p:nvSpPr>
        <p:spPr bwMode="auto">
          <a:xfrm>
            <a:off x="7981950" y="254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085AF19-F333-460A-97ED-ED1C78E593E7}" type="datetime'''''''''''''''''''''''''''''''''''20''''2''5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4" name="Text Placeholder 2">
            <a:extLst>
              <a:ext uri="{FF2B5EF4-FFF2-40B4-BE49-F238E27FC236}">
                <a16:creationId xmlns:a16="http://schemas.microsoft.com/office/drawing/2014/main" id="{B62A416E-9B35-70A7-8E2C-436E155D0D23}"/>
              </a:ext>
            </a:extLst>
          </p:cNvPr>
          <p:cNvSpPr>
            <a:spLocks noGrp="1"/>
          </p:cNvSpPr>
          <p:nvPr>
            <p:custDataLst>
              <p:tags r:id="rId52"/>
            </p:custDataLst>
          </p:nvPr>
        </p:nvSpPr>
        <p:spPr bwMode="gray">
          <a:xfrm>
            <a:off x="7273925" y="1976438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CF3E478-547C-4754-A512-D8EB5E563DB4}" type="datetime'''''''14''.''6''''''''''''''%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14.6%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05" name="Text Placeholder 2">
            <a:extLst>
              <a:ext uri="{FF2B5EF4-FFF2-40B4-BE49-F238E27FC236}">
                <a16:creationId xmlns:a16="http://schemas.microsoft.com/office/drawing/2014/main" id="{5A51BA85-C5F0-FDC4-5C37-005000FC1517}"/>
              </a:ext>
            </a:extLst>
          </p:cNvPr>
          <p:cNvSpPr>
            <a:spLocks noGrp="1"/>
          </p:cNvSpPr>
          <p:nvPr>
            <p:custDataLst>
              <p:tags r:id="rId53"/>
            </p:custDataLst>
          </p:nvPr>
        </p:nvSpPr>
        <p:spPr bwMode="gray">
          <a:xfrm>
            <a:off x="7937500" y="2039938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671AE95-345A-48E4-A1C1-3F18C483BF39}" type="datetime'''''1''2''''''''''''''''''''''''''''.''''''''''''''''2''''%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12.2%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445" name="Chart 444">
            <a:extLst>
              <a:ext uri="{FF2B5EF4-FFF2-40B4-BE49-F238E27FC236}">
                <a16:creationId xmlns:a16="http://schemas.microsoft.com/office/drawing/2014/main" id="{CE66DD03-A1AD-D783-2613-B086A2C47559}"/>
              </a:ext>
            </a:extLst>
          </p:cNvPr>
          <p:cNvGraphicFramePr/>
          <p:nvPr>
            <p:custDataLst>
              <p:tags r:id="rId54"/>
            </p:custDataLst>
          </p:nvPr>
        </p:nvGraphicFramePr>
        <p:xfrm>
          <a:off x="7023100" y="3184525"/>
          <a:ext cx="1492250" cy="4476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9"/>
          </a:graphicData>
        </a:graphic>
      </p:graphicFrame>
      <p:sp>
        <p:nvSpPr>
          <p:cNvPr id="527" name="Text Placeholder 2">
            <a:extLst>
              <a:ext uri="{FF2B5EF4-FFF2-40B4-BE49-F238E27FC236}">
                <a16:creationId xmlns:a16="http://schemas.microsoft.com/office/drawing/2014/main" id="{18AD99A8-2314-9B39-0D1B-28A9C02A5AFD}"/>
              </a:ext>
            </a:extLst>
          </p:cNvPr>
          <p:cNvSpPr>
            <a:spLocks noGrp="1"/>
          </p:cNvSpPr>
          <p:nvPr>
            <p:custDataLst>
              <p:tags r:id="rId55"/>
            </p:custDataLst>
          </p:nvPr>
        </p:nvSpPr>
        <p:spPr bwMode="auto">
          <a:xfrm>
            <a:off x="7318375" y="373062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CFA7932-C034-4FBD-88DA-3543D7CB377A}" type="datetime'''''''20''''''''2''''''''''4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28" name="Text Placeholder 2">
            <a:extLst>
              <a:ext uri="{FF2B5EF4-FFF2-40B4-BE49-F238E27FC236}">
                <a16:creationId xmlns:a16="http://schemas.microsoft.com/office/drawing/2014/main" id="{02C52FF9-AEF5-2195-FCB0-DB19E62B3E94}"/>
              </a:ext>
            </a:extLst>
          </p:cNvPr>
          <p:cNvSpPr>
            <a:spLocks noGrp="1"/>
          </p:cNvSpPr>
          <p:nvPr>
            <p:custDataLst>
              <p:tags r:id="rId56"/>
            </p:custDataLst>
          </p:nvPr>
        </p:nvSpPr>
        <p:spPr bwMode="auto">
          <a:xfrm>
            <a:off x="7981950" y="373062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CBCDFCE-FE54-4AAD-A27F-BF48AEEEAF3C}" type="datetime'''''2''''''0''''''''''''''''25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30" name="Text Placeholder 2">
            <a:extLst>
              <a:ext uri="{FF2B5EF4-FFF2-40B4-BE49-F238E27FC236}">
                <a16:creationId xmlns:a16="http://schemas.microsoft.com/office/drawing/2014/main" id="{0C4FF41C-2543-DF38-39B9-3F685AC032ED}"/>
              </a:ext>
            </a:extLst>
          </p:cNvPr>
          <p:cNvSpPr>
            <a:spLocks noGrp="1"/>
          </p:cNvSpPr>
          <p:nvPr>
            <p:custDataLst>
              <p:tags r:id="rId57"/>
            </p:custDataLst>
          </p:nvPr>
        </p:nvSpPr>
        <p:spPr bwMode="gray">
          <a:xfrm>
            <a:off x="7283450" y="3503613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EF186FF-59D6-4165-A15C-9684FD0FBEF4}" type="datetime'''''''''-5''''''''''''''''''''''.''''''''''''3''''''%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-5.3%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31" name="Text Placeholder 2">
            <a:extLst>
              <a:ext uri="{FF2B5EF4-FFF2-40B4-BE49-F238E27FC236}">
                <a16:creationId xmlns:a16="http://schemas.microsoft.com/office/drawing/2014/main" id="{6D660DDA-6E5F-0C2C-9C61-57EA1D0EE675}"/>
              </a:ext>
            </a:extLst>
          </p:cNvPr>
          <p:cNvSpPr>
            <a:spLocks noGrp="1"/>
          </p:cNvSpPr>
          <p:nvPr>
            <p:custDataLst>
              <p:tags r:id="rId58"/>
            </p:custDataLst>
          </p:nvPr>
        </p:nvSpPr>
        <p:spPr bwMode="gray">
          <a:xfrm>
            <a:off x="7947025" y="3575050"/>
            <a:ext cx="30638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AFD4E47-5FDF-402F-901F-B81BAB91ED83}" type="datetime'''''-''''''''''''''''7''''.''0''''%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-7.0%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46" name="TextBox 545">
            <a:extLst>
              <a:ext uri="{FF2B5EF4-FFF2-40B4-BE49-F238E27FC236}">
                <a16:creationId xmlns:a16="http://schemas.microsoft.com/office/drawing/2014/main" id="{451E6C01-7381-BEF9-9E41-0198D10F85DE}"/>
              </a:ext>
            </a:extLst>
          </p:cNvPr>
          <p:cNvSpPr txBox="1"/>
          <p:nvPr/>
        </p:nvSpPr>
        <p:spPr>
          <a:xfrm>
            <a:off x="596900" y="4162425"/>
            <a:ext cx="1328738" cy="15398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 b="1">
                <a:cs typeface="+mn-cs"/>
              </a:rPr>
              <a:t>Return on Equity, %</a:t>
            </a:r>
          </a:p>
        </p:txBody>
      </p:sp>
      <p:cxnSp>
        <p:nvCxnSpPr>
          <p:cNvPr id="8" name="Connector: Elbow 7">
            <a:extLst>
              <a:ext uri="{FF2B5EF4-FFF2-40B4-BE49-F238E27FC236}">
                <a16:creationId xmlns:a16="http://schemas.microsoft.com/office/drawing/2014/main" id="{FD728D3F-3891-51D8-BF6E-831ED783E0FD}"/>
              </a:ext>
            </a:extLst>
          </p:cNvPr>
          <p:cNvCxnSpPr>
            <a:cxnSpLocks/>
            <a:stCxn id="10" idx="3"/>
            <a:endCxn id="7" idx="1"/>
          </p:cNvCxnSpPr>
          <p:nvPr/>
        </p:nvCxnSpPr>
        <p:spPr>
          <a:xfrm>
            <a:off x="3591163" y="3763963"/>
            <a:ext cx="217725" cy="2203450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nector: Elbow 8">
            <a:extLst>
              <a:ext uri="{FF2B5EF4-FFF2-40B4-BE49-F238E27FC236}">
                <a16:creationId xmlns:a16="http://schemas.microsoft.com/office/drawing/2014/main" id="{595F2A91-0E69-B706-2B7E-46301BFAC45E}"/>
              </a:ext>
            </a:extLst>
          </p:cNvPr>
          <p:cNvCxnSpPr>
            <a:cxnSpLocks/>
            <a:stCxn id="6" idx="1"/>
            <a:endCxn id="19" idx="3"/>
          </p:cNvCxnSpPr>
          <p:nvPr/>
        </p:nvCxnSpPr>
        <p:spPr>
          <a:xfrm rot="10800000">
            <a:off x="5218589" y="2562227"/>
            <a:ext cx="217725" cy="2003425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nector: Elbow 30">
            <a:extLst>
              <a:ext uri="{FF2B5EF4-FFF2-40B4-BE49-F238E27FC236}">
                <a16:creationId xmlns:a16="http://schemas.microsoft.com/office/drawing/2014/main" id="{0B78EB5B-DAC0-0917-6F1D-5DD6DA266C1A}"/>
              </a:ext>
            </a:extLst>
          </p:cNvPr>
          <p:cNvCxnSpPr>
            <a:cxnSpLocks/>
            <a:stCxn id="18" idx="3"/>
            <a:endCxn id="11" idx="1"/>
          </p:cNvCxnSpPr>
          <p:nvPr/>
        </p:nvCxnSpPr>
        <p:spPr>
          <a:xfrm>
            <a:off x="1963738" y="4674394"/>
            <a:ext cx="217725" cy="91043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Connector: Elbow 31">
            <a:extLst>
              <a:ext uri="{FF2B5EF4-FFF2-40B4-BE49-F238E27FC236}">
                <a16:creationId xmlns:a16="http://schemas.microsoft.com/office/drawing/2014/main" id="{085F934B-1722-200B-C3B6-0F1157E70B8C}"/>
              </a:ext>
            </a:extLst>
          </p:cNvPr>
          <p:cNvCxnSpPr>
            <a:cxnSpLocks/>
            <a:stCxn id="18" idx="3"/>
            <a:endCxn id="10" idx="1"/>
          </p:cNvCxnSpPr>
          <p:nvPr/>
        </p:nvCxnSpPr>
        <p:spPr>
          <a:xfrm flipV="1">
            <a:off x="1963738" y="3763963"/>
            <a:ext cx="217725" cy="910431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nector: Elbow 32">
            <a:extLst>
              <a:ext uri="{FF2B5EF4-FFF2-40B4-BE49-F238E27FC236}">
                <a16:creationId xmlns:a16="http://schemas.microsoft.com/office/drawing/2014/main" id="{C5C635E2-0C66-B87A-07B7-A00CE83482E7}"/>
              </a:ext>
            </a:extLst>
          </p:cNvPr>
          <p:cNvCxnSpPr>
            <a:cxnSpLocks/>
            <a:stCxn id="10" idx="3"/>
            <a:endCxn id="19" idx="1"/>
          </p:cNvCxnSpPr>
          <p:nvPr/>
        </p:nvCxnSpPr>
        <p:spPr>
          <a:xfrm flipV="1">
            <a:off x="3591163" y="2562226"/>
            <a:ext cx="217725" cy="120173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Connector: Elbow 46">
            <a:extLst>
              <a:ext uri="{FF2B5EF4-FFF2-40B4-BE49-F238E27FC236}">
                <a16:creationId xmlns:a16="http://schemas.microsoft.com/office/drawing/2014/main" id="{C59F323E-BF37-BCEB-655D-BCDA6FF4D3ED}"/>
              </a:ext>
            </a:extLst>
          </p:cNvPr>
          <p:cNvCxnSpPr>
            <a:cxnSpLocks/>
            <a:stCxn id="14" idx="1"/>
            <a:endCxn id="19" idx="3"/>
          </p:cNvCxnSpPr>
          <p:nvPr/>
        </p:nvCxnSpPr>
        <p:spPr>
          <a:xfrm rot="10800000">
            <a:off x="5218589" y="2562227"/>
            <a:ext cx="217725" cy="80168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Connector: Elbow 57">
            <a:extLst>
              <a:ext uri="{FF2B5EF4-FFF2-40B4-BE49-F238E27FC236}">
                <a16:creationId xmlns:a16="http://schemas.microsoft.com/office/drawing/2014/main" id="{72F5196B-FCA9-C315-914F-A27132FF8D68}"/>
              </a:ext>
            </a:extLst>
          </p:cNvPr>
          <p:cNvCxnSpPr>
            <a:cxnSpLocks/>
            <a:stCxn id="49" idx="1"/>
            <a:endCxn id="13" idx="3"/>
          </p:cNvCxnSpPr>
          <p:nvPr/>
        </p:nvCxnSpPr>
        <p:spPr>
          <a:xfrm rot="10800000">
            <a:off x="6846014" y="2162177"/>
            <a:ext cx="217727" cy="120173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D92CDA1D-6E93-30A6-E7AB-77BCFD14E5AC}"/>
              </a:ext>
            </a:extLst>
          </p:cNvPr>
          <p:cNvCxnSpPr>
            <a:cxnSpLocks/>
            <a:stCxn id="19" idx="3"/>
            <a:endCxn id="13" idx="1"/>
          </p:cNvCxnSpPr>
          <p:nvPr/>
        </p:nvCxnSpPr>
        <p:spPr>
          <a:xfrm flipV="1">
            <a:off x="5218588" y="2162176"/>
            <a:ext cx="217725" cy="400050"/>
          </a:xfrm>
          <a:prstGeom prst="bentConnector3">
            <a:avLst>
              <a:gd name="adj1" fmla="val 50000"/>
            </a:avLst>
          </a:prstGeom>
          <a:ln w="6350" cap="flat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Connector: Elbow 453">
            <a:extLst>
              <a:ext uri="{FF2B5EF4-FFF2-40B4-BE49-F238E27FC236}">
                <a16:creationId xmlns:a16="http://schemas.microsoft.com/office/drawing/2014/main" id="{8EA91A9C-E42B-0D80-DC32-D0BE12D6B081}"/>
              </a:ext>
            </a:extLst>
          </p:cNvPr>
          <p:cNvCxnSpPr>
            <a:cxnSpLocks/>
            <a:stCxn id="10" idx="3"/>
            <a:endCxn id="20" idx="1"/>
          </p:cNvCxnSpPr>
          <p:nvPr/>
        </p:nvCxnSpPr>
        <p:spPr>
          <a:xfrm>
            <a:off x="3591163" y="3763963"/>
            <a:ext cx="217725" cy="31353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F6FC3B38-AC24-EEDD-EDAB-CEA71CBE47B7}"/>
              </a:ext>
            </a:extLst>
          </p:cNvPr>
          <p:cNvCxnSpPr>
            <a:cxnSpLocks/>
            <a:stCxn id="13" idx="3"/>
            <a:endCxn id="48" idx="1"/>
          </p:cNvCxnSpPr>
          <p:nvPr/>
        </p:nvCxnSpPr>
        <p:spPr>
          <a:xfrm>
            <a:off x="6846013" y="2162176"/>
            <a:ext cx="217727" cy="0"/>
          </a:xfrm>
          <a:prstGeom prst="line">
            <a:avLst/>
          </a:prstGeom>
          <a:ln w="6350" cap="flat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4" name="MinusSignBlue 554">
            <a:extLst>
              <a:ext uri="{FF2B5EF4-FFF2-40B4-BE49-F238E27FC236}">
                <a16:creationId xmlns:a16="http://schemas.microsoft.com/office/drawing/2014/main" id="{761294E5-775C-A6FC-8C84-8402BE381109}"/>
              </a:ext>
            </a:extLst>
          </p:cNvPr>
          <p:cNvGrpSpPr>
            <a:grpSpLocks noChangeAspect="1"/>
          </p:cNvGrpSpPr>
          <p:nvPr>
            <p:custDataLst>
              <p:tags r:id="rId59"/>
            </p:custDataLst>
          </p:nvPr>
        </p:nvGrpSpPr>
        <p:grpSpPr>
          <a:xfrm>
            <a:off x="3611919" y="3989388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80DDD9D8-0F94-7A10-935E-01D8FAE4E46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53" name="Graphic 552">
              <a:extLst>
                <a:ext uri="{FF2B5EF4-FFF2-40B4-BE49-F238E27FC236}">
                  <a16:creationId xmlns:a16="http://schemas.microsoft.com/office/drawing/2014/main" id="{0698C32C-6973-9B7F-E4DD-192D90D1F6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0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2" name="PlusSignBlue 562">
            <a:extLst>
              <a:ext uri="{FF2B5EF4-FFF2-40B4-BE49-F238E27FC236}">
                <a16:creationId xmlns:a16="http://schemas.microsoft.com/office/drawing/2014/main" id="{362563D4-8CAC-FB7D-D50A-DE87183C0F7C}"/>
              </a:ext>
            </a:extLst>
          </p:cNvPr>
          <p:cNvGrpSpPr>
            <a:grpSpLocks noChangeAspect="1"/>
          </p:cNvGrpSpPr>
          <p:nvPr>
            <p:custDataLst>
              <p:tags r:id="rId60"/>
            </p:custDataLst>
          </p:nvPr>
        </p:nvGrpSpPr>
        <p:grpSpPr>
          <a:xfrm>
            <a:off x="3611919" y="2474913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C76B2454-DE96-229F-1637-674AE087060D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61" name="Graphic 560">
              <a:extLst>
                <a:ext uri="{FF2B5EF4-FFF2-40B4-BE49-F238E27FC236}">
                  <a16:creationId xmlns:a16="http://schemas.microsoft.com/office/drawing/2014/main" id="{C6DEB7DC-65E7-8A7A-168F-D70064B3B5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4" name="MinusSignBlue 554">
            <a:extLst>
              <a:ext uri="{FF2B5EF4-FFF2-40B4-BE49-F238E27FC236}">
                <a16:creationId xmlns:a16="http://schemas.microsoft.com/office/drawing/2014/main" id="{246A9331-148C-62D1-1D98-3A164EF02268}"/>
              </a:ext>
            </a:extLst>
          </p:cNvPr>
          <p:cNvGrpSpPr>
            <a:grpSpLocks noChangeAspect="1"/>
          </p:cNvGrpSpPr>
          <p:nvPr>
            <p:custDataLst>
              <p:tags r:id="rId61"/>
            </p:custDataLst>
          </p:nvPr>
        </p:nvGrpSpPr>
        <p:grpSpPr>
          <a:xfrm>
            <a:off x="3611918" y="5503863"/>
            <a:ext cx="177800" cy="177800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65" name="Oval 564">
              <a:extLst>
                <a:ext uri="{FF2B5EF4-FFF2-40B4-BE49-F238E27FC236}">
                  <a16:creationId xmlns:a16="http://schemas.microsoft.com/office/drawing/2014/main" id="{EC6278EB-04B0-C5E0-D061-6518B20C255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66" name="Graphic 565">
              <a:extLst>
                <a:ext uri="{FF2B5EF4-FFF2-40B4-BE49-F238E27FC236}">
                  <a16:creationId xmlns:a16="http://schemas.microsoft.com/office/drawing/2014/main" id="{E2222DA5-71B6-EB60-1ADF-3C74171653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0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7" name="PlusSignBlue 562">
            <a:extLst>
              <a:ext uri="{FF2B5EF4-FFF2-40B4-BE49-F238E27FC236}">
                <a16:creationId xmlns:a16="http://schemas.microsoft.com/office/drawing/2014/main" id="{3052BFA6-0B19-2115-141A-15EDA5E09638}"/>
              </a:ext>
            </a:extLst>
          </p:cNvPr>
          <p:cNvGrpSpPr>
            <a:grpSpLocks noChangeAspect="1"/>
          </p:cNvGrpSpPr>
          <p:nvPr>
            <p:custDataLst>
              <p:tags r:id="rId62"/>
            </p:custDataLst>
          </p:nvPr>
        </p:nvGrpSpPr>
        <p:grpSpPr>
          <a:xfrm>
            <a:off x="5239343" y="3275013"/>
            <a:ext cx="177800" cy="177800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7312ED36-6992-CD12-104E-A5B622242B6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72" name="Graphic 571">
              <a:extLst>
                <a:ext uri="{FF2B5EF4-FFF2-40B4-BE49-F238E27FC236}">
                  <a16:creationId xmlns:a16="http://schemas.microsoft.com/office/drawing/2014/main" id="{48BEA657-743C-683E-DB85-C81BACC654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28" name="PlusSignBlue 562">
            <a:extLst>
              <a:ext uri="{FF2B5EF4-FFF2-40B4-BE49-F238E27FC236}">
                <a16:creationId xmlns:a16="http://schemas.microsoft.com/office/drawing/2014/main" id="{BD397285-74AA-6CB8-FBE0-B8D1A2E44A26}"/>
              </a:ext>
            </a:extLst>
          </p:cNvPr>
          <p:cNvGrpSpPr>
            <a:grpSpLocks noChangeAspect="1"/>
          </p:cNvGrpSpPr>
          <p:nvPr>
            <p:custDataLst>
              <p:tags r:id="rId63"/>
            </p:custDataLst>
          </p:nvPr>
        </p:nvGrpSpPr>
        <p:grpSpPr>
          <a:xfrm>
            <a:off x="5239344" y="2074863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B56BC7F8-D2EA-286E-41FF-60652F1366D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30" name="Graphic 129">
              <a:extLst>
                <a:ext uri="{FF2B5EF4-FFF2-40B4-BE49-F238E27FC236}">
                  <a16:creationId xmlns:a16="http://schemas.microsoft.com/office/drawing/2014/main" id="{7D132617-DA3F-C4E7-DF4E-FC7ED55072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45" name="XBlue 145">
            <a:extLst>
              <a:ext uri="{FF2B5EF4-FFF2-40B4-BE49-F238E27FC236}">
                <a16:creationId xmlns:a16="http://schemas.microsoft.com/office/drawing/2014/main" id="{ABAA2238-6FF1-3E46-97C5-2E62C77C212B}"/>
              </a:ext>
            </a:extLst>
          </p:cNvPr>
          <p:cNvGrpSpPr>
            <a:grpSpLocks/>
          </p:cNvGrpSpPr>
          <p:nvPr>
            <p:custDataLst>
              <p:tags r:id="rId64"/>
            </p:custDataLst>
          </p:nvPr>
        </p:nvGrpSpPr>
        <p:grpSpPr>
          <a:xfrm>
            <a:off x="1984494" y="4586287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57A73534-D608-1C59-A985-C68A2605AEE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44" name="Graphic 143">
              <a:extLst>
                <a:ext uri="{FF2B5EF4-FFF2-40B4-BE49-F238E27FC236}">
                  <a16:creationId xmlns:a16="http://schemas.microsoft.com/office/drawing/2014/main" id="{E3FD38D0-1068-179A-4AD7-F008B7ED2C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2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73" name="MinusSignBlue 554">
            <a:extLst>
              <a:ext uri="{FF2B5EF4-FFF2-40B4-BE49-F238E27FC236}">
                <a16:creationId xmlns:a16="http://schemas.microsoft.com/office/drawing/2014/main" id="{6A1CE40B-BA50-0EC6-BC6C-C266A36E18D4}"/>
              </a:ext>
            </a:extLst>
          </p:cNvPr>
          <p:cNvGrpSpPr>
            <a:grpSpLocks noChangeAspect="1"/>
          </p:cNvGrpSpPr>
          <p:nvPr>
            <p:custDataLst>
              <p:tags r:id="rId65"/>
            </p:custDataLst>
          </p:nvPr>
        </p:nvGrpSpPr>
        <p:grpSpPr>
          <a:xfrm>
            <a:off x="6866769" y="2074863"/>
            <a:ext cx="176213" cy="176213"/>
            <a:chOff x="1016000" y="1016000"/>
            <a:chExt cx="396228" cy="396228"/>
          </a:xfrm>
          <a:solidFill>
            <a:schemeClr val="accent4"/>
          </a:solidFill>
        </p:grpSpPr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7DC683F4-CB43-AD97-182F-1E7CFF8F5B6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575" name="Graphic 574">
              <a:extLst>
                <a:ext uri="{FF2B5EF4-FFF2-40B4-BE49-F238E27FC236}">
                  <a16:creationId xmlns:a16="http://schemas.microsoft.com/office/drawing/2014/main" id="{CFC446B0-927D-D680-E6A0-05E8BA75B5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0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428" name="TextBox 427">
            <a:extLst>
              <a:ext uri="{FF2B5EF4-FFF2-40B4-BE49-F238E27FC236}">
                <a16:creationId xmlns:a16="http://schemas.microsoft.com/office/drawing/2014/main" id="{7D1E96E2-C897-6667-C301-7E14109CDAD1}"/>
              </a:ext>
            </a:extLst>
          </p:cNvPr>
          <p:cNvSpPr txBox="1"/>
          <p:nvPr/>
        </p:nvSpPr>
        <p:spPr>
          <a:xfrm>
            <a:off x="9119860" y="1461909"/>
            <a:ext cx="2520451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400" b="1"/>
              <a:t>Key Insights</a:t>
            </a:r>
          </a:p>
        </p:txBody>
      </p: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C18DCCC6-6BBE-7B9F-4D01-FF9C47149A57}"/>
              </a:ext>
            </a:extLst>
          </p:cNvPr>
          <p:cNvCxnSpPr/>
          <p:nvPr/>
        </p:nvCxnSpPr>
        <p:spPr>
          <a:xfrm>
            <a:off x="9119860" y="1715771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B6AED14D-A5A7-92DA-D896-4CEF0DEBB636}"/>
              </a:ext>
            </a:extLst>
          </p:cNvPr>
          <p:cNvCxnSpPr/>
          <p:nvPr/>
        </p:nvCxnSpPr>
        <p:spPr>
          <a:xfrm>
            <a:off x="9119860" y="6108700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2. Slide Title">
            <a:extLst>
              <a:ext uri="{FF2B5EF4-FFF2-40B4-BE49-F238E27FC236}">
                <a16:creationId xmlns:a16="http://schemas.microsoft.com/office/drawing/2014/main" id="{45059462-F3C0-24B9-97EA-D95EE9EEDBDB}"/>
              </a:ext>
            </a:extLst>
          </p:cNvPr>
          <p:cNvSpPr txBox="1">
            <a:spLocks/>
          </p:cNvSpPr>
          <p:nvPr>
            <p:custDataLst>
              <p:tags r:id="rId66"/>
            </p:custDataLst>
          </p:nvPr>
        </p:nvSpPr>
        <p:spPr>
          <a:xfrm>
            <a:off x="568436" y="189707"/>
            <a:ext cx="7918704" cy="738664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sp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ru-RU" sz="2400" b="1" kern="1200" spc="0" baseline="0" dirty="0">
                <a:ln w="6350" cap="flat">
                  <a:noFill/>
                  <a:miter lim="800000"/>
                </a:ln>
                <a:solidFill>
                  <a:srgbClr val="191C1E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461963"/>
            <a:r>
              <a:rPr lang="en-US"/>
              <a:t>Excluding </a:t>
            </a:r>
            <a:r>
              <a:rPr lang="en-US" err="1"/>
              <a:t>Tabaterra</a:t>
            </a:r>
            <a:r>
              <a:rPr lang="en-US"/>
              <a:t> improves SME economics, but there is opportunity on both rev. and costs</a:t>
            </a:r>
            <a:endParaRPr lang="en-GB"/>
          </a:p>
        </p:txBody>
      </p:sp>
      <p:sp>
        <p:nvSpPr>
          <p:cNvPr id="55" name="Rectangle 286">
            <a:extLst>
              <a:ext uri="{FF2B5EF4-FFF2-40B4-BE49-F238E27FC236}">
                <a16:creationId xmlns:a16="http://schemas.microsoft.com/office/drawing/2014/main" id="{5382E9F5-D39C-45A2-832F-BF7FE7FACEEC}"/>
              </a:ext>
            </a:extLst>
          </p:cNvPr>
          <p:cNvSpPr txBox="1">
            <a:spLocks noChangeArrowheads="1"/>
          </p:cNvSpPr>
          <p:nvPr>
            <p:custDataLst>
              <p:tags r:id="rId67"/>
            </p:custDataLst>
          </p:nvPr>
        </p:nvSpPr>
        <p:spPr bwMode="auto">
          <a:xfrm>
            <a:off x="554038" y="2520156"/>
            <a:ext cx="1409700" cy="1141413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412" name="Chart 411">
            <a:extLst>
              <a:ext uri="{FF2B5EF4-FFF2-40B4-BE49-F238E27FC236}">
                <a16:creationId xmlns:a16="http://schemas.microsoft.com/office/drawing/2014/main" id="{05EAFF37-65E7-8DC2-2020-BC4AE875B616}"/>
              </a:ext>
            </a:extLst>
          </p:cNvPr>
          <p:cNvGraphicFramePr/>
          <p:nvPr>
            <p:custDataLst>
              <p:tags r:id="rId68"/>
            </p:custDataLst>
          </p:nvPr>
        </p:nvGraphicFramePr>
        <p:xfrm>
          <a:off x="512763" y="2817813"/>
          <a:ext cx="1470025" cy="5476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3"/>
          </a:graphicData>
        </a:graphic>
      </p:graphicFrame>
      <p:sp>
        <p:nvSpPr>
          <p:cNvPr id="451" name="Text Placeholder 2">
            <a:extLst>
              <a:ext uri="{FF2B5EF4-FFF2-40B4-BE49-F238E27FC236}">
                <a16:creationId xmlns:a16="http://schemas.microsoft.com/office/drawing/2014/main" id="{A527158B-5734-B535-FDF8-4DA598565DFC}"/>
              </a:ext>
            </a:extLst>
          </p:cNvPr>
          <p:cNvSpPr>
            <a:spLocks noGrp="1"/>
          </p:cNvSpPr>
          <p:nvPr>
            <p:custDataLst>
              <p:tags r:id="rId69"/>
            </p:custDataLst>
          </p:nvPr>
        </p:nvSpPr>
        <p:spPr bwMode="auto">
          <a:xfrm>
            <a:off x="803275" y="346392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C12610A-468B-4053-A266-1A31AB7C0F5F}" type="datetime'''''''''''''''2''02''''''''''''''''4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52" name="Text Placeholder 2">
            <a:extLst>
              <a:ext uri="{FF2B5EF4-FFF2-40B4-BE49-F238E27FC236}">
                <a16:creationId xmlns:a16="http://schemas.microsoft.com/office/drawing/2014/main" id="{342A8F81-59B4-2A73-012A-3291A1394951}"/>
              </a:ext>
            </a:extLst>
          </p:cNvPr>
          <p:cNvSpPr>
            <a:spLocks noGrp="1"/>
          </p:cNvSpPr>
          <p:nvPr>
            <p:custDataLst>
              <p:tags r:id="rId70"/>
            </p:custDataLst>
          </p:nvPr>
        </p:nvSpPr>
        <p:spPr bwMode="auto">
          <a:xfrm>
            <a:off x="1455738" y="346392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B1E2B88-E5AB-4012-BD8E-43B96588427B}" type="datetime'''''''''''''''2''''0''''2''''''''5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56" name="Text Placeholder 2">
            <a:extLst>
              <a:ext uri="{FF2B5EF4-FFF2-40B4-BE49-F238E27FC236}">
                <a16:creationId xmlns:a16="http://schemas.microsoft.com/office/drawing/2014/main" id="{908224E2-30E5-2242-4964-4A9A7A44A602}"/>
              </a:ext>
            </a:extLst>
          </p:cNvPr>
          <p:cNvSpPr>
            <a:spLocks noGrp="1"/>
          </p:cNvSpPr>
          <p:nvPr>
            <p:custDataLst>
              <p:tags r:id="rId71"/>
            </p:custDataLst>
          </p:nvPr>
        </p:nvSpPr>
        <p:spPr bwMode="gray">
          <a:xfrm>
            <a:off x="739775" y="3090863"/>
            <a:ext cx="361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C14DCF7-FE8D-490A-BFD5-0DC645E0F4D2}" type="datetime'''''''''''''-''''''1''''''''6''''''''''''.''''''''''8''%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-16.8%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57" name="Text Placeholder 2">
            <a:extLst>
              <a:ext uri="{FF2B5EF4-FFF2-40B4-BE49-F238E27FC236}">
                <a16:creationId xmlns:a16="http://schemas.microsoft.com/office/drawing/2014/main" id="{18EEB1ED-26E0-B9F5-0C8D-F80AA821E3AA}"/>
              </a:ext>
            </a:extLst>
          </p:cNvPr>
          <p:cNvSpPr>
            <a:spLocks noGrp="1"/>
          </p:cNvSpPr>
          <p:nvPr>
            <p:custDataLst>
              <p:tags r:id="rId72"/>
            </p:custDataLst>
          </p:nvPr>
        </p:nvSpPr>
        <p:spPr bwMode="gray">
          <a:xfrm>
            <a:off x="1392238" y="3308350"/>
            <a:ext cx="361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F9166C2-4319-4D88-A4AD-6B4C2B226ED0}" type="datetime'-''4''''''''''''''''5.''''''''''''''3''''''%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-45.3%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63" name="TextBox 462">
            <a:extLst>
              <a:ext uri="{FF2B5EF4-FFF2-40B4-BE49-F238E27FC236}">
                <a16:creationId xmlns:a16="http://schemas.microsoft.com/office/drawing/2014/main" id="{C46F0226-BD61-0C93-BC6D-4892376AF4CC}"/>
              </a:ext>
            </a:extLst>
          </p:cNvPr>
          <p:cNvSpPr txBox="1"/>
          <p:nvPr/>
        </p:nvSpPr>
        <p:spPr>
          <a:xfrm>
            <a:off x="596900" y="2641124"/>
            <a:ext cx="1328738" cy="15398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000" b="1">
                <a:cs typeface="+mn-cs"/>
              </a:rPr>
              <a:t>Return on Equity, %</a:t>
            </a: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E52AC428-2562-ED7B-8BAF-A54BB5E498E0}"/>
              </a:ext>
            </a:extLst>
          </p:cNvPr>
          <p:cNvSpPr txBox="1"/>
          <p:nvPr/>
        </p:nvSpPr>
        <p:spPr>
          <a:xfrm>
            <a:off x="591343" y="2288789"/>
            <a:ext cx="1328738" cy="138499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900" i="1">
                <a:cs typeface="+mn-cs"/>
              </a:rPr>
              <a:t>With </a:t>
            </a:r>
            <a:r>
              <a:rPr lang="en-US" sz="900" i="1" err="1">
                <a:cs typeface="+mn-cs"/>
              </a:rPr>
              <a:t>Tabaterra</a:t>
            </a:r>
            <a:r>
              <a:rPr lang="en-US" sz="900" i="1">
                <a:cs typeface="+mn-cs"/>
              </a:rPr>
              <a:t> customers</a:t>
            </a:r>
          </a:p>
        </p:txBody>
      </p:sp>
      <p:sp>
        <p:nvSpPr>
          <p:cNvPr id="472" name="TextBox 471">
            <a:extLst>
              <a:ext uri="{FF2B5EF4-FFF2-40B4-BE49-F238E27FC236}">
                <a16:creationId xmlns:a16="http://schemas.microsoft.com/office/drawing/2014/main" id="{D62DCCC3-DE74-7142-A03C-8C603925090B}"/>
              </a:ext>
            </a:extLst>
          </p:cNvPr>
          <p:cNvSpPr txBox="1"/>
          <p:nvPr/>
        </p:nvSpPr>
        <p:spPr>
          <a:xfrm>
            <a:off x="591343" y="3897913"/>
            <a:ext cx="1328738" cy="138499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900" i="1">
                <a:cs typeface="+mn-cs"/>
              </a:rPr>
              <a:t>W/o </a:t>
            </a:r>
            <a:r>
              <a:rPr lang="en-US" sz="900" i="1" err="1">
                <a:cs typeface="+mn-cs"/>
              </a:rPr>
              <a:t>Tabaterra</a:t>
            </a:r>
            <a:r>
              <a:rPr lang="en-US" sz="900" i="1">
                <a:cs typeface="+mn-cs"/>
              </a:rPr>
              <a:t> customers</a:t>
            </a:r>
          </a:p>
        </p:txBody>
      </p:sp>
      <p:sp>
        <p:nvSpPr>
          <p:cNvPr id="523" name="Rectangle 286">
            <a:extLst>
              <a:ext uri="{FF2B5EF4-FFF2-40B4-BE49-F238E27FC236}">
                <a16:creationId xmlns:a16="http://schemas.microsoft.com/office/drawing/2014/main" id="{C14BEEC4-540E-FEA0-761E-D9346E11F4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4836" y="5427662"/>
            <a:ext cx="1409700" cy="105727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accent1"/>
            </a:solidFill>
          </a:ln>
          <a:effectLst/>
        </p:spPr>
        <p:txBody>
          <a:bodyPr vert="horz" wrap="square" lIns="74638" tIns="74638" rIns="74638" bIns="74638" numCol="1" anchor="t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indent="0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/>
            </a:lvl1pPr>
            <a:lvl2pPr marL="193675" lvl="1" indent="-19208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000"/>
            </a:lvl2pPr>
            <a:lvl3pPr marL="457200" indent="-261938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/>
            </a:lvl3pPr>
            <a:lvl4pPr marL="614363" indent="-1555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/>
            </a:lvl4pPr>
            <a:lvl5pPr marL="746125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/>
            </a:lvl9pPr>
          </a:lstStyle>
          <a:p>
            <a:pPr marL="193675" marR="0" lvl="1" indent="-192088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Pct val="125000"/>
              <a:buFont typeface="Arial" charset="0"/>
              <a:buChar char="▪"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24" name="Rectangle 286">
            <a:extLst>
              <a:ext uri="{FF2B5EF4-FFF2-40B4-BE49-F238E27FC236}">
                <a16:creationId xmlns:a16="http://schemas.microsoft.com/office/drawing/2014/main" id="{99570AD2-8D9D-79A1-5369-137B207A6016}"/>
              </a:ext>
            </a:extLst>
          </p:cNvPr>
          <p:cNvSpPr txBox="1">
            <a:spLocks noChangeArrowheads="1"/>
          </p:cNvSpPr>
          <p:nvPr>
            <p:custDataLst>
              <p:tags r:id="rId73"/>
            </p:custDataLst>
          </p:nvPr>
        </p:nvSpPr>
        <p:spPr bwMode="auto">
          <a:xfrm>
            <a:off x="5477588" y="5438775"/>
            <a:ext cx="1327150" cy="307975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marL="0" indent="0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3675" indent="-19208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sz="1600">
                <a:solidFill>
                  <a:schemeClr val="tx1"/>
                </a:solidFill>
                <a:latin typeface="+mn-lt"/>
              </a:defRPr>
            </a:lvl2pPr>
            <a:lvl3pPr marL="457200" indent="-261938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sz="1600">
                <a:solidFill>
                  <a:schemeClr val="tx1"/>
                </a:solidFill>
                <a:latin typeface="+mn-lt"/>
              </a:defRPr>
            </a:lvl3pPr>
            <a:lvl4pPr marL="614363" indent="-1555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sz="1600">
                <a:solidFill>
                  <a:schemeClr val="tx1"/>
                </a:solidFill>
                <a:latin typeface="+mn-lt"/>
              </a:defRPr>
            </a:lvl4pPr>
            <a:lvl5pPr marL="746125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5pPr>
            <a:lvl6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6pPr>
            <a:lvl7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7pPr>
            <a:lvl8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8pPr>
            <a:lvl9pPr marL="749808" indent="-130175" algn="l" defTabSz="895350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89535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Operating Costs/Assets, %</a:t>
            </a:r>
          </a:p>
        </p:txBody>
      </p:sp>
      <p:sp>
        <p:nvSpPr>
          <p:cNvPr id="533" name="Oval 532">
            <a:extLst>
              <a:ext uri="{FF2B5EF4-FFF2-40B4-BE49-F238E27FC236}">
                <a16:creationId xmlns:a16="http://schemas.microsoft.com/office/drawing/2014/main" id="{C4883918-BE11-03DA-A17B-E16CF6E1F0CA}"/>
              </a:ext>
            </a:extLst>
          </p:cNvPr>
          <p:cNvSpPr>
            <a:spLocks/>
          </p:cNvSpPr>
          <p:nvPr/>
        </p:nvSpPr>
        <p:spPr>
          <a:xfrm>
            <a:off x="5614286" y="5804694"/>
            <a:ext cx="341128" cy="142875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84%</a:t>
            </a:r>
          </a:p>
        </p:txBody>
      </p:sp>
      <p:sp>
        <p:nvSpPr>
          <p:cNvPr id="534" name="Oval 533">
            <a:extLst>
              <a:ext uri="{FF2B5EF4-FFF2-40B4-BE49-F238E27FC236}">
                <a16:creationId xmlns:a16="http://schemas.microsoft.com/office/drawing/2014/main" id="{B2AA2BA9-030B-516B-9714-F5EA9AD02972}"/>
              </a:ext>
            </a:extLst>
          </p:cNvPr>
          <p:cNvSpPr>
            <a:spLocks/>
          </p:cNvSpPr>
          <p:nvPr/>
        </p:nvSpPr>
        <p:spPr>
          <a:xfrm>
            <a:off x="6234998" y="5804694"/>
            <a:ext cx="341128" cy="142875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135%</a:t>
            </a:r>
          </a:p>
        </p:txBody>
      </p:sp>
      <p:graphicFrame>
        <p:nvGraphicFramePr>
          <p:cNvPr id="26" name="Chart 25">
            <a:extLst>
              <a:ext uri="{FF2B5EF4-FFF2-40B4-BE49-F238E27FC236}">
                <a16:creationId xmlns:a16="http://schemas.microsoft.com/office/drawing/2014/main" id="{53346616-51EA-CB9C-DC02-AEF8F11CFF1F}"/>
              </a:ext>
            </a:extLst>
          </p:cNvPr>
          <p:cNvGraphicFramePr/>
          <p:nvPr>
            <p:custDataLst>
              <p:tags r:id="rId74"/>
            </p:custDataLst>
          </p:nvPr>
        </p:nvGraphicFramePr>
        <p:xfrm>
          <a:off x="5392738" y="5938838"/>
          <a:ext cx="1406525" cy="3254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4"/>
          </a:graphicData>
        </a:graphic>
      </p:graphicFrame>
      <p:sp>
        <p:nvSpPr>
          <p:cNvPr id="545" name="Text Placeholder 2">
            <a:extLst>
              <a:ext uri="{FF2B5EF4-FFF2-40B4-BE49-F238E27FC236}">
                <a16:creationId xmlns:a16="http://schemas.microsoft.com/office/drawing/2014/main" id="{13545AA9-867C-63DC-1FC2-5370425BD248}"/>
              </a:ext>
            </a:extLst>
          </p:cNvPr>
          <p:cNvSpPr>
            <a:spLocks noGrp="1"/>
          </p:cNvSpPr>
          <p:nvPr>
            <p:custDataLst>
              <p:tags r:id="rId75"/>
            </p:custDataLst>
          </p:nvPr>
        </p:nvSpPr>
        <p:spPr bwMode="auto">
          <a:xfrm>
            <a:off x="5667375" y="63627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2C1750A-E670-4786-BDAB-E5857332C101}" type="datetime'''''''''''2''''''''''''''''0''''''''''''''24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47" name="Text Placeholder 2">
            <a:extLst>
              <a:ext uri="{FF2B5EF4-FFF2-40B4-BE49-F238E27FC236}">
                <a16:creationId xmlns:a16="http://schemas.microsoft.com/office/drawing/2014/main" id="{B82B0741-221B-6DF7-6D3E-18F1375F8CAB}"/>
              </a:ext>
            </a:extLst>
          </p:cNvPr>
          <p:cNvSpPr>
            <a:spLocks noGrp="1"/>
          </p:cNvSpPr>
          <p:nvPr>
            <p:custDataLst>
              <p:tags r:id="rId76"/>
            </p:custDataLst>
          </p:nvPr>
        </p:nvSpPr>
        <p:spPr bwMode="auto">
          <a:xfrm>
            <a:off x="6288088" y="63627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C7A758A-994B-484A-8836-177134A3D838}" type="datetime'''2''''0''''2''''''''''''''''''5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77"/>
            </p:custDataLst>
          </p:nvPr>
        </p:nvSpPr>
        <p:spPr bwMode="gray">
          <a:xfrm>
            <a:off x="5603875" y="6207125"/>
            <a:ext cx="361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83D8BF5-41AA-4D52-B676-529129C382B0}" type="datetime'''-''''''''1''''''''4''''''''.''''''''''1''''''''''''''%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-14.1%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2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78"/>
            </p:custDataLst>
          </p:nvPr>
        </p:nvSpPr>
        <p:spPr bwMode="gray">
          <a:xfrm>
            <a:off x="6224588" y="6169025"/>
            <a:ext cx="361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BA8E24C-82F3-4FD4-8410-82B9D6F245F8}" type="datetime'''''''''''''''''''''-''10''''''''''.''''''7''''''''''''''%'''">
              <a:rPr lang="en-US" altLang="en-US" sz="80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-10.7%</a:t>
            </a:fld>
            <a:endParaRPr lang="en-US" sz="80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551" name="TextBox 550">
            <a:extLst>
              <a:ext uri="{FF2B5EF4-FFF2-40B4-BE49-F238E27FC236}">
                <a16:creationId xmlns:a16="http://schemas.microsoft.com/office/drawing/2014/main" id="{D2E605FB-CED7-7D5C-1E32-A2D431F01E73}"/>
              </a:ext>
            </a:extLst>
          </p:cNvPr>
          <p:cNvSpPr txBox="1"/>
          <p:nvPr/>
        </p:nvSpPr>
        <p:spPr>
          <a:xfrm>
            <a:off x="5452822" y="5227887"/>
            <a:ext cx="1328738" cy="138499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900" i="1">
                <a:cs typeface="+mn-cs"/>
              </a:rPr>
              <a:t>With </a:t>
            </a:r>
            <a:r>
              <a:rPr lang="en-US" sz="900" i="1" err="1">
                <a:cs typeface="+mn-cs"/>
              </a:rPr>
              <a:t>Tabaterra</a:t>
            </a:r>
            <a:r>
              <a:rPr lang="en-US" sz="900" i="1">
                <a:cs typeface="+mn-cs"/>
              </a:rPr>
              <a:t> customers</a:t>
            </a:r>
          </a:p>
        </p:txBody>
      </p:sp>
      <p:graphicFrame>
        <p:nvGraphicFramePr>
          <p:cNvPr id="431" name="Chart 430">
            <a:extLst>
              <a:ext uri="{FF2B5EF4-FFF2-40B4-BE49-F238E27FC236}">
                <a16:creationId xmlns:a16="http://schemas.microsoft.com/office/drawing/2014/main" id="{7AB8DD95-0CA6-C73E-3D8B-109877839BCA}"/>
              </a:ext>
            </a:extLst>
          </p:cNvPr>
          <p:cNvGraphicFramePr/>
          <p:nvPr>
            <p:custDataLst>
              <p:tags r:id="rId79"/>
            </p:custDataLst>
          </p:nvPr>
        </p:nvGraphicFramePr>
        <p:xfrm>
          <a:off x="3781425" y="2371725"/>
          <a:ext cx="1495425" cy="495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5"/>
          </a:graphicData>
        </a:graphic>
      </p:graphicFrame>
      <p:sp>
        <p:nvSpPr>
          <p:cNvPr id="555" name="Text Placeholder 2">
            <a:extLst>
              <a:ext uri="{FF2B5EF4-FFF2-40B4-BE49-F238E27FC236}">
                <a16:creationId xmlns:a16="http://schemas.microsoft.com/office/drawing/2014/main" id="{F6EA8E8F-5DF7-462C-7B9B-D6EC51E3F627}"/>
              </a:ext>
            </a:extLst>
          </p:cNvPr>
          <p:cNvSpPr>
            <a:spLocks noGrp="1"/>
          </p:cNvSpPr>
          <p:nvPr>
            <p:custDataLst>
              <p:tags r:id="rId80"/>
            </p:custDataLst>
          </p:nvPr>
        </p:nvSpPr>
        <p:spPr bwMode="auto">
          <a:xfrm>
            <a:off x="4078288" y="2817813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139DA1B-071F-478C-815A-F5A3D6023374}" type="datetime'2''''''''''''''0''''''2''''4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56" name="Text Placeholder 2">
            <a:extLst>
              <a:ext uri="{FF2B5EF4-FFF2-40B4-BE49-F238E27FC236}">
                <a16:creationId xmlns:a16="http://schemas.microsoft.com/office/drawing/2014/main" id="{94A22B9D-9983-6D34-0E6D-734D15B0D43D}"/>
              </a:ext>
            </a:extLst>
          </p:cNvPr>
          <p:cNvSpPr>
            <a:spLocks noGrp="1"/>
          </p:cNvSpPr>
          <p:nvPr>
            <p:custDataLst>
              <p:tags r:id="rId81"/>
            </p:custDataLst>
          </p:nvPr>
        </p:nvSpPr>
        <p:spPr bwMode="auto">
          <a:xfrm>
            <a:off x="4743450" y="2817813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A779CC9-1D41-4099-A395-0E1420007943}" type="datetime'''''''''''2''''''''''''''''''''''''''0''''''2''''5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57" name="Text Placeholder 2">
            <a:extLst>
              <a:ext uri="{FF2B5EF4-FFF2-40B4-BE49-F238E27FC236}">
                <a16:creationId xmlns:a16="http://schemas.microsoft.com/office/drawing/2014/main" id="{CBFF715C-FD6B-CFDC-946E-C96CA0B3F8C1}"/>
              </a:ext>
            </a:extLst>
          </p:cNvPr>
          <p:cNvSpPr>
            <a:spLocks noGrp="1"/>
          </p:cNvSpPr>
          <p:nvPr>
            <p:custDataLst>
              <p:tags r:id="rId82"/>
            </p:custDataLst>
          </p:nvPr>
        </p:nvSpPr>
        <p:spPr bwMode="gray">
          <a:xfrm>
            <a:off x="4033837" y="2306638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C95F3F6-DAE4-4219-9828-2BB50C07F851}" type="datetime'''''''''''1''''''''''''''''''8''''''''.''''''''''1%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18.1%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58" name="Text Placeholder 2">
            <a:extLst>
              <a:ext uri="{FF2B5EF4-FFF2-40B4-BE49-F238E27FC236}">
                <a16:creationId xmlns:a16="http://schemas.microsoft.com/office/drawing/2014/main" id="{8B6804A9-BFA0-0CDC-BACF-46659BCF913C}"/>
              </a:ext>
            </a:extLst>
          </p:cNvPr>
          <p:cNvSpPr>
            <a:spLocks noGrp="1"/>
          </p:cNvSpPr>
          <p:nvPr>
            <p:custDataLst>
              <p:tags r:id="rId83"/>
            </p:custDataLst>
          </p:nvPr>
        </p:nvSpPr>
        <p:spPr bwMode="gray">
          <a:xfrm>
            <a:off x="4699000" y="2452688"/>
            <a:ext cx="325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3E60ECD-D148-48D6-ACD2-0D1ED0CB0AD1}" type="datetime'''''''''''''''1''0''''''.''''''''''''1%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10.1%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435" name="Chart 434">
            <a:extLst>
              <a:ext uri="{FF2B5EF4-FFF2-40B4-BE49-F238E27FC236}">
                <a16:creationId xmlns:a16="http://schemas.microsoft.com/office/drawing/2014/main" id="{CDF91AEC-0EED-B4DD-7428-0EB9D15993FE}"/>
              </a:ext>
            </a:extLst>
          </p:cNvPr>
          <p:cNvGraphicFramePr/>
          <p:nvPr>
            <p:custDataLst>
              <p:tags r:id="rId84"/>
            </p:custDataLst>
          </p:nvPr>
        </p:nvGraphicFramePr>
        <p:xfrm>
          <a:off x="3767138" y="5962650"/>
          <a:ext cx="1479550" cy="2889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6"/>
          </a:graphicData>
        </a:graphic>
      </p:graphicFrame>
      <p:sp>
        <p:nvSpPr>
          <p:cNvPr id="143" name="Text Placeholder 2">
            <a:extLst>
              <a:ext uri="{FF2B5EF4-FFF2-40B4-BE49-F238E27FC236}">
                <a16:creationId xmlns:a16="http://schemas.microsoft.com/office/drawing/2014/main" id="{AAC771F6-5F4A-64CB-6195-56FC58964650}"/>
              </a:ext>
            </a:extLst>
          </p:cNvPr>
          <p:cNvSpPr>
            <a:spLocks noGrp="1"/>
          </p:cNvSpPr>
          <p:nvPr>
            <p:custDataLst>
              <p:tags r:id="rId85"/>
            </p:custDataLst>
          </p:nvPr>
        </p:nvSpPr>
        <p:spPr bwMode="auto">
          <a:xfrm>
            <a:off x="4060825" y="635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0EA0D8D-4226-4629-A63F-FC301F8C9319}" type="datetime'2''''''''''''0''''''''''''''24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146" name="Text Placeholder 2">
            <a:extLst>
              <a:ext uri="{FF2B5EF4-FFF2-40B4-BE49-F238E27FC236}">
                <a16:creationId xmlns:a16="http://schemas.microsoft.com/office/drawing/2014/main" id="{51003D1A-CFE4-BEBC-5115-DC913D68BFD6}"/>
              </a:ext>
            </a:extLst>
          </p:cNvPr>
          <p:cNvSpPr>
            <a:spLocks noGrp="1"/>
          </p:cNvSpPr>
          <p:nvPr>
            <p:custDataLst>
              <p:tags r:id="rId86"/>
            </p:custDataLst>
          </p:nvPr>
        </p:nvSpPr>
        <p:spPr bwMode="auto">
          <a:xfrm>
            <a:off x="4718050" y="63500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C05E280-CEA4-400B-AC0A-979E1F9AB0B2}" type="datetime'''''''''2''''''0''''''''''''''''2''''''''5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147" name="Text Placeholder 2">
            <a:extLst>
              <a:ext uri="{FF2B5EF4-FFF2-40B4-BE49-F238E27FC236}">
                <a16:creationId xmlns:a16="http://schemas.microsoft.com/office/drawing/2014/main" id="{ED560B2E-B765-AB99-E3E9-032E02CBD83E}"/>
              </a:ext>
            </a:extLst>
          </p:cNvPr>
          <p:cNvSpPr>
            <a:spLocks noGrp="1"/>
          </p:cNvSpPr>
          <p:nvPr>
            <p:custDataLst>
              <p:tags r:id="rId87"/>
            </p:custDataLst>
          </p:nvPr>
        </p:nvSpPr>
        <p:spPr bwMode="gray">
          <a:xfrm>
            <a:off x="3997325" y="6194425"/>
            <a:ext cx="361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740A76D-02A6-4A0E-8F85-9231A0FBF204}" type="datetime'''''''''''''-''''11.''''4''''''''''''%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-11.4%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148" name="Text Placeholder 2">
            <a:extLst>
              <a:ext uri="{FF2B5EF4-FFF2-40B4-BE49-F238E27FC236}">
                <a16:creationId xmlns:a16="http://schemas.microsoft.com/office/drawing/2014/main" id="{71830182-581F-D51A-0B43-B5C4A5767359}"/>
              </a:ext>
            </a:extLst>
          </p:cNvPr>
          <p:cNvSpPr>
            <a:spLocks noGrp="1"/>
          </p:cNvSpPr>
          <p:nvPr>
            <p:custDataLst>
              <p:tags r:id="rId88"/>
            </p:custDataLst>
          </p:nvPr>
        </p:nvSpPr>
        <p:spPr bwMode="gray">
          <a:xfrm>
            <a:off x="4654550" y="6180138"/>
            <a:ext cx="361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E4A606F-2CD1-4A11-810B-5C7B3EF1D87E}" type="datetime'-''''''''''''''''''''''''''1''0''''''.2%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-10.2%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439" name="Chart 438">
            <a:extLst>
              <a:ext uri="{FF2B5EF4-FFF2-40B4-BE49-F238E27FC236}">
                <a16:creationId xmlns:a16="http://schemas.microsoft.com/office/drawing/2014/main" id="{5AD802CF-94A8-029C-AF92-6E8C010057E1}"/>
              </a:ext>
            </a:extLst>
          </p:cNvPr>
          <p:cNvGraphicFramePr/>
          <p:nvPr>
            <p:custDataLst>
              <p:tags r:id="rId89"/>
            </p:custDataLst>
          </p:nvPr>
        </p:nvGraphicFramePr>
        <p:xfrm>
          <a:off x="5392738" y="3298825"/>
          <a:ext cx="1406525" cy="509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7"/>
          </a:graphicData>
        </a:graphic>
      </p:graphicFrame>
      <p:sp>
        <p:nvSpPr>
          <p:cNvPr id="163" name="Text Placeholder 2">
            <a:extLst>
              <a:ext uri="{FF2B5EF4-FFF2-40B4-BE49-F238E27FC236}">
                <a16:creationId xmlns:a16="http://schemas.microsoft.com/office/drawing/2014/main" id="{0BFB2014-40A0-5690-4A09-77E7F2978269}"/>
              </a:ext>
            </a:extLst>
          </p:cNvPr>
          <p:cNvSpPr>
            <a:spLocks noGrp="1"/>
          </p:cNvSpPr>
          <p:nvPr>
            <p:custDataLst>
              <p:tags r:id="rId90"/>
            </p:custDataLst>
          </p:nvPr>
        </p:nvSpPr>
        <p:spPr bwMode="auto">
          <a:xfrm>
            <a:off x="5667375" y="37592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B2438BE-856C-45BA-9060-195E02438C8B}" type="datetime'''''''''2''0''''''''''''''''''''''''''''2''''''4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164" name="Text Placeholder 2">
            <a:extLst>
              <a:ext uri="{FF2B5EF4-FFF2-40B4-BE49-F238E27FC236}">
                <a16:creationId xmlns:a16="http://schemas.microsoft.com/office/drawing/2014/main" id="{5DB5E89A-7DBF-1F99-AB7B-E5F1CE1369F1}"/>
              </a:ext>
            </a:extLst>
          </p:cNvPr>
          <p:cNvSpPr>
            <a:spLocks noGrp="1"/>
          </p:cNvSpPr>
          <p:nvPr>
            <p:custDataLst>
              <p:tags r:id="rId91"/>
            </p:custDataLst>
          </p:nvPr>
        </p:nvSpPr>
        <p:spPr bwMode="auto">
          <a:xfrm>
            <a:off x="6288088" y="3759200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5D01A67-2DBA-4D3E-93F8-C6D2DC2C933D}" type="datetime'''2''''''0''''''''25''''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165" name="Text Placeholder 2">
            <a:extLst>
              <a:ext uri="{FF2B5EF4-FFF2-40B4-BE49-F238E27FC236}">
                <a16:creationId xmlns:a16="http://schemas.microsoft.com/office/drawing/2014/main" id="{1C791772-516B-B9F7-5F4A-4D5BD2111B7E}"/>
              </a:ext>
            </a:extLst>
          </p:cNvPr>
          <p:cNvSpPr>
            <a:spLocks noGrp="1"/>
          </p:cNvSpPr>
          <p:nvPr>
            <p:custDataLst>
              <p:tags r:id="rId92"/>
            </p:custDataLst>
          </p:nvPr>
        </p:nvSpPr>
        <p:spPr bwMode="gray">
          <a:xfrm>
            <a:off x="5649913" y="32337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2E7169D-6C05-40D4-93D6-0AB5D13F9D4D}" type="datetime'''''''''''''''''''''''''''''''''''4''.3''''%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4.3%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167" name="Text Placeholder 2">
            <a:extLst>
              <a:ext uri="{FF2B5EF4-FFF2-40B4-BE49-F238E27FC236}">
                <a16:creationId xmlns:a16="http://schemas.microsoft.com/office/drawing/2014/main" id="{C69843E9-235E-C309-A077-6A22E59B4348}"/>
              </a:ext>
            </a:extLst>
          </p:cNvPr>
          <p:cNvSpPr>
            <a:spLocks noGrp="1"/>
          </p:cNvSpPr>
          <p:nvPr>
            <p:custDataLst>
              <p:tags r:id="rId93"/>
            </p:custDataLst>
          </p:nvPr>
        </p:nvSpPr>
        <p:spPr bwMode="gray">
          <a:xfrm>
            <a:off x="6270625" y="3309938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0B8CDF7-DB96-47DE-95D0-9CC9CA5C9F46}" type="datetime'''3''''''''''''''.''''''4''''''%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3.4%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graphicFrame>
        <p:nvGraphicFramePr>
          <p:cNvPr id="441" name="Chart 440">
            <a:extLst>
              <a:ext uri="{FF2B5EF4-FFF2-40B4-BE49-F238E27FC236}">
                <a16:creationId xmlns:a16="http://schemas.microsoft.com/office/drawing/2014/main" id="{427086C2-A3F9-7369-723D-0F47EDBBB74B}"/>
              </a:ext>
            </a:extLst>
          </p:cNvPr>
          <p:cNvGraphicFramePr/>
          <p:nvPr>
            <p:custDataLst>
              <p:tags r:id="rId94"/>
            </p:custDataLst>
          </p:nvPr>
        </p:nvGraphicFramePr>
        <p:xfrm>
          <a:off x="5392738" y="4483100"/>
          <a:ext cx="1406525" cy="509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8"/>
          </a:graphicData>
        </a:graphic>
      </p:graphicFrame>
      <p:sp>
        <p:nvSpPr>
          <p:cNvPr id="190" name="Text Placeholder 2">
            <a:extLst>
              <a:ext uri="{FF2B5EF4-FFF2-40B4-BE49-F238E27FC236}">
                <a16:creationId xmlns:a16="http://schemas.microsoft.com/office/drawing/2014/main" id="{C3BB4687-8C0E-9A0C-C2D0-D210E50DC230}"/>
              </a:ext>
            </a:extLst>
          </p:cNvPr>
          <p:cNvSpPr>
            <a:spLocks noGrp="1"/>
          </p:cNvSpPr>
          <p:nvPr>
            <p:custDataLst>
              <p:tags r:id="rId95"/>
            </p:custDataLst>
          </p:nvPr>
        </p:nvSpPr>
        <p:spPr bwMode="auto">
          <a:xfrm>
            <a:off x="5667375" y="494347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AD1A79D-1CCC-4009-AEC1-D6916D974778}" type="datetime'''''''''''''''2''''0''2''''''''''''''4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191" name="Text Placeholder 2">
            <a:extLst>
              <a:ext uri="{FF2B5EF4-FFF2-40B4-BE49-F238E27FC236}">
                <a16:creationId xmlns:a16="http://schemas.microsoft.com/office/drawing/2014/main" id="{176832EF-4129-885D-5990-F07BBF3FECED}"/>
              </a:ext>
            </a:extLst>
          </p:cNvPr>
          <p:cNvSpPr>
            <a:spLocks noGrp="1"/>
          </p:cNvSpPr>
          <p:nvPr>
            <p:custDataLst>
              <p:tags r:id="rId96"/>
            </p:custDataLst>
          </p:nvPr>
        </p:nvSpPr>
        <p:spPr bwMode="auto">
          <a:xfrm>
            <a:off x="6288088" y="4943475"/>
            <a:ext cx="23495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A15BE31-AC1E-484F-AE5D-93085953A39E}" type="datetime'2''0''''''''''''''''''''''2''''''''''''''5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384" name="Text Placeholder 2">
            <a:extLst>
              <a:ext uri="{FF2B5EF4-FFF2-40B4-BE49-F238E27FC236}">
                <a16:creationId xmlns:a16="http://schemas.microsoft.com/office/drawing/2014/main" id="{51B41270-271A-B4B3-7E34-2E74E11DA988}"/>
              </a:ext>
            </a:extLst>
          </p:cNvPr>
          <p:cNvSpPr>
            <a:spLocks noGrp="1"/>
          </p:cNvSpPr>
          <p:nvPr>
            <p:custDataLst>
              <p:tags r:id="rId97"/>
            </p:custDataLst>
          </p:nvPr>
        </p:nvSpPr>
        <p:spPr bwMode="gray">
          <a:xfrm>
            <a:off x="5649913" y="4418013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AF8528E-55AD-4BF1-92FE-69547F2BDCC2}" type="datetime'''''''''''''''4.''''''''''''''''9''''''''''''''''''%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4.9%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385" name="Text Placeholder 2">
            <a:extLst>
              <a:ext uri="{FF2B5EF4-FFF2-40B4-BE49-F238E27FC236}">
                <a16:creationId xmlns:a16="http://schemas.microsoft.com/office/drawing/2014/main" id="{6DDEDE03-A515-997F-1264-B31718E562F6}"/>
              </a:ext>
            </a:extLst>
          </p:cNvPr>
          <p:cNvSpPr>
            <a:spLocks noGrp="1"/>
          </p:cNvSpPr>
          <p:nvPr>
            <p:custDataLst>
              <p:tags r:id="rId98"/>
            </p:custDataLst>
          </p:nvPr>
        </p:nvSpPr>
        <p:spPr bwMode="gray">
          <a:xfrm>
            <a:off x="6270625" y="4625975"/>
            <a:ext cx="269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A129919-BF53-4B19-854E-602B6D89360B}" type="datetime'''''2''''''''''''''.''0''''''''''%'''''''''''''''''''''''''">
              <a:rPr lang="en-US" altLang="en-US" sz="800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2.0%</a:t>
            </a:fld>
            <a:endParaRPr lang="en-US" sz="80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50CEFF53-0E5A-2B2F-7F36-CA02986258FD}"/>
              </a:ext>
            </a:extLst>
          </p:cNvPr>
          <p:cNvSpPr txBox="1">
            <a:spLocks/>
          </p:cNvSpPr>
          <p:nvPr/>
        </p:nvSpPr>
        <p:spPr>
          <a:xfrm>
            <a:off x="9077325" y="1886802"/>
            <a:ext cx="2560637" cy="3400931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200">
                <a:latin typeface="+mn-lt"/>
              </a:rPr>
              <a:t>Core SME business remains value destructive in 2025, despite materially better economics after excluding </a:t>
            </a:r>
            <a:r>
              <a:rPr lang="en-US" sz="1200" err="1">
                <a:latin typeface="+mn-lt"/>
              </a:rPr>
              <a:t>Tabaterra</a:t>
            </a:r>
            <a:r>
              <a:rPr lang="en-US" sz="1200">
                <a:latin typeface="+mn-lt"/>
              </a:rPr>
              <a:t>:</a:t>
            </a:r>
          </a:p>
          <a:p>
            <a:pPr lvl="2"/>
            <a:r>
              <a:rPr lang="en-US" sz="1200" b="1">
                <a:latin typeface="+mn-lt"/>
              </a:rPr>
              <a:t>Shrinking lending margins </a:t>
            </a:r>
            <a:r>
              <a:rPr lang="en-US" sz="1200">
                <a:latin typeface="+mn-lt"/>
              </a:rPr>
              <a:t>– Lending profitability is weakening as loan yields decline while funding costs remain elevated, resulting in material NII erosion</a:t>
            </a:r>
          </a:p>
          <a:p>
            <a:pPr lvl="2"/>
            <a:r>
              <a:rPr lang="en-US" sz="1200" b="1" noProof="0">
                <a:latin typeface="+mn-lt"/>
              </a:rPr>
              <a:t>High cost base </a:t>
            </a:r>
            <a:r>
              <a:rPr lang="en-US" sz="1200" noProof="0">
                <a:latin typeface="+mn-lt"/>
              </a:rPr>
              <a:t>– </a:t>
            </a:r>
            <a:r>
              <a:rPr lang="en-US" sz="1200"/>
              <a:t>Although operating costs improve after excluding </a:t>
            </a:r>
            <a:r>
              <a:rPr lang="en-US" sz="1200" err="1"/>
              <a:t>Tabaterra</a:t>
            </a:r>
            <a:r>
              <a:rPr lang="en-US" sz="1200"/>
              <a:t>, cost-to-income still reaches break-even levels, suggesting the service model remains too heavy for the addressable SME income base</a:t>
            </a:r>
            <a:endParaRPr lang="en-US" sz="1200" noProof="0">
              <a:latin typeface="+mn-lt"/>
            </a:endParaRPr>
          </a:p>
        </p:txBody>
      </p:sp>
      <p:sp>
        <p:nvSpPr>
          <p:cNvPr id="2" name="Sticker">
            <a:extLst>
              <a:ext uri="{FF2B5EF4-FFF2-40B4-BE49-F238E27FC236}">
                <a16:creationId xmlns:a16="http://schemas.microsoft.com/office/drawing/2014/main" id="{E1AC767C-7E3C-A948-39AB-EF4885F1BB6E}"/>
              </a:ext>
            </a:extLst>
          </p:cNvPr>
          <p:cNvSpPr txBox="1"/>
          <p:nvPr/>
        </p:nvSpPr>
        <p:spPr>
          <a:xfrm>
            <a:off x="6792444" y="43542"/>
            <a:ext cx="5399556" cy="223771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54000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/>
            <a:r>
              <a:rPr lang="en-US"/>
              <a:t>INDIRECT OPEX WAS, WHILE Deposit</a:t>
            </a:r>
            <a:r>
              <a:rPr lang="en-US">
                <a:latin typeface="+mn-lt"/>
              </a:rPr>
              <a:t> income was not included in the calculation</a:t>
            </a:r>
          </a:p>
        </p:txBody>
      </p:sp>
    </p:spTree>
    <p:extLst>
      <p:ext uri="{BB962C8B-B14F-4D97-AF65-F5344CB8AC3E}">
        <p14:creationId xmlns:p14="http://schemas.microsoft.com/office/powerpoint/2010/main" val="69940323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1B23D8-427C-E1B5-4D51-CA65C66CAC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Object 2" hidden="1">
            <a:extLst>
              <a:ext uri="{FF2B5EF4-FFF2-40B4-BE49-F238E27FC236}">
                <a16:creationId xmlns:a16="http://schemas.microsoft.com/office/drawing/2014/main" id="{24A730DC-DB84-9E9D-9850-1F21F9CFD0F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2" imgW="473" imgH="476" progId="TCLayout.ActiveDocument.1">
                  <p:embed/>
                </p:oleObj>
              </mc:Choice>
              <mc:Fallback>
                <p:oleObj name="think-cell Slide" r:id="rId42" imgW="473" imgH="476" progId="TCLayout.ActiveDocument.1">
                  <p:embed/>
                  <p:pic>
                    <p:nvPicPr>
                      <p:cNvPr id="10" name="Object 2" hidden="1">
                        <a:extLst>
                          <a:ext uri="{FF2B5EF4-FFF2-40B4-BE49-F238E27FC236}">
                            <a16:creationId xmlns:a16="http://schemas.microsoft.com/office/drawing/2014/main" id="{24A730DC-DB84-9E9D-9850-1F21F9CFD0F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A23B22AB-9297-4658-D6D0-D1293BCC82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6" y="188520"/>
            <a:ext cx="7918704" cy="118977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noAutofit/>
          </a:bodyPr>
          <a:lstStyle/>
          <a:p>
            <a:r>
              <a:rPr lang="en-US">
                <a:latin typeface="+mj-lt"/>
              </a:rPr>
              <a:t>324k active customers are across 5 major segments based on turnover, with SME having the largest decrease and most dormant customers</a:t>
            </a:r>
          </a:p>
        </p:txBody>
      </p:sp>
      <p:sp>
        <p:nvSpPr>
          <p:cNvPr id="5" name="1. On-page tracker">
            <a:extLst>
              <a:ext uri="{FF2B5EF4-FFF2-40B4-BE49-F238E27FC236}">
                <a16:creationId xmlns:a16="http://schemas.microsoft.com/office/drawing/2014/main" id="{F516CC1B-3257-7287-E1A1-FC1BA5EE6619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2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0A880160-734A-5A79-B2AA-9509BE7789DC}"/>
              </a:ext>
            </a:extLst>
          </p:cNvPr>
          <p:cNvSpPr>
            <a:spLocks/>
          </p:cNvSpPr>
          <p:nvPr/>
        </p:nvSpPr>
        <p:spPr>
          <a:xfrm>
            <a:off x="7372902" y="2143377"/>
            <a:ext cx="914400" cy="370114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IN" sz="1100" b="1">
                <a:solidFill>
                  <a:srgbClr val="111918"/>
                </a:solidFill>
                <a:latin typeface="Tahoma"/>
              </a:rPr>
              <a:t>+9%</a:t>
            </a:r>
            <a:endParaRPr lang="en-US" sz="1100" b="1">
              <a:solidFill>
                <a:srgbClr val="111918"/>
              </a:solidFill>
              <a:latin typeface="Tahoma"/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0F1B4D57-65F6-3755-C85D-C31534E52463}"/>
              </a:ext>
            </a:extLst>
          </p:cNvPr>
          <p:cNvSpPr>
            <a:spLocks/>
          </p:cNvSpPr>
          <p:nvPr/>
        </p:nvSpPr>
        <p:spPr>
          <a:xfrm>
            <a:off x="7372902" y="2880824"/>
            <a:ext cx="914400" cy="370114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+2%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6690488C-E457-0387-47FD-B81324469633}"/>
              </a:ext>
            </a:extLst>
          </p:cNvPr>
          <p:cNvSpPr>
            <a:spLocks/>
          </p:cNvSpPr>
          <p:nvPr/>
        </p:nvSpPr>
        <p:spPr>
          <a:xfrm>
            <a:off x="7372902" y="4325304"/>
            <a:ext cx="914400" cy="370114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+14%</a:t>
            </a: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A01BD4C7-28C3-8904-92D4-B8AE610688D4}"/>
              </a:ext>
            </a:extLst>
          </p:cNvPr>
          <p:cNvSpPr>
            <a:spLocks/>
          </p:cNvSpPr>
          <p:nvPr/>
        </p:nvSpPr>
        <p:spPr>
          <a:xfrm>
            <a:off x="7372902" y="5062907"/>
            <a:ext cx="914400" cy="370114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+7%</a:t>
            </a: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381DF8EB-97EA-1CEC-E3DE-9BBEABEB9EEB}"/>
              </a:ext>
            </a:extLst>
          </p:cNvPr>
          <p:cNvSpPr>
            <a:spLocks/>
          </p:cNvSpPr>
          <p:nvPr/>
        </p:nvSpPr>
        <p:spPr>
          <a:xfrm>
            <a:off x="7372902" y="3631455"/>
            <a:ext cx="914400" cy="370114"/>
          </a:xfrm>
          <a:prstGeom prst="ellipse">
            <a:avLst/>
          </a:prstGeom>
          <a:solidFill>
            <a:srgbClr val="FFBDBD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-6%</a:t>
            </a: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216B7072-2526-A0E6-DBFF-4671A4C211AA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4071938" y="2589213"/>
            <a:ext cx="0" cy="20955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E349A7B6-E76E-6CAC-8315-EB39FED4353E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4076700" y="3322638"/>
            <a:ext cx="0" cy="207962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F7F6F2BC-8EF5-6C4A-AEF7-67E71B687AC4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4319588" y="4054475"/>
            <a:ext cx="0" cy="2079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1CBBE52B-63C2-64FD-85A1-4A390D34397F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4327525" y="4786312"/>
            <a:ext cx="0" cy="20955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692FFE28-EAF6-DAE7-D352-264165B3DC65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4854575" y="5519739"/>
            <a:ext cx="0" cy="2079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4C8C5DE5-0609-3687-1581-BCD6B8915A15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4065588" y="2065338"/>
            <a:ext cx="6350" cy="523875"/>
          </a:xfrm>
          <a:prstGeom prst="rect">
            <a:avLst/>
          </a:prstGeom>
          <a:solidFill>
            <a:schemeClr val="accent2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0CDA983D-C68D-6DED-F931-EBFB2A43F71F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4071939" y="2798763"/>
            <a:ext cx="4763" cy="523875"/>
          </a:xfrm>
          <a:prstGeom prst="rect">
            <a:avLst/>
          </a:prstGeom>
          <a:solidFill>
            <a:schemeClr val="accent2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AA08977-2766-F990-415D-7D9129718825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4319588" y="4262438"/>
            <a:ext cx="7938" cy="523875"/>
          </a:xfrm>
          <a:prstGeom prst="rect">
            <a:avLst/>
          </a:prstGeom>
          <a:solidFill>
            <a:schemeClr val="accent2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graphicFrame>
        <p:nvGraphicFramePr>
          <p:cNvPr id="59" name="Chart 58">
            <a:extLst>
              <a:ext uri="{FF2B5EF4-FFF2-40B4-BE49-F238E27FC236}">
                <a16:creationId xmlns:a16="http://schemas.microsoft.com/office/drawing/2014/main" id="{F85E4DC8-076E-9644-FD61-8FE1B8F9090C}"/>
              </a:ext>
            </a:extLst>
          </p:cNvPr>
          <p:cNvGraphicFramePr/>
          <p:nvPr>
            <p:custDataLst>
              <p:tags r:id="rId11"/>
            </p:custDataLst>
          </p:nvPr>
        </p:nvGraphicFramePr>
        <p:xfrm>
          <a:off x="3983038" y="1879600"/>
          <a:ext cx="954087" cy="4559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4"/>
          </a:graphicData>
        </a:graphic>
      </p:graphicFrame>
      <p:sp useBgFill="1">
        <p:nvSpPr>
          <p:cNvPr id="50" name="Freeform: Shape 49">
            <a:extLst>
              <a:ext uri="{FF2B5EF4-FFF2-40B4-BE49-F238E27FC236}">
                <a16:creationId xmlns:a16="http://schemas.microsoft.com/office/drawing/2014/main" id="{F4DF1CA3-7AB0-D51E-9F76-27B1A6F8018B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4352925" y="4945063"/>
            <a:ext cx="225426" cy="625476"/>
          </a:xfrm>
          <a:custGeom>
            <a:avLst/>
            <a:gdLst/>
            <a:ahLst/>
            <a:cxnLst/>
            <a:rect l="0" t="0" r="0" b="0"/>
            <a:pathLst>
              <a:path w="225426" h="625476">
                <a:moveTo>
                  <a:pt x="225425" y="0"/>
                </a:moveTo>
                <a:lnTo>
                  <a:pt x="57150" y="625475"/>
                </a:lnTo>
                <a:lnTo>
                  <a:pt x="0" y="625475"/>
                </a:lnTo>
                <a:lnTo>
                  <a:pt x="168275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 useBgFill="1">
        <p:nvSpPr>
          <p:cNvPr id="55" name="Freeform: Shape 54">
            <a:extLst>
              <a:ext uri="{FF2B5EF4-FFF2-40B4-BE49-F238E27FC236}">
                <a16:creationId xmlns:a16="http://schemas.microsoft.com/office/drawing/2014/main" id="{30CD8988-E22C-2601-B61A-D98AC70D113E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4352925" y="5676900"/>
            <a:ext cx="225426" cy="625476"/>
          </a:xfrm>
          <a:custGeom>
            <a:avLst/>
            <a:gdLst/>
            <a:ahLst/>
            <a:cxnLst/>
            <a:rect l="0" t="0" r="0" b="0"/>
            <a:pathLst>
              <a:path w="225426" h="625476">
                <a:moveTo>
                  <a:pt x="225425" y="0"/>
                </a:moveTo>
                <a:lnTo>
                  <a:pt x="57150" y="625475"/>
                </a:lnTo>
                <a:lnTo>
                  <a:pt x="0" y="625475"/>
                </a:lnTo>
                <a:lnTo>
                  <a:pt x="168275" y="0"/>
                </a:lnTo>
                <a:close/>
              </a:path>
            </a:pathLst>
          </a:custGeom>
          <a:ln w="6350" cap="sq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50F7AC1F-E03A-17EC-857A-A9B503DB4314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4352925" y="4945063"/>
            <a:ext cx="168276" cy="625476"/>
          </a:xfrm>
          <a:custGeom>
            <a:avLst/>
            <a:gdLst/>
            <a:ahLst/>
            <a:cxnLst/>
            <a:rect l="0" t="0" r="0" b="0"/>
            <a:pathLst>
              <a:path w="168276" h="625476">
                <a:moveTo>
                  <a:pt x="168275" y="0"/>
                </a:moveTo>
                <a:lnTo>
                  <a:pt x="0" y="625475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41181D21-9558-9AFF-2A50-05A73CE1D258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4410075" y="4945063"/>
            <a:ext cx="168276" cy="625476"/>
          </a:xfrm>
          <a:custGeom>
            <a:avLst/>
            <a:gdLst/>
            <a:ahLst/>
            <a:cxnLst/>
            <a:rect l="0" t="0" r="0" b="0"/>
            <a:pathLst>
              <a:path w="168276" h="625476">
                <a:moveTo>
                  <a:pt x="168275" y="0"/>
                </a:moveTo>
                <a:lnTo>
                  <a:pt x="0" y="625475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E3E12DB0-A72C-9F87-C7A4-983024F33E52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4352925" y="5676900"/>
            <a:ext cx="168276" cy="625476"/>
          </a:xfrm>
          <a:custGeom>
            <a:avLst/>
            <a:gdLst/>
            <a:ahLst/>
            <a:cxnLst/>
            <a:rect l="0" t="0" r="0" b="0"/>
            <a:pathLst>
              <a:path w="168276" h="625476">
                <a:moveTo>
                  <a:pt x="168275" y="0"/>
                </a:moveTo>
                <a:lnTo>
                  <a:pt x="0" y="625475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2A555B7-B822-089B-20BA-530EFBE2F52F}"/>
              </a:ext>
            </a:extLst>
          </p:cNvPr>
          <p:cNvSpPr/>
          <p:nvPr>
            <p:custDataLst>
              <p:tags r:id="rId17"/>
            </p:custDataLst>
          </p:nvPr>
        </p:nvSpPr>
        <p:spPr bwMode="auto">
          <a:xfrm>
            <a:off x="4410075" y="5676900"/>
            <a:ext cx="168276" cy="625476"/>
          </a:xfrm>
          <a:custGeom>
            <a:avLst/>
            <a:gdLst/>
            <a:ahLst/>
            <a:cxnLst/>
            <a:rect l="0" t="0" r="0" b="0"/>
            <a:pathLst>
              <a:path w="168276" h="625476">
                <a:moveTo>
                  <a:pt x="168275" y="0"/>
                </a:moveTo>
                <a:lnTo>
                  <a:pt x="0" y="625475"/>
                </a:lnTo>
              </a:path>
            </a:pathLst>
          </a:custGeom>
          <a:ln w="9525" cap="sq" cmpd="sng" algn="ctr">
            <a:solidFill>
              <a:srgbClr val="191C1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" name="Text Placeholder 4">
            <a:extLst>
              <a:ext uri="{FF2B5EF4-FFF2-40B4-BE49-F238E27FC236}">
                <a16:creationId xmlns:a16="http://schemas.microsoft.com/office/drawing/2014/main" id="{44293A9A-54DD-28F3-2EA2-264D5602AE09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gray">
          <a:xfrm>
            <a:off x="3943350" y="2106613"/>
            <a:ext cx="255588" cy="182563"/>
          </a:xfrm>
          <a:prstGeom prst="rect">
            <a:avLst/>
          </a:prstGeom>
          <a:solidFill>
            <a:srgbClr val="E6E6E6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US" altLang="en-US" sz="1200">
                <a:effectLst/>
                <a:latin typeface="+mn-lt"/>
              </a:rPr>
              <a:t>0,4</a:t>
            </a:r>
            <a:endParaRPr lang="en-US" sz="1200">
              <a:latin typeface="+mn-lt"/>
            </a:endParaRPr>
          </a:p>
        </p:txBody>
      </p:sp>
      <p:sp>
        <p:nvSpPr>
          <p:cNvPr id="109" name="Text Placeholder 4">
            <a:extLst>
              <a:ext uri="{FF2B5EF4-FFF2-40B4-BE49-F238E27FC236}">
                <a16:creationId xmlns:a16="http://schemas.microsoft.com/office/drawing/2014/main" id="{C77CA652-331F-9312-B789-011FCBD2A204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gray">
          <a:xfrm>
            <a:off x="3940175" y="2368550"/>
            <a:ext cx="255588" cy="1825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US" sz="1200">
                <a:solidFill>
                  <a:schemeClr val="bg1"/>
                </a:solidFill>
                <a:latin typeface="+mn-lt"/>
              </a:rPr>
              <a:t>0,9</a:t>
            </a:r>
          </a:p>
        </p:txBody>
      </p:sp>
      <p:sp>
        <p:nvSpPr>
          <p:cNvPr id="112" name="Text Placeholder 4">
            <a:extLst>
              <a:ext uri="{FF2B5EF4-FFF2-40B4-BE49-F238E27FC236}">
                <a16:creationId xmlns:a16="http://schemas.microsoft.com/office/drawing/2014/main" id="{E56A916C-A91F-04EA-4D8B-CFAF98804446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gray">
          <a:xfrm>
            <a:off x="3948113" y="2840038"/>
            <a:ext cx="255588" cy="182563"/>
          </a:xfrm>
          <a:prstGeom prst="rect">
            <a:avLst/>
          </a:prstGeom>
          <a:solidFill>
            <a:srgbClr val="E6E6E6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US" altLang="en-US" sz="1200">
                <a:effectLst/>
                <a:latin typeface="+mn-lt"/>
              </a:rPr>
              <a:t>0,4</a:t>
            </a:r>
            <a:endParaRPr lang="en-US" sz="1200">
              <a:latin typeface="+mn-lt"/>
            </a:endParaRPr>
          </a:p>
        </p:txBody>
      </p:sp>
      <p:sp>
        <p:nvSpPr>
          <p:cNvPr id="99" name="Text Placeholder 4">
            <a:extLst>
              <a:ext uri="{FF2B5EF4-FFF2-40B4-BE49-F238E27FC236}">
                <a16:creationId xmlns:a16="http://schemas.microsoft.com/office/drawing/2014/main" id="{04EBB2A6-5C74-9246-063E-7CBDF3113494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3946525" y="3101975"/>
            <a:ext cx="255588" cy="1825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US" altLang="en-US" sz="1200">
                <a:solidFill>
                  <a:schemeClr val="bg1"/>
                </a:solidFill>
                <a:effectLst/>
                <a:latin typeface="+mn-lt"/>
              </a:rPr>
              <a:t>0,4</a:t>
            </a:r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BFCD626-9320-66EA-38F0-6B9E0AA7ECB6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gray">
          <a:xfrm>
            <a:off x="4130675" y="3571875"/>
            <a:ext cx="209550" cy="182563"/>
          </a:xfrm>
          <a:prstGeom prst="rect">
            <a:avLst/>
          </a:prstGeom>
          <a:solidFill>
            <a:srgbClr val="E6E6E6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BEC1A88-EA76-4FE3-8428-2BBAB9EEBA4E}" type="datetime'''''''''''''3''''''''''''''''''''2'''''">
              <a:rPr lang="en-US" altLang="en-US" sz="12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32</a:t>
            </a:fld>
            <a:endParaRPr lang="en-US" sz="1200">
              <a:latin typeface="+mn-lt"/>
            </a:endParaRPr>
          </a:p>
        </p:txBody>
      </p:sp>
      <p:sp>
        <p:nvSpPr>
          <p:cNvPr id="54" name="Text Placeholder 4">
            <a:extLst>
              <a:ext uri="{FF2B5EF4-FFF2-40B4-BE49-F238E27FC236}">
                <a16:creationId xmlns:a16="http://schemas.microsoft.com/office/drawing/2014/main" id="{0FD14046-F288-29A9-FA7A-04D663E611B9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4008438" y="3833813"/>
            <a:ext cx="209550" cy="1825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55FE56B-2111-474E-8355-6528406C8D52}" type="datetime'''''''''''1''''''''''''''''''''''''''''''''''''''4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14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60" name="Text Placeholder 4">
            <a:extLst>
              <a:ext uri="{FF2B5EF4-FFF2-40B4-BE49-F238E27FC236}">
                <a16:creationId xmlns:a16="http://schemas.microsoft.com/office/drawing/2014/main" id="{B136A727-CBEF-2B0C-2B94-B72D62CD45F5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4200525" y="4303713"/>
            <a:ext cx="255588" cy="182563"/>
          </a:xfrm>
          <a:prstGeom prst="rect">
            <a:avLst/>
          </a:prstGeom>
          <a:solidFill>
            <a:srgbClr val="E6E6E6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679106F7-A415-46C5-9E1D-FBB1FFB33648}" type="datetime'''''''''''''0'''''''''''''''''''''''''''''''''''">
              <a:rPr lang="en-US" altLang="en-US" sz="1200" smtClean="0">
                <a:effectLst/>
                <a:latin typeface="+mn-lt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0</a:t>
            </a:fld>
            <a:r>
              <a:rPr lang="en-US" altLang="en-US" sz="1200">
                <a:effectLst/>
                <a:latin typeface="+mn-lt"/>
              </a:rPr>
              <a:t>,1</a:t>
            </a:r>
            <a:endParaRPr kumimoji="0" lang="en-US" sz="12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65" name="Text Placeholder 4">
            <a:extLst>
              <a:ext uri="{FF2B5EF4-FFF2-40B4-BE49-F238E27FC236}">
                <a16:creationId xmlns:a16="http://schemas.microsoft.com/office/drawing/2014/main" id="{5C767A78-52DF-D547-4BB6-43A7C2B1F5E2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4259263" y="4565650"/>
            <a:ext cx="127000" cy="1825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D73F4C4-F567-447F-8509-DA494EC3711E}" type="datetime'''''''''''''''1''''''''''''''''''''''''''''''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18" name="Text Placeholder 4">
            <a:extLst>
              <a:ext uri="{FF2B5EF4-FFF2-40B4-BE49-F238E27FC236}">
                <a16:creationId xmlns:a16="http://schemas.microsoft.com/office/drawing/2014/main" id="{7D77B40C-E9FF-FD9E-BD15-BE93C9084521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4624388" y="5167313"/>
            <a:ext cx="209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  <a:defRPr/>
            </a:pPr>
            <a:fld id="{F4EC02AA-AC52-46AD-AD70-CF7B7E2CEF5C}" type="datetime'''''''''''''''''4''''''''''8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  <a:defRPr/>
              </a:pPr>
              <a:t>48</a:t>
            </a:fld>
            <a:endParaRPr kumimoji="0" lang="en-US" sz="12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76" name="Text Placeholder 4">
            <a:extLst>
              <a:ext uri="{FF2B5EF4-FFF2-40B4-BE49-F238E27FC236}">
                <a16:creationId xmlns:a16="http://schemas.microsoft.com/office/drawing/2014/main" id="{A4F9B62F-AA78-2ACC-33C0-9033217832FC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gray">
          <a:xfrm>
            <a:off x="4319588" y="5167313"/>
            <a:ext cx="292100" cy="1825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9A1DC83-4910-4392-AFD4-9969D2816024}" type="datetime'''3''''''''''''''''''''0''''''''''''''''''''''7''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307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1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gray">
          <a:xfrm>
            <a:off x="4217988" y="2236788"/>
            <a:ext cx="2555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r>
              <a:rPr lang="en-US" altLang="en-US" sz="1200">
                <a:latin typeface="+mn-lt"/>
              </a:rPr>
              <a:t>1,3</a:t>
            </a:r>
            <a:endParaRPr lang="en-US" sz="1200">
              <a:latin typeface="+mn-lt"/>
            </a:endParaRPr>
          </a:p>
        </p:txBody>
      </p:sp>
      <p:sp>
        <p:nvSpPr>
          <p:cNvPr id="111" name="Text Placeholder 4">
            <a:extLst>
              <a:ext uri="{FF2B5EF4-FFF2-40B4-BE49-F238E27FC236}">
                <a16:creationId xmlns:a16="http://schemas.microsoft.com/office/drawing/2014/main" id="{394E9FC0-936D-78C5-C1EA-4C84A5E365BB}"/>
              </a:ext>
            </a:extLst>
          </p:cNvPr>
          <p:cNvSpPr>
            <a:spLocks noGrp="1"/>
          </p:cNvSpPr>
          <p:nvPr>
            <p:custDataLst>
              <p:tags r:id="rId29"/>
            </p:custDataLst>
          </p:nvPr>
        </p:nvSpPr>
        <p:spPr bwMode="gray">
          <a:xfrm>
            <a:off x="4222751" y="2970213"/>
            <a:ext cx="2524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r>
              <a:rPr lang="en-US" altLang="en-US" sz="1200">
                <a:latin typeface="+mn-lt"/>
              </a:rPr>
              <a:t>0,7</a:t>
            </a:r>
            <a:endParaRPr lang="en-US" sz="1200">
              <a:latin typeface="+mn-lt"/>
            </a:endParaRPr>
          </a:p>
        </p:txBody>
      </p:sp>
      <p:sp>
        <p:nvSpPr>
          <p:cNvPr id="5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gray">
          <a:xfrm>
            <a:off x="4359275" y="3702050"/>
            <a:ext cx="209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45A5C230-73DB-48E7-8D1E-9FF7AC033ACE}" type="datetime'''''''''''''''''''''''''''''''4''''''''''7''''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47</a:t>
            </a:fld>
            <a:endParaRPr lang="en-US" sz="1200">
              <a:latin typeface="+mn-lt"/>
            </a:endParaRPr>
          </a:p>
        </p:txBody>
      </p:sp>
      <p:sp>
        <p:nvSpPr>
          <p:cNvPr id="64" name="Text Placeholder 4">
            <a:extLst>
              <a:ext uri="{FF2B5EF4-FFF2-40B4-BE49-F238E27FC236}">
                <a16:creationId xmlns:a16="http://schemas.microsoft.com/office/drawing/2014/main" id="{0379ECF3-3613-9F1F-306D-BA1F93C60914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gray">
          <a:xfrm>
            <a:off x="4475163" y="4433888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F19F3374-701E-4746-B418-0421C87911F3}" type="datetime'''''''''''''''''''''''''''''''''''''''1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1</a:t>
            </a:fld>
            <a:endParaRPr lang="en-US" sz="1200">
              <a:latin typeface="+mn-lt"/>
            </a:endParaRPr>
          </a:p>
        </p:txBody>
      </p:sp>
      <p:sp>
        <p:nvSpPr>
          <p:cNvPr id="117" name="Text Placeholder 4">
            <a:extLst>
              <a:ext uri="{FF2B5EF4-FFF2-40B4-BE49-F238E27FC236}">
                <a16:creationId xmlns:a16="http://schemas.microsoft.com/office/drawing/2014/main" id="{9A76802E-1524-4815-BABB-A5ABA785B0FB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4879975" y="5167313"/>
            <a:ext cx="292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AED894A7-C5F4-45CC-9953-3B67B5E00CDD}" type="datetime'3''''''''5''''''''''''''''5''''''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355</a:t>
            </a:fld>
            <a:endParaRPr lang="en-US" sz="1200">
              <a:latin typeface="+mn-lt"/>
            </a:endParaRPr>
          </a:p>
        </p:txBody>
      </p:sp>
      <p:sp>
        <p:nvSpPr>
          <p:cNvPr id="69" name="Text Placeholder 4">
            <a:extLst>
              <a:ext uri="{FF2B5EF4-FFF2-40B4-BE49-F238E27FC236}">
                <a16:creationId xmlns:a16="http://schemas.microsoft.com/office/drawing/2014/main" id="{57F180C0-228F-66BE-B8B5-28FAC17B6505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gray">
          <a:xfrm>
            <a:off x="4879975" y="5899150"/>
            <a:ext cx="2921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  <a:defRPr/>
            </a:pPr>
            <a:fld id="{86E50335-0278-4CA8-AD30-8777F04CDF9F}" type="datetime'''4''''''''''''''''''''''''''''''05''''''''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  <a:defRPr/>
              </a:pPr>
              <a:t>405</a:t>
            </a:fld>
            <a:endParaRPr kumimoji="0" lang="en-US" sz="12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1D491085-C4A4-9B20-57A0-C18F6B77B214}"/>
              </a:ext>
            </a:extLst>
          </p:cNvPr>
          <p:cNvSpPr txBox="1"/>
          <p:nvPr/>
        </p:nvSpPr>
        <p:spPr>
          <a:xfrm>
            <a:off x="554735" y="2236101"/>
            <a:ext cx="769441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Corporate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C38F4FCA-12ED-D3F3-E832-53B50F3D49BD}"/>
              </a:ext>
            </a:extLst>
          </p:cNvPr>
          <p:cNvSpPr txBox="1"/>
          <p:nvPr/>
        </p:nvSpPr>
        <p:spPr>
          <a:xfrm>
            <a:off x="554735" y="2973548"/>
            <a:ext cx="916918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Commercial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2E242D0-7EFE-8CED-1B65-2EBBEC924D68}"/>
              </a:ext>
            </a:extLst>
          </p:cNvPr>
          <p:cNvSpPr txBox="1"/>
          <p:nvPr/>
        </p:nvSpPr>
        <p:spPr>
          <a:xfrm>
            <a:off x="554735" y="4394582"/>
            <a:ext cx="551433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Private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0E6BB6D-4DA3-F8FE-186A-7A76779F6C28}"/>
              </a:ext>
            </a:extLst>
          </p:cNvPr>
          <p:cNvSpPr txBox="1"/>
          <p:nvPr/>
        </p:nvSpPr>
        <p:spPr>
          <a:xfrm>
            <a:off x="554735" y="5194624"/>
            <a:ext cx="452047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Retail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5FF94695-ACF0-3EC4-A27A-38C0CDF545E1}"/>
              </a:ext>
            </a:extLst>
          </p:cNvPr>
          <p:cNvSpPr txBox="1"/>
          <p:nvPr/>
        </p:nvSpPr>
        <p:spPr>
          <a:xfrm>
            <a:off x="554735" y="3709832"/>
            <a:ext cx="330219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SME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6A51FEAA-798E-DA8F-6988-CFCC1295FB6F}"/>
              </a:ext>
            </a:extLst>
          </p:cNvPr>
          <p:cNvSpPr txBox="1"/>
          <p:nvPr/>
        </p:nvSpPr>
        <p:spPr>
          <a:xfrm>
            <a:off x="554735" y="5971229"/>
            <a:ext cx="1172465" cy="1846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Total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9700BD5C-D4B2-AB03-B086-0AA282DCC52C}"/>
              </a:ext>
            </a:extLst>
          </p:cNvPr>
          <p:cNvSpPr txBox="1">
            <a:spLocks/>
          </p:cNvSpPr>
          <p:nvPr/>
        </p:nvSpPr>
        <p:spPr>
          <a:xfrm>
            <a:off x="554735" y="1625863"/>
            <a:ext cx="1172465" cy="215444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Segment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1056365F-D714-78CD-C2C8-F010C9637DC8}"/>
              </a:ext>
            </a:extLst>
          </p:cNvPr>
          <p:cNvSpPr txBox="1"/>
          <p:nvPr/>
        </p:nvSpPr>
        <p:spPr>
          <a:xfrm>
            <a:off x="4065588" y="1620985"/>
            <a:ext cx="1671638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Customers, ‘000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44278F0-B13A-7DD4-30E0-67AA6B2BBE5F}"/>
              </a:ext>
            </a:extLst>
          </p:cNvPr>
          <p:cNvSpPr txBox="1">
            <a:spLocks/>
          </p:cNvSpPr>
          <p:nvPr/>
        </p:nvSpPr>
        <p:spPr>
          <a:xfrm>
            <a:off x="5782781" y="1564308"/>
            <a:ext cx="1179513" cy="284812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Active customers, %</a:t>
            </a:r>
            <a:r>
              <a:rPr kumimoji="0" lang="en-US" sz="1200" b="1" i="0" u="none" strike="noStrike" kern="1200" cap="none" spc="0" normalizeH="0" baseline="3000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</a:t>
            </a:r>
            <a:r>
              <a:rPr kumimoji="0" lang="en-US" sz="1200" b="1" i="0" u="none" strike="noStrike" kern="1200" cap="none" spc="0" normalizeH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2BC28CDB-029A-196E-CEE5-71D97BD25303}"/>
              </a:ext>
            </a:extLst>
          </p:cNvPr>
          <p:cNvSpPr>
            <a:spLocks/>
          </p:cNvSpPr>
          <p:nvPr/>
        </p:nvSpPr>
        <p:spPr>
          <a:xfrm>
            <a:off x="5782781" y="2143377"/>
            <a:ext cx="927100" cy="370114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67%</a:t>
            </a:r>
          </a:p>
        </p:txBody>
      </p:sp>
      <p:sp>
        <p:nvSpPr>
          <p:cNvPr id="264" name="Oval 263">
            <a:extLst>
              <a:ext uri="{FF2B5EF4-FFF2-40B4-BE49-F238E27FC236}">
                <a16:creationId xmlns:a16="http://schemas.microsoft.com/office/drawing/2014/main" id="{D4EE71D7-1F01-9D2B-124F-2DE7903E07B1}"/>
              </a:ext>
            </a:extLst>
          </p:cNvPr>
          <p:cNvSpPr>
            <a:spLocks/>
          </p:cNvSpPr>
          <p:nvPr/>
        </p:nvSpPr>
        <p:spPr>
          <a:xfrm>
            <a:off x="5782781" y="2880824"/>
            <a:ext cx="927100" cy="370114"/>
          </a:xfrm>
          <a:prstGeom prst="ellipse">
            <a:avLst/>
          </a:prstGeom>
          <a:solidFill>
            <a:srgbClr val="FFE1E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chemeClr val="tx1"/>
                </a:solidFill>
                <a:latin typeface="Tahoma"/>
              </a:rPr>
              <a:t>52%</a:t>
            </a:r>
          </a:p>
        </p:txBody>
      </p:sp>
      <p:sp>
        <p:nvSpPr>
          <p:cNvPr id="265" name="Oval 264">
            <a:extLst>
              <a:ext uri="{FF2B5EF4-FFF2-40B4-BE49-F238E27FC236}">
                <a16:creationId xmlns:a16="http://schemas.microsoft.com/office/drawing/2014/main" id="{7FEC0CCA-3B5B-F6E1-C07D-187B767998AA}"/>
              </a:ext>
            </a:extLst>
          </p:cNvPr>
          <p:cNvSpPr>
            <a:spLocks/>
          </p:cNvSpPr>
          <p:nvPr/>
        </p:nvSpPr>
        <p:spPr>
          <a:xfrm>
            <a:off x="5782781" y="4325304"/>
            <a:ext cx="927100" cy="370114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91%</a:t>
            </a:r>
          </a:p>
        </p:txBody>
      </p:sp>
      <p:sp>
        <p:nvSpPr>
          <p:cNvPr id="266" name="Oval 265">
            <a:extLst>
              <a:ext uri="{FF2B5EF4-FFF2-40B4-BE49-F238E27FC236}">
                <a16:creationId xmlns:a16="http://schemas.microsoft.com/office/drawing/2014/main" id="{83B83D30-8B3F-398C-C890-B2107960C12C}"/>
              </a:ext>
            </a:extLst>
          </p:cNvPr>
          <p:cNvSpPr>
            <a:spLocks/>
          </p:cNvSpPr>
          <p:nvPr/>
        </p:nvSpPr>
        <p:spPr>
          <a:xfrm>
            <a:off x="5782781" y="5062907"/>
            <a:ext cx="927100" cy="370114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87%</a:t>
            </a:r>
          </a:p>
        </p:txBody>
      </p:sp>
      <p:sp>
        <p:nvSpPr>
          <p:cNvPr id="267" name="Oval 266">
            <a:extLst>
              <a:ext uri="{FF2B5EF4-FFF2-40B4-BE49-F238E27FC236}">
                <a16:creationId xmlns:a16="http://schemas.microsoft.com/office/drawing/2014/main" id="{96BBD695-629E-CB61-53F8-FAAA584650E4}"/>
              </a:ext>
            </a:extLst>
          </p:cNvPr>
          <p:cNvSpPr>
            <a:spLocks/>
          </p:cNvSpPr>
          <p:nvPr/>
        </p:nvSpPr>
        <p:spPr>
          <a:xfrm>
            <a:off x="5782781" y="3631455"/>
            <a:ext cx="927100" cy="370114"/>
          </a:xfrm>
          <a:prstGeom prst="ellipse">
            <a:avLst/>
          </a:prstGeom>
          <a:solidFill>
            <a:srgbClr val="FFBDBD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31%</a:t>
            </a:r>
            <a:endParaRPr kumimoji="0" lang="en-US" sz="1100" b="1" i="0" u="none" strike="noStrike" kern="1200" cap="none" spc="0" normalizeH="0" baseline="0" noProof="0" err="1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B05C67B8-5453-600A-01F5-6C1B0F4634DC}"/>
              </a:ext>
            </a:extLst>
          </p:cNvPr>
          <p:cNvSpPr txBox="1"/>
          <p:nvPr/>
        </p:nvSpPr>
        <p:spPr>
          <a:xfrm>
            <a:off x="7374489" y="1471976"/>
            <a:ext cx="1160463" cy="380270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CAGR, active, </a:t>
            </a:r>
            <a:b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</a:b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2023-2025,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%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84B0C5AB-4AC0-6789-B9F4-110AC6077190}"/>
              </a:ext>
            </a:extLst>
          </p:cNvPr>
          <p:cNvCxnSpPr>
            <a:cxnSpLocks/>
          </p:cNvCxnSpPr>
          <p:nvPr/>
        </p:nvCxnSpPr>
        <p:spPr>
          <a:xfrm>
            <a:off x="554734" y="1886585"/>
            <a:ext cx="11082528" cy="0"/>
          </a:xfrm>
          <a:prstGeom prst="line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34C41AC9-790F-EC8B-1099-9D97202479AF}"/>
              </a:ext>
            </a:extLst>
          </p:cNvPr>
          <p:cNvCxnSpPr>
            <a:cxnSpLocks/>
          </p:cNvCxnSpPr>
          <p:nvPr/>
        </p:nvCxnSpPr>
        <p:spPr>
          <a:xfrm>
            <a:off x="4302125" y="2694517"/>
            <a:ext cx="4390462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520C5535-B331-BAA3-3F08-65FE9ECE051B}"/>
              </a:ext>
            </a:extLst>
          </p:cNvPr>
          <p:cNvCxnSpPr>
            <a:cxnSpLocks/>
          </p:cNvCxnSpPr>
          <p:nvPr/>
        </p:nvCxnSpPr>
        <p:spPr>
          <a:xfrm>
            <a:off x="554734" y="3426884"/>
            <a:ext cx="8143789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034850AF-842B-D202-5043-DBB72C2B63D3}"/>
              </a:ext>
            </a:extLst>
          </p:cNvPr>
          <p:cNvCxnSpPr>
            <a:cxnSpLocks/>
          </p:cNvCxnSpPr>
          <p:nvPr/>
        </p:nvCxnSpPr>
        <p:spPr>
          <a:xfrm>
            <a:off x="554734" y="4159251"/>
            <a:ext cx="8143789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9F75DC34-A46F-149E-781E-6B9C9B8EFA19}"/>
              </a:ext>
            </a:extLst>
          </p:cNvPr>
          <p:cNvCxnSpPr>
            <a:cxnSpLocks/>
          </p:cNvCxnSpPr>
          <p:nvPr/>
        </p:nvCxnSpPr>
        <p:spPr>
          <a:xfrm>
            <a:off x="554734" y="4891618"/>
            <a:ext cx="8143789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9782ADF4-7ECD-7892-FDDD-919265911924}"/>
              </a:ext>
            </a:extLst>
          </p:cNvPr>
          <p:cNvCxnSpPr>
            <a:cxnSpLocks/>
          </p:cNvCxnSpPr>
          <p:nvPr/>
        </p:nvCxnSpPr>
        <p:spPr>
          <a:xfrm>
            <a:off x="554734" y="5623985"/>
            <a:ext cx="8143789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TextBox 66">
            <a:extLst>
              <a:ext uri="{FF2B5EF4-FFF2-40B4-BE49-F238E27FC236}">
                <a16:creationId xmlns:a16="http://schemas.microsoft.com/office/drawing/2014/main" id="{4145E087-1417-6FA4-2860-729C9CC8815A}"/>
              </a:ext>
            </a:extLst>
          </p:cNvPr>
          <p:cNvSpPr txBox="1"/>
          <p:nvPr/>
        </p:nvSpPr>
        <p:spPr>
          <a:xfrm>
            <a:off x="1573033" y="2143768"/>
            <a:ext cx="1493211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&gt;100 Mn annual turnover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5AC2A399-95BE-7DB9-4178-1DDD5FF85086}"/>
              </a:ext>
            </a:extLst>
          </p:cNvPr>
          <p:cNvSpPr txBox="1"/>
          <p:nvPr/>
        </p:nvSpPr>
        <p:spPr>
          <a:xfrm>
            <a:off x="1573033" y="2881215"/>
            <a:ext cx="1493211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&gt;15 Mn annual turnover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62ECC1C0-F13D-4F31-24BE-2B1E8AE1E99C}"/>
              </a:ext>
            </a:extLst>
          </p:cNvPr>
          <p:cNvSpPr txBox="1"/>
          <p:nvPr/>
        </p:nvSpPr>
        <p:spPr>
          <a:xfrm>
            <a:off x="1573034" y="4278496"/>
            <a:ext cx="1549850" cy="5539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buSzPct val="100000"/>
            </a:pPr>
            <a:r>
              <a:rPr lang="en-US" sz="1200">
                <a:sym typeface=""/>
              </a:rPr>
              <a:t>&gt;100k Deposit + Investment portfolio, </a:t>
            </a:r>
            <a:br>
              <a:rPr lang="en-US" sz="1200">
                <a:sym typeface=""/>
              </a:rPr>
            </a:br>
            <a:r>
              <a:rPr lang="en-US" sz="1200">
                <a:sym typeface=""/>
              </a:rPr>
              <a:t>&gt;3k operating income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sym typeface="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221EE67D-D8B0-9C08-ACF3-48A0068AF899}"/>
              </a:ext>
            </a:extLst>
          </p:cNvPr>
          <p:cNvSpPr txBox="1"/>
          <p:nvPr/>
        </p:nvSpPr>
        <p:spPr>
          <a:xfrm>
            <a:off x="1573032" y="5009958"/>
            <a:ext cx="1297787" cy="5539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buSzPct val="100000"/>
            </a:pPr>
            <a:r>
              <a:rPr lang="en-US" sz="1200">
                <a:sym typeface=""/>
              </a:rPr>
              <a:t>All individual clients </a:t>
            </a:r>
            <a:br>
              <a:rPr lang="en-US" sz="1200">
                <a:sym typeface=""/>
              </a:rPr>
            </a:br>
            <a:r>
              <a:rPr lang="en-US" sz="1200">
                <a:sym typeface=""/>
              </a:rPr>
              <a:t>(excluding Private)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sym typeface="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9B868DF8-97B1-8B5F-C804-EA2B65C8F99F}"/>
              </a:ext>
            </a:extLst>
          </p:cNvPr>
          <p:cNvSpPr txBox="1"/>
          <p:nvPr/>
        </p:nvSpPr>
        <p:spPr>
          <a:xfrm>
            <a:off x="1573033" y="3617499"/>
            <a:ext cx="1493211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lang="en-US" sz="1200">
                <a:sym typeface=""/>
              </a:rPr>
              <a:t>15 Mn or less turnover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sym typeface="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EC51BE8-574E-A1C5-E4AF-048F77628AE2}"/>
              </a:ext>
            </a:extLst>
          </p:cNvPr>
          <p:cNvSpPr txBox="1">
            <a:spLocks/>
          </p:cNvSpPr>
          <p:nvPr/>
        </p:nvSpPr>
        <p:spPr>
          <a:xfrm>
            <a:off x="3167372" y="1564309"/>
            <a:ext cx="595738" cy="217600"/>
          </a:xfrm>
          <a:prstGeom prst="rect">
            <a:avLst/>
          </a:prstGeom>
        </p:spPr>
        <p:txBody>
          <a:bodyPr vert="horz" wrap="square" lIns="0" tIns="0" rIns="0" bIns="0" rtlCol="0" anchor="b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NPS </a:t>
            </a:r>
            <a:r>
              <a:rPr kumimoji="0" lang="en-US" sz="1200" b="1" i="0" u="none" strike="noStrike" kern="1200" cap="none" spc="0" normalizeH="0" baseline="3000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</a:t>
            </a:r>
            <a:r>
              <a:rPr kumimoji="0" lang="en-US" sz="1200" b="1" i="0" u="none" strike="noStrike" kern="1200" cap="none" spc="0" normalizeH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8DC4F53-3C89-1725-B040-1CD1DF5AC845}"/>
              </a:ext>
            </a:extLst>
          </p:cNvPr>
          <p:cNvSpPr>
            <a:spLocks/>
          </p:cNvSpPr>
          <p:nvPr/>
        </p:nvSpPr>
        <p:spPr>
          <a:xfrm>
            <a:off x="3132407" y="2513665"/>
            <a:ext cx="780012" cy="370114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IN" sz="1100" b="1">
                <a:solidFill>
                  <a:schemeClr val="tx1"/>
                </a:solidFill>
                <a:latin typeface="Tahoma"/>
              </a:rPr>
              <a:t>60.8</a:t>
            </a:r>
            <a:endParaRPr kumimoji="0" lang="en-US" sz="11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D04F1EBF-D65B-751B-A0E5-98F1DC61CAB2}"/>
              </a:ext>
            </a:extLst>
          </p:cNvPr>
          <p:cNvSpPr>
            <a:spLocks/>
          </p:cNvSpPr>
          <p:nvPr/>
        </p:nvSpPr>
        <p:spPr>
          <a:xfrm>
            <a:off x="3132407" y="4325304"/>
            <a:ext cx="780012" cy="370114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57.8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E6FC787B-CA27-0660-142A-191B149FE85F}"/>
              </a:ext>
            </a:extLst>
          </p:cNvPr>
          <p:cNvSpPr>
            <a:spLocks/>
          </p:cNvSpPr>
          <p:nvPr/>
        </p:nvSpPr>
        <p:spPr>
          <a:xfrm>
            <a:off x="3132407" y="5062907"/>
            <a:ext cx="780012" cy="370114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53.8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E2D96256-1239-4367-E850-63533C594146}"/>
              </a:ext>
            </a:extLst>
          </p:cNvPr>
          <p:cNvSpPr>
            <a:spLocks/>
          </p:cNvSpPr>
          <p:nvPr/>
        </p:nvSpPr>
        <p:spPr>
          <a:xfrm>
            <a:off x="3132407" y="3631455"/>
            <a:ext cx="780012" cy="370114"/>
          </a:xfrm>
          <a:prstGeom prst="ellipse">
            <a:avLst/>
          </a:prstGeom>
          <a:solidFill>
            <a:srgbClr val="FFBDBD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46.7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B75ED66C-0E5B-45FC-8338-0F5B135D5BF7}"/>
              </a:ext>
            </a:extLst>
          </p:cNvPr>
          <p:cNvCxnSpPr>
            <a:cxnSpLocks/>
          </p:cNvCxnSpPr>
          <p:nvPr/>
        </p:nvCxnSpPr>
        <p:spPr>
          <a:xfrm>
            <a:off x="554734" y="2694517"/>
            <a:ext cx="251255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Oval 36">
            <a:extLst>
              <a:ext uri="{FF2B5EF4-FFF2-40B4-BE49-F238E27FC236}">
                <a16:creationId xmlns:a16="http://schemas.microsoft.com/office/drawing/2014/main" id="{517F01CD-954C-070C-2022-A1D704A0879D}"/>
              </a:ext>
            </a:extLst>
          </p:cNvPr>
          <p:cNvSpPr>
            <a:spLocks/>
          </p:cNvSpPr>
          <p:nvPr/>
        </p:nvSpPr>
        <p:spPr>
          <a:xfrm>
            <a:off x="5782781" y="5798894"/>
            <a:ext cx="927100" cy="370114"/>
          </a:xfrm>
          <a:prstGeom prst="ellipse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80%</a:t>
            </a:r>
          </a:p>
        </p:txBody>
      </p:sp>
      <p:sp>
        <p:nvSpPr>
          <p:cNvPr id="275" name="Rectangle 274">
            <a:extLst>
              <a:ext uri="{FF2B5EF4-FFF2-40B4-BE49-F238E27FC236}">
                <a16:creationId xmlns:a16="http://schemas.microsoft.com/office/drawing/2014/main" id="{38F95E14-6FF2-7C13-85EF-96D2A6835BBB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4738688" y="2024063"/>
            <a:ext cx="165100" cy="165100"/>
          </a:xfrm>
          <a:prstGeom prst="rect">
            <a:avLst/>
          </a:prstGeom>
          <a:solidFill>
            <a:schemeClr val="accent2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6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5"/>
            </p:custDataLst>
          </p:nvPr>
        </p:nvSpPr>
        <p:spPr bwMode="auto">
          <a:xfrm>
            <a:off x="4954588" y="2022475"/>
            <a:ext cx="403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2EB1EC55-D64E-4030-82FD-7E245CC88531}" type="datetime'''''A''''c''''t''''i''v''''''''''''''''''e'''''">
              <a:rPr lang="en-US" altLang="en-US" sz="1200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Active</a:t>
            </a:fld>
            <a:endParaRPr lang="en-US" sz="1200">
              <a:latin typeface="+mn-lt"/>
            </a:endParaRPr>
          </a:p>
        </p:txBody>
      </p:sp>
      <p:sp>
        <p:nvSpPr>
          <p:cNvPr id="276" name="Rectangle 275">
            <a:extLst>
              <a:ext uri="{FF2B5EF4-FFF2-40B4-BE49-F238E27FC236}">
                <a16:creationId xmlns:a16="http://schemas.microsoft.com/office/drawing/2014/main" id="{677EE7AB-98E5-D3AA-7ACE-DFA012BCCE3A}"/>
              </a:ext>
            </a:extLst>
          </p:cNvPr>
          <p:cNvSpPr/>
          <p:nvPr/>
        </p:nvSpPr>
        <p:spPr>
          <a:xfrm>
            <a:off x="4572000" y="5730240"/>
            <a:ext cx="290024" cy="518160"/>
          </a:xfrm>
          <a:prstGeom prst="rect">
            <a:avLst/>
          </a:prstGeom>
          <a:solidFill>
            <a:srgbClr val="E6E6E6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E94591E-D618-7562-E60B-2E1638295F85}"/>
              </a:ext>
            </a:extLst>
          </p:cNvPr>
          <p:cNvSpPr txBox="1"/>
          <p:nvPr/>
        </p:nvSpPr>
        <p:spPr>
          <a:xfrm>
            <a:off x="4606478" y="5881598"/>
            <a:ext cx="22106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81</a:t>
            </a: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701332FE-EAE4-8354-9719-FE10306DC6B3}"/>
              </a:ext>
            </a:extLst>
          </p:cNvPr>
          <p:cNvSpPr txBox="1"/>
          <p:nvPr/>
        </p:nvSpPr>
        <p:spPr>
          <a:xfrm>
            <a:off x="4210050" y="5881598"/>
            <a:ext cx="327025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>
                <a:solidFill>
                  <a:schemeClr val="bg1"/>
                </a:solidFill>
              </a:rPr>
              <a:t>324</a:t>
            </a:r>
          </a:p>
        </p:txBody>
      </p:sp>
      <p:sp>
        <p:nvSpPr>
          <p:cNvPr id="281" name="Oval 280">
            <a:extLst>
              <a:ext uri="{FF2B5EF4-FFF2-40B4-BE49-F238E27FC236}">
                <a16:creationId xmlns:a16="http://schemas.microsoft.com/office/drawing/2014/main" id="{7AFA8E45-12EC-4AD0-AD10-89A2BF0F7206}"/>
              </a:ext>
            </a:extLst>
          </p:cNvPr>
          <p:cNvSpPr>
            <a:spLocks/>
          </p:cNvSpPr>
          <p:nvPr/>
        </p:nvSpPr>
        <p:spPr>
          <a:xfrm>
            <a:off x="7372902" y="5798894"/>
            <a:ext cx="914400" cy="370114"/>
          </a:xfrm>
          <a:prstGeom prst="ellipse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 b="1">
                <a:solidFill>
                  <a:srgbClr val="111918"/>
                </a:solidFill>
                <a:latin typeface="Tahoma"/>
              </a:rPr>
              <a:t>+7%</a:t>
            </a:r>
          </a:p>
        </p:txBody>
      </p:sp>
      <p:sp>
        <p:nvSpPr>
          <p:cNvPr id="282" name="4. Footnote">
            <a:extLst>
              <a:ext uri="{FF2B5EF4-FFF2-40B4-BE49-F238E27FC236}">
                <a16:creationId xmlns:a16="http://schemas.microsoft.com/office/drawing/2014/main" id="{25A40324-C5F6-FA18-1B2B-8FB43FEFA13C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554734" y="6495588"/>
            <a:ext cx="11082528" cy="24622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1.	Net Promoter Score for products, average December 2025 (launch of NPS collection for all channels) to March 2026</a:t>
            </a:r>
          </a:p>
          <a:p>
            <a:pPr lvl="0" rtl="0"/>
            <a:r>
              <a:rPr lang="en-US"/>
              <a:t>2.	Activity status is based on the number of transactions (e.g., 2+/month for CIB), active operations or account balance above threshold for the segment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966F23C-C552-AFC6-14AF-074AB0758BAE}"/>
              </a:ext>
            </a:extLst>
          </p:cNvPr>
          <p:cNvSpPr txBox="1">
            <a:spLocks/>
          </p:cNvSpPr>
          <p:nvPr/>
        </p:nvSpPr>
        <p:spPr>
          <a:xfrm>
            <a:off x="9010268" y="1667580"/>
            <a:ext cx="2715685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Key insights</a:t>
            </a:r>
            <a:endParaRPr lang="ru-RU" sz="120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92FF3B8-AB22-7B8B-C8E8-13AE4917FF8E}"/>
              </a:ext>
            </a:extLst>
          </p:cNvPr>
          <p:cNvSpPr txBox="1"/>
          <p:nvPr>
            <p:custDataLst>
              <p:tags r:id="rId37"/>
            </p:custDataLst>
          </p:nvPr>
        </p:nvSpPr>
        <p:spPr>
          <a:xfrm>
            <a:off x="9010268" y="2065302"/>
            <a:ext cx="2738036" cy="2364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spcBef>
                <a:spcPts val="1000"/>
              </a:spcBef>
            </a:pPr>
            <a:r>
              <a:rPr lang="en-US" sz="1200"/>
              <a:t>SME segment is underperforming on </a:t>
            </a:r>
            <a:r>
              <a:rPr lang="en-US" sz="1200" b="1"/>
              <a:t>both experience and engagement</a:t>
            </a:r>
            <a:r>
              <a:rPr lang="en-US" sz="1200"/>
              <a:t>: </a:t>
            </a:r>
          </a:p>
          <a:p>
            <a:pPr lvl="2">
              <a:spcBef>
                <a:spcPts val="1000"/>
              </a:spcBef>
            </a:pPr>
            <a:r>
              <a:rPr lang="en-US" sz="1200"/>
              <a:t>it has the </a:t>
            </a:r>
            <a:r>
              <a:rPr lang="en-US" sz="1200" b="1"/>
              <a:t>lowest product NPS</a:t>
            </a:r>
            <a:r>
              <a:rPr lang="en-US" sz="1200"/>
              <a:t> and is the </a:t>
            </a:r>
            <a:r>
              <a:rPr lang="en-US" sz="1200" b="1"/>
              <a:t>only segment showing a decline in active users</a:t>
            </a:r>
            <a:r>
              <a:rPr lang="en-US" sz="1200"/>
              <a:t>, resulting in the </a:t>
            </a:r>
            <a:r>
              <a:rPr lang="en-US" sz="1200" b="1"/>
              <a:t>lowest active customer share</a:t>
            </a:r>
            <a:r>
              <a:rPr lang="en-US" sz="1200"/>
              <a:t> overall</a:t>
            </a:r>
          </a:p>
          <a:p>
            <a:pPr lvl="2">
              <a:spcBef>
                <a:spcPts val="1000"/>
              </a:spcBef>
            </a:pPr>
            <a:r>
              <a:rPr lang="en-US" sz="1200"/>
              <a:t>dissatisfaction is potentially translating into </a:t>
            </a:r>
            <a:r>
              <a:rPr lang="en-US" sz="1200" b="1"/>
              <a:t>reduced usage </a:t>
            </a:r>
            <a:r>
              <a:rPr lang="en-US" sz="1200"/>
              <a:t>and </a:t>
            </a:r>
            <a:r>
              <a:rPr lang="en-US" sz="1200" b="1"/>
              <a:t>potential churn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710CE03-4B32-0560-020C-A12AA2EC904A}"/>
              </a:ext>
            </a:extLst>
          </p:cNvPr>
          <p:cNvSpPr txBox="1"/>
          <p:nvPr>
            <p:custDataLst>
              <p:tags r:id="rId38"/>
            </p:custDataLst>
          </p:nvPr>
        </p:nvSpPr>
        <p:spPr>
          <a:xfrm>
            <a:off x="9010268" y="4597422"/>
            <a:ext cx="2738036" cy="9233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spcBef>
                <a:spcPts val="1000"/>
              </a:spcBef>
            </a:pPr>
            <a:r>
              <a:rPr lang="en-US" sz="1200"/>
              <a:t>Complicated and error-prone </a:t>
            </a:r>
            <a:r>
              <a:rPr lang="en-US" sz="1200" b="1"/>
              <a:t>digital journeys, </a:t>
            </a:r>
            <a:r>
              <a:rPr lang="en-US" sz="1200"/>
              <a:t>and</a:t>
            </a:r>
            <a:r>
              <a:rPr lang="en-US" sz="1200" b="1"/>
              <a:t> weak customer service - </a:t>
            </a:r>
            <a:r>
              <a:rPr lang="en-US" sz="1200"/>
              <a:t>RMs, call center, branch - are the </a:t>
            </a:r>
            <a:r>
              <a:rPr lang="en-US" sz="1200" b="1"/>
              <a:t>main drivers of dissatisfaction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2DEAE2A-5A19-7427-216B-8583C8CE1147}"/>
              </a:ext>
            </a:extLst>
          </p:cNvPr>
          <p:cNvSpPr txBox="1"/>
          <p:nvPr>
            <p:custDataLst>
              <p:tags r:id="rId39"/>
            </p:custDataLst>
          </p:nvPr>
        </p:nvSpPr>
        <p:spPr>
          <a:xfrm>
            <a:off x="4716461" y="3515354"/>
            <a:ext cx="883685" cy="61555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spcBef>
                <a:spcPts val="1000"/>
              </a:spcBef>
              <a:buNone/>
            </a:pPr>
            <a:r>
              <a:rPr lang="en-US" sz="800"/>
              <a:t>Excludes lost accounts. </a:t>
            </a:r>
            <a:r>
              <a:rPr lang="en-US" sz="800" err="1"/>
              <a:t>Finalta</a:t>
            </a:r>
            <a:r>
              <a:rPr lang="en-US" sz="800"/>
              <a:t> definition is less than EUR 100 income</a:t>
            </a:r>
          </a:p>
        </p:txBody>
      </p:sp>
    </p:spTree>
    <p:extLst>
      <p:ext uri="{BB962C8B-B14F-4D97-AF65-F5344CB8AC3E}">
        <p14:creationId xmlns:p14="http://schemas.microsoft.com/office/powerpoint/2010/main" val="91302542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2" hidden="1">
            <a:extLst>
              <a:ext uri="{FF2B5EF4-FFF2-40B4-BE49-F238E27FC236}">
                <a16:creationId xmlns:a16="http://schemas.microsoft.com/office/drawing/2014/main" id="{52979675-C920-2A15-C798-E4EE6CBCA99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4" imgW="606" imgH="608" progId="TCLayout.ActiveDocument.1">
                  <p:embed/>
                </p:oleObj>
              </mc:Choice>
              <mc:Fallback>
                <p:oleObj name="think-cell Slide" r:id="rId44" imgW="606" imgH="608" progId="TCLayout.ActiveDocument.1">
                  <p:embed/>
                  <p:pic>
                    <p:nvPicPr>
                      <p:cNvPr id="8" name="Object 2" hidden="1">
                        <a:extLst>
                          <a:ext uri="{FF2B5EF4-FFF2-40B4-BE49-F238E27FC236}">
                            <a16:creationId xmlns:a16="http://schemas.microsoft.com/office/drawing/2014/main" id="{52979675-C920-2A15-C798-E4EE6CBCA99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BFCEF91D-91F8-98E2-A4C7-034FFDD526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5" y="226624"/>
            <a:ext cx="8137851" cy="677108"/>
          </a:xfrm>
        </p:spPr>
        <p:txBody>
          <a:bodyPr vert="horz"/>
          <a:lstStyle/>
          <a:p>
            <a:r>
              <a:rPr lang="en-US" sz="2000"/>
              <a:t>SME loan portfolio aspiration requires ~11% market share in SME loans and c. 23% of total loan portfolio by 2029…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4C1D1333-C658-0F30-CAE8-A70DC9FCEC11}"/>
              </a:ext>
            </a:extLst>
          </p:cNvPr>
          <p:cNvGraphicFramePr/>
          <p:nvPr>
            <p:custDataLst>
              <p:tags r:id="rId2"/>
            </p:custDataLst>
          </p:nvPr>
        </p:nvGraphicFramePr>
        <p:xfrm>
          <a:off x="1295400" y="3159125"/>
          <a:ext cx="6546850" cy="727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6"/>
          </a:graphicData>
        </a:graphic>
      </p:graphicFrame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3D778F0E-07F9-1281-7051-746306030EFF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5937250" y="3562350"/>
            <a:ext cx="1879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6281B5E2-5F00-9892-B406-3BBF712E4027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7532688" y="3425825"/>
            <a:ext cx="284163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C1B32642-3AFC-D968-1476-785416CE1C3A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 flipV="1">
            <a:off x="7759700" y="3422650"/>
            <a:ext cx="0" cy="142875"/>
          </a:xfrm>
          <a:prstGeom prst="line">
            <a:avLst/>
          </a:prstGeom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5" name="Straight Connector 124">
            <a:extLst>
              <a:ext uri="{FF2B5EF4-FFF2-40B4-BE49-F238E27FC236}">
                <a16:creationId xmlns:a16="http://schemas.microsoft.com/office/drawing/2014/main" id="{517BD82A-1797-32DB-97E2-51B28F539368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 flipV="1">
            <a:off x="5365750" y="3098800"/>
            <a:ext cx="1595438" cy="136525"/>
          </a:xfrm>
          <a:prstGeom prst="line">
            <a:avLst/>
          </a:prstGeom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auto">
          <a:xfrm>
            <a:off x="2003425" y="3670300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4ECB897-93D8-43D4-835D-97C704ECF1E7}" type="datetime'2''''''''''''''''''''''''''''0''''2''''''''''3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1200">
              <a:latin typeface="+mn-lt"/>
            </a:endParaRP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3598863" y="3670300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F141C72-2C66-41E3-9391-4D350C47DA20}" type="datetime'''''''''''2''''''''''''''''''0''''''''2''4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1200">
              <a:latin typeface="+mn-lt"/>
            </a:endParaRP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5194300" y="3670300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8B5AB2A-372A-4F2E-811F-78F96381F74F}" type="datetime'2''''''0''''''''''''''''''2''''''5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1200">
              <a:latin typeface="+mn-lt"/>
            </a:endParaRP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65FBD637-7E17-DD35-10EE-78154A4DF042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6381751" y="3670300"/>
            <a:ext cx="11604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4B8A54F-6C44-408D-83B2-C6156B4BE29B}" type="datetime'2''02''''9'''''' (as''''p''i''''''''ra''''ti''o''''n)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2029 (aspiration)</a:t>
            </a:fld>
            <a:endParaRPr lang="en-US" sz="1200">
              <a:latin typeface="+mn-lt"/>
            </a:endParaRPr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gray">
          <a:xfrm>
            <a:off x="6751638" y="3217864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E62C2E2-28D4-4098-9751-3AD4675944BE}" type="datetime'''''''''''''''1'''''''''''''''',''''''''''''''''2''''''00'''">
              <a:rPr lang="en-US" altLang="en-US" sz="12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1,200</a:t>
            </a:fld>
            <a:endParaRPr lang="en-US" sz="1200">
              <a:latin typeface="+mn-lt"/>
            </a:endParaRPr>
          </a:p>
        </p:txBody>
      </p:sp>
      <p:sp>
        <p:nvSpPr>
          <p:cNvPr id="12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auto">
          <a:xfrm>
            <a:off x="7864476" y="3365500"/>
            <a:ext cx="588963" cy="25876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905076D-9A06-46C9-BD13-A134AB7CFEEC}" type="datetime'''''''''''''''+''''''8''''4''''''''''''''''''''2'''''''''">
              <a:rPr lang="en-US" altLang="en-US" sz="1200" b="1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+842</a:t>
            </a:fld>
            <a:endParaRPr lang="en-US" sz="1200" b="1">
              <a:latin typeface="+mn-lt"/>
            </a:endParaRPr>
          </a:p>
        </p:txBody>
      </p:sp>
      <p:sp>
        <p:nvSpPr>
          <p:cNvPr id="12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auto">
          <a:xfrm>
            <a:off x="5578475" y="3038475"/>
            <a:ext cx="1169988" cy="25876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934763D-3158-4499-9939-22EEA1A475BC}" type="datetime'''''''''''''''''''+''''''3''5''''''''''''''%'''''''''''''">
              <a:rPr lang="en-US" altLang="en-US" sz="1200" b="1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+35%</a:t>
            </a:fld>
            <a:r>
              <a:rPr lang="en-US" sz="1200" b="1">
                <a:latin typeface="+mn-lt"/>
              </a:rPr>
              <a:t> p.a.</a:t>
            </a:r>
          </a:p>
        </p:txBody>
      </p:sp>
      <p:graphicFrame>
        <p:nvGraphicFramePr>
          <p:cNvPr id="14" name="Chart 13">
            <a:extLst>
              <a:ext uri="{FF2B5EF4-FFF2-40B4-BE49-F238E27FC236}">
                <a16:creationId xmlns:a16="http://schemas.microsoft.com/office/drawing/2014/main" id="{0287CEFF-3175-68AE-4678-3FFFFF0EA8D8}"/>
              </a:ext>
            </a:extLst>
          </p:cNvPr>
          <p:cNvGraphicFramePr/>
          <p:nvPr>
            <p:custDataLst>
              <p:tags r:id="rId14"/>
            </p:custDataLst>
          </p:nvPr>
        </p:nvGraphicFramePr>
        <p:xfrm>
          <a:off x="1552575" y="2085975"/>
          <a:ext cx="6289675" cy="342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7"/>
          </a:graphicData>
        </a:graphic>
      </p:graphicFrame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2B56ED1D-ED05-1C7A-0A1C-400B3FA67597}"/>
              </a:ext>
            </a:extLst>
          </p:cNvPr>
          <p:cNvCxnSpPr/>
          <p:nvPr>
            <p:custDataLst>
              <p:tags r:id="rId15"/>
            </p:custDataLst>
          </p:nvPr>
        </p:nvCxnSpPr>
        <p:spPr bwMode="auto">
          <a:xfrm>
            <a:off x="6011863" y="2220913"/>
            <a:ext cx="180498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380B1879-EB78-D8A7-3D79-D78661BCB0D9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>
            <a:off x="7542213" y="2168525"/>
            <a:ext cx="2746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6EA5F21F-895D-2FA4-573A-F414D3B54370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 flipV="1">
            <a:off x="7759700" y="2165350"/>
            <a:ext cx="0" cy="58738"/>
          </a:xfrm>
          <a:prstGeom prst="line">
            <a:avLst/>
          </a:prstGeom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B427F809-EA6D-BDEB-D69D-2F78A305E151}"/>
              </a:ext>
            </a:extLst>
          </p:cNvPr>
          <p:cNvCxnSpPr/>
          <p:nvPr>
            <p:custDataLst>
              <p:tags r:id="rId18"/>
            </p:custDataLst>
          </p:nvPr>
        </p:nvCxnSpPr>
        <p:spPr bwMode="auto">
          <a:xfrm flipV="1">
            <a:off x="5462588" y="1703388"/>
            <a:ext cx="1530350" cy="52388"/>
          </a:xfrm>
          <a:prstGeom prst="line">
            <a:avLst/>
          </a:prstGeom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Text Placeholder 4">
            <a:extLst>
              <a:ext uri="{FF2B5EF4-FFF2-40B4-BE49-F238E27FC236}">
                <a16:creationId xmlns:a16="http://schemas.microsoft.com/office/drawing/2014/main" id="{3EAA9AE2-1049-A8B2-3D4B-40BCD95468E0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auto">
          <a:xfrm>
            <a:off x="2228850" y="2397125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A6D0564-AF32-48BB-813D-BBF6591492EF}" type="datetime'''''''''''''''20''''''''''''''2''''''''''''''''''''''3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1200">
              <a:latin typeface="+mn-lt"/>
            </a:endParaRPr>
          </a:p>
        </p:txBody>
      </p:sp>
      <p:sp>
        <p:nvSpPr>
          <p:cNvPr id="55" name="Text Placeholder 4">
            <a:extLst>
              <a:ext uri="{FF2B5EF4-FFF2-40B4-BE49-F238E27FC236}">
                <a16:creationId xmlns:a16="http://schemas.microsoft.com/office/drawing/2014/main" id="{7CF35626-4F11-A37C-0524-E3C9F57955E8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auto">
          <a:xfrm>
            <a:off x="3759200" y="2397125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0FB01B6-C7DF-40D3-A859-CAAD385A8D5A}" type="datetime'''''''2''''''''''''''''''''''''''''''''''''0''2''4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1200">
              <a:latin typeface="+mn-lt"/>
            </a:endParaRPr>
          </a:p>
        </p:txBody>
      </p:sp>
      <p:sp>
        <p:nvSpPr>
          <p:cNvPr id="56" name="Text Placeholder 4">
            <a:extLst>
              <a:ext uri="{FF2B5EF4-FFF2-40B4-BE49-F238E27FC236}">
                <a16:creationId xmlns:a16="http://schemas.microsoft.com/office/drawing/2014/main" id="{07F1D29F-3FEF-45A5-F321-28A2F02AB366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auto">
          <a:xfrm>
            <a:off x="5291138" y="2397125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6D032B2-DD3F-4386-B8F5-3A6344B059B2}" type="datetime'''''''''''2''''''''''0''''''''''''''''2''''''''''''5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1200">
              <a:latin typeface="+mn-lt"/>
            </a:endParaRPr>
          </a:p>
        </p:txBody>
      </p:sp>
      <p:sp>
        <p:nvSpPr>
          <p:cNvPr id="57" name="Text Placeholder 4">
            <a:extLst>
              <a:ext uri="{FF2B5EF4-FFF2-40B4-BE49-F238E27FC236}">
                <a16:creationId xmlns:a16="http://schemas.microsoft.com/office/drawing/2014/main" id="{3F820F5D-0BDB-0CD7-1919-7BC87C456BA6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auto">
          <a:xfrm>
            <a:off x="6403976" y="2397125"/>
            <a:ext cx="11779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9F06EF5-BE7D-4428-B046-897DAB7795BA}" type="datetime'''''''''2''0''''''''29 (''proj''''e''''ct''''i''''o''n)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2029 (projection)</a:t>
            </a:fld>
            <a:endParaRPr lang="en-US" sz="1200">
              <a:latin typeface="+mn-lt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2190750" y="2033589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71FD996-918F-480D-A5B3-4B7DD719D1BD}" type="datetime'''''''''''''''''6,''''''''''''''''365'''">
              <a:rPr lang="en-US" altLang="en-US" sz="12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6,365</a:t>
            </a:fld>
            <a:endParaRPr lang="en-US" sz="1200">
              <a:latin typeface="+mn-lt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3721100" y="2030414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2961E45-015D-4D37-B32F-4060E659D9CE}" type="datetime'''''''''6,''''''''''''''''4''90'">
              <a:rPr lang="en-US" altLang="en-US" sz="12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6,490</a:t>
            </a:fld>
            <a:endParaRPr lang="en-US" sz="1200">
              <a:latin typeface="+mn-lt"/>
            </a:endParaRPr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5257800" y="2012951"/>
            <a:ext cx="4095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EB3A868-2A12-4AE8-8DA3-C45BB3F81A91}" type="datetime'''''''7'''''''''''''''',''''''5''''''''''''''''''''''56'">
              <a:rPr lang="en-US" altLang="en-US" sz="12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7,556</a:t>
            </a:fld>
            <a:endParaRPr lang="en-US" sz="1200">
              <a:latin typeface="+mn-lt"/>
            </a:endParaRPr>
          </a:p>
        </p:txBody>
      </p:sp>
      <p:sp>
        <p:nvSpPr>
          <p:cNvPr id="1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6743700" y="1960564"/>
            <a:ext cx="5000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118AA82-C652-4E95-A3DE-3F5352D060B3}" type="datetime'''''''''''''''''''''''1''''''''0'',''''7''''5''''''5'''">
              <a:rPr lang="en-US" altLang="en-US" sz="1200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10,755</a:t>
            </a:fld>
            <a:endParaRPr lang="en-US" sz="1200">
              <a:latin typeface="+mn-lt"/>
            </a:endParaRPr>
          </a:p>
        </p:txBody>
      </p:sp>
      <p:sp>
        <p:nvSpPr>
          <p:cNvPr id="9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auto">
          <a:xfrm>
            <a:off x="7864475" y="2065338"/>
            <a:ext cx="793750" cy="25876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FBB8A16-FB79-4EF7-8D4F-3FDECBEEA0C1}" type="datetime'''''+''''''''3'''''''''',''''1''9''''''''''9'''''''''''">
              <a:rPr lang="en-US" altLang="en-US" sz="1200" b="1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+3,199</a:t>
            </a:fld>
            <a:endParaRPr lang="en-US" sz="1200" b="1">
              <a:latin typeface="+mn-lt"/>
            </a:endParaRPr>
          </a:p>
        </p:txBody>
      </p:sp>
      <p:sp>
        <p:nvSpPr>
          <p:cNvPr id="10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auto">
          <a:xfrm>
            <a:off x="5711826" y="1600200"/>
            <a:ext cx="1033463" cy="25876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E9E4849-12C3-4092-B724-B4DA8F2D6DBC}" type="datetime'+''9''''''''''''''''''''''''''''''%'''''''''''''''''">
              <a:rPr lang="en-US" altLang="en-US" sz="1200" b="1" smtClean="0"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+9%</a:t>
            </a:fld>
            <a:r>
              <a:rPr lang="en-US" sz="1200" b="1">
                <a:latin typeface="+mn-lt"/>
              </a:rPr>
              <a:t> p.a.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9A8EEE3A-235D-288F-EB6D-03FC2637E788}"/>
              </a:ext>
            </a:extLst>
          </p:cNvPr>
          <p:cNvSpPr txBox="1">
            <a:spLocks/>
          </p:cNvSpPr>
          <p:nvPr/>
        </p:nvSpPr>
        <p:spPr>
          <a:xfrm>
            <a:off x="554735" y="1248847"/>
            <a:ext cx="7918704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400" b="1"/>
              <a:t>Loan portfolio, </a:t>
            </a:r>
            <a:r>
              <a:rPr lang="en-US" sz="1400" i="1"/>
              <a:t>AZN MN</a:t>
            </a:r>
            <a:endParaRPr lang="ru-RU" sz="1400" i="1"/>
          </a:p>
        </p:txBody>
      </p: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B5DDA87A-C68A-4C78-5E0F-309DBAA56C8F}"/>
              </a:ext>
            </a:extLst>
          </p:cNvPr>
          <p:cNvCxnSpPr>
            <a:cxnSpLocks/>
          </p:cNvCxnSpPr>
          <p:nvPr/>
        </p:nvCxnSpPr>
        <p:spPr>
          <a:xfrm>
            <a:off x="554735" y="1498917"/>
            <a:ext cx="7918704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AE8A0C20-DC1C-AD5D-9734-B591701DA0F4}"/>
              </a:ext>
            </a:extLst>
          </p:cNvPr>
          <p:cNvSpPr txBox="1">
            <a:spLocks/>
          </p:cNvSpPr>
          <p:nvPr/>
        </p:nvSpPr>
        <p:spPr>
          <a:xfrm>
            <a:off x="554735" y="1586242"/>
            <a:ext cx="997839" cy="43088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400" b="1"/>
              <a:t>Azerbaijan market</a:t>
            </a:r>
            <a:endParaRPr lang="ru-RU" sz="140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68E516A-AB3D-6C0E-DB33-D5EB1A9797B4}"/>
              </a:ext>
            </a:extLst>
          </p:cNvPr>
          <p:cNvSpPr txBox="1">
            <a:spLocks/>
          </p:cNvSpPr>
          <p:nvPr/>
        </p:nvSpPr>
        <p:spPr>
          <a:xfrm>
            <a:off x="554735" y="2821742"/>
            <a:ext cx="823215" cy="43021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400" b="1"/>
              <a:t>Pasha Bank</a:t>
            </a:r>
            <a:endParaRPr lang="ru-RU" sz="1400"/>
          </a:p>
        </p:txBody>
      </p: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57B86AEE-25F3-87B1-324E-13A5A81191FD}"/>
              </a:ext>
            </a:extLst>
          </p:cNvPr>
          <p:cNvCxnSpPr>
            <a:cxnSpLocks/>
          </p:cNvCxnSpPr>
          <p:nvPr/>
        </p:nvCxnSpPr>
        <p:spPr>
          <a:xfrm>
            <a:off x="554735" y="6029728"/>
            <a:ext cx="7918704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86">
            <a:extLst>
              <a:ext uri="{FF2B5EF4-FFF2-40B4-BE49-F238E27FC236}">
                <a16:creationId xmlns:a16="http://schemas.microsoft.com/office/drawing/2014/main" id="{6194A875-C842-98E2-E92B-F740A47F2028}"/>
              </a:ext>
            </a:extLst>
          </p:cNvPr>
          <p:cNvCxnSpPr>
            <a:cxnSpLocks/>
          </p:cNvCxnSpPr>
          <p:nvPr/>
        </p:nvCxnSpPr>
        <p:spPr>
          <a:xfrm>
            <a:off x="554737" y="2731032"/>
            <a:ext cx="7843333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24B08DDA-654D-B1F9-AEC5-39CBC67420E5}"/>
              </a:ext>
            </a:extLst>
          </p:cNvPr>
          <p:cNvSpPr txBox="1">
            <a:spLocks/>
          </p:cNvSpPr>
          <p:nvPr/>
        </p:nvSpPr>
        <p:spPr>
          <a:xfrm>
            <a:off x="9070085" y="1248847"/>
            <a:ext cx="2850671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400" b="1"/>
              <a:t>Key insights</a:t>
            </a:r>
            <a:endParaRPr lang="ru-RU" sz="1400"/>
          </a:p>
        </p:txBody>
      </p:sp>
      <p:cxnSp>
        <p:nvCxnSpPr>
          <p:cNvPr id="157" name="Straight Connector 156">
            <a:extLst>
              <a:ext uri="{FF2B5EF4-FFF2-40B4-BE49-F238E27FC236}">
                <a16:creationId xmlns:a16="http://schemas.microsoft.com/office/drawing/2014/main" id="{B242D0F1-9002-2A7F-051E-7F73AF73E71E}"/>
              </a:ext>
            </a:extLst>
          </p:cNvPr>
          <p:cNvCxnSpPr>
            <a:cxnSpLocks/>
          </p:cNvCxnSpPr>
          <p:nvPr/>
        </p:nvCxnSpPr>
        <p:spPr>
          <a:xfrm>
            <a:off x="9070085" y="1498917"/>
            <a:ext cx="2850671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CA12387A-7C46-6AA1-4F5E-47B6918E4AA8}"/>
              </a:ext>
            </a:extLst>
          </p:cNvPr>
          <p:cNvCxnSpPr>
            <a:cxnSpLocks/>
          </p:cNvCxnSpPr>
          <p:nvPr/>
        </p:nvCxnSpPr>
        <p:spPr>
          <a:xfrm>
            <a:off x="9070085" y="6029728"/>
            <a:ext cx="2850671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" name="KeyTakeawayOF 7">
            <a:extLst>
              <a:ext uri="{FF2B5EF4-FFF2-40B4-BE49-F238E27FC236}">
                <a16:creationId xmlns:a16="http://schemas.microsoft.com/office/drawing/2014/main" id="{88A4300A-634B-C76A-21F1-4535E6D87889}"/>
              </a:ext>
            </a:extLst>
          </p:cNvPr>
          <p:cNvSpPr txBox="1"/>
          <p:nvPr>
            <p:custDataLst>
              <p:tags r:id="rId29"/>
            </p:custDataLst>
          </p:nvPr>
        </p:nvSpPr>
        <p:spPr>
          <a:xfrm>
            <a:off x="9119553" y="1742547"/>
            <a:ext cx="2850670" cy="399340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200" b="1"/>
              <a:t>2029 aspiration </a:t>
            </a:r>
            <a:r>
              <a:rPr lang="en-US" sz="1200"/>
              <a:t>SME portfolio size for Pasha Bank per Pasha Financial Holding is </a:t>
            </a:r>
            <a:r>
              <a:rPr lang="en-US" sz="1200" b="1"/>
              <a:t>AZN ~1.2 BN</a:t>
            </a:r>
          </a:p>
          <a:p>
            <a:pPr lvl="1"/>
            <a:r>
              <a:rPr lang="en-US" sz="1200"/>
              <a:t>This requires Pasha Bank </a:t>
            </a:r>
            <a:r>
              <a:rPr lang="en-US" sz="1200" b="1"/>
              <a:t>to</a:t>
            </a:r>
            <a:r>
              <a:rPr lang="en-US" sz="1200"/>
              <a:t> </a:t>
            </a:r>
            <a:r>
              <a:rPr lang="en-US" sz="1200" b="1"/>
              <a:t>grow its portfolio further AZN 0.84 BN from </a:t>
            </a:r>
            <a:r>
              <a:rPr lang="en-US" sz="1200" b="1" err="1"/>
              <a:t>EoY</a:t>
            </a:r>
            <a:r>
              <a:rPr lang="en-US" sz="1200" b="1"/>
              <a:t> 2025 </a:t>
            </a:r>
            <a:r>
              <a:rPr lang="en-US" sz="1200"/>
              <a:t>and </a:t>
            </a:r>
            <a:r>
              <a:rPr lang="en-US" sz="1200" b="1"/>
              <a:t>achieve a steady 35% CAGR between 2026 and 2029</a:t>
            </a:r>
          </a:p>
          <a:p>
            <a:pPr lvl="1"/>
            <a:r>
              <a:rPr lang="en-US" sz="1200"/>
              <a:t>Given </a:t>
            </a:r>
            <a:r>
              <a:rPr lang="en-US" sz="1200" b="1"/>
              <a:t>forecasted corporate loan growth rate of ~8.5% per annum </a:t>
            </a:r>
            <a:r>
              <a:rPr lang="en-US" sz="1200"/>
              <a:t>between 2027 and 2029 and </a:t>
            </a:r>
            <a:r>
              <a:rPr lang="en-US" sz="1200" b="1"/>
              <a:t>an SME growth rate of ~9.2% per annum </a:t>
            </a:r>
            <a:r>
              <a:rPr lang="en-US" sz="1200"/>
              <a:t>between 2027 and 2029, this requires Pasha Bank to significantly outgrow market, </a:t>
            </a:r>
            <a:r>
              <a:rPr lang="en-US" sz="1200" b="1"/>
              <a:t>increasing its share from ~5% to ~11%</a:t>
            </a:r>
          </a:p>
          <a:p>
            <a:pPr lvl="1"/>
            <a:r>
              <a:rPr lang="en-US" sz="1200"/>
              <a:t>Such a growth would </a:t>
            </a:r>
            <a:r>
              <a:rPr lang="en-US" sz="1200" b="1"/>
              <a:t>shift Pasha Bank’s loan portfolio mix</a:t>
            </a:r>
            <a:r>
              <a:rPr lang="en-US" sz="1200"/>
              <a:t> significantly, increasing the </a:t>
            </a:r>
            <a:r>
              <a:rPr lang="en-US" sz="1200" b="1"/>
              <a:t>share of SME loans from ~12% to ~22-23%</a:t>
            </a:r>
          </a:p>
        </p:txBody>
      </p:sp>
      <p:sp>
        <p:nvSpPr>
          <p:cNvPr id="174" name="Oval 173">
            <a:extLst>
              <a:ext uri="{FF2B5EF4-FFF2-40B4-BE49-F238E27FC236}">
                <a16:creationId xmlns:a16="http://schemas.microsoft.com/office/drawing/2014/main" id="{0636EDD5-AC64-2D7C-7A01-18AAA1122945}"/>
              </a:ext>
            </a:extLst>
          </p:cNvPr>
          <p:cNvSpPr/>
          <p:nvPr/>
        </p:nvSpPr>
        <p:spPr>
          <a:xfrm>
            <a:off x="1746250" y="4001723"/>
            <a:ext cx="815975" cy="222872"/>
          </a:xfrm>
          <a:prstGeom prst="ellipse">
            <a:avLst/>
          </a:prstGeom>
          <a:solidFill>
            <a:srgbClr val="B9D0CD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4.1%</a:t>
            </a:r>
          </a:p>
        </p:txBody>
      </p:sp>
      <p:sp>
        <p:nvSpPr>
          <p:cNvPr id="175" name="Oval 174">
            <a:extLst>
              <a:ext uri="{FF2B5EF4-FFF2-40B4-BE49-F238E27FC236}">
                <a16:creationId xmlns:a16="http://schemas.microsoft.com/office/drawing/2014/main" id="{C1684F8F-C856-0A39-45C1-4235E6376E78}"/>
              </a:ext>
            </a:extLst>
          </p:cNvPr>
          <p:cNvSpPr/>
          <p:nvPr/>
        </p:nvSpPr>
        <p:spPr>
          <a:xfrm>
            <a:off x="3322637" y="4001723"/>
            <a:ext cx="815975" cy="222872"/>
          </a:xfrm>
          <a:prstGeom prst="ellipse">
            <a:avLst/>
          </a:prstGeom>
          <a:solidFill>
            <a:srgbClr val="B9D0CD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4.2%</a:t>
            </a:r>
          </a:p>
        </p:txBody>
      </p:sp>
      <p:sp>
        <p:nvSpPr>
          <p:cNvPr id="176" name="Oval 175">
            <a:extLst>
              <a:ext uri="{FF2B5EF4-FFF2-40B4-BE49-F238E27FC236}">
                <a16:creationId xmlns:a16="http://schemas.microsoft.com/office/drawing/2014/main" id="{85284055-E736-7E10-68D6-09E8BB03A5B4}"/>
              </a:ext>
            </a:extLst>
          </p:cNvPr>
          <p:cNvSpPr/>
          <p:nvPr/>
        </p:nvSpPr>
        <p:spPr>
          <a:xfrm>
            <a:off x="4957762" y="4001723"/>
            <a:ext cx="815975" cy="222872"/>
          </a:xfrm>
          <a:prstGeom prst="ellipse">
            <a:avLst/>
          </a:prstGeom>
          <a:solidFill>
            <a:srgbClr val="1C863F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4.7%</a:t>
            </a:r>
          </a:p>
        </p:txBody>
      </p:sp>
      <p:sp>
        <p:nvSpPr>
          <p:cNvPr id="177" name="Oval 176">
            <a:extLst>
              <a:ext uri="{FF2B5EF4-FFF2-40B4-BE49-F238E27FC236}">
                <a16:creationId xmlns:a16="http://schemas.microsoft.com/office/drawing/2014/main" id="{874E6BF9-E774-B1A2-47B2-8DBB9EC61990}"/>
              </a:ext>
            </a:extLst>
          </p:cNvPr>
          <p:cNvSpPr/>
          <p:nvPr/>
        </p:nvSpPr>
        <p:spPr>
          <a:xfrm>
            <a:off x="6584950" y="4001723"/>
            <a:ext cx="815975" cy="222872"/>
          </a:xfrm>
          <a:prstGeom prst="ellipse">
            <a:avLst/>
          </a:prstGeom>
          <a:solidFill>
            <a:srgbClr val="0A563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11.2%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1843132-571F-092C-430E-3FAA21320FFF}"/>
              </a:ext>
            </a:extLst>
          </p:cNvPr>
          <p:cNvSpPr txBox="1">
            <a:spLocks/>
          </p:cNvSpPr>
          <p:nvPr/>
        </p:nvSpPr>
        <p:spPr>
          <a:xfrm>
            <a:off x="935037" y="3805991"/>
            <a:ext cx="625443" cy="55399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200" i="1"/>
              <a:t>SME market share</a:t>
            </a:r>
            <a:endParaRPr lang="ru-RU" sz="1200" i="1"/>
          </a:p>
        </p:txBody>
      </p:sp>
      <p:graphicFrame>
        <p:nvGraphicFramePr>
          <p:cNvPr id="170" name="Chart 169">
            <a:extLst>
              <a:ext uri="{FF2B5EF4-FFF2-40B4-BE49-F238E27FC236}">
                <a16:creationId xmlns:a16="http://schemas.microsoft.com/office/drawing/2014/main" id="{7D5A8D9A-E937-A8AB-0EE2-DC83E78295C4}"/>
              </a:ext>
            </a:extLst>
          </p:cNvPr>
          <p:cNvGraphicFramePr/>
          <p:nvPr>
            <p:custDataLst>
              <p:tags r:id="rId30"/>
            </p:custDataLst>
          </p:nvPr>
        </p:nvGraphicFramePr>
        <p:xfrm>
          <a:off x="1295400" y="4822825"/>
          <a:ext cx="7185025" cy="3667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8"/>
          </a:graphicData>
        </a:graphic>
      </p:graphicFrame>
      <p:sp>
        <p:nvSpPr>
          <p:cNvPr id="35" name="Text Placeholder 4">
            <a:extLst>
              <a:ext uri="{FF2B5EF4-FFF2-40B4-BE49-F238E27FC236}">
                <a16:creationId xmlns:a16="http://schemas.microsoft.com/office/drawing/2014/main" id="{BD77C86A-25B5-B553-2257-9675DB69C9A5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1908175" y="5157788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9E5F42F-C110-4929-BF8F-E5A8E668DD28}" type="datetime'2''''''''''''''''''''''''''02''''''''''''''''3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US" sz="1200">
              <a:latin typeface="+mn-lt"/>
            </a:endParaRPr>
          </a:p>
        </p:txBody>
      </p:sp>
      <p:sp>
        <p:nvSpPr>
          <p:cNvPr id="36" name="Text Placeholder 4">
            <a:extLst>
              <a:ext uri="{FF2B5EF4-FFF2-40B4-BE49-F238E27FC236}">
                <a16:creationId xmlns:a16="http://schemas.microsoft.com/office/drawing/2014/main" id="{16FD28A9-9D0D-B0BA-6AFD-A58FE6D2DCE9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auto">
          <a:xfrm>
            <a:off x="3311525" y="5157788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35A503F-B037-41BC-953A-7DC6A35CE388}" type="datetime'''''''''''''''''''20''''2''''''4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US" sz="1200">
              <a:latin typeface="+mn-lt"/>
            </a:endParaRP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D887096F-8570-35BE-D8BE-B18F31FAC7CC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auto">
          <a:xfrm>
            <a:off x="4716463" y="5157788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7585518-B581-4AAB-9163-EC370519C00A}" type="datetime'''''''2''''02''''''5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1200">
              <a:latin typeface="+mn-lt"/>
            </a:endParaRPr>
          </a:p>
        </p:txBody>
      </p:sp>
      <p:sp>
        <p:nvSpPr>
          <p:cNvPr id="38" name="Text Placeholder 4">
            <a:extLst>
              <a:ext uri="{FF2B5EF4-FFF2-40B4-BE49-F238E27FC236}">
                <a16:creationId xmlns:a16="http://schemas.microsoft.com/office/drawing/2014/main" id="{240B26AD-1214-69A7-4134-3B7D1AE10784}"/>
              </a:ext>
            </a:extLst>
          </p:cNvPr>
          <p:cNvSpPr>
            <a:spLocks noGrp="1"/>
          </p:cNvSpPr>
          <p:nvPr>
            <p:custDataLst>
              <p:tags r:id="rId34"/>
            </p:custDataLst>
          </p:nvPr>
        </p:nvSpPr>
        <p:spPr bwMode="auto">
          <a:xfrm>
            <a:off x="5651500" y="5157788"/>
            <a:ext cx="12795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E4883B3-192F-480B-8C8E-FEE994D2C0A8}" type="datetime'''2''''''''0''2''9'''' ''(''mom''''''e''''n''''''t''um)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2029 (momentum)</a:t>
            </a:fld>
            <a:endParaRPr lang="en-US" sz="1200">
              <a:latin typeface="+mn-lt"/>
            </a:endParaRPr>
          </a:p>
        </p:txBody>
      </p:sp>
      <p:sp>
        <p:nvSpPr>
          <p:cNvPr id="72" name="Text Placeholder 4">
            <a:extLst>
              <a:ext uri="{FF2B5EF4-FFF2-40B4-BE49-F238E27FC236}">
                <a16:creationId xmlns:a16="http://schemas.microsoft.com/office/drawing/2014/main" id="{B18FB8AB-5485-E50D-B903-15AA8ADB7897}"/>
              </a:ext>
            </a:extLst>
          </p:cNvPr>
          <p:cNvSpPr>
            <a:spLocks noGrp="1"/>
          </p:cNvSpPr>
          <p:nvPr>
            <p:custDataLst>
              <p:tags r:id="rId35"/>
            </p:custDataLst>
          </p:nvPr>
        </p:nvSpPr>
        <p:spPr bwMode="auto">
          <a:xfrm>
            <a:off x="7069138" y="5157788"/>
            <a:ext cx="12557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1B1AE71-4224-4147-B71D-9A9404DBAD59}" type="datetime'''2''02''''''9 ''''''(t''''arg''e''''t c''''as''''''''''''e)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2029 (target case)</a:t>
            </a:fld>
            <a:endParaRPr lang="en-US" sz="1200">
              <a:latin typeface="+mn-lt"/>
            </a:endParaRPr>
          </a:p>
        </p:txBody>
      </p:sp>
      <p:sp>
        <p:nvSpPr>
          <p:cNvPr id="6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6"/>
            </p:custDataLst>
          </p:nvPr>
        </p:nvSpPr>
        <p:spPr bwMode="gray">
          <a:xfrm>
            <a:off x="1870075" y="4789488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ECD9C00-3975-4D61-90EE-A8850DB008D6}" type="datetime'''''2'''''''''''''''''''''''''',''''93''''''''''1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2,931</a:t>
            </a:fld>
            <a:endParaRPr lang="en-US" sz="1200">
              <a:latin typeface="+mn-lt"/>
            </a:endParaRPr>
          </a:p>
        </p:txBody>
      </p:sp>
      <p:sp>
        <p:nvSpPr>
          <p:cNvPr id="6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7"/>
            </p:custDataLst>
          </p:nvPr>
        </p:nvSpPr>
        <p:spPr bwMode="gray">
          <a:xfrm>
            <a:off x="3273425" y="4772025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BFAC3AA-FD64-467C-90B3-29BF3FDD6E9F}" type="datetime'''''''3,''4''''''''''''''''''''''2''''''''''''''''''0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3,420</a:t>
            </a:fld>
            <a:endParaRPr lang="en-US" sz="1200">
              <a:latin typeface="+mn-lt"/>
            </a:endParaRPr>
          </a:p>
        </p:txBody>
      </p:sp>
      <p:sp>
        <p:nvSpPr>
          <p:cNvPr id="6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8"/>
            </p:custDataLst>
          </p:nvPr>
        </p:nvSpPr>
        <p:spPr bwMode="gray">
          <a:xfrm>
            <a:off x="4678363" y="4765675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0333503-9921-43C7-BD6F-12433A710CB5}" type="datetime'3'''''''''''''''''''',''''''''5''''''7''''''''''9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3,579</a:t>
            </a:fld>
            <a:endParaRPr lang="en-US" sz="1200">
              <a:latin typeface="+mn-lt"/>
            </a:endParaRPr>
          </a:p>
        </p:txBody>
      </p:sp>
      <p:sp>
        <p:nvSpPr>
          <p:cNvPr id="39" name="Text Placeholder 4">
            <a:extLst>
              <a:ext uri="{FF2B5EF4-FFF2-40B4-BE49-F238E27FC236}">
                <a16:creationId xmlns:a16="http://schemas.microsoft.com/office/drawing/2014/main" id="{2815FCFD-D4F9-253A-3AB6-0334E0A397AF}"/>
              </a:ext>
            </a:extLst>
          </p:cNvPr>
          <p:cNvSpPr>
            <a:spLocks noGrp="1"/>
          </p:cNvSpPr>
          <p:nvPr>
            <p:custDataLst>
              <p:tags r:id="rId39"/>
            </p:custDataLst>
          </p:nvPr>
        </p:nvSpPr>
        <p:spPr bwMode="gray">
          <a:xfrm>
            <a:off x="6081713" y="4706938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D83577A-0FAE-41FE-B08D-5B52E527E0E2}" type="datetime'''''''5'''''''''''''',''1''''39''''''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5,139</a:t>
            </a:fld>
            <a:endParaRPr lang="en-US" sz="1200">
              <a:latin typeface="+mn-lt"/>
            </a:endParaRPr>
          </a:p>
        </p:txBody>
      </p:sp>
      <p:sp>
        <p:nvSpPr>
          <p:cNvPr id="83" name="Text Placeholder 4">
            <a:extLst>
              <a:ext uri="{FF2B5EF4-FFF2-40B4-BE49-F238E27FC236}">
                <a16:creationId xmlns:a16="http://schemas.microsoft.com/office/drawing/2014/main" id="{FFA8CFF2-127C-B9D4-3E4E-BEE9B8C43CC9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gray">
          <a:xfrm>
            <a:off x="7486650" y="4697413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DFA7A08-ACDB-43EA-8EF5-640B6877BEE3}" type="datetime'5'''''''',''''''''4''''''''''''''''''''''''00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5,400</a:t>
            </a:fld>
            <a:endParaRPr lang="en-US" sz="1200">
              <a:latin typeface="+mn-lt"/>
            </a:endParaRP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28FE9264-5051-AFE9-37D0-E857EF5D6EE4}"/>
              </a:ext>
            </a:extLst>
          </p:cNvPr>
          <p:cNvCxnSpPr>
            <a:cxnSpLocks/>
          </p:cNvCxnSpPr>
          <p:nvPr/>
        </p:nvCxnSpPr>
        <p:spPr>
          <a:xfrm>
            <a:off x="985838" y="4377398"/>
            <a:ext cx="7412232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Oval 128">
            <a:extLst>
              <a:ext uri="{FF2B5EF4-FFF2-40B4-BE49-F238E27FC236}">
                <a16:creationId xmlns:a16="http://schemas.microsoft.com/office/drawing/2014/main" id="{12C94830-3563-9440-9B69-B3B43CCFB12D}"/>
              </a:ext>
            </a:extLst>
          </p:cNvPr>
          <p:cNvSpPr/>
          <p:nvPr/>
        </p:nvSpPr>
        <p:spPr>
          <a:xfrm>
            <a:off x="3186450" y="5599232"/>
            <a:ext cx="815975" cy="222872"/>
          </a:xfrm>
          <a:prstGeom prst="ellipse">
            <a:avLst/>
          </a:prstGeom>
          <a:solidFill>
            <a:srgbClr val="B9D0CD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9.3%</a:t>
            </a: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F40F7B97-85ED-D295-A675-70249C6A410A}"/>
              </a:ext>
            </a:extLst>
          </p:cNvPr>
          <p:cNvSpPr/>
          <p:nvPr/>
        </p:nvSpPr>
        <p:spPr>
          <a:xfrm>
            <a:off x="4493450" y="5599232"/>
            <a:ext cx="815975" cy="222872"/>
          </a:xfrm>
          <a:prstGeom prst="ellipse">
            <a:avLst/>
          </a:prstGeom>
          <a:solidFill>
            <a:srgbClr val="B9D0CD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12.2%</a:t>
            </a:r>
          </a:p>
        </p:txBody>
      </p:sp>
      <p:sp>
        <p:nvSpPr>
          <p:cNvPr id="134" name="Oval 133">
            <a:extLst>
              <a:ext uri="{FF2B5EF4-FFF2-40B4-BE49-F238E27FC236}">
                <a16:creationId xmlns:a16="http://schemas.microsoft.com/office/drawing/2014/main" id="{A128FE7C-77E2-AF04-DB2A-4BA9C929FDB2}"/>
              </a:ext>
            </a:extLst>
          </p:cNvPr>
          <p:cNvSpPr/>
          <p:nvPr/>
        </p:nvSpPr>
        <p:spPr>
          <a:xfrm>
            <a:off x="5883274" y="5599232"/>
            <a:ext cx="815975" cy="222872"/>
          </a:xfrm>
          <a:prstGeom prst="ellipse">
            <a:avLst/>
          </a:prstGeom>
          <a:solidFill>
            <a:srgbClr val="1C863F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23.4%</a:t>
            </a:r>
          </a:p>
        </p:txBody>
      </p:sp>
      <p:sp>
        <p:nvSpPr>
          <p:cNvPr id="135" name="Oval 134">
            <a:extLst>
              <a:ext uri="{FF2B5EF4-FFF2-40B4-BE49-F238E27FC236}">
                <a16:creationId xmlns:a16="http://schemas.microsoft.com/office/drawing/2014/main" id="{9F09EA2B-882B-EAB5-8982-6B71D0A1C9F4}"/>
              </a:ext>
            </a:extLst>
          </p:cNvPr>
          <p:cNvSpPr/>
          <p:nvPr/>
        </p:nvSpPr>
        <p:spPr>
          <a:xfrm>
            <a:off x="7289006" y="5599232"/>
            <a:ext cx="815975" cy="222872"/>
          </a:xfrm>
          <a:prstGeom prst="ellipse">
            <a:avLst/>
          </a:prstGeom>
          <a:solidFill>
            <a:srgbClr val="0A563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22.2%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1D48061D-AB49-800D-9CA0-ECE3B27639F6}"/>
              </a:ext>
            </a:extLst>
          </p:cNvPr>
          <p:cNvSpPr txBox="1">
            <a:spLocks/>
          </p:cNvSpPr>
          <p:nvPr/>
        </p:nvSpPr>
        <p:spPr>
          <a:xfrm>
            <a:off x="935037" y="5276862"/>
            <a:ext cx="625443" cy="73866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200" i="1"/>
              <a:t>SME share in loan </a:t>
            </a:r>
            <a:r>
              <a:rPr lang="en-US" sz="1200" i="1" err="1"/>
              <a:t>porfolio</a:t>
            </a:r>
            <a:endParaRPr lang="ru-RU" sz="1200" i="1"/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91FAAFF4-C11A-8BCC-E71D-048819D3C91A}"/>
              </a:ext>
            </a:extLst>
          </p:cNvPr>
          <p:cNvSpPr/>
          <p:nvPr/>
        </p:nvSpPr>
        <p:spPr>
          <a:xfrm>
            <a:off x="1758049" y="5599232"/>
            <a:ext cx="815975" cy="222872"/>
          </a:xfrm>
          <a:prstGeom prst="ellipse">
            <a:avLst/>
          </a:prstGeom>
          <a:solidFill>
            <a:srgbClr val="B9D0CD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8.9%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EB6E8BAD-D1FF-5BC4-1597-416958BD6614}"/>
              </a:ext>
            </a:extLst>
          </p:cNvPr>
          <p:cNvSpPr txBox="1">
            <a:spLocks/>
          </p:cNvSpPr>
          <p:nvPr/>
        </p:nvSpPr>
        <p:spPr>
          <a:xfrm>
            <a:off x="1674741" y="2821742"/>
            <a:ext cx="2586037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u="sng"/>
              <a:t>Pasha Bank’s SME loans</a:t>
            </a:r>
            <a:endParaRPr lang="ru-RU" sz="1200" b="1" u="sng"/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3CCF7138-B99E-9D02-D912-C126769C8706}"/>
              </a:ext>
            </a:extLst>
          </p:cNvPr>
          <p:cNvSpPr txBox="1">
            <a:spLocks/>
          </p:cNvSpPr>
          <p:nvPr/>
        </p:nvSpPr>
        <p:spPr>
          <a:xfrm>
            <a:off x="1674741" y="4419351"/>
            <a:ext cx="2850669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u="sng"/>
              <a:t>Pasha Bank’s total loan portfolio</a:t>
            </a:r>
            <a:endParaRPr lang="ru-RU" sz="1200" b="1" u="sng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40B90471-0CF3-C994-4183-4D81E18B293B}"/>
              </a:ext>
            </a:extLst>
          </p:cNvPr>
          <p:cNvSpPr txBox="1">
            <a:spLocks/>
          </p:cNvSpPr>
          <p:nvPr/>
        </p:nvSpPr>
        <p:spPr>
          <a:xfrm>
            <a:off x="1674741" y="1586242"/>
            <a:ext cx="2586037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 u="sng"/>
              <a:t>SME loans</a:t>
            </a:r>
            <a:endParaRPr lang="ru-RU" sz="1200" b="1" u="sng"/>
          </a:p>
        </p:txBody>
      </p:sp>
      <p:sp>
        <p:nvSpPr>
          <p:cNvPr id="150" name="5. Source">
            <a:extLst>
              <a:ext uri="{FF2B5EF4-FFF2-40B4-BE49-F238E27FC236}">
                <a16:creationId xmlns:a16="http://schemas.microsoft.com/office/drawing/2014/main" id="{FC76B134-7935-82EE-673F-D9AF323BBAE3}"/>
              </a:ext>
            </a:extLst>
          </p:cNvPr>
          <p:cNvSpPr txBox="1">
            <a:spLocks/>
          </p:cNvSpPr>
          <p:nvPr>
            <p:custDataLst>
              <p:tags r:id="rId41"/>
            </p:custDataLst>
          </p:nvPr>
        </p:nvSpPr>
        <p:spPr>
          <a:xfrm>
            <a:off x="554736" y="6514142"/>
            <a:ext cx="7918704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CBAR, Pasha Bank data</a:t>
            </a:r>
          </a:p>
        </p:txBody>
      </p:sp>
      <p:sp>
        <p:nvSpPr>
          <p:cNvPr id="152" name="Sticker">
            <a:extLst>
              <a:ext uri="{FF2B5EF4-FFF2-40B4-BE49-F238E27FC236}">
                <a16:creationId xmlns:a16="http://schemas.microsoft.com/office/drawing/2014/main" id="{E7161DF1-2025-338D-3704-2A88D38377F5}"/>
              </a:ext>
            </a:extLst>
          </p:cNvPr>
          <p:cNvSpPr txBox="1"/>
          <p:nvPr/>
        </p:nvSpPr>
        <p:spPr>
          <a:xfrm>
            <a:off x="7793929" y="0"/>
            <a:ext cx="4398071" cy="216513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540000" bIns="0" rtlCol="0" anchor="ctr" anchorCtr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spcBef>
                <a:spcPts val="300"/>
              </a:spcBef>
              <a:spcAft>
                <a:spcPts val="300"/>
              </a:spcAft>
              <a:buNone/>
              <a:defRPr sz="800" b="1" kern="1200" cap="all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rtl="0"/>
            <a:r>
              <a:rPr lang="en-US" sz="1200">
                <a:latin typeface="+mn-lt"/>
              </a:rPr>
              <a:t>Draft for internal discussion</a:t>
            </a:r>
          </a:p>
        </p:txBody>
      </p:sp>
    </p:spTree>
    <p:extLst>
      <p:ext uri="{BB962C8B-B14F-4D97-AF65-F5344CB8AC3E}">
        <p14:creationId xmlns:p14="http://schemas.microsoft.com/office/powerpoint/2010/main" val="84880347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B459C8-66EE-C2DA-9D9A-E17EE3D69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6" hidden="1">
            <a:extLst>
              <a:ext uri="{FF2B5EF4-FFF2-40B4-BE49-F238E27FC236}">
                <a16:creationId xmlns:a16="http://schemas.microsoft.com/office/drawing/2014/main" id="{7CC80FBC-86E9-9E8D-49B1-7D6CAFAD370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4" imgW="473" imgH="476" progId="TCLayout.ActiveDocument.1">
                  <p:embed/>
                </p:oleObj>
              </mc:Choice>
              <mc:Fallback>
                <p:oleObj name="think-cell Slide" r:id="rId34" imgW="473" imgH="476" progId="TCLayout.ActiveDocument.1">
                  <p:embed/>
                  <p:pic>
                    <p:nvPicPr>
                      <p:cNvPr id="12" name="Object 6" hidden="1">
                        <a:extLst>
                          <a:ext uri="{FF2B5EF4-FFF2-40B4-BE49-F238E27FC236}">
                            <a16:creationId xmlns:a16="http://schemas.microsoft.com/office/drawing/2014/main" id="{7CC80FBC-86E9-9E8D-49B1-7D6CAFAD370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0" name="2. Slide Title">
            <a:extLst>
              <a:ext uri="{FF2B5EF4-FFF2-40B4-BE49-F238E27FC236}">
                <a16:creationId xmlns:a16="http://schemas.microsoft.com/office/drawing/2014/main" id="{9580B7A5-6672-5660-5B8D-248E24F0373D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r>
              <a:rPr lang="en-US"/>
              <a:t>…and require PASHA Bank to consider two potential strategic routes, one of  which would require a shift of focus to micro</a:t>
            </a:r>
          </a:p>
        </p:txBody>
      </p:sp>
      <p:sp>
        <p:nvSpPr>
          <p:cNvPr id="10" name="Sticker">
            <a:extLst>
              <a:ext uri="{FF2B5EF4-FFF2-40B4-BE49-F238E27FC236}">
                <a16:creationId xmlns:a16="http://schemas.microsoft.com/office/drawing/2014/main" id="{82AF910D-9652-D077-A781-A785C4340A1D}"/>
              </a:ext>
            </a:extLst>
          </p:cNvPr>
          <p:cNvSpPr txBox="1"/>
          <p:nvPr/>
        </p:nvSpPr>
        <p:spPr>
          <a:xfrm>
            <a:off x="7793929" y="0"/>
            <a:ext cx="4398071" cy="216513"/>
          </a:xfrm>
          <a:prstGeom prst="rect">
            <a:avLst/>
          </a:prstGeom>
          <a:gradFill>
            <a:gsLst>
              <a:gs pos="75000">
                <a:schemeClr val="accent5"/>
              </a:gs>
              <a:gs pos="25000">
                <a:schemeClr val="bg2">
                  <a:alpha val="0"/>
                </a:schemeClr>
              </a:gs>
            </a:gsLst>
            <a:lin ang="19200000" scaled="0"/>
          </a:gradFill>
          <a:ln w="6350">
            <a:noFill/>
            <a:miter lim="800000"/>
          </a:ln>
        </p:spPr>
        <p:txBody>
          <a:bodyPr vert="horz" wrap="square" lIns="0" tIns="0" rIns="540000" bIns="0" rtlCol="0" anchor="ctr" anchorCtr="0">
            <a:noAutofit/>
          </a:bodyPr>
          <a:lstStyle>
            <a:defPPr>
              <a:defRPr lang="en-US"/>
            </a:defPPr>
            <a:lvl1pPr>
              <a:spcBef>
                <a:spcPts val="300"/>
              </a:spcBef>
              <a:spcAft>
                <a:spcPts val="300"/>
              </a:spcAft>
              <a:buNone/>
              <a:defRPr sz="800" b="1" cap="all"/>
            </a:lvl1pPr>
          </a:lstStyle>
          <a:p>
            <a:pPr algn="r" rtl="0"/>
            <a:r>
              <a:rPr lang="en-US" b="0">
                <a:latin typeface="+mn-lt"/>
              </a:rPr>
              <a:t>Draft for internal discussion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4121962D-18FF-09AE-7BD8-9D19231331FC}"/>
              </a:ext>
            </a:extLst>
          </p:cNvPr>
          <p:cNvCxnSpPr>
            <a:cxnSpLocks/>
          </p:cNvCxnSpPr>
          <p:nvPr/>
        </p:nvCxnSpPr>
        <p:spPr>
          <a:xfrm>
            <a:off x="554735" y="2065338"/>
            <a:ext cx="338502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2" name="5. Source">
            <a:extLst>
              <a:ext uri="{FF2B5EF4-FFF2-40B4-BE49-F238E27FC236}">
                <a16:creationId xmlns:a16="http://schemas.microsoft.com/office/drawing/2014/main" id="{6BDAEA8B-8FBD-31C3-1AC5-0D4D82C5BA60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554736" y="6514142"/>
            <a:ext cx="7918704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PASHA Bank data, </a:t>
            </a:r>
            <a:r>
              <a:rPr lang="en-US"/>
              <a:t>PASHA Financial Holding macro projections, CBAR</a:t>
            </a:r>
            <a:endParaRPr lang="en-US" sz="800"/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04769E1-E427-8530-3012-AF2F27C9DFF5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1041400" y="2892425"/>
          <a:ext cx="1809750" cy="28368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6"/>
          </a:graphicData>
        </a:graphic>
      </p:graphicFrame>
      <p:cxnSp>
        <p:nvCxnSpPr>
          <p:cNvPr id="744" name="Straight Connector 743">
            <a:extLst>
              <a:ext uri="{FF2B5EF4-FFF2-40B4-BE49-F238E27FC236}">
                <a16:creationId xmlns:a16="http://schemas.microsoft.com/office/drawing/2014/main" id="{F799CFAD-7C6B-5D70-5377-979195176375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2063750" y="2974975"/>
            <a:ext cx="587375" cy="0"/>
          </a:xfrm>
          <a:prstGeom prst="line">
            <a:avLst/>
          </a:prstGeom>
          <a:ln w="28575" cap="flat" cmpd="sng" algn="ctr">
            <a:solidFill>
              <a:schemeClr val="accent6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45" name="Straight Connector 744">
            <a:extLst>
              <a:ext uri="{FF2B5EF4-FFF2-40B4-BE49-F238E27FC236}">
                <a16:creationId xmlns:a16="http://schemas.microsoft.com/office/drawing/2014/main" id="{2129F057-55AF-5E41-F8B3-B5017FEFF8CD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2063750" y="2974975"/>
            <a:ext cx="0" cy="400050"/>
          </a:xfrm>
          <a:prstGeom prst="line">
            <a:avLst/>
          </a:prstGeom>
          <a:ln w="28575" cap="flat" cmpd="sng" algn="ctr">
            <a:solidFill>
              <a:schemeClr val="accent6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46" name="Straight Connector 745">
            <a:extLst>
              <a:ext uri="{FF2B5EF4-FFF2-40B4-BE49-F238E27FC236}">
                <a16:creationId xmlns:a16="http://schemas.microsoft.com/office/drawing/2014/main" id="{FB433A59-AA46-0192-AE29-40FB52B87A1E}"/>
              </a:ext>
            </a:extLst>
          </p:cNvPr>
          <p:cNvCxnSpPr/>
          <p:nvPr>
            <p:custDataLst>
              <p:tags r:id="rId7"/>
            </p:custDataLst>
          </p:nvPr>
        </p:nvCxnSpPr>
        <p:spPr bwMode="gray">
          <a:xfrm>
            <a:off x="2651125" y="2974975"/>
            <a:ext cx="0" cy="400050"/>
          </a:xfrm>
          <a:prstGeom prst="line">
            <a:avLst/>
          </a:prstGeom>
          <a:ln w="28575" cap="flat" cmpd="sng" algn="ctr">
            <a:solidFill>
              <a:schemeClr val="accent6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50" name="Straight Connector 749">
            <a:extLst>
              <a:ext uri="{FF2B5EF4-FFF2-40B4-BE49-F238E27FC236}">
                <a16:creationId xmlns:a16="http://schemas.microsoft.com/office/drawing/2014/main" id="{E0C413D5-1542-1F72-C95D-AC39EC752F48}"/>
              </a:ext>
            </a:extLst>
          </p:cNvPr>
          <p:cNvCxnSpPr/>
          <p:nvPr>
            <p:custDataLst>
              <p:tags r:id="rId8"/>
            </p:custDataLst>
          </p:nvPr>
        </p:nvCxnSpPr>
        <p:spPr bwMode="gray">
          <a:xfrm>
            <a:off x="1241425" y="4670425"/>
            <a:ext cx="587375" cy="0"/>
          </a:xfrm>
          <a:prstGeom prst="line">
            <a:avLst/>
          </a:prstGeom>
          <a:ln w="28575" cap="flat" cmpd="sng" algn="ctr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51" name="Straight Connector 750">
            <a:extLst>
              <a:ext uri="{FF2B5EF4-FFF2-40B4-BE49-F238E27FC236}">
                <a16:creationId xmlns:a16="http://schemas.microsoft.com/office/drawing/2014/main" id="{A8BB9F18-F34C-BDD4-C15D-6CEE3091745F}"/>
              </a:ext>
            </a:extLst>
          </p:cNvPr>
          <p:cNvCxnSpPr/>
          <p:nvPr>
            <p:custDataLst>
              <p:tags r:id="rId9"/>
            </p:custDataLst>
          </p:nvPr>
        </p:nvCxnSpPr>
        <p:spPr bwMode="gray">
          <a:xfrm>
            <a:off x="1241425" y="4202113"/>
            <a:ext cx="587375" cy="0"/>
          </a:xfrm>
          <a:prstGeom prst="line">
            <a:avLst/>
          </a:prstGeom>
          <a:ln w="28575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7" name="Straight Connector 736">
            <a:extLst>
              <a:ext uri="{FF2B5EF4-FFF2-40B4-BE49-F238E27FC236}">
                <a16:creationId xmlns:a16="http://schemas.microsoft.com/office/drawing/2014/main" id="{48E78EA8-94DA-1AD2-AB4A-D172730D3E53}"/>
              </a:ext>
            </a:extLst>
          </p:cNvPr>
          <p:cNvCxnSpPr/>
          <p:nvPr>
            <p:custDataLst>
              <p:tags r:id="rId10"/>
            </p:custDataLst>
          </p:nvPr>
        </p:nvCxnSpPr>
        <p:spPr bwMode="gray">
          <a:xfrm>
            <a:off x="1241425" y="3573463"/>
            <a:ext cx="587375" cy="0"/>
          </a:xfrm>
          <a:prstGeom prst="line">
            <a:avLst/>
          </a:prstGeom>
          <a:ln w="28575" cap="flat" cmpd="sng" algn="ctr">
            <a:solidFill>
              <a:schemeClr val="accent6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8" name="Straight Connector 737">
            <a:extLst>
              <a:ext uri="{FF2B5EF4-FFF2-40B4-BE49-F238E27FC236}">
                <a16:creationId xmlns:a16="http://schemas.microsoft.com/office/drawing/2014/main" id="{CDEAC39A-B74E-0C9F-46D2-02D80A9CC156}"/>
              </a:ext>
            </a:extLst>
          </p:cNvPr>
          <p:cNvCxnSpPr/>
          <p:nvPr>
            <p:custDataLst>
              <p:tags r:id="rId11"/>
            </p:custDataLst>
          </p:nvPr>
        </p:nvCxnSpPr>
        <p:spPr bwMode="gray">
          <a:xfrm>
            <a:off x="1241425" y="3573463"/>
            <a:ext cx="0" cy="311150"/>
          </a:xfrm>
          <a:prstGeom prst="line">
            <a:avLst/>
          </a:prstGeom>
          <a:ln w="28575" cap="flat" cmpd="sng" algn="ctr">
            <a:solidFill>
              <a:schemeClr val="accent6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9" name="Straight Connector 738">
            <a:extLst>
              <a:ext uri="{FF2B5EF4-FFF2-40B4-BE49-F238E27FC236}">
                <a16:creationId xmlns:a16="http://schemas.microsoft.com/office/drawing/2014/main" id="{A795334A-9867-AB58-6734-FFCFC995ACD8}"/>
              </a:ext>
            </a:extLst>
          </p:cNvPr>
          <p:cNvCxnSpPr/>
          <p:nvPr>
            <p:custDataLst>
              <p:tags r:id="rId12"/>
            </p:custDataLst>
          </p:nvPr>
        </p:nvCxnSpPr>
        <p:spPr bwMode="gray">
          <a:xfrm>
            <a:off x="1828800" y="3573463"/>
            <a:ext cx="0" cy="311150"/>
          </a:xfrm>
          <a:prstGeom prst="line">
            <a:avLst/>
          </a:prstGeom>
          <a:ln w="28575" cap="flat" cmpd="sng" algn="ctr">
            <a:solidFill>
              <a:schemeClr val="accent6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7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gray">
          <a:xfrm>
            <a:off x="1325563" y="3952876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US" altLang="en-US" sz="1200">
                <a:effectLst/>
                <a:latin typeface="+mn-lt"/>
              </a:rPr>
              <a:t>2,289</a:t>
            </a:r>
            <a:endParaRPr lang="en-US" sz="1200">
              <a:latin typeface="+mn-lt"/>
            </a:endParaRPr>
          </a:p>
        </p:txBody>
      </p:sp>
      <p:sp>
        <p:nvSpPr>
          <p:cNvPr id="534" name="Text Placeholder 4">
            <a:extLst>
              <a:ext uri="{FF2B5EF4-FFF2-40B4-BE49-F238E27FC236}">
                <a16:creationId xmlns:a16="http://schemas.microsoft.com/office/drawing/2014/main" id="{1EDDD4B4-D249-B96B-19A6-E9F4EE57ECE4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auto">
          <a:xfrm>
            <a:off x="1363663" y="5697538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8B79C4C-3061-495B-90ED-00DCA0D61504}" type="datetime'''''''''''''''20''''''''''''''''''2''''''''''''''''5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US" sz="1200">
              <a:latin typeface="+mn-lt"/>
            </a:endParaRPr>
          </a:p>
        </p:txBody>
      </p:sp>
      <p:sp>
        <p:nvSpPr>
          <p:cNvPr id="78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5"/>
            </p:custDataLst>
          </p:nvPr>
        </p:nvSpPr>
        <p:spPr bwMode="gray">
          <a:xfrm>
            <a:off x="2147888" y="3425826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US" altLang="en-US" sz="1200">
                <a:effectLst/>
                <a:latin typeface="+mn-lt"/>
              </a:rPr>
              <a:t>2,488</a:t>
            </a:r>
            <a:endParaRPr lang="en-US" sz="1200">
              <a:latin typeface="+mn-lt"/>
            </a:endParaRPr>
          </a:p>
        </p:txBody>
      </p:sp>
      <p:sp>
        <p:nvSpPr>
          <p:cNvPr id="535" name="Text Placeholder 4">
            <a:extLst>
              <a:ext uri="{FF2B5EF4-FFF2-40B4-BE49-F238E27FC236}">
                <a16:creationId xmlns:a16="http://schemas.microsoft.com/office/drawing/2014/main" id="{24047CA7-9B73-491F-17E6-37382C77E920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auto">
          <a:xfrm>
            <a:off x="2063751" y="5697538"/>
            <a:ext cx="5873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A58DDFF-3407-4D7D-A747-54FDDD2B15F3}" type="datetime'202''''''''''9'''''' ''''''''(''''F'''')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2029 (F)</a:t>
            </a:fld>
            <a:endParaRPr lang="en-US" sz="1200">
              <a:latin typeface="+mn-lt"/>
            </a:endParaRPr>
          </a:p>
        </p:txBody>
      </p:sp>
      <p:sp>
        <p:nvSpPr>
          <p:cNvPr id="536" name="Text Placeholder 4">
            <a:extLst>
              <a:ext uri="{FF2B5EF4-FFF2-40B4-BE49-F238E27FC236}">
                <a16:creationId xmlns:a16="http://schemas.microsoft.com/office/drawing/2014/main" id="{66945522-3BB3-E9AA-6EA7-96266469EE33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auto">
          <a:xfrm>
            <a:off x="587375" y="3952875"/>
            <a:ext cx="5318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397445B6-0C93-40CB-A9DB-9AADE763D787}" type="datetime'''''''''''''''''''''''''''''M''ed''iu''m''''''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Medium</a:t>
            </a:fld>
            <a:endParaRPr lang="en-US" sz="1200">
              <a:latin typeface="+mn-lt"/>
            </a:endParaRPr>
          </a:p>
        </p:txBody>
      </p:sp>
      <p:sp>
        <p:nvSpPr>
          <p:cNvPr id="537" name="Text Placeholder 4">
            <a:extLst>
              <a:ext uri="{FF2B5EF4-FFF2-40B4-BE49-F238E27FC236}">
                <a16:creationId xmlns:a16="http://schemas.microsoft.com/office/drawing/2014/main" id="{4281DCDD-38E3-4D01-2BBE-08DE41609FEE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auto">
          <a:xfrm>
            <a:off x="587375" y="4344988"/>
            <a:ext cx="3619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69AF1BC0-FC63-4419-80A4-DC174B0D939A}" type="datetime'S''''m''a''l''''''''''''l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Small</a:t>
            </a:fld>
            <a:endParaRPr lang="en-US" sz="1200">
              <a:latin typeface="+mn-lt"/>
            </a:endParaRPr>
          </a:p>
        </p:txBody>
      </p:sp>
      <p:sp>
        <p:nvSpPr>
          <p:cNvPr id="538" name="Text Placeholder 4">
            <a:extLst>
              <a:ext uri="{FF2B5EF4-FFF2-40B4-BE49-F238E27FC236}">
                <a16:creationId xmlns:a16="http://schemas.microsoft.com/office/drawing/2014/main" id="{A476565C-8A82-895B-1F5C-EAD8D8920811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auto">
          <a:xfrm>
            <a:off x="587375" y="5067300"/>
            <a:ext cx="3603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BB8CBF33-0963-4F3D-A28A-8A89C53BEBC9}" type="datetime'''''Mi''''''''''''''''''''''''c''ro'''''''''''''''''''''''">
              <a:rPr lang="en-US" altLang="en-US" sz="1200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Micro</a:t>
            </a:fld>
            <a:endParaRPr lang="en-US" sz="1200">
              <a:latin typeface="+mn-lt"/>
            </a:endParaRPr>
          </a:p>
        </p:txBody>
      </p:sp>
      <p:sp>
        <p:nvSpPr>
          <p:cNvPr id="539" name="Text Placeholder 4">
            <a:extLst>
              <a:ext uri="{FF2B5EF4-FFF2-40B4-BE49-F238E27FC236}">
                <a16:creationId xmlns:a16="http://schemas.microsoft.com/office/drawing/2014/main" id="{EBD71C35-B0C4-1866-1D35-D21DCB889C43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gray">
          <a:xfrm>
            <a:off x="1330326" y="3365500"/>
            <a:ext cx="4095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08FD5FA-BF90-409E-BA8A-03E77399C789}" type="datetime'''''''''''7,5''5''''''''''''''6''''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7,556</a:t>
            </a:fld>
            <a:endParaRPr lang="en-US" sz="1200">
              <a:latin typeface="+mn-lt"/>
            </a:endParaRPr>
          </a:p>
        </p:txBody>
      </p:sp>
      <p:sp>
        <p:nvSpPr>
          <p:cNvPr id="540" name="Text Placeholder 4">
            <a:extLst>
              <a:ext uri="{FF2B5EF4-FFF2-40B4-BE49-F238E27FC236}">
                <a16:creationId xmlns:a16="http://schemas.microsoft.com/office/drawing/2014/main" id="{D9F6B1BC-BDB0-0D6F-39BA-4381CF3540C0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2149476" y="2767013"/>
            <a:ext cx="4175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D9BA7A9-F9F1-4EB7-8FCA-C22AC8B810C7}" type="datetime'''9'''''''''''',''7''''''''3''''''''9'''''''''''''''''''">
              <a:rPr lang="en-US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9,739</a:t>
            </a:fld>
            <a:endParaRPr lang="en-US" sz="1200">
              <a:latin typeface="+mn-lt"/>
            </a:endParaRPr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gray">
          <a:xfrm>
            <a:off x="1327150" y="4344989"/>
            <a:ext cx="4175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285216C-63A5-4535-B189-D48C4F9F611C}" type="datetime'1'''''',''7''''''07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1,707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1325563" y="5067301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5DB2E94-45C3-4233-990B-C730C9DEFF80}" type="datetime'''''''''''''''''''3'''''',''''5''6''''''''0''''''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3,560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2147888" y="3824289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2B70F5F-E51D-4D06-9DF6-18AE181317D9}" type="datetime'''''1'''',''8''''''''8''''''''''''''''''''''''''''''''3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1,883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2147888" y="4819651"/>
            <a:ext cx="420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723CB8D-0F88-4379-8E06-7846F37413E0}" type="datetime'5'',''''3''''''''6''''''''''''''7''''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5,367</a:t>
            </a:fld>
            <a:endParaRPr lang="en-US" sz="12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560" name="TextBox 559">
            <a:extLst>
              <a:ext uri="{FF2B5EF4-FFF2-40B4-BE49-F238E27FC236}">
                <a16:creationId xmlns:a16="http://schemas.microsoft.com/office/drawing/2014/main" id="{A99CB3A3-3493-ACE8-ACAC-5DF42B29BCDD}"/>
              </a:ext>
            </a:extLst>
          </p:cNvPr>
          <p:cNvSpPr txBox="1">
            <a:spLocks/>
          </p:cNvSpPr>
          <p:nvPr/>
        </p:nvSpPr>
        <p:spPr>
          <a:xfrm>
            <a:off x="554735" y="2151063"/>
            <a:ext cx="3385020" cy="184150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i="1"/>
              <a:t>Azerbaijan SME loan market, AZN MN</a:t>
            </a:r>
            <a:endParaRPr lang="ru-RU" sz="1200" i="1"/>
          </a:p>
        </p:txBody>
      </p:sp>
      <p:sp>
        <p:nvSpPr>
          <p:cNvPr id="562" name="TextBox 271">
            <a:extLst>
              <a:ext uri="{FF2B5EF4-FFF2-40B4-BE49-F238E27FC236}">
                <a16:creationId xmlns:a16="http://schemas.microsoft.com/office/drawing/2014/main" id="{C35DAF19-85BA-86CF-3A7F-26081965C99C}"/>
              </a:ext>
            </a:extLst>
          </p:cNvPr>
          <p:cNvSpPr txBox="1">
            <a:spLocks/>
          </p:cNvSpPr>
          <p:nvPr/>
        </p:nvSpPr>
        <p:spPr>
          <a:xfrm>
            <a:off x="2818009" y="2484438"/>
            <a:ext cx="726742" cy="36988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defPPr>
              <a:defRPr lang="en-US"/>
            </a:defPPr>
            <a:lvl1pPr marL="0" lv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lvl="1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lvl="2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lvl="3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lvl="4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CAGR</a:t>
            </a:r>
            <a:r>
              <a:rPr lang="en-US" sz="1200" baseline="30000"/>
              <a:t> 1</a:t>
            </a:r>
            <a:r>
              <a:rPr lang="en-US" sz="1200" b="1"/>
              <a:t>, </a:t>
            </a:r>
            <a:r>
              <a:rPr lang="en-US" sz="1200"/>
              <a:t>%</a:t>
            </a:r>
            <a:endParaRPr lang="ru-RU" sz="1200"/>
          </a:p>
        </p:txBody>
      </p: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F912CDE8-6B1A-38AF-017C-9B66CD82CD7C}"/>
              </a:ext>
            </a:extLst>
          </p:cNvPr>
          <p:cNvCxnSpPr>
            <a:cxnSpLocks/>
          </p:cNvCxnSpPr>
          <p:nvPr/>
        </p:nvCxnSpPr>
        <p:spPr>
          <a:xfrm>
            <a:off x="2818009" y="2857500"/>
            <a:ext cx="726742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4" name="4. Footnote">
            <a:extLst>
              <a:ext uri="{FF2B5EF4-FFF2-40B4-BE49-F238E27FC236}">
                <a16:creationId xmlns:a16="http://schemas.microsoft.com/office/drawing/2014/main" id="{06985146-C1E9-797C-1EBD-F9E72B4FC405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554736" y="6330793"/>
            <a:ext cx="11082528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1.	PASHA Financial Holding expects ~9% CAGR in business loans between 2025 and 2029 per its base case. Assuming the historic growth rate correlation between overall business loans and different SME loans, the CAGR calculated / estimated</a:t>
            </a:r>
          </a:p>
        </p:txBody>
      </p:sp>
      <p:sp>
        <p:nvSpPr>
          <p:cNvPr id="565" name="Oval 564">
            <a:extLst>
              <a:ext uri="{FF2B5EF4-FFF2-40B4-BE49-F238E27FC236}">
                <a16:creationId xmlns:a16="http://schemas.microsoft.com/office/drawing/2014/main" id="{42E37D53-B14B-D6FB-8974-5833317DDEF8}"/>
              </a:ext>
            </a:extLst>
          </p:cNvPr>
          <p:cNvSpPr/>
          <p:nvPr/>
        </p:nvSpPr>
        <p:spPr>
          <a:xfrm>
            <a:off x="2818009" y="3109913"/>
            <a:ext cx="726742" cy="347663"/>
          </a:xfrm>
          <a:prstGeom prst="ellipse">
            <a:avLst/>
          </a:prstGeom>
          <a:solidFill>
            <a:srgbClr val="F7D14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2%</a:t>
            </a:r>
          </a:p>
        </p:txBody>
      </p:sp>
      <p:sp>
        <p:nvSpPr>
          <p:cNvPr id="566" name="Oval 565">
            <a:extLst>
              <a:ext uri="{FF2B5EF4-FFF2-40B4-BE49-F238E27FC236}">
                <a16:creationId xmlns:a16="http://schemas.microsoft.com/office/drawing/2014/main" id="{7D962416-C07C-7E19-CD52-C3FC2896B548}"/>
              </a:ext>
            </a:extLst>
          </p:cNvPr>
          <p:cNvSpPr/>
          <p:nvPr/>
        </p:nvSpPr>
        <p:spPr>
          <a:xfrm>
            <a:off x="2818009" y="3771900"/>
            <a:ext cx="726742" cy="347663"/>
          </a:xfrm>
          <a:prstGeom prst="ellipse">
            <a:avLst/>
          </a:prstGeom>
          <a:solidFill>
            <a:srgbClr val="1C863F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2%</a:t>
            </a:r>
          </a:p>
        </p:txBody>
      </p:sp>
      <p:sp>
        <p:nvSpPr>
          <p:cNvPr id="567" name="Oval 566">
            <a:extLst>
              <a:ext uri="{FF2B5EF4-FFF2-40B4-BE49-F238E27FC236}">
                <a16:creationId xmlns:a16="http://schemas.microsoft.com/office/drawing/2014/main" id="{AE652A99-0C83-D1D7-9376-49C6A7525917}"/>
              </a:ext>
            </a:extLst>
          </p:cNvPr>
          <p:cNvSpPr/>
          <p:nvPr/>
        </p:nvSpPr>
        <p:spPr>
          <a:xfrm>
            <a:off x="2818009" y="4878388"/>
            <a:ext cx="726742" cy="347663"/>
          </a:xfrm>
          <a:prstGeom prst="ellipse">
            <a:avLst/>
          </a:prstGeom>
          <a:solidFill>
            <a:srgbClr val="0A563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11%</a:t>
            </a:r>
          </a:p>
        </p:txBody>
      </p:sp>
      <p:sp>
        <p:nvSpPr>
          <p:cNvPr id="568" name="TextBox 567">
            <a:extLst>
              <a:ext uri="{FF2B5EF4-FFF2-40B4-BE49-F238E27FC236}">
                <a16:creationId xmlns:a16="http://schemas.microsoft.com/office/drawing/2014/main" id="{F6D73748-79A4-299D-4FFD-DC590C7B0BAC}"/>
              </a:ext>
            </a:extLst>
          </p:cNvPr>
          <p:cNvSpPr txBox="1">
            <a:spLocks/>
          </p:cNvSpPr>
          <p:nvPr/>
        </p:nvSpPr>
        <p:spPr>
          <a:xfrm>
            <a:off x="587375" y="1663700"/>
            <a:ext cx="3385020" cy="36988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Micro sub-segment is expected to be the largest and fastest growing within SME </a:t>
            </a:r>
            <a:endParaRPr lang="ru-RU" sz="1200"/>
          </a:p>
        </p:txBody>
      </p: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D65D5CD1-0E71-C464-314D-0AA50B9F8364}"/>
              </a:ext>
            </a:extLst>
          </p:cNvPr>
          <p:cNvCxnSpPr>
            <a:cxnSpLocks/>
          </p:cNvCxnSpPr>
          <p:nvPr/>
        </p:nvCxnSpPr>
        <p:spPr>
          <a:xfrm>
            <a:off x="554735" y="6070748"/>
            <a:ext cx="338502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Straight Connector 570">
            <a:extLst>
              <a:ext uri="{FF2B5EF4-FFF2-40B4-BE49-F238E27FC236}">
                <a16:creationId xmlns:a16="http://schemas.microsoft.com/office/drawing/2014/main" id="{8EB37CD8-6C9C-58C3-FBF9-B0398C804F21}"/>
              </a:ext>
            </a:extLst>
          </p:cNvPr>
          <p:cNvCxnSpPr>
            <a:cxnSpLocks/>
          </p:cNvCxnSpPr>
          <p:nvPr/>
        </p:nvCxnSpPr>
        <p:spPr>
          <a:xfrm>
            <a:off x="4301065" y="6070748"/>
            <a:ext cx="7336197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ChevronBlue 137">
            <a:extLst>
              <a:ext uri="{FF2B5EF4-FFF2-40B4-BE49-F238E27FC236}">
                <a16:creationId xmlns:a16="http://schemas.microsoft.com/office/drawing/2014/main" id="{AA828655-8869-41CB-5884-CC41311BABFE}"/>
              </a:ext>
            </a:extLst>
          </p:cNvPr>
          <p:cNvGrpSpPr>
            <a:grpSpLocks/>
          </p:cNvGrpSpPr>
          <p:nvPr>
            <p:custDataLst>
              <p:tags r:id="rId27"/>
            </p:custDataLst>
          </p:nvPr>
        </p:nvGrpSpPr>
        <p:grpSpPr>
          <a:xfrm>
            <a:off x="4015473" y="1944066"/>
            <a:ext cx="209872" cy="209872"/>
            <a:chOff x="1016000" y="1016000"/>
            <a:chExt cx="396228" cy="396228"/>
          </a:xfrm>
          <a:solidFill>
            <a:schemeClr val="bg1">
              <a:lumMod val="50000"/>
            </a:schemeClr>
          </a:solidFill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958FD594-0F93-A384-DD08-6EA29F6274F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36" name="Graphic 135">
              <a:extLst>
                <a:ext uri="{FF2B5EF4-FFF2-40B4-BE49-F238E27FC236}">
                  <a16:creationId xmlns:a16="http://schemas.microsoft.com/office/drawing/2014/main" id="{0D26FB77-55B9-B380-E716-EADB419821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7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CC1559BC-9BEC-E97B-1513-8DF7938AB5E0}"/>
              </a:ext>
            </a:extLst>
          </p:cNvPr>
          <p:cNvCxnSpPr>
            <a:cxnSpLocks/>
          </p:cNvCxnSpPr>
          <p:nvPr/>
        </p:nvCxnSpPr>
        <p:spPr>
          <a:xfrm>
            <a:off x="4120409" y="2149905"/>
            <a:ext cx="0" cy="3920843"/>
          </a:xfrm>
          <a:prstGeom prst="line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688B3394-7C61-6768-8B24-708C4ACF88E1}"/>
              </a:ext>
            </a:extLst>
          </p:cNvPr>
          <p:cNvSpPr txBox="1">
            <a:spLocks/>
          </p:cNvSpPr>
          <p:nvPr/>
        </p:nvSpPr>
        <p:spPr>
          <a:xfrm>
            <a:off x="4301063" y="2254993"/>
            <a:ext cx="994837" cy="55399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Portfolio breakdown suggestion</a:t>
            </a:r>
            <a:endParaRPr lang="ru-RU" sz="1200"/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AF796B11-5B51-625D-F372-9E7B770D2B39}"/>
              </a:ext>
            </a:extLst>
          </p:cNvPr>
          <p:cNvSpPr txBox="1">
            <a:spLocks/>
          </p:cNvSpPr>
          <p:nvPr/>
        </p:nvSpPr>
        <p:spPr>
          <a:xfrm>
            <a:off x="4301063" y="3099732"/>
            <a:ext cx="1136315" cy="369332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Implied per annum growth</a:t>
            </a:r>
            <a:endParaRPr lang="ru-RU" sz="1200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2ABD2944-DA58-0244-61CD-BD05422DFAB4}"/>
              </a:ext>
            </a:extLst>
          </p:cNvPr>
          <p:cNvSpPr txBox="1">
            <a:spLocks/>
          </p:cNvSpPr>
          <p:nvPr/>
        </p:nvSpPr>
        <p:spPr>
          <a:xfrm>
            <a:off x="4301063" y="3601468"/>
            <a:ext cx="942509" cy="55399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Implied market share</a:t>
            </a:r>
            <a:endParaRPr lang="ru-RU" sz="1200"/>
          </a:p>
        </p:txBody>
      </p:sp>
      <p:cxnSp>
        <p:nvCxnSpPr>
          <p:cNvPr id="575" name="Straight Connector 574">
            <a:extLst>
              <a:ext uri="{FF2B5EF4-FFF2-40B4-BE49-F238E27FC236}">
                <a16:creationId xmlns:a16="http://schemas.microsoft.com/office/drawing/2014/main" id="{6057D8C1-695A-99EE-CCBC-FCAC85FD12EA}"/>
              </a:ext>
            </a:extLst>
          </p:cNvPr>
          <p:cNvCxnSpPr>
            <a:cxnSpLocks/>
          </p:cNvCxnSpPr>
          <p:nvPr/>
        </p:nvCxnSpPr>
        <p:spPr>
          <a:xfrm>
            <a:off x="4301064" y="1403535"/>
            <a:ext cx="713846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TextBox 128">
            <a:extLst>
              <a:ext uri="{FF2B5EF4-FFF2-40B4-BE49-F238E27FC236}">
                <a16:creationId xmlns:a16="http://schemas.microsoft.com/office/drawing/2014/main" id="{25BD31BF-29DF-36F2-9273-0FBBDC426729}"/>
              </a:ext>
            </a:extLst>
          </p:cNvPr>
          <p:cNvSpPr txBox="1">
            <a:spLocks/>
          </p:cNvSpPr>
          <p:nvPr/>
        </p:nvSpPr>
        <p:spPr>
          <a:xfrm>
            <a:off x="4301063" y="1201604"/>
            <a:ext cx="7138459" cy="184666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Hypothetical strategic routes for PASHA Bank – for discussion</a:t>
            </a:r>
            <a:endParaRPr lang="ru-RU" sz="1200"/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F5D3C179-9491-2A07-618C-799876D47CA0}"/>
              </a:ext>
            </a:extLst>
          </p:cNvPr>
          <p:cNvCxnSpPr>
            <a:cxnSpLocks/>
          </p:cNvCxnSpPr>
          <p:nvPr/>
        </p:nvCxnSpPr>
        <p:spPr>
          <a:xfrm>
            <a:off x="4301064" y="3000024"/>
            <a:ext cx="713846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3D68891A-031C-4CD3-78A2-6111650E4F5B}"/>
              </a:ext>
            </a:extLst>
          </p:cNvPr>
          <p:cNvCxnSpPr>
            <a:cxnSpLocks/>
          </p:cNvCxnSpPr>
          <p:nvPr/>
        </p:nvCxnSpPr>
        <p:spPr>
          <a:xfrm>
            <a:off x="4301062" y="3560192"/>
            <a:ext cx="713846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extBox 168">
            <a:extLst>
              <a:ext uri="{FF2B5EF4-FFF2-40B4-BE49-F238E27FC236}">
                <a16:creationId xmlns:a16="http://schemas.microsoft.com/office/drawing/2014/main" id="{5CF904E5-8595-6BF6-D94F-076D5216D087}"/>
              </a:ext>
            </a:extLst>
          </p:cNvPr>
          <p:cNvSpPr txBox="1">
            <a:spLocks/>
          </p:cNvSpPr>
          <p:nvPr/>
        </p:nvSpPr>
        <p:spPr>
          <a:xfrm>
            <a:off x="4301063" y="4307236"/>
            <a:ext cx="994837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Implications</a:t>
            </a:r>
            <a:endParaRPr lang="ru-RU" sz="1200"/>
          </a:p>
        </p:txBody>
      </p:sp>
      <p:sp>
        <p:nvSpPr>
          <p:cNvPr id="131" name="TrackerNumBlue 131">
            <a:extLst>
              <a:ext uri="{FF2B5EF4-FFF2-40B4-BE49-F238E27FC236}">
                <a16:creationId xmlns:a16="http://schemas.microsoft.com/office/drawing/2014/main" id="{0155F8ED-59BF-1106-3CFE-EDCF2F5CF47B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>
          <a:xfrm>
            <a:off x="5437384" y="1565281"/>
            <a:ext cx="296258" cy="27432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33" name="TrackerNumBlue 131">
            <a:extLst>
              <a:ext uri="{FF2B5EF4-FFF2-40B4-BE49-F238E27FC236}">
                <a16:creationId xmlns:a16="http://schemas.microsoft.com/office/drawing/2014/main" id="{C8C3EF69-4B99-5424-AFDC-BE4A19975A82}"/>
              </a:ext>
            </a:extLst>
          </p:cNvPr>
          <p:cNvSpPr/>
          <p:nvPr>
            <p:custDataLst>
              <p:tags r:id="rId29"/>
            </p:custDataLst>
          </p:nvPr>
        </p:nvSpPr>
        <p:spPr>
          <a:xfrm>
            <a:off x="8708155" y="1565281"/>
            <a:ext cx="296258" cy="274320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1F47ED38-C3FE-B8E9-C4AC-808C104C5621}"/>
              </a:ext>
            </a:extLst>
          </p:cNvPr>
          <p:cNvCxnSpPr>
            <a:cxnSpLocks/>
          </p:cNvCxnSpPr>
          <p:nvPr/>
        </p:nvCxnSpPr>
        <p:spPr>
          <a:xfrm>
            <a:off x="5441740" y="1874740"/>
            <a:ext cx="273651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C5F5204A-E7E4-A386-FA95-5172A8DF6599}"/>
              </a:ext>
            </a:extLst>
          </p:cNvPr>
          <p:cNvSpPr txBox="1">
            <a:spLocks/>
          </p:cNvSpPr>
          <p:nvPr/>
        </p:nvSpPr>
        <p:spPr>
          <a:xfrm>
            <a:off x="5441740" y="1473658"/>
            <a:ext cx="2736510" cy="369332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41313">
              <a:buNone/>
            </a:pPr>
            <a:r>
              <a:rPr lang="en-US" sz="1200" b="1"/>
              <a:t>Eliminate micro, maintain current breakdown</a:t>
            </a:r>
            <a:endParaRPr lang="ru-RU" sz="1200"/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1B147B2-CAD3-E712-4C0D-796FC1A98C95}"/>
              </a:ext>
            </a:extLst>
          </p:cNvPr>
          <p:cNvCxnSpPr>
            <a:cxnSpLocks/>
          </p:cNvCxnSpPr>
          <p:nvPr/>
        </p:nvCxnSpPr>
        <p:spPr>
          <a:xfrm>
            <a:off x="8703014" y="1874740"/>
            <a:ext cx="273651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ED4CFB1F-1E65-4860-ABCC-25D977C38C73}"/>
              </a:ext>
            </a:extLst>
          </p:cNvPr>
          <p:cNvSpPr txBox="1">
            <a:spLocks/>
          </p:cNvSpPr>
          <p:nvPr/>
        </p:nvSpPr>
        <p:spPr>
          <a:xfrm>
            <a:off x="8703014" y="1473658"/>
            <a:ext cx="2736510" cy="369332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defPPr>
              <a:defRPr lang="en-US"/>
            </a:defPPr>
            <a:lvl1pPr marL="341313"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None/>
              <a:defRPr sz="1200" b="1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/>
              <a:t>Gradually shift portfolio from medium to micro</a:t>
            </a:r>
            <a:endParaRPr lang="ru-RU"/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9614ED3A-759D-0BCD-6087-649F72F6517B}"/>
              </a:ext>
            </a:extLst>
          </p:cNvPr>
          <p:cNvSpPr/>
          <p:nvPr/>
        </p:nvSpPr>
        <p:spPr>
          <a:xfrm>
            <a:off x="5509992" y="2413263"/>
            <a:ext cx="650021" cy="237459"/>
          </a:xfrm>
          <a:prstGeom prst="ellipse">
            <a:avLst/>
          </a:prstGeom>
          <a:solidFill>
            <a:srgbClr val="F7D14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85%</a:t>
            </a: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2DB3FBAE-2C7B-0415-7779-DFDDB7893CBB}"/>
              </a:ext>
            </a:extLst>
          </p:cNvPr>
          <p:cNvSpPr/>
          <p:nvPr/>
        </p:nvSpPr>
        <p:spPr>
          <a:xfrm>
            <a:off x="6471241" y="2413263"/>
            <a:ext cx="650021" cy="237459"/>
          </a:xfrm>
          <a:prstGeom prst="ellipse">
            <a:avLst/>
          </a:prstGeom>
          <a:solidFill>
            <a:srgbClr val="1C863F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15%</a:t>
            </a: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EE1F5C18-1C25-3E12-BF54-AF6A611469FE}"/>
              </a:ext>
            </a:extLst>
          </p:cNvPr>
          <p:cNvSpPr/>
          <p:nvPr/>
        </p:nvSpPr>
        <p:spPr>
          <a:xfrm>
            <a:off x="7459975" y="2413263"/>
            <a:ext cx="650021" cy="237459"/>
          </a:xfrm>
          <a:prstGeom prst="ellipse">
            <a:avLst/>
          </a:prstGeom>
          <a:solidFill>
            <a:srgbClr val="0A563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0%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0A6B9DE9-3CED-117A-76D3-9EB11C4EB4FF}"/>
              </a:ext>
            </a:extLst>
          </p:cNvPr>
          <p:cNvSpPr txBox="1">
            <a:spLocks/>
          </p:cNvSpPr>
          <p:nvPr/>
        </p:nvSpPr>
        <p:spPr>
          <a:xfrm>
            <a:off x="5486250" y="1948887"/>
            <a:ext cx="697503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i="1"/>
              <a:t>Medium</a:t>
            </a:r>
            <a:endParaRPr lang="ru-RU" sz="1200" i="1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ADA4B5F2-6C75-F038-8C25-9AA95C2C2C22}"/>
              </a:ext>
            </a:extLst>
          </p:cNvPr>
          <p:cNvSpPr txBox="1">
            <a:spLocks/>
          </p:cNvSpPr>
          <p:nvPr/>
        </p:nvSpPr>
        <p:spPr>
          <a:xfrm>
            <a:off x="6447499" y="1948887"/>
            <a:ext cx="697503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i="1"/>
              <a:t>Small</a:t>
            </a:r>
            <a:endParaRPr lang="ru-RU" sz="1200" i="1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731A6FDB-1F1B-446C-B975-88757E52344C}"/>
              </a:ext>
            </a:extLst>
          </p:cNvPr>
          <p:cNvSpPr txBox="1">
            <a:spLocks/>
          </p:cNvSpPr>
          <p:nvPr/>
        </p:nvSpPr>
        <p:spPr>
          <a:xfrm>
            <a:off x="7464702" y="1948887"/>
            <a:ext cx="697503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i="1"/>
              <a:t>Micro</a:t>
            </a:r>
            <a:endParaRPr lang="ru-RU" sz="1200" i="1"/>
          </a:p>
        </p:txBody>
      </p: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8A5CB42E-35B9-97EA-28F2-79D1E827EE2C}"/>
              </a:ext>
            </a:extLst>
          </p:cNvPr>
          <p:cNvCxnSpPr>
            <a:cxnSpLocks/>
          </p:cNvCxnSpPr>
          <p:nvPr/>
        </p:nvCxnSpPr>
        <p:spPr>
          <a:xfrm>
            <a:off x="5441740" y="2184681"/>
            <a:ext cx="273651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0" name="Oval 169">
            <a:extLst>
              <a:ext uri="{FF2B5EF4-FFF2-40B4-BE49-F238E27FC236}">
                <a16:creationId xmlns:a16="http://schemas.microsoft.com/office/drawing/2014/main" id="{7C65AAE6-D11E-13ED-53E7-621966D6F484}"/>
              </a:ext>
            </a:extLst>
          </p:cNvPr>
          <p:cNvSpPr/>
          <p:nvPr/>
        </p:nvSpPr>
        <p:spPr>
          <a:xfrm>
            <a:off x="8771025" y="2413263"/>
            <a:ext cx="650021" cy="237459"/>
          </a:xfrm>
          <a:prstGeom prst="ellipse">
            <a:avLst/>
          </a:prstGeom>
          <a:solidFill>
            <a:srgbClr val="F7D14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60%</a:t>
            </a:r>
          </a:p>
        </p:txBody>
      </p:sp>
      <p:sp>
        <p:nvSpPr>
          <p:cNvPr id="171" name="Oval 170">
            <a:extLst>
              <a:ext uri="{FF2B5EF4-FFF2-40B4-BE49-F238E27FC236}">
                <a16:creationId xmlns:a16="http://schemas.microsoft.com/office/drawing/2014/main" id="{8172D681-F51A-CDF2-5A0C-A496BEEB0C85}"/>
              </a:ext>
            </a:extLst>
          </p:cNvPr>
          <p:cNvSpPr/>
          <p:nvPr/>
        </p:nvSpPr>
        <p:spPr>
          <a:xfrm>
            <a:off x="9732275" y="2413263"/>
            <a:ext cx="650021" cy="237459"/>
          </a:xfrm>
          <a:prstGeom prst="ellipse">
            <a:avLst/>
          </a:prstGeom>
          <a:solidFill>
            <a:srgbClr val="1C863F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15%</a:t>
            </a:r>
          </a:p>
        </p:txBody>
      </p:sp>
      <p:sp>
        <p:nvSpPr>
          <p:cNvPr id="172" name="Oval 171">
            <a:extLst>
              <a:ext uri="{FF2B5EF4-FFF2-40B4-BE49-F238E27FC236}">
                <a16:creationId xmlns:a16="http://schemas.microsoft.com/office/drawing/2014/main" id="{47036DC9-2095-E6D7-AB32-6EE00D45A08B}"/>
              </a:ext>
            </a:extLst>
          </p:cNvPr>
          <p:cNvSpPr/>
          <p:nvPr/>
        </p:nvSpPr>
        <p:spPr>
          <a:xfrm>
            <a:off x="10721009" y="2413263"/>
            <a:ext cx="650021" cy="237459"/>
          </a:xfrm>
          <a:prstGeom prst="ellipse">
            <a:avLst/>
          </a:prstGeom>
          <a:solidFill>
            <a:srgbClr val="0A563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25%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58B34921-DD47-1137-99D5-3F2123C50F24}"/>
              </a:ext>
            </a:extLst>
          </p:cNvPr>
          <p:cNvSpPr txBox="1">
            <a:spLocks/>
          </p:cNvSpPr>
          <p:nvPr/>
        </p:nvSpPr>
        <p:spPr>
          <a:xfrm>
            <a:off x="8747283" y="1948887"/>
            <a:ext cx="697503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i="1"/>
              <a:t>Medium</a:t>
            </a:r>
            <a:endParaRPr lang="ru-RU" sz="1200" i="1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ED1FC910-D2FF-9BA2-0510-9A6E449AB916}"/>
              </a:ext>
            </a:extLst>
          </p:cNvPr>
          <p:cNvSpPr txBox="1">
            <a:spLocks/>
          </p:cNvSpPr>
          <p:nvPr/>
        </p:nvSpPr>
        <p:spPr>
          <a:xfrm>
            <a:off x="9708533" y="1948887"/>
            <a:ext cx="697503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i="1"/>
              <a:t>Small</a:t>
            </a:r>
            <a:endParaRPr lang="ru-RU" sz="1200" i="1"/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7AF5AE03-520C-3D06-3DB5-D11EBBA547C8}"/>
              </a:ext>
            </a:extLst>
          </p:cNvPr>
          <p:cNvSpPr txBox="1">
            <a:spLocks/>
          </p:cNvSpPr>
          <p:nvPr/>
        </p:nvSpPr>
        <p:spPr>
          <a:xfrm>
            <a:off x="10725736" y="1948887"/>
            <a:ext cx="697503" cy="184666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i="1"/>
              <a:t>Micro</a:t>
            </a:r>
            <a:endParaRPr lang="ru-RU" sz="1200" i="1"/>
          </a:p>
        </p:txBody>
      </p: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1A796BED-EFDD-F22F-C547-692E87ABC92B}"/>
              </a:ext>
            </a:extLst>
          </p:cNvPr>
          <p:cNvCxnSpPr>
            <a:cxnSpLocks/>
          </p:cNvCxnSpPr>
          <p:nvPr/>
        </p:nvCxnSpPr>
        <p:spPr>
          <a:xfrm>
            <a:off x="8702773" y="2184681"/>
            <a:ext cx="273651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2" name="Oval 641">
            <a:extLst>
              <a:ext uri="{FF2B5EF4-FFF2-40B4-BE49-F238E27FC236}">
                <a16:creationId xmlns:a16="http://schemas.microsoft.com/office/drawing/2014/main" id="{3892B9C9-BC19-A221-F4A6-AB1B431135AB}"/>
              </a:ext>
            </a:extLst>
          </p:cNvPr>
          <p:cNvSpPr/>
          <p:nvPr/>
        </p:nvSpPr>
        <p:spPr>
          <a:xfrm>
            <a:off x="5509992" y="3165669"/>
            <a:ext cx="650021" cy="237459"/>
          </a:xfrm>
          <a:prstGeom prst="ellipse">
            <a:avLst/>
          </a:prstGeom>
          <a:solidFill>
            <a:srgbClr val="F7D14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30%</a:t>
            </a:r>
          </a:p>
        </p:txBody>
      </p:sp>
      <p:sp>
        <p:nvSpPr>
          <p:cNvPr id="643" name="Oval 642">
            <a:extLst>
              <a:ext uri="{FF2B5EF4-FFF2-40B4-BE49-F238E27FC236}">
                <a16:creationId xmlns:a16="http://schemas.microsoft.com/office/drawing/2014/main" id="{1F1B071F-4B49-680A-73A0-D1BC3D9A2B66}"/>
              </a:ext>
            </a:extLst>
          </p:cNvPr>
          <p:cNvSpPr/>
          <p:nvPr/>
        </p:nvSpPr>
        <p:spPr>
          <a:xfrm>
            <a:off x="6471241" y="3165669"/>
            <a:ext cx="650021" cy="237459"/>
          </a:xfrm>
          <a:prstGeom prst="ellipse">
            <a:avLst/>
          </a:prstGeom>
          <a:solidFill>
            <a:srgbClr val="1C863F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27%</a:t>
            </a:r>
          </a:p>
        </p:txBody>
      </p:sp>
      <p:sp>
        <p:nvSpPr>
          <p:cNvPr id="644" name="Oval 643">
            <a:extLst>
              <a:ext uri="{FF2B5EF4-FFF2-40B4-BE49-F238E27FC236}">
                <a16:creationId xmlns:a16="http://schemas.microsoft.com/office/drawing/2014/main" id="{6D0287EA-CB9A-1B04-0A3C-081AC9DD870C}"/>
              </a:ext>
            </a:extLst>
          </p:cNvPr>
          <p:cNvSpPr/>
          <p:nvPr/>
        </p:nvSpPr>
        <p:spPr>
          <a:xfrm>
            <a:off x="7459975" y="3165669"/>
            <a:ext cx="650021" cy="237459"/>
          </a:xfrm>
          <a:prstGeom prst="ellipse">
            <a:avLst/>
          </a:prstGeom>
          <a:solidFill>
            <a:srgbClr val="0A563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N/A</a:t>
            </a:r>
          </a:p>
        </p:txBody>
      </p:sp>
      <p:sp>
        <p:nvSpPr>
          <p:cNvPr id="651" name="Oval 650">
            <a:extLst>
              <a:ext uri="{FF2B5EF4-FFF2-40B4-BE49-F238E27FC236}">
                <a16:creationId xmlns:a16="http://schemas.microsoft.com/office/drawing/2014/main" id="{46CB0984-B282-DB06-02CD-BB34E8C56730}"/>
              </a:ext>
            </a:extLst>
          </p:cNvPr>
          <p:cNvSpPr/>
          <p:nvPr/>
        </p:nvSpPr>
        <p:spPr>
          <a:xfrm>
            <a:off x="8771025" y="3165669"/>
            <a:ext cx="650021" cy="237459"/>
          </a:xfrm>
          <a:prstGeom prst="ellipse">
            <a:avLst/>
          </a:prstGeom>
          <a:solidFill>
            <a:srgbClr val="F7D14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19%</a:t>
            </a:r>
          </a:p>
        </p:txBody>
      </p:sp>
      <p:sp>
        <p:nvSpPr>
          <p:cNvPr id="652" name="Oval 651">
            <a:extLst>
              <a:ext uri="{FF2B5EF4-FFF2-40B4-BE49-F238E27FC236}">
                <a16:creationId xmlns:a16="http://schemas.microsoft.com/office/drawing/2014/main" id="{CC3D8490-EB3E-2E40-8287-B097784843C6}"/>
              </a:ext>
            </a:extLst>
          </p:cNvPr>
          <p:cNvSpPr/>
          <p:nvPr/>
        </p:nvSpPr>
        <p:spPr>
          <a:xfrm>
            <a:off x="9732275" y="3165669"/>
            <a:ext cx="650021" cy="237459"/>
          </a:xfrm>
          <a:prstGeom prst="ellipse">
            <a:avLst/>
          </a:prstGeom>
          <a:solidFill>
            <a:srgbClr val="1C863F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27%</a:t>
            </a:r>
          </a:p>
        </p:txBody>
      </p:sp>
      <p:sp>
        <p:nvSpPr>
          <p:cNvPr id="653" name="Oval 652">
            <a:extLst>
              <a:ext uri="{FF2B5EF4-FFF2-40B4-BE49-F238E27FC236}">
                <a16:creationId xmlns:a16="http://schemas.microsoft.com/office/drawing/2014/main" id="{520BD2F8-28FF-8DD8-FFB9-22B714D276B4}"/>
              </a:ext>
            </a:extLst>
          </p:cNvPr>
          <p:cNvSpPr/>
          <p:nvPr/>
        </p:nvSpPr>
        <p:spPr>
          <a:xfrm>
            <a:off x="10721009" y="3165669"/>
            <a:ext cx="650021" cy="237459"/>
          </a:xfrm>
          <a:prstGeom prst="ellipse">
            <a:avLst/>
          </a:prstGeom>
          <a:solidFill>
            <a:srgbClr val="0A563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136%</a:t>
            </a:r>
          </a:p>
        </p:txBody>
      </p:sp>
      <p:sp>
        <p:nvSpPr>
          <p:cNvPr id="658" name="Oval 657">
            <a:extLst>
              <a:ext uri="{FF2B5EF4-FFF2-40B4-BE49-F238E27FC236}">
                <a16:creationId xmlns:a16="http://schemas.microsoft.com/office/drawing/2014/main" id="{9EEF3F20-601C-6864-241E-DD98B9DB433D}"/>
              </a:ext>
            </a:extLst>
          </p:cNvPr>
          <p:cNvSpPr/>
          <p:nvPr/>
        </p:nvSpPr>
        <p:spPr>
          <a:xfrm>
            <a:off x="5509992" y="3759738"/>
            <a:ext cx="650021" cy="237459"/>
          </a:xfrm>
          <a:prstGeom prst="ellipse">
            <a:avLst/>
          </a:prstGeom>
          <a:solidFill>
            <a:srgbClr val="F7D14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41%</a:t>
            </a:r>
          </a:p>
        </p:txBody>
      </p:sp>
      <p:sp>
        <p:nvSpPr>
          <p:cNvPr id="659" name="Oval 658">
            <a:extLst>
              <a:ext uri="{FF2B5EF4-FFF2-40B4-BE49-F238E27FC236}">
                <a16:creationId xmlns:a16="http://schemas.microsoft.com/office/drawing/2014/main" id="{B48E23B9-E5C5-4408-2419-CE193221B394}"/>
              </a:ext>
            </a:extLst>
          </p:cNvPr>
          <p:cNvSpPr/>
          <p:nvPr/>
        </p:nvSpPr>
        <p:spPr>
          <a:xfrm>
            <a:off x="6471241" y="3759738"/>
            <a:ext cx="650021" cy="237459"/>
          </a:xfrm>
          <a:prstGeom prst="ellipse">
            <a:avLst/>
          </a:prstGeom>
          <a:solidFill>
            <a:srgbClr val="1C863F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10%</a:t>
            </a:r>
          </a:p>
        </p:txBody>
      </p:sp>
      <p:sp>
        <p:nvSpPr>
          <p:cNvPr id="660" name="Oval 659">
            <a:extLst>
              <a:ext uri="{FF2B5EF4-FFF2-40B4-BE49-F238E27FC236}">
                <a16:creationId xmlns:a16="http://schemas.microsoft.com/office/drawing/2014/main" id="{0AEF92CC-D9ED-2AEE-8B15-4127367A74B2}"/>
              </a:ext>
            </a:extLst>
          </p:cNvPr>
          <p:cNvSpPr/>
          <p:nvPr/>
        </p:nvSpPr>
        <p:spPr>
          <a:xfrm>
            <a:off x="7459975" y="3759738"/>
            <a:ext cx="650021" cy="237459"/>
          </a:xfrm>
          <a:prstGeom prst="ellipse">
            <a:avLst/>
          </a:prstGeom>
          <a:solidFill>
            <a:srgbClr val="0A563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0%</a:t>
            </a:r>
          </a:p>
        </p:txBody>
      </p:sp>
      <p:sp>
        <p:nvSpPr>
          <p:cNvPr id="666" name="Oval 665">
            <a:extLst>
              <a:ext uri="{FF2B5EF4-FFF2-40B4-BE49-F238E27FC236}">
                <a16:creationId xmlns:a16="http://schemas.microsoft.com/office/drawing/2014/main" id="{3E4D7568-EA12-9AFE-5137-10078405486F}"/>
              </a:ext>
            </a:extLst>
          </p:cNvPr>
          <p:cNvSpPr/>
          <p:nvPr/>
        </p:nvSpPr>
        <p:spPr>
          <a:xfrm>
            <a:off x="8771025" y="3759738"/>
            <a:ext cx="650021" cy="237459"/>
          </a:xfrm>
          <a:prstGeom prst="ellipse">
            <a:avLst/>
          </a:prstGeom>
          <a:solidFill>
            <a:srgbClr val="F7D14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29%</a:t>
            </a:r>
          </a:p>
        </p:txBody>
      </p:sp>
      <p:sp>
        <p:nvSpPr>
          <p:cNvPr id="667" name="Oval 666">
            <a:extLst>
              <a:ext uri="{FF2B5EF4-FFF2-40B4-BE49-F238E27FC236}">
                <a16:creationId xmlns:a16="http://schemas.microsoft.com/office/drawing/2014/main" id="{F3DB69AA-1688-15B4-783D-96489997DB36}"/>
              </a:ext>
            </a:extLst>
          </p:cNvPr>
          <p:cNvSpPr/>
          <p:nvPr/>
        </p:nvSpPr>
        <p:spPr>
          <a:xfrm>
            <a:off x="9732275" y="3759738"/>
            <a:ext cx="650021" cy="237459"/>
          </a:xfrm>
          <a:prstGeom prst="ellipse">
            <a:avLst/>
          </a:prstGeom>
          <a:solidFill>
            <a:srgbClr val="1C863F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10%</a:t>
            </a:r>
          </a:p>
        </p:txBody>
      </p:sp>
      <p:sp>
        <p:nvSpPr>
          <p:cNvPr id="668" name="Oval 667">
            <a:extLst>
              <a:ext uri="{FF2B5EF4-FFF2-40B4-BE49-F238E27FC236}">
                <a16:creationId xmlns:a16="http://schemas.microsoft.com/office/drawing/2014/main" id="{E42CD621-9276-ECD0-6BD4-65C7D88DF501}"/>
              </a:ext>
            </a:extLst>
          </p:cNvPr>
          <p:cNvSpPr/>
          <p:nvPr/>
        </p:nvSpPr>
        <p:spPr>
          <a:xfrm>
            <a:off x="10721009" y="3759738"/>
            <a:ext cx="650021" cy="237459"/>
          </a:xfrm>
          <a:prstGeom prst="ellipse">
            <a:avLst/>
          </a:prstGeom>
          <a:solidFill>
            <a:srgbClr val="0A5637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bg1"/>
                </a:solidFill>
              </a:rPr>
              <a:t>6%</a:t>
            </a:r>
          </a:p>
        </p:txBody>
      </p:sp>
      <p:sp>
        <p:nvSpPr>
          <p:cNvPr id="677" name="TextBox 676">
            <a:extLst>
              <a:ext uri="{FF2B5EF4-FFF2-40B4-BE49-F238E27FC236}">
                <a16:creationId xmlns:a16="http://schemas.microsoft.com/office/drawing/2014/main" id="{A718C76F-396B-CBE8-55E9-15ADCD7A294A}"/>
              </a:ext>
            </a:extLst>
          </p:cNvPr>
          <p:cNvSpPr txBox="1">
            <a:spLocks/>
          </p:cNvSpPr>
          <p:nvPr/>
        </p:nvSpPr>
        <p:spPr>
          <a:xfrm>
            <a:off x="5437383" y="2752556"/>
            <a:ext cx="5985855" cy="184150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i="1"/>
              <a:t>Current breakdown is medium ~82%, small ~16%, and micro ~2%</a:t>
            </a:r>
            <a:endParaRPr lang="ru-RU" sz="1200" i="1"/>
          </a:p>
        </p:txBody>
      </p:sp>
      <p:sp>
        <p:nvSpPr>
          <p:cNvPr id="678" name="TextBox 677">
            <a:extLst>
              <a:ext uri="{FF2B5EF4-FFF2-40B4-BE49-F238E27FC236}">
                <a16:creationId xmlns:a16="http://schemas.microsoft.com/office/drawing/2014/main" id="{F6E422B8-351F-09DC-095B-6ECF537DE066}"/>
              </a:ext>
            </a:extLst>
          </p:cNvPr>
          <p:cNvSpPr txBox="1">
            <a:spLocks/>
          </p:cNvSpPr>
          <p:nvPr/>
        </p:nvSpPr>
        <p:spPr>
          <a:xfrm>
            <a:off x="5437383" y="4096991"/>
            <a:ext cx="5985855" cy="184150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i="1"/>
              <a:t>Current market shares are medium ~11%, small ~3%, and micro ~0%</a:t>
            </a:r>
            <a:endParaRPr lang="ru-RU" sz="1200" i="1"/>
          </a:p>
        </p:txBody>
      </p:sp>
      <p:cxnSp>
        <p:nvCxnSpPr>
          <p:cNvPr id="679" name="Straight Connector 678">
            <a:extLst>
              <a:ext uri="{FF2B5EF4-FFF2-40B4-BE49-F238E27FC236}">
                <a16:creationId xmlns:a16="http://schemas.microsoft.com/office/drawing/2014/main" id="{74FF0FD4-5F9B-5663-8E43-573912133431}"/>
              </a:ext>
            </a:extLst>
          </p:cNvPr>
          <p:cNvCxnSpPr>
            <a:cxnSpLocks/>
          </p:cNvCxnSpPr>
          <p:nvPr/>
        </p:nvCxnSpPr>
        <p:spPr>
          <a:xfrm>
            <a:off x="4301064" y="4306888"/>
            <a:ext cx="7138460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0" name="KeyTakeawayOF 7">
            <a:extLst>
              <a:ext uri="{FF2B5EF4-FFF2-40B4-BE49-F238E27FC236}">
                <a16:creationId xmlns:a16="http://schemas.microsoft.com/office/drawing/2014/main" id="{33C987D0-E1E7-A786-8A8B-B85D097A3674}"/>
              </a:ext>
            </a:extLst>
          </p:cNvPr>
          <p:cNvSpPr txBox="1"/>
          <p:nvPr>
            <p:custDataLst>
              <p:tags r:id="rId30"/>
            </p:custDataLst>
          </p:nvPr>
        </p:nvSpPr>
        <p:spPr>
          <a:xfrm>
            <a:off x="5437378" y="4335721"/>
            <a:ext cx="2740870" cy="1184940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200" b="1"/>
              <a:t>Competitive advantage </a:t>
            </a:r>
            <a:r>
              <a:rPr lang="en-US" sz="1200"/>
              <a:t>due to alignment with current SME strategy</a:t>
            </a:r>
          </a:p>
          <a:p>
            <a:pPr lvl="1"/>
            <a:r>
              <a:rPr lang="en-US" sz="1200"/>
              <a:t>Significant </a:t>
            </a:r>
            <a:r>
              <a:rPr lang="en-US" sz="1200" b="1"/>
              <a:t>overgrowth of market required on medium</a:t>
            </a:r>
            <a:r>
              <a:rPr lang="en-US" sz="1200"/>
              <a:t>, i.e. ~15x</a:t>
            </a:r>
          </a:p>
          <a:p>
            <a:pPr lvl="1"/>
            <a:r>
              <a:rPr lang="en-US" sz="1200"/>
              <a:t>Increased exposure to </a:t>
            </a:r>
            <a:r>
              <a:rPr lang="en-US" sz="1200" b="1"/>
              <a:t>the slowest growing sub-segment</a:t>
            </a:r>
          </a:p>
        </p:txBody>
      </p:sp>
      <p:sp>
        <p:nvSpPr>
          <p:cNvPr id="681" name="KeyTakeawayOF 7">
            <a:extLst>
              <a:ext uri="{FF2B5EF4-FFF2-40B4-BE49-F238E27FC236}">
                <a16:creationId xmlns:a16="http://schemas.microsoft.com/office/drawing/2014/main" id="{2056EFEF-4917-1415-DFB5-B9BF249364DB}"/>
              </a:ext>
            </a:extLst>
          </p:cNvPr>
          <p:cNvSpPr txBox="1"/>
          <p:nvPr>
            <p:custDataLst>
              <p:tags r:id="rId31"/>
            </p:custDataLst>
          </p:nvPr>
        </p:nvSpPr>
        <p:spPr>
          <a:xfrm>
            <a:off x="8711578" y="4335721"/>
            <a:ext cx="2740870" cy="155427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200"/>
              <a:t>Increased exposure to </a:t>
            </a:r>
            <a:r>
              <a:rPr lang="en-US" sz="1200" b="1"/>
              <a:t>the</a:t>
            </a:r>
            <a:r>
              <a:rPr lang="en-US" sz="1200"/>
              <a:t> </a:t>
            </a:r>
            <a:r>
              <a:rPr lang="en-US" sz="1200" b="1"/>
              <a:t>fastest growing sub-segment</a:t>
            </a:r>
          </a:p>
          <a:p>
            <a:pPr lvl="1"/>
            <a:r>
              <a:rPr lang="en-US" sz="1200" b="1"/>
              <a:t>Service model, digital value prop and process</a:t>
            </a:r>
            <a:r>
              <a:rPr lang="en-US" sz="1200"/>
              <a:t> </a:t>
            </a:r>
            <a:r>
              <a:rPr lang="en-US" sz="1200" i="1"/>
              <a:t>(esp. underwriting)</a:t>
            </a:r>
            <a:r>
              <a:rPr lang="en-US" sz="1200"/>
              <a:t> revamp required </a:t>
            </a:r>
          </a:p>
          <a:p>
            <a:pPr lvl="1"/>
            <a:r>
              <a:rPr lang="en-US" sz="1200"/>
              <a:t>Potential increase in </a:t>
            </a:r>
            <a:r>
              <a:rPr lang="en-US" sz="1200" b="1"/>
              <a:t>NPL, cost of risk, and OPEX </a:t>
            </a:r>
            <a:r>
              <a:rPr lang="en-US" sz="1200"/>
              <a:t>along with additional </a:t>
            </a:r>
            <a:r>
              <a:rPr lang="en-US" sz="1200" b="1"/>
              <a:t>upfront CAPEX</a:t>
            </a:r>
            <a:endParaRPr lang="en-US" sz="1200"/>
          </a:p>
        </p:txBody>
      </p:sp>
    </p:spTree>
    <p:extLst>
      <p:ext uri="{BB962C8B-B14F-4D97-AF65-F5344CB8AC3E}">
        <p14:creationId xmlns:p14="http://schemas.microsoft.com/office/powerpoint/2010/main" val="350873127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0706CF-A732-7BC1-A747-B0C20F5E95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2" hidden="1">
            <a:extLst>
              <a:ext uri="{FF2B5EF4-FFF2-40B4-BE49-F238E27FC236}">
                <a16:creationId xmlns:a16="http://schemas.microsoft.com/office/drawing/2014/main" id="{DF606AD7-529E-3C54-CC21-AB3881DDD92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484" imgH="486" progId="TCLayout.ActiveDocument.1">
                  <p:embed/>
                </p:oleObj>
              </mc:Choice>
              <mc:Fallback>
                <p:oleObj name="think-cell Slide" r:id="rId14" imgW="484" imgH="486" progId="TCLayout.ActiveDocument.1">
                  <p:embed/>
                  <p:pic>
                    <p:nvPicPr>
                      <p:cNvPr id="7" name="Object 2" hidden="1">
                        <a:extLst>
                          <a:ext uri="{FF2B5EF4-FFF2-40B4-BE49-F238E27FC236}">
                            <a16:creationId xmlns:a16="http://schemas.microsoft.com/office/drawing/2014/main" id="{DF606AD7-529E-3C54-CC21-AB3881DDD92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49" name="GreyLineSeparatorDefault 238">
            <a:extLst>
              <a:ext uri="{FF2B5EF4-FFF2-40B4-BE49-F238E27FC236}">
                <a16:creationId xmlns:a16="http://schemas.microsoft.com/office/drawing/2014/main" id="{414515CE-E762-90C6-371C-FBDC7022098B}"/>
              </a:ext>
            </a:extLst>
          </p:cNvPr>
          <p:cNvCxnSpPr>
            <a:cxnSpLocks/>
          </p:cNvCxnSpPr>
          <p:nvPr>
            <p:custDataLst>
              <p:tags r:id="rId2"/>
            </p:custDataLst>
          </p:nvPr>
        </p:nvCxnSpPr>
        <p:spPr>
          <a:xfrm>
            <a:off x="554736" y="3140075"/>
            <a:ext cx="7913649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GreyLineSeparatorDefault 238">
            <a:extLst>
              <a:ext uri="{FF2B5EF4-FFF2-40B4-BE49-F238E27FC236}">
                <a16:creationId xmlns:a16="http://schemas.microsoft.com/office/drawing/2014/main" id="{AF842A9B-4355-90EC-C935-D1F61ADDEAF5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736" y="4543426"/>
            <a:ext cx="7913644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3" name="Table 192" hidden="1">
            <a:extLst>
              <a:ext uri="{FF2B5EF4-FFF2-40B4-BE49-F238E27FC236}">
                <a16:creationId xmlns:a16="http://schemas.microsoft.com/office/drawing/2014/main" id="{9C42DB05-6657-7EE4-0007-936454F47E4C}"/>
              </a:ext>
            </a:extLst>
          </p:cNvPr>
          <p:cNvGraphicFramePr>
            <a:graphicFrameLocks noGrp="1"/>
          </p:cNvGraphicFramePr>
          <p:nvPr/>
        </p:nvGraphicFramePr>
        <p:xfrm>
          <a:off x="5282792" y="965648"/>
          <a:ext cx="1259342" cy="21740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59342">
                  <a:extLst>
                    <a:ext uri="{9D8B030D-6E8A-4147-A177-3AD203B41FA5}">
                      <a16:colId xmlns:a16="http://schemas.microsoft.com/office/drawing/2014/main" val="879928918"/>
                    </a:ext>
                  </a:extLst>
                </a:gridCol>
              </a:tblGrid>
              <a:tr h="86961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CAGR 23–25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1607017113"/>
                  </a:ext>
                </a:extLst>
              </a:tr>
              <a:tr h="434811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90%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175662360"/>
                  </a:ext>
                </a:extLst>
              </a:tr>
              <a:tr h="86961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40%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1496721349"/>
                  </a:ext>
                </a:extLst>
              </a:tr>
            </a:tbl>
          </a:graphicData>
        </a:graphic>
      </p:graphicFrame>
      <p:graphicFrame>
        <p:nvGraphicFramePr>
          <p:cNvPr id="194" name="Table 193" hidden="1">
            <a:extLst>
              <a:ext uri="{FF2B5EF4-FFF2-40B4-BE49-F238E27FC236}">
                <a16:creationId xmlns:a16="http://schemas.microsoft.com/office/drawing/2014/main" id="{F2F95B31-80F6-A57D-3223-E80B1AFB8E7F}"/>
              </a:ext>
            </a:extLst>
          </p:cNvPr>
          <p:cNvGraphicFramePr>
            <a:graphicFrameLocks noGrp="1"/>
          </p:cNvGraphicFramePr>
          <p:nvPr/>
        </p:nvGraphicFramePr>
        <p:xfrm>
          <a:off x="9957843" y="3813175"/>
          <a:ext cx="1259342" cy="13044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59342">
                  <a:extLst>
                    <a:ext uri="{9D8B030D-6E8A-4147-A177-3AD203B41FA5}">
                      <a16:colId xmlns:a16="http://schemas.microsoft.com/office/drawing/2014/main" val="1367921755"/>
                    </a:ext>
                  </a:extLst>
                </a:gridCol>
              </a:tblGrid>
              <a:tr h="434811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116%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3450534306"/>
                  </a:ext>
                </a:extLst>
              </a:tr>
              <a:tr h="86961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-19%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3002007840"/>
                  </a:ext>
                </a:extLst>
              </a:tr>
            </a:tbl>
          </a:graphicData>
        </a:graphic>
      </p:graphicFrame>
      <p:graphicFrame>
        <p:nvGraphicFramePr>
          <p:cNvPr id="195" name="Table 194" hidden="1">
            <a:extLst>
              <a:ext uri="{FF2B5EF4-FFF2-40B4-BE49-F238E27FC236}">
                <a16:creationId xmlns:a16="http://schemas.microsoft.com/office/drawing/2014/main" id="{9E4386B1-084E-57AC-7427-1AA0857C294F}"/>
              </a:ext>
            </a:extLst>
          </p:cNvPr>
          <p:cNvGraphicFramePr>
            <a:graphicFrameLocks noGrp="1"/>
          </p:cNvGraphicFramePr>
          <p:nvPr/>
        </p:nvGraphicFramePr>
        <p:xfrm>
          <a:off x="9968548" y="5511214"/>
          <a:ext cx="1259342" cy="13044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59342">
                  <a:extLst>
                    <a:ext uri="{9D8B030D-6E8A-4147-A177-3AD203B41FA5}">
                      <a16:colId xmlns:a16="http://schemas.microsoft.com/office/drawing/2014/main" val="1173808355"/>
                    </a:ext>
                  </a:extLst>
                </a:gridCol>
              </a:tblGrid>
              <a:tr h="434811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-25%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3361035879"/>
                  </a:ext>
                </a:extLst>
              </a:tr>
              <a:tr h="86961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-74%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499104556"/>
                  </a:ext>
                </a:extLst>
              </a:tr>
            </a:tbl>
          </a:graphicData>
        </a:graphic>
      </p:graphicFrame>
      <p:graphicFrame>
        <p:nvGraphicFramePr>
          <p:cNvPr id="196" name="Table 195" hidden="1">
            <a:extLst>
              <a:ext uri="{FF2B5EF4-FFF2-40B4-BE49-F238E27FC236}">
                <a16:creationId xmlns:a16="http://schemas.microsoft.com/office/drawing/2014/main" id="{9DA1DFCA-4D09-3B0D-2FBD-F85C44C9995A}"/>
              </a:ext>
            </a:extLst>
          </p:cNvPr>
          <p:cNvGraphicFramePr>
            <a:graphicFrameLocks noGrp="1"/>
          </p:cNvGraphicFramePr>
          <p:nvPr/>
        </p:nvGraphicFramePr>
        <p:xfrm>
          <a:off x="7073998" y="1278914"/>
          <a:ext cx="786873" cy="15502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86873">
                  <a:extLst>
                    <a:ext uri="{9D8B030D-6E8A-4147-A177-3AD203B41FA5}">
                      <a16:colId xmlns:a16="http://schemas.microsoft.com/office/drawing/2014/main" val="3795606075"/>
                    </a:ext>
                  </a:extLst>
                </a:gridCol>
              </a:tblGrid>
              <a:tr h="618230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NPL ratio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28533816"/>
                  </a:ext>
                </a:extLst>
              </a:tr>
              <a:tr h="31375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0.70%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3552236512"/>
                  </a:ext>
                </a:extLst>
              </a:tr>
              <a:tr h="618230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0.20%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1482697145"/>
                  </a:ext>
                </a:extLst>
              </a:tr>
            </a:tbl>
          </a:graphicData>
        </a:graphic>
      </p:graphicFrame>
      <p:graphicFrame>
        <p:nvGraphicFramePr>
          <p:cNvPr id="197" name="Table 196" hidden="1">
            <a:extLst>
              <a:ext uri="{FF2B5EF4-FFF2-40B4-BE49-F238E27FC236}">
                <a16:creationId xmlns:a16="http://schemas.microsoft.com/office/drawing/2014/main" id="{04A90331-3B4E-1197-9930-5E15249A6F10}"/>
              </a:ext>
            </a:extLst>
          </p:cNvPr>
          <p:cNvGraphicFramePr>
            <a:graphicFrameLocks noGrp="1"/>
          </p:cNvGraphicFramePr>
          <p:nvPr/>
        </p:nvGraphicFramePr>
        <p:xfrm>
          <a:off x="11623358" y="3914005"/>
          <a:ext cx="786873" cy="9319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86873">
                  <a:extLst>
                    <a:ext uri="{9D8B030D-6E8A-4147-A177-3AD203B41FA5}">
                      <a16:colId xmlns:a16="http://schemas.microsoft.com/office/drawing/2014/main" val="2650420262"/>
                    </a:ext>
                  </a:extLst>
                </a:gridCol>
              </a:tblGrid>
              <a:tr h="31375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0.40%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1202176289"/>
                  </a:ext>
                </a:extLst>
              </a:tr>
              <a:tr h="618230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4.30%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1110501197"/>
                  </a:ext>
                </a:extLst>
              </a:tr>
            </a:tbl>
          </a:graphicData>
        </a:graphic>
      </p:graphicFrame>
      <p:graphicFrame>
        <p:nvGraphicFramePr>
          <p:cNvPr id="198" name="Table 197" hidden="1">
            <a:extLst>
              <a:ext uri="{FF2B5EF4-FFF2-40B4-BE49-F238E27FC236}">
                <a16:creationId xmlns:a16="http://schemas.microsoft.com/office/drawing/2014/main" id="{C60985D6-E275-86B0-AF4D-3B09F96F1BDB}"/>
              </a:ext>
            </a:extLst>
          </p:cNvPr>
          <p:cNvGraphicFramePr>
            <a:graphicFrameLocks noGrp="1"/>
          </p:cNvGraphicFramePr>
          <p:nvPr/>
        </p:nvGraphicFramePr>
        <p:xfrm>
          <a:off x="11623357" y="5637787"/>
          <a:ext cx="786873" cy="9319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86873">
                  <a:extLst>
                    <a:ext uri="{9D8B030D-6E8A-4147-A177-3AD203B41FA5}">
                      <a16:colId xmlns:a16="http://schemas.microsoft.com/office/drawing/2014/main" val="676481856"/>
                    </a:ext>
                  </a:extLst>
                </a:gridCol>
              </a:tblGrid>
              <a:tr h="31375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6.40%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2700129620"/>
                  </a:ext>
                </a:extLst>
              </a:tr>
              <a:tr h="618230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3.30%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3307976639"/>
                  </a:ext>
                </a:extLst>
              </a:tr>
            </a:tbl>
          </a:graphicData>
        </a:graphic>
      </p:graphicFrame>
      <p:sp>
        <p:nvSpPr>
          <p:cNvPr id="58" name="TextBox 57">
            <a:extLst>
              <a:ext uri="{FF2B5EF4-FFF2-40B4-BE49-F238E27FC236}">
                <a16:creationId xmlns:a16="http://schemas.microsoft.com/office/drawing/2014/main" id="{8B09C30B-6074-D5F1-76B6-815E9611C659}"/>
              </a:ext>
            </a:extLst>
          </p:cNvPr>
          <p:cNvSpPr txBox="1">
            <a:spLocks/>
          </p:cNvSpPr>
          <p:nvPr/>
        </p:nvSpPr>
        <p:spPr>
          <a:xfrm>
            <a:off x="5932488" y="1921078"/>
            <a:ext cx="796925" cy="303213"/>
          </a:xfrm>
          <a:prstGeom prst="ellipse">
            <a:avLst/>
          </a:prstGeom>
          <a:solidFill>
            <a:srgbClr val="1C863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>
                <a:solidFill>
                  <a:schemeClr val="bg1"/>
                </a:solidFill>
                <a:latin typeface="+mn-lt"/>
              </a:rPr>
              <a:t>~50%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7847A3F-1A27-A2CA-E07B-18F529B3C8B1}"/>
              </a:ext>
            </a:extLst>
          </p:cNvPr>
          <p:cNvSpPr txBox="1">
            <a:spLocks/>
          </p:cNvSpPr>
          <p:nvPr/>
        </p:nvSpPr>
        <p:spPr>
          <a:xfrm>
            <a:off x="554736" y="1921078"/>
            <a:ext cx="753364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</a:rPr>
              <a:t>Medium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2AD06256-88A8-A099-2E9E-09ADA87D41D1}"/>
              </a:ext>
            </a:extLst>
          </p:cNvPr>
          <p:cNvSpPr txBox="1">
            <a:spLocks/>
          </p:cNvSpPr>
          <p:nvPr/>
        </p:nvSpPr>
        <p:spPr>
          <a:xfrm>
            <a:off x="5932488" y="4738687"/>
            <a:ext cx="796925" cy="304800"/>
          </a:xfrm>
          <a:prstGeom prst="ellipse">
            <a:avLst/>
          </a:prstGeom>
          <a:solidFill>
            <a:schemeClr val="accent6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>
                <a:solidFill>
                  <a:schemeClr val="tx1"/>
                </a:solidFill>
                <a:latin typeface="+mn-lt"/>
              </a:rPr>
              <a:t>~-60%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63EA183-4B7E-1254-BA77-2C76B185169E}"/>
              </a:ext>
            </a:extLst>
          </p:cNvPr>
          <p:cNvSpPr txBox="1">
            <a:spLocks/>
          </p:cNvSpPr>
          <p:nvPr/>
        </p:nvSpPr>
        <p:spPr>
          <a:xfrm>
            <a:off x="9113850" y="1886802"/>
            <a:ext cx="2518359" cy="2700739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200"/>
              <a:t>Loan portfolio has moved away </a:t>
            </a:r>
            <a:r>
              <a:rPr lang="en-US" sz="1200" b="1"/>
              <a:t>from micro and small to medium </a:t>
            </a:r>
          </a:p>
          <a:p>
            <a:pPr lvl="1"/>
            <a:r>
              <a:rPr lang="en-US" sz="1200"/>
              <a:t>Moving away from </a:t>
            </a:r>
            <a:r>
              <a:rPr lang="en-US" sz="1200" b="1"/>
              <a:t>micro did help with overall cost of risk</a:t>
            </a:r>
            <a:r>
              <a:rPr lang="en-US" sz="1200"/>
              <a:t>, see the previous slide, however, it also </a:t>
            </a:r>
            <a:r>
              <a:rPr lang="en-US" sz="1200" b="1"/>
              <a:t>affected the future potential growth and profitability</a:t>
            </a:r>
            <a:r>
              <a:rPr lang="en-US" sz="1200"/>
              <a:t>:</a:t>
            </a:r>
          </a:p>
          <a:p>
            <a:pPr lvl="2"/>
            <a:r>
              <a:rPr lang="en-US" sz="1200"/>
              <a:t>Micro is the </a:t>
            </a:r>
            <a:r>
              <a:rPr lang="en-US" sz="1200" b="1"/>
              <a:t>fastest growing segment </a:t>
            </a:r>
            <a:r>
              <a:rPr lang="en-US" sz="1200"/>
              <a:t>in the Azerbaijan loans market</a:t>
            </a:r>
          </a:p>
          <a:p>
            <a:pPr lvl="2"/>
            <a:r>
              <a:rPr lang="en-US" sz="1200"/>
              <a:t>Typically micro is </a:t>
            </a:r>
            <a:r>
              <a:rPr lang="en-US" sz="1200" b="1"/>
              <a:t>the highest margin</a:t>
            </a:r>
            <a:r>
              <a:rPr lang="en-US" sz="1200"/>
              <a:t> </a:t>
            </a:r>
            <a:r>
              <a:rPr lang="en-US" sz="1200" i="1"/>
              <a:t>(per benchmarks)</a:t>
            </a:r>
            <a:endParaRPr lang="en-US" sz="1200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48C307B-F826-E471-CE50-245C7D3BB4CC}"/>
              </a:ext>
            </a:extLst>
          </p:cNvPr>
          <p:cNvCxnSpPr>
            <a:cxnSpLocks/>
          </p:cNvCxnSpPr>
          <p:nvPr/>
        </p:nvCxnSpPr>
        <p:spPr>
          <a:xfrm>
            <a:off x="9119860" y="6108700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Oval 12">
            <a:extLst>
              <a:ext uri="{FF2B5EF4-FFF2-40B4-BE49-F238E27FC236}">
                <a16:creationId xmlns:a16="http://schemas.microsoft.com/office/drawing/2014/main" id="{C0DE32FB-726B-3BE1-1055-94B5A6B2BA0D}"/>
              </a:ext>
            </a:extLst>
          </p:cNvPr>
          <p:cNvSpPr/>
          <p:nvPr/>
        </p:nvSpPr>
        <p:spPr>
          <a:xfrm>
            <a:off x="7356475" y="1887741"/>
            <a:ext cx="787977" cy="311150"/>
          </a:xfrm>
          <a:prstGeom prst="ellipse">
            <a:avLst/>
          </a:prstGeom>
          <a:solidFill>
            <a:schemeClr val="bg1">
              <a:lumMod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1,532</a:t>
            </a: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11EF220F-44E3-301F-60EF-9CFAF5E5C404}"/>
              </a:ext>
            </a:extLst>
          </p:cNvPr>
          <p:cNvSpPr/>
          <p:nvPr/>
        </p:nvSpPr>
        <p:spPr>
          <a:xfrm>
            <a:off x="7379738" y="3306763"/>
            <a:ext cx="787977" cy="311150"/>
          </a:xfrm>
          <a:prstGeom prst="ellipse">
            <a:avLst/>
          </a:prstGeom>
          <a:solidFill>
            <a:schemeClr val="bg1">
              <a:lumMod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3,586</a:t>
            </a:r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520FE3EE-1BB5-1A0C-A91B-220EAFA6FEAE}"/>
              </a:ext>
            </a:extLst>
          </p:cNvPr>
          <p:cNvGrpSpPr/>
          <p:nvPr/>
        </p:nvGrpSpPr>
        <p:grpSpPr>
          <a:xfrm>
            <a:off x="1677988" y="1262145"/>
            <a:ext cx="6790397" cy="453626"/>
            <a:chOff x="1677988" y="1312318"/>
            <a:chExt cx="6790397" cy="453626"/>
          </a:xfrm>
        </p:grpSpPr>
        <p:cxnSp>
          <p:nvCxnSpPr>
            <p:cNvPr id="47" name="GreyLineSeparatorDefault 238">
              <a:extLst>
                <a:ext uri="{FF2B5EF4-FFF2-40B4-BE49-F238E27FC236}">
                  <a16:creationId xmlns:a16="http://schemas.microsoft.com/office/drawing/2014/main" id="{04553DE6-6273-04D3-364B-04D3120C37F6}"/>
                </a:ext>
              </a:extLst>
            </p:cNvPr>
            <p:cNvCxnSpPr>
              <a:cxnSpLocks/>
            </p:cNvCxnSpPr>
            <p:nvPr>
              <p:custDataLst>
                <p:tags r:id="rId12"/>
              </p:custDataLst>
            </p:nvPr>
          </p:nvCxnSpPr>
          <p:spPr>
            <a:xfrm>
              <a:off x="1677988" y="1765944"/>
              <a:ext cx="6790397" cy="0"/>
            </a:xfrm>
            <a:prstGeom prst="straightConnector1">
              <a:avLst/>
            </a:prstGeom>
            <a:ln w="12700" cap="sq">
              <a:solidFill>
                <a:schemeClr val="bg1">
                  <a:lumMod val="50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C8D2F203-AB34-B346-1DCD-D0C678566B37}"/>
                </a:ext>
              </a:extLst>
            </p:cNvPr>
            <p:cNvSpPr txBox="1"/>
            <p:nvPr/>
          </p:nvSpPr>
          <p:spPr>
            <a:xfrm>
              <a:off x="1677988" y="1527761"/>
              <a:ext cx="3858746" cy="215444"/>
            </a:xfrm>
            <a:prstGeom prst="rect">
              <a:avLst/>
            </a:prstGeom>
          </p:spPr>
          <p:txBody>
            <a:bodyPr vert="horz" wrap="square" lIns="0" tIns="0" rIns="0" bIns="0" rtlCol="0" anchor="b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GB" b="1">
                  <a:latin typeface="+mn-lt"/>
                  <a:ea typeface="+mn-ea"/>
                  <a:cs typeface="Arial" panose="020B0604020202020204" pitchFamily="34" charset="0"/>
                </a:rPr>
                <a:t>Loan portfolio, </a:t>
              </a:r>
              <a:r>
                <a:rPr lang="en-GB">
                  <a:latin typeface="+mn-lt"/>
                  <a:ea typeface="+mn-ea"/>
                  <a:cs typeface="Arial" panose="020B0604020202020204" pitchFamily="34" charset="0"/>
                </a:rPr>
                <a:t>MN AZN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3D80273C-1363-7B47-CE58-8F4B5451C61B}"/>
                </a:ext>
              </a:extLst>
            </p:cNvPr>
            <p:cNvSpPr txBox="1">
              <a:spLocks/>
            </p:cNvSpPr>
            <p:nvPr/>
          </p:nvSpPr>
          <p:spPr>
            <a:xfrm>
              <a:off x="5685476" y="1527761"/>
              <a:ext cx="1424031" cy="215444"/>
            </a:xfrm>
            <a:prstGeom prst="rect">
              <a:avLst/>
            </a:prstGeom>
          </p:spPr>
          <p:txBody>
            <a:bodyPr vert="horz" wrap="square" lIns="0" tIns="0" rIns="0" bIns="0" rtlCol="0" anchor="b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GB" b="1">
                  <a:latin typeface="+mn-lt"/>
                </a:rPr>
                <a:t>CAGR, </a:t>
              </a:r>
              <a:r>
                <a:rPr lang="en-GB" i="1">
                  <a:latin typeface="+mn-lt"/>
                </a:rPr>
                <a:t>‘23–25, %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8539144-3409-3477-3B69-E0326E4AA2D7}"/>
                </a:ext>
              </a:extLst>
            </p:cNvPr>
            <p:cNvSpPr txBox="1">
              <a:spLocks/>
            </p:cNvSpPr>
            <p:nvPr/>
          </p:nvSpPr>
          <p:spPr>
            <a:xfrm>
              <a:off x="7258249" y="1312318"/>
              <a:ext cx="1210131" cy="430887"/>
            </a:xfrm>
            <a:prstGeom prst="rect">
              <a:avLst/>
            </a:prstGeom>
          </p:spPr>
          <p:txBody>
            <a:bodyPr vert="horz" wrap="square" lIns="0" tIns="0" rIns="0" bIns="0" rtlCol="0" anchor="t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Segoe UI" panose="020B0502040204020203" pitchFamily="34" charset="0"/>
                <a:buChar char="​"/>
                <a:defRPr lang="en-US" sz="1600" dirty="0">
                  <a:cs typeface="Arial" panose="020B060402020202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Wingdings" panose="05000000000000000000" pitchFamily="2" charset="2"/>
                <a:buChar char=""/>
                <a:defRPr lang="en-US" sz="1600" dirty="0"/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10000"/>
                <a:buFont typeface="Arial" panose="020B0604020202020204" pitchFamily="34" charset="0"/>
                <a:buChar char="‒"/>
                <a:defRPr lang="en-US" sz="1600" dirty="0"/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•"/>
                <a:defRPr lang="en-US" sz="1600" dirty="0"/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1"/>
                </a:buClr>
                <a:buSzPct val="100000"/>
                <a:buFont typeface="Arial" panose="020B0604020202020204" pitchFamily="34" charset="0"/>
                <a:buChar char="̶"/>
                <a:defRPr lang="en-US" sz="1600" dirty="0"/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FE5F0A"/>
                </a:buClr>
                <a:buSzPct val="100000"/>
                <a:buNone/>
                <a:tabLst/>
                <a:defRPr/>
              </a:pPr>
              <a:r>
                <a:rPr lang="en-US" sz="1400" b="1">
                  <a:solidFill>
                    <a:srgbClr val="000000"/>
                  </a:solidFill>
                </a:rPr>
                <a:t>Active customers, </a:t>
              </a:r>
              <a:r>
                <a:rPr lang="en-US" sz="1400">
                  <a:solidFill>
                    <a:srgbClr val="000000"/>
                  </a:solidFill>
                </a:rPr>
                <a:t>#</a:t>
              </a:r>
              <a:endParaRPr kumimoji="0" lang="en-US" sz="140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A869CD1-F011-A881-5460-88156E0B4E37}"/>
              </a:ext>
            </a:extLst>
          </p:cNvPr>
          <p:cNvSpPr/>
          <p:nvPr/>
        </p:nvSpPr>
        <p:spPr>
          <a:xfrm>
            <a:off x="7379738" y="4714875"/>
            <a:ext cx="787977" cy="311150"/>
          </a:xfrm>
          <a:prstGeom prst="ellipse">
            <a:avLst/>
          </a:prstGeom>
          <a:solidFill>
            <a:schemeClr val="bg1">
              <a:lumMod val="7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9,991</a:t>
            </a:r>
          </a:p>
        </p:txBody>
      </p:sp>
      <p:sp>
        <p:nvSpPr>
          <p:cNvPr id="25" name="2. Slide Title">
            <a:extLst>
              <a:ext uri="{FF2B5EF4-FFF2-40B4-BE49-F238E27FC236}">
                <a16:creationId xmlns:a16="http://schemas.microsoft.com/office/drawing/2014/main" id="{48A26B37-9C00-AD1E-98FD-FF39E052998D}"/>
              </a:ext>
            </a:extLst>
          </p:cNvPr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>
          <a:xfrm>
            <a:off x="554736" y="226624"/>
            <a:ext cx="7918704" cy="677108"/>
          </a:xfrm>
        </p:spPr>
        <p:txBody>
          <a:bodyPr vert="horz"/>
          <a:lstStyle/>
          <a:p>
            <a:pPr marL="461963"/>
            <a:r>
              <a:rPr lang="en-GB"/>
              <a:t>PASHA Bank has significantly shifted its loan portfolio from micro to small and medium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E71D19D1-374B-FDEE-8BE5-1CA94A49E60B}"/>
              </a:ext>
            </a:extLst>
          </p:cNvPr>
          <p:cNvSpPr txBox="1"/>
          <p:nvPr/>
        </p:nvSpPr>
        <p:spPr>
          <a:xfrm>
            <a:off x="9119860" y="1461909"/>
            <a:ext cx="2520451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400" b="1"/>
              <a:t>Key Insights</a:t>
            </a:r>
          </a:p>
        </p:txBody>
      </p:sp>
      <p:graphicFrame>
        <p:nvGraphicFramePr>
          <p:cNvPr id="182" name="Chart 181">
            <a:extLst>
              <a:ext uri="{FF2B5EF4-FFF2-40B4-BE49-F238E27FC236}">
                <a16:creationId xmlns:a16="http://schemas.microsoft.com/office/drawing/2014/main" id="{3B35FCFE-68BE-A5FC-3BA9-40DEBA1F997D}"/>
              </a:ext>
            </a:extLst>
          </p:cNvPr>
          <p:cNvGraphicFramePr/>
          <p:nvPr>
            <p:custDataLst>
              <p:tags r:id="rId5"/>
            </p:custDataLst>
          </p:nvPr>
        </p:nvGraphicFramePr>
        <p:xfrm>
          <a:off x="2211388" y="1635125"/>
          <a:ext cx="3433762" cy="8556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"/>
          </a:graphicData>
        </a:graphic>
      </p:graphicFrame>
      <p:graphicFrame>
        <p:nvGraphicFramePr>
          <p:cNvPr id="225" name="Chart 224">
            <a:extLst>
              <a:ext uri="{FF2B5EF4-FFF2-40B4-BE49-F238E27FC236}">
                <a16:creationId xmlns:a16="http://schemas.microsoft.com/office/drawing/2014/main" id="{458D769C-26E1-3A96-77EC-DAB0A920B990}"/>
              </a:ext>
            </a:extLst>
          </p:cNvPr>
          <p:cNvGraphicFramePr/>
          <p:nvPr>
            <p:custDataLst>
              <p:tags r:id="rId6"/>
            </p:custDataLst>
          </p:nvPr>
        </p:nvGraphicFramePr>
        <p:xfrm>
          <a:off x="2211388" y="3017838"/>
          <a:ext cx="3433762" cy="8556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7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B05B9E29-1E7F-BB56-A6EC-0C8F780E1AE4}"/>
              </a:ext>
            </a:extLst>
          </p:cNvPr>
          <p:cNvGraphicFramePr/>
          <p:nvPr>
            <p:custDataLst>
              <p:tags r:id="rId7"/>
            </p:custDataLst>
          </p:nvPr>
        </p:nvGraphicFramePr>
        <p:xfrm>
          <a:off x="2211388" y="4529138"/>
          <a:ext cx="3433762" cy="8556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8"/>
          </a:graphicData>
        </a:graphic>
      </p:graphicFrame>
      <p:sp>
        <p:nvSpPr>
          <p:cNvPr id="14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2667000" y="5168900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E97E955-BAE3-4D8E-96D2-6DD7BAC8796C}" type="datetime'''''''''''2''''''''''''''''0''''''''''''''''''''''2''3'''">
              <a:rPr lang="en-GB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GB" sz="1200">
              <a:latin typeface="+mn-lt"/>
            </a:endParaRPr>
          </a:p>
        </p:txBody>
      </p:sp>
      <p:sp>
        <p:nvSpPr>
          <p:cNvPr id="14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3838575" y="5168900"/>
            <a:ext cx="1778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42128D0-A5D5-402D-AFDF-8FF7530935F3}" type="datetime'''''''''''''''''''''''''''2''''''''''''''''''''''4'''''''''''">
              <a:rPr lang="en-GB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GB" sz="1200">
              <a:latin typeface="+mn-lt"/>
            </a:endParaRPr>
          </a:p>
        </p:txBody>
      </p:sp>
      <p:sp>
        <p:nvSpPr>
          <p:cNvPr id="14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4846638" y="5168900"/>
            <a:ext cx="342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39F460A-2127-4AE0-B3FD-B5B86F9D78C4}" type="datetime'''''''''20''''''''''''''''''''''''''''''''''''''2''''5'''''">
              <a:rPr lang="en-GB" altLang="en-US" sz="1200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GB" sz="1200">
              <a:latin typeface="+mn-lt"/>
            </a:endParaRPr>
          </a:p>
        </p:txBody>
      </p:sp>
      <p:cxnSp>
        <p:nvCxnSpPr>
          <p:cNvPr id="169" name="Straight Connector 168">
            <a:extLst>
              <a:ext uri="{FF2B5EF4-FFF2-40B4-BE49-F238E27FC236}">
                <a16:creationId xmlns:a16="http://schemas.microsoft.com/office/drawing/2014/main" id="{7ADA1BC4-3B15-2080-27B7-C503C1FE5518}"/>
              </a:ext>
            </a:extLst>
          </p:cNvPr>
          <p:cNvCxnSpPr>
            <a:cxnSpLocks/>
          </p:cNvCxnSpPr>
          <p:nvPr/>
        </p:nvCxnSpPr>
        <p:spPr>
          <a:xfrm>
            <a:off x="9119860" y="1715771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extBox 200">
            <a:extLst>
              <a:ext uri="{FF2B5EF4-FFF2-40B4-BE49-F238E27FC236}">
                <a16:creationId xmlns:a16="http://schemas.microsoft.com/office/drawing/2014/main" id="{B07AD3D0-7AB8-4D9C-4AEC-F4CCE411FFD5}"/>
              </a:ext>
            </a:extLst>
          </p:cNvPr>
          <p:cNvSpPr txBox="1">
            <a:spLocks/>
          </p:cNvSpPr>
          <p:nvPr/>
        </p:nvSpPr>
        <p:spPr>
          <a:xfrm>
            <a:off x="5932488" y="3306763"/>
            <a:ext cx="796925" cy="303213"/>
          </a:xfrm>
          <a:prstGeom prst="ellipse">
            <a:avLst/>
          </a:prstGeom>
          <a:solidFill>
            <a:srgbClr val="405F5B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>
                <a:solidFill>
                  <a:schemeClr val="bg1"/>
                </a:solidFill>
                <a:latin typeface="+mn-lt"/>
              </a:rPr>
              <a:t>~15%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0CB7E0E-2661-3A08-BBA5-5D890859B2EE}"/>
              </a:ext>
            </a:extLst>
          </p:cNvPr>
          <p:cNvSpPr txBox="1">
            <a:spLocks/>
          </p:cNvSpPr>
          <p:nvPr/>
        </p:nvSpPr>
        <p:spPr>
          <a:xfrm>
            <a:off x="554736" y="3306763"/>
            <a:ext cx="753364" cy="215900"/>
          </a:xfrm>
          <a:prstGeom prst="rect">
            <a:avLst/>
          </a:prstGeom>
        </p:spPr>
        <p:txBody>
          <a:bodyPr vert="horz" wrap="square" lIns="0" tIns="0" rIns="0" bIns="0" rtlCol="0" anchor="b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</a:rPr>
              <a:t>Small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44FF6AF6-CCAF-0BE6-429B-7359C9063166}"/>
              </a:ext>
            </a:extLst>
          </p:cNvPr>
          <p:cNvSpPr txBox="1">
            <a:spLocks/>
          </p:cNvSpPr>
          <p:nvPr/>
        </p:nvSpPr>
        <p:spPr>
          <a:xfrm>
            <a:off x="554736" y="4718050"/>
            <a:ext cx="753364" cy="215900"/>
          </a:xfrm>
          <a:prstGeom prst="rect">
            <a:avLst/>
          </a:prstGeom>
        </p:spPr>
        <p:txBody>
          <a:bodyPr vert="horz" wrap="square" lIns="0" tIns="0" rIns="0" bIns="0" rtlCol="0" anchor="b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</a:rPr>
              <a:t>Micro</a:t>
            </a:r>
          </a:p>
        </p:txBody>
      </p:sp>
      <p:cxnSp>
        <p:nvCxnSpPr>
          <p:cNvPr id="215" name="GreyLineSeparatorDefault 238">
            <a:extLst>
              <a:ext uri="{FF2B5EF4-FFF2-40B4-BE49-F238E27FC236}">
                <a16:creationId xmlns:a16="http://schemas.microsoft.com/office/drawing/2014/main" id="{6F5F6D99-2ABE-1ACE-A86F-60398D5D9079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645952" y="6108700"/>
            <a:ext cx="7822433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EE39E176-7B41-57F1-EF8E-9B632FDF2AC5}"/>
              </a:ext>
            </a:extLst>
          </p:cNvPr>
          <p:cNvSpPr txBox="1">
            <a:spLocks/>
          </p:cNvSpPr>
          <p:nvPr/>
        </p:nvSpPr>
        <p:spPr>
          <a:xfrm>
            <a:off x="2439987" y="2441969"/>
            <a:ext cx="796925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6%</a:t>
            </a:r>
            <a:endParaRPr lang="en-GB" sz="1100" i="1">
              <a:solidFill>
                <a:schemeClr val="tx1"/>
              </a:solidFill>
              <a:latin typeface="+mn-lt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C61F28BE-CB45-196F-C970-26D2A42C4537}"/>
              </a:ext>
            </a:extLst>
          </p:cNvPr>
          <p:cNvSpPr txBox="1">
            <a:spLocks/>
          </p:cNvSpPr>
          <p:nvPr/>
        </p:nvSpPr>
        <p:spPr>
          <a:xfrm>
            <a:off x="3529012" y="2441969"/>
            <a:ext cx="796925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4%</a:t>
            </a:r>
            <a:endParaRPr lang="en-GB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BB5A0D9-47DC-59F8-69F0-666E22C6F245}"/>
              </a:ext>
            </a:extLst>
          </p:cNvPr>
          <p:cNvSpPr txBox="1">
            <a:spLocks/>
          </p:cNvSpPr>
          <p:nvPr/>
        </p:nvSpPr>
        <p:spPr>
          <a:xfrm>
            <a:off x="4674723" y="2441969"/>
            <a:ext cx="796925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4%</a:t>
            </a:r>
            <a:endParaRPr lang="en-GB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9702B5B3-3B86-4A74-CFE3-BBCF9C4E5C50}"/>
              </a:ext>
            </a:extLst>
          </p:cNvPr>
          <p:cNvSpPr txBox="1">
            <a:spLocks/>
          </p:cNvSpPr>
          <p:nvPr/>
        </p:nvSpPr>
        <p:spPr>
          <a:xfrm>
            <a:off x="2439987" y="3906838"/>
            <a:ext cx="796925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34%</a:t>
            </a:r>
            <a:endParaRPr lang="en-GB" sz="1100" i="1">
              <a:solidFill>
                <a:schemeClr val="tx1"/>
              </a:solidFill>
              <a:latin typeface="+mn-lt"/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C30700B-135A-4460-FFE7-3B4E43DA86B8}"/>
              </a:ext>
            </a:extLst>
          </p:cNvPr>
          <p:cNvSpPr txBox="1">
            <a:spLocks/>
          </p:cNvSpPr>
          <p:nvPr/>
        </p:nvSpPr>
        <p:spPr>
          <a:xfrm>
            <a:off x="3529012" y="3906838"/>
            <a:ext cx="796925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11%</a:t>
            </a:r>
            <a:endParaRPr lang="en-GB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6D9F10B0-25FA-EB94-B013-F94544F7F357}"/>
              </a:ext>
            </a:extLst>
          </p:cNvPr>
          <p:cNvSpPr txBox="1">
            <a:spLocks/>
          </p:cNvSpPr>
          <p:nvPr/>
        </p:nvSpPr>
        <p:spPr>
          <a:xfrm>
            <a:off x="4674723" y="3906838"/>
            <a:ext cx="796925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7%</a:t>
            </a:r>
            <a:endParaRPr lang="en-GB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BDA3CC19-C60C-6A9A-AECA-1E477B705C41}"/>
              </a:ext>
            </a:extLst>
          </p:cNvPr>
          <p:cNvSpPr txBox="1">
            <a:spLocks/>
          </p:cNvSpPr>
          <p:nvPr/>
        </p:nvSpPr>
        <p:spPr>
          <a:xfrm>
            <a:off x="2439987" y="5514180"/>
            <a:ext cx="796925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51%</a:t>
            </a:r>
            <a:endParaRPr lang="en-GB" sz="1100" i="1">
              <a:solidFill>
                <a:schemeClr val="tx1"/>
              </a:solidFill>
              <a:latin typeface="+mn-lt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000A4517-1966-17E2-D40B-09ECF683BE30}"/>
              </a:ext>
            </a:extLst>
          </p:cNvPr>
          <p:cNvSpPr txBox="1">
            <a:spLocks/>
          </p:cNvSpPr>
          <p:nvPr/>
        </p:nvSpPr>
        <p:spPr>
          <a:xfrm>
            <a:off x="3529012" y="5514180"/>
            <a:ext cx="796925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43%</a:t>
            </a:r>
            <a:endParaRPr lang="en-GB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84A07001-1460-6F19-1D75-5C9A693707BD}"/>
              </a:ext>
            </a:extLst>
          </p:cNvPr>
          <p:cNvSpPr txBox="1">
            <a:spLocks/>
          </p:cNvSpPr>
          <p:nvPr/>
        </p:nvSpPr>
        <p:spPr>
          <a:xfrm>
            <a:off x="4674723" y="5514180"/>
            <a:ext cx="796925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21%</a:t>
            </a:r>
            <a:endParaRPr lang="en-GB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BE271C45-DA5C-DE95-5989-91B4A5BD7572}"/>
              </a:ext>
            </a:extLst>
          </p:cNvPr>
          <p:cNvSpPr txBox="1">
            <a:spLocks/>
          </p:cNvSpPr>
          <p:nvPr/>
        </p:nvSpPr>
        <p:spPr>
          <a:xfrm>
            <a:off x="1583430" y="2392365"/>
            <a:ext cx="753364" cy="43088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</a:rPr>
              <a:t>NPL ratio, </a:t>
            </a:r>
            <a:r>
              <a:rPr lang="en-GB" i="1">
                <a:latin typeface="+mn-lt"/>
              </a:rPr>
              <a:t>%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9FFEA067-6911-C2D0-E762-DF2541559C57}"/>
              </a:ext>
            </a:extLst>
          </p:cNvPr>
          <p:cNvSpPr txBox="1">
            <a:spLocks/>
          </p:cNvSpPr>
          <p:nvPr/>
        </p:nvSpPr>
        <p:spPr>
          <a:xfrm>
            <a:off x="1583430" y="3850145"/>
            <a:ext cx="753364" cy="43088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</a:rPr>
              <a:t>NPL ratio, </a:t>
            </a:r>
            <a:r>
              <a:rPr lang="en-GB" i="1">
                <a:latin typeface="+mn-lt"/>
              </a:rPr>
              <a:t>%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788E9474-F442-A341-4CC0-1ED51BCD35E7}"/>
              </a:ext>
            </a:extLst>
          </p:cNvPr>
          <p:cNvSpPr txBox="1">
            <a:spLocks/>
          </p:cNvSpPr>
          <p:nvPr/>
        </p:nvSpPr>
        <p:spPr>
          <a:xfrm>
            <a:off x="1583430" y="5450342"/>
            <a:ext cx="753364" cy="43088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</a:rPr>
              <a:t>NPL ratio, </a:t>
            </a:r>
            <a:r>
              <a:rPr lang="en-GB" i="1">
                <a:latin typeface="+mn-lt"/>
              </a:rPr>
              <a:t>%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72F8769-42DC-22C1-B72D-7A29B0BF2C66}"/>
              </a:ext>
            </a:extLst>
          </p:cNvPr>
          <p:cNvCxnSpPr>
            <a:cxnSpLocks/>
          </p:cNvCxnSpPr>
          <p:nvPr/>
        </p:nvCxnSpPr>
        <p:spPr>
          <a:xfrm>
            <a:off x="1375719" y="1883306"/>
            <a:ext cx="0" cy="939946"/>
          </a:xfrm>
          <a:prstGeom prst="line">
            <a:avLst/>
          </a:prstGeom>
          <a:ln w="76200" cap="sq">
            <a:solidFill>
              <a:srgbClr val="1C863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A7BF6A7F-3C8E-DE29-9C8B-9F7170B73864}"/>
              </a:ext>
            </a:extLst>
          </p:cNvPr>
          <p:cNvCxnSpPr>
            <a:cxnSpLocks/>
          </p:cNvCxnSpPr>
          <p:nvPr/>
        </p:nvCxnSpPr>
        <p:spPr>
          <a:xfrm>
            <a:off x="1375719" y="3270105"/>
            <a:ext cx="0" cy="939946"/>
          </a:xfrm>
          <a:prstGeom prst="line">
            <a:avLst/>
          </a:prstGeom>
          <a:ln w="76200" cap="sq">
            <a:solidFill>
              <a:srgbClr val="405F5B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288A524F-9184-BBFD-944F-B3C0DCBC929A}"/>
              </a:ext>
            </a:extLst>
          </p:cNvPr>
          <p:cNvCxnSpPr>
            <a:cxnSpLocks/>
          </p:cNvCxnSpPr>
          <p:nvPr/>
        </p:nvCxnSpPr>
        <p:spPr>
          <a:xfrm>
            <a:off x="1375719" y="4714875"/>
            <a:ext cx="0" cy="1134532"/>
          </a:xfrm>
          <a:prstGeom prst="line">
            <a:avLst/>
          </a:prstGeom>
          <a:ln w="76200" cap="sq">
            <a:solidFill>
              <a:schemeClr val="accent6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2043634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118A41-8446-67B8-77AA-60870C737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2" hidden="1">
            <a:extLst>
              <a:ext uri="{FF2B5EF4-FFF2-40B4-BE49-F238E27FC236}">
                <a16:creationId xmlns:a16="http://schemas.microsoft.com/office/drawing/2014/main" id="{72AFF89B-9FDF-6FCD-4ED0-7A1FF0C1E82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484" imgH="486" progId="TCLayout.ActiveDocument.1">
                  <p:embed/>
                </p:oleObj>
              </mc:Choice>
              <mc:Fallback>
                <p:oleObj name="think-cell Slide" r:id="rId15" imgW="484" imgH="486" progId="TCLayout.ActiveDocument.1">
                  <p:embed/>
                  <p:pic>
                    <p:nvPicPr>
                      <p:cNvPr id="7" name="Object 2" hidden="1">
                        <a:extLst>
                          <a:ext uri="{FF2B5EF4-FFF2-40B4-BE49-F238E27FC236}">
                            <a16:creationId xmlns:a16="http://schemas.microsoft.com/office/drawing/2014/main" id="{72AFF89B-9FDF-6FCD-4ED0-7A1FF0C1E82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3" name="Table 192" hidden="1">
            <a:extLst>
              <a:ext uri="{FF2B5EF4-FFF2-40B4-BE49-F238E27FC236}">
                <a16:creationId xmlns:a16="http://schemas.microsoft.com/office/drawing/2014/main" id="{111C5239-A280-B0B6-DD48-864D381755FA}"/>
              </a:ext>
            </a:extLst>
          </p:cNvPr>
          <p:cNvGraphicFramePr>
            <a:graphicFrameLocks noGrp="1"/>
          </p:cNvGraphicFramePr>
          <p:nvPr/>
        </p:nvGraphicFramePr>
        <p:xfrm>
          <a:off x="5282792" y="965648"/>
          <a:ext cx="1259342" cy="21740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59342">
                  <a:extLst>
                    <a:ext uri="{9D8B030D-6E8A-4147-A177-3AD203B41FA5}">
                      <a16:colId xmlns:a16="http://schemas.microsoft.com/office/drawing/2014/main" val="879928918"/>
                    </a:ext>
                  </a:extLst>
                </a:gridCol>
              </a:tblGrid>
              <a:tr h="86961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CAGR 23–25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1607017113"/>
                  </a:ext>
                </a:extLst>
              </a:tr>
              <a:tr h="434811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90%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175662360"/>
                  </a:ext>
                </a:extLst>
              </a:tr>
              <a:tr h="86961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40%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1496721349"/>
                  </a:ext>
                </a:extLst>
              </a:tr>
            </a:tbl>
          </a:graphicData>
        </a:graphic>
      </p:graphicFrame>
      <p:graphicFrame>
        <p:nvGraphicFramePr>
          <p:cNvPr id="194" name="Table 193" hidden="1">
            <a:extLst>
              <a:ext uri="{FF2B5EF4-FFF2-40B4-BE49-F238E27FC236}">
                <a16:creationId xmlns:a16="http://schemas.microsoft.com/office/drawing/2014/main" id="{0A99E1AF-BA95-F213-8559-66C6B4351F97}"/>
              </a:ext>
            </a:extLst>
          </p:cNvPr>
          <p:cNvGraphicFramePr>
            <a:graphicFrameLocks noGrp="1"/>
          </p:cNvGraphicFramePr>
          <p:nvPr/>
        </p:nvGraphicFramePr>
        <p:xfrm>
          <a:off x="9957843" y="3813175"/>
          <a:ext cx="1259342" cy="13044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59342">
                  <a:extLst>
                    <a:ext uri="{9D8B030D-6E8A-4147-A177-3AD203B41FA5}">
                      <a16:colId xmlns:a16="http://schemas.microsoft.com/office/drawing/2014/main" val="1367921755"/>
                    </a:ext>
                  </a:extLst>
                </a:gridCol>
              </a:tblGrid>
              <a:tr h="434811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116%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3450534306"/>
                  </a:ext>
                </a:extLst>
              </a:tr>
              <a:tr h="86961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-19%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3002007840"/>
                  </a:ext>
                </a:extLst>
              </a:tr>
            </a:tbl>
          </a:graphicData>
        </a:graphic>
      </p:graphicFrame>
      <p:graphicFrame>
        <p:nvGraphicFramePr>
          <p:cNvPr id="195" name="Table 194" hidden="1">
            <a:extLst>
              <a:ext uri="{FF2B5EF4-FFF2-40B4-BE49-F238E27FC236}">
                <a16:creationId xmlns:a16="http://schemas.microsoft.com/office/drawing/2014/main" id="{B714D611-8536-5AD1-1DDC-1F923245A329}"/>
              </a:ext>
            </a:extLst>
          </p:cNvPr>
          <p:cNvGraphicFramePr>
            <a:graphicFrameLocks noGrp="1"/>
          </p:cNvGraphicFramePr>
          <p:nvPr/>
        </p:nvGraphicFramePr>
        <p:xfrm>
          <a:off x="9968548" y="5511214"/>
          <a:ext cx="1259342" cy="13044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59342">
                  <a:extLst>
                    <a:ext uri="{9D8B030D-6E8A-4147-A177-3AD203B41FA5}">
                      <a16:colId xmlns:a16="http://schemas.microsoft.com/office/drawing/2014/main" val="1173808355"/>
                    </a:ext>
                  </a:extLst>
                </a:gridCol>
              </a:tblGrid>
              <a:tr h="434811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-25%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3361035879"/>
                  </a:ext>
                </a:extLst>
              </a:tr>
              <a:tr h="86961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700" u="none" strike="noStrike">
                          <a:effectLst/>
                        </a:rPr>
                        <a:t>-74%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666" marR="4666" marT="4666" marB="0" anchor="ctr"/>
                </a:tc>
                <a:extLst>
                  <a:ext uri="{0D108BD9-81ED-4DB2-BD59-A6C34878D82A}">
                    <a16:rowId xmlns:a16="http://schemas.microsoft.com/office/drawing/2014/main" val="499104556"/>
                  </a:ext>
                </a:extLst>
              </a:tr>
            </a:tbl>
          </a:graphicData>
        </a:graphic>
      </p:graphicFrame>
      <p:graphicFrame>
        <p:nvGraphicFramePr>
          <p:cNvPr id="196" name="Table 195" hidden="1">
            <a:extLst>
              <a:ext uri="{FF2B5EF4-FFF2-40B4-BE49-F238E27FC236}">
                <a16:creationId xmlns:a16="http://schemas.microsoft.com/office/drawing/2014/main" id="{670220D6-F25E-3B07-85AE-8FBB951AD517}"/>
              </a:ext>
            </a:extLst>
          </p:cNvPr>
          <p:cNvGraphicFramePr>
            <a:graphicFrameLocks noGrp="1"/>
          </p:cNvGraphicFramePr>
          <p:nvPr/>
        </p:nvGraphicFramePr>
        <p:xfrm>
          <a:off x="7073998" y="1278914"/>
          <a:ext cx="786873" cy="15502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86873">
                  <a:extLst>
                    <a:ext uri="{9D8B030D-6E8A-4147-A177-3AD203B41FA5}">
                      <a16:colId xmlns:a16="http://schemas.microsoft.com/office/drawing/2014/main" val="3795606075"/>
                    </a:ext>
                  </a:extLst>
                </a:gridCol>
              </a:tblGrid>
              <a:tr h="618230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NPL ratio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28533816"/>
                  </a:ext>
                </a:extLst>
              </a:tr>
              <a:tr h="31375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0.70%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3552236512"/>
                  </a:ext>
                </a:extLst>
              </a:tr>
              <a:tr h="618230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0.20%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1482697145"/>
                  </a:ext>
                </a:extLst>
              </a:tr>
            </a:tbl>
          </a:graphicData>
        </a:graphic>
      </p:graphicFrame>
      <p:graphicFrame>
        <p:nvGraphicFramePr>
          <p:cNvPr id="197" name="Table 196" hidden="1">
            <a:extLst>
              <a:ext uri="{FF2B5EF4-FFF2-40B4-BE49-F238E27FC236}">
                <a16:creationId xmlns:a16="http://schemas.microsoft.com/office/drawing/2014/main" id="{8792D63F-6286-6908-8485-605E77F0FA19}"/>
              </a:ext>
            </a:extLst>
          </p:cNvPr>
          <p:cNvGraphicFramePr>
            <a:graphicFrameLocks noGrp="1"/>
          </p:cNvGraphicFramePr>
          <p:nvPr/>
        </p:nvGraphicFramePr>
        <p:xfrm>
          <a:off x="11623358" y="3914005"/>
          <a:ext cx="786873" cy="9319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86873">
                  <a:extLst>
                    <a:ext uri="{9D8B030D-6E8A-4147-A177-3AD203B41FA5}">
                      <a16:colId xmlns:a16="http://schemas.microsoft.com/office/drawing/2014/main" val="2650420262"/>
                    </a:ext>
                  </a:extLst>
                </a:gridCol>
              </a:tblGrid>
              <a:tr h="31375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0.40%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1202176289"/>
                  </a:ext>
                </a:extLst>
              </a:tr>
              <a:tr h="618230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4.30%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1110501197"/>
                  </a:ext>
                </a:extLst>
              </a:tr>
            </a:tbl>
          </a:graphicData>
        </a:graphic>
      </p:graphicFrame>
      <p:graphicFrame>
        <p:nvGraphicFramePr>
          <p:cNvPr id="198" name="Table 197" hidden="1">
            <a:extLst>
              <a:ext uri="{FF2B5EF4-FFF2-40B4-BE49-F238E27FC236}">
                <a16:creationId xmlns:a16="http://schemas.microsoft.com/office/drawing/2014/main" id="{12B02E78-793D-7E59-CA35-1CBCDBD7BE0C}"/>
              </a:ext>
            </a:extLst>
          </p:cNvPr>
          <p:cNvGraphicFramePr>
            <a:graphicFrameLocks noGrp="1"/>
          </p:cNvGraphicFramePr>
          <p:nvPr/>
        </p:nvGraphicFramePr>
        <p:xfrm>
          <a:off x="11623357" y="5637787"/>
          <a:ext cx="786873" cy="9319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86873">
                  <a:extLst>
                    <a:ext uri="{9D8B030D-6E8A-4147-A177-3AD203B41FA5}">
                      <a16:colId xmlns:a16="http://schemas.microsoft.com/office/drawing/2014/main" val="676481856"/>
                    </a:ext>
                  </a:extLst>
                </a:gridCol>
              </a:tblGrid>
              <a:tr h="313759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6.40%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2700129620"/>
                  </a:ext>
                </a:extLst>
              </a:tr>
              <a:tr h="618230"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050" u="none" strike="noStrike">
                          <a:effectLst/>
                        </a:rPr>
                        <a:t>3.30%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12394" marR="12394" marT="12394" marB="0" anchor="ctr"/>
                </a:tc>
                <a:extLst>
                  <a:ext uri="{0D108BD9-81ED-4DB2-BD59-A6C34878D82A}">
                    <a16:rowId xmlns:a16="http://schemas.microsoft.com/office/drawing/2014/main" val="330797663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A0BEBE67-AD57-2D70-7133-165DDE7DCEB9}"/>
              </a:ext>
            </a:extLst>
          </p:cNvPr>
          <p:cNvSpPr txBox="1">
            <a:spLocks/>
          </p:cNvSpPr>
          <p:nvPr/>
        </p:nvSpPr>
        <p:spPr>
          <a:xfrm>
            <a:off x="9113850" y="1886802"/>
            <a:ext cx="2518359" cy="206979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200" b="1"/>
              <a:t>Economies of scale </a:t>
            </a:r>
            <a:r>
              <a:rPr lang="en-US" sz="1200"/>
              <a:t>– Low OPEX per customer on micro and small sub-segment compared to medium indicate achievement of economies of scale to an extent</a:t>
            </a:r>
          </a:p>
          <a:p>
            <a:pPr lvl="1"/>
            <a:r>
              <a:rPr lang="en-US" sz="1200" b="1"/>
              <a:t>Justification of cost base </a:t>
            </a:r>
            <a:r>
              <a:rPr lang="en-US" sz="1200"/>
              <a:t>– Despite economies of scale, cost to income ratios of &gt;100% in both sub-segments indicate an opportunity to optimize the service model and cost base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14A1F38-92A6-2BAC-AF24-C19A99135653}"/>
              </a:ext>
            </a:extLst>
          </p:cNvPr>
          <p:cNvCxnSpPr>
            <a:cxnSpLocks/>
          </p:cNvCxnSpPr>
          <p:nvPr/>
        </p:nvCxnSpPr>
        <p:spPr>
          <a:xfrm>
            <a:off x="9119860" y="6108700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GreyLineSeparatorDefault 238">
            <a:extLst>
              <a:ext uri="{FF2B5EF4-FFF2-40B4-BE49-F238E27FC236}">
                <a16:creationId xmlns:a16="http://schemas.microsoft.com/office/drawing/2014/main" id="{D5BC5144-6AA7-91CB-BE80-34ACCCEDCB32}"/>
              </a:ext>
            </a:extLst>
          </p:cNvPr>
          <p:cNvCxnSpPr>
            <a:cxnSpLocks/>
          </p:cNvCxnSpPr>
          <p:nvPr>
            <p:custDataLst>
              <p:tags r:id="rId2"/>
            </p:custDataLst>
          </p:nvPr>
        </p:nvCxnSpPr>
        <p:spPr>
          <a:xfrm>
            <a:off x="1583430" y="1715771"/>
            <a:ext cx="6884955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2DB14102-F7B2-FC7F-F530-4D33CC292B44}"/>
              </a:ext>
            </a:extLst>
          </p:cNvPr>
          <p:cNvSpPr txBox="1"/>
          <p:nvPr/>
        </p:nvSpPr>
        <p:spPr>
          <a:xfrm>
            <a:off x="1583430" y="1477588"/>
            <a:ext cx="3953304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  <a:ea typeface="+mn-ea"/>
                <a:cs typeface="Arial" panose="020B0604020202020204" pitchFamily="34" charset="0"/>
              </a:rPr>
              <a:t>Operating cost evolution</a:t>
            </a:r>
            <a:endParaRPr lang="en-GB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2. Slide Title">
            <a:extLst>
              <a:ext uri="{FF2B5EF4-FFF2-40B4-BE49-F238E27FC236}">
                <a16:creationId xmlns:a16="http://schemas.microsoft.com/office/drawing/2014/main" id="{1D5349D6-7F99-EC5A-BCA0-BEEA2B3AAA06}"/>
              </a:ext>
            </a:extLst>
          </p:cNvPr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554736" y="226624"/>
            <a:ext cx="7918704" cy="677108"/>
          </a:xfrm>
        </p:spPr>
        <p:txBody>
          <a:bodyPr vert="horz"/>
          <a:lstStyle/>
          <a:p>
            <a:pPr marL="461963"/>
            <a:r>
              <a:rPr lang="en-GB"/>
              <a:t>Smaller segments struggle to justify their cost base despite economies of scale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C475B5F2-29AB-9174-127E-1F7952D3E461}"/>
              </a:ext>
            </a:extLst>
          </p:cNvPr>
          <p:cNvSpPr txBox="1"/>
          <p:nvPr/>
        </p:nvSpPr>
        <p:spPr>
          <a:xfrm>
            <a:off x="9119860" y="1461909"/>
            <a:ext cx="2520451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400" b="1"/>
              <a:t>Key Insights</a:t>
            </a:r>
          </a:p>
        </p:txBody>
      </p:sp>
      <p:cxnSp>
        <p:nvCxnSpPr>
          <p:cNvPr id="169" name="Straight Connector 168">
            <a:extLst>
              <a:ext uri="{FF2B5EF4-FFF2-40B4-BE49-F238E27FC236}">
                <a16:creationId xmlns:a16="http://schemas.microsoft.com/office/drawing/2014/main" id="{8AEDD145-19AD-7AEB-C474-68D4C3BACB90}"/>
              </a:ext>
            </a:extLst>
          </p:cNvPr>
          <p:cNvCxnSpPr>
            <a:cxnSpLocks/>
          </p:cNvCxnSpPr>
          <p:nvPr/>
        </p:nvCxnSpPr>
        <p:spPr>
          <a:xfrm>
            <a:off x="9119860" y="1715771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GreyLineSeparatorDefault 238">
            <a:extLst>
              <a:ext uri="{FF2B5EF4-FFF2-40B4-BE49-F238E27FC236}">
                <a16:creationId xmlns:a16="http://schemas.microsoft.com/office/drawing/2014/main" id="{3EAB3480-08C4-94B3-5AF2-D5CC9536C977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645952" y="6108700"/>
            <a:ext cx="7822433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E22485F4-C3D9-3CA9-BC6B-F3860328F769}"/>
              </a:ext>
            </a:extLst>
          </p:cNvPr>
          <p:cNvSpPr txBox="1">
            <a:spLocks/>
          </p:cNvSpPr>
          <p:nvPr/>
        </p:nvSpPr>
        <p:spPr>
          <a:xfrm>
            <a:off x="3417728" y="1775203"/>
            <a:ext cx="754063" cy="184666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None/>
            </a:pPr>
            <a:r>
              <a:rPr lang="en-GB" sz="1200" b="1">
                <a:latin typeface="+mn-lt"/>
              </a:rPr>
              <a:t>2023</a:t>
            </a:r>
            <a:endParaRPr lang="en-GB" sz="1200">
              <a:latin typeface="+mn-lt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661CA25-0F3F-2BC7-E2D8-B44BE5B5A835}"/>
              </a:ext>
            </a:extLst>
          </p:cNvPr>
          <p:cNvSpPr txBox="1">
            <a:spLocks/>
          </p:cNvSpPr>
          <p:nvPr/>
        </p:nvSpPr>
        <p:spPr>
          <a:xfrm>
            <a:off x="4882276" y="1775203"/>
            <a:ext cx="752475" cy="184666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None/>
            </a:pPr>
            <a:r>
              <a:rPr lang="en-GB" sz="1200" b="1">
                <a:latin typeface="+mn-lt"/>
              </a:rPr>
              <a:t>2024</a:t>
            </a:r>
            <a:endParaRPr lang="en-GB" sz="1200">
              <a:latin typeface="+mn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747A5EB-420D-63E3-9C27-7FBF8CEA6726}"/>
              </a:ext>
            </a:extLst>
          </p:cNvPr>
          <p:cNvSpPr txBox="1">
            <a:spLocks/>
          </p:cNvSpPr>
          <p:nvPr/>
        </p:nvSpPr>
        <p:spPr>
          <a:xfrm>
            <a:off x="6361126" y="1775203"/>
            <a:ext cx="754063" cy="184666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None/>
            </a:pPr>
            <a:r>
              <a:rPr lang="en-GB" sz="1200" b="1">
                <a:latin typeface="+mn-lt"/>
              </a:rPr>
              <a:t>2025</a:t>
            </a:r>
            <a:endParaRPr lang="en-GB" sz="1200">
              <a:latin typeface="+mn-lt"/>
            </a:endParaRPr>
          </a:p>
        </p:txBody>
      </p:sp>
      <p:cxnSp>
        <p:nvCxnSpPr>
          <p:cNvPr id="19" name="GreyLineSeparatorDefault 238">
            <a:extLst>
              <a:ext uri="{FF2B5EF4-FFF2-40B4-BE49-F238E27FC236}">
                <a16:creationId xmlns:a16="http://schemas.microsoft.com/office/drawing/2014/main" id="{EC339FF3-7ADD-E75A-0BE9-FAD2F4EDEB32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3033713" y="1974017"/>
            <a:ext cx="5396712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0761686-F724-ABB3-1B9A-AF7760FF7733}"/>
              </a:ext>
            </a:extLst>
          </p:cNvPr>
          <p:cNvSpPr txBox="1">
            <a:spLocks/>
          </p:cNvSpPr>
          <p:nvPr/>
        </p:nvSpPr>
        <p:spPr>
          <a:xfrm>
            <a:off x="7594606" y="1775203"/>
            <a:ext cx="947738" cy="184666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None/>
            </a:pPr>
            <a:r>
              <a:rPr lang="en-GB" sz="1200" b="1">
                <a:latin typeface="+mn-lt"/>
              </a:rPr>
              <a:t>CAGR, </a:t>
            </a:r>
            <a:r>
              <a:rPr lang="en-GB" sz="1200" i="1">
                <a:latin typeface="+mn-lt"/>
              </a:rPr>
              <a:t>%</a:t>
            </a:r>
          </a:p>
        </p:txBody>
      </p:sp>
      <p:graphicFrame>
        <p:nvGraphicFramePr>
          <p:cNvPr id="27" name="Chart 26">
            <a:extLst>
              <a:ext uri="{FF2B5EF4-FFF2-40B4-BE49-F238E27FC236}">
                <a16:creationId xmlns:a16="http://schemas.microsoft.com/office/drawing/2014/main" id="{28E25BEB-3D3A-FDED-9F94-D47E8DFAA193}"/>
              </a:ext>
            </a:extLst>
          </p:cNvPr>
          <p:cNvGraphicFramePr/>
          <p:nvPr>
            <p:custDataLst>
              <p:tags r:id="rId6"/>
            </p:custDataLst>
          </p:nvPr>
        </p:nvGraphicFramePr>
        <p:xfrm>
          <a:off x="2951163" y="1819275"/>
          <a:ext cx="4652962" cy="8683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7"/>
          </a:graphicData>
        </a:graphic>
      </p:graphicFrame>
      <p:sp>
        <p:nvSpPr>
          <p:cNvPr id="89" name="TextBox 88">
            <a:extLst>
              <a:ext uri="{FF2B5EF4-FFF2-40B4-BE49-F238E27FC236}">
                <a16:creationId xmlns:a16="http://schemas.microsoft.com/office/drawing/2014/main" id="{273E2D29-11E1-1741-7B59-94010F6922BD}"/>
              </a:ext>
            </a:extLst>
          </p:cNvPr>
          <p:cNvSpPr txBox="1">
            <a:spLocks/>
          </p:cNvSpPr>
          <p:nvPr/>
        </p:nvSpPr>
        <p:spPr>
          <a:xfrm>
            <a:off x="554736" y="2171799"/>
            <a:ext cx="753364" cy="215900"/>
          </a:xfrm>
          <a:prstGeom prst="rect">
            <a:avLst/>
          </a:prstGeom>
        </p:spPr>
        <p:txBody>
          <a:bodyPr vert="horz" wrap="square" lIns="0" tIns="0" rIns="0" bIns="0" rtlCol="0" anchor="b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Medium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F0FFC9B1-C4A2-BD1E-ADEA-B186E6C5E212}"/>
              </a:ext>
            </a:extLst>
          </p:cNvPr>
          <p:cNvSpPr txBox="1">
            <a:spLocks/>
          </p:cNvSpPr>
          <p:nvPr/>
        </p:nvSpPr>
        <p:spPr>
          <a:xfrm>
            <a:off x="3417728" y="2839710"/>
            <a:ext cx="725488" cy="20796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  <a:latin typeface="+mn-lt"/>
              </a:rPr>
              <a:t>46%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A3F7A475-BA08-4C42-DE38-69C3C259EF03}"/>
              </a:ext>
            </a:extLst>
          </p:cNvPr>
          <p:cNvSpPr txBox="1">
            <a:spLocks/>
          </p:cNvSpPr>
          <p:nvPr/>
        </p:nvSpPr>
        <p:spPr>
          <a:xfrm>
            <a:off x="4882276" y="2827010"/>
            <a:ext cx="723900" cy="20796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51%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26FA24C6-DF0D-6874-C9C9-726B7490DDE2}"/>
              </a:ext>
            </a:extLst>
          </p:cNvPr>
          <p:cNvSpPr txBox="1">
            <a:spLocks/>
          </p:cNvSpPr>
          <p:nvPr/>
        </p:nvSpPr>
        <p:spPr>
          <a:xfrm>
            <a:off x="6345237" y="2839710"/>
            <a:ext cx="723900" cy="20796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78%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83E6A48B-661E-7C99-CA76-588C59AF4DED}"/>
              </a:ext>
            </a:extLst>
          </p:cNvPr>
          <p:cNvSpPr txBox="1">
            <a:spLocks/>
          </p:cNvSpPr>
          <p:nvPr/>
        </p:nvSpPr>
        <p:spPr>
          <a:xfrm>
            <a:off x="1583428" y="2852410"/>
            <a:ext cx="1305935" cy="184150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C/I, </a:t>
            </a:r>
            <a:r>
              <a:rPr lang="en-GB" sz="1200" i="1">
                <a:latin typeface="+mn-lt"/>
              </a:rPr>
              <a:t>% of NBI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0D36A4C-7B88-E6ED-AC08-3AAAAF20BA3A}"/>
              </a:ext>
            </a:extLst>
          </p:cNvPr>
          <p:cNvSpPr txBox="1">
            <a:spLocks/>
          </p:cNvSpPr>
          <p:nvPr/>
        </p:nvSpPr>
        <p:spPr>
          <a:xfrm>
            <a:off x="1583428" y="2543117"/>
            <a:ext cx="1513645" cy="184666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OPEX /</a:t>
            </a:r>
            <a:r>
              <a:rPr lang="en-GB" sz="1200" b="1" err="1">
                <a:latin typeface="+mn-lt"/>
              </a:rPr>
              <a:t>cust</a:t>
            </a:r>
            <a:r>
              <a:rPr lang="en-GB" sz="1200" b="1">
                <a:latin typeface="+mn-lt"/>
              </a:rPr>
              <a:t>., </a:t>
            </a:r>
            <a:r>
              <a:rPr lang="en-GB" sz="1200">
                <a:latin typeface="+mn-lt"/>
              </a:rPr>
              <a:t>K</a:t>
            </a:r>
            <a:r>
              <a:rPr lang="en-GB" sz="1200" b="1">
                <a:latin typeface="+mn-lt"/>
              </a:rPr>
              <a:t> </a:t>
            </a:r>
            <a:r>
              <a:rPr lang="en-GB" sz="1200" i="1">
                <a:latin typeface="+mn-lt"/>
              </a:rPr>
              <a:t>AZN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4631A10-1FAC-997C-1B0C-683D3B4CA260}"/>
              </a:ext>
            </a:extLst>
          </p:cNvPr>
          <p:cNvSpPr txBox="1">
            <a:spLocks/>
          </p:cNvSpPr>
          <p:nvPr/>
        </p:nvSpPr>
        <p:spPr>
          <a:xfrm>
            <a:off x="3417728" y="2525386"/>
            <a:ext cx="725488" cy="206375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  <a:latin typeface="+mn-lt"/>
              </a:rPr>
              <a:t>11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B386120-6F5D-8380-27EC-86DDFDCC5FC7}"/>
              </a:ext>
            </a:extLst>
          </p:cNvPr>
          <p:cNvSpPr txBox="1">
            <a:spLocks/>
          </p:cNvSpPr>
          <p:nvPr/>
        </p:nvSpPr>
        <p:spPr>
          <a:xfrm>
            <a:off x="4882276" y="2525386"/>
            <a:ext cx="723900" cy="206375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11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887D937-009B-881E-3A4B-98019A36B57F}"/>
              </a:ext>
            </a:extLst>
          </p:cNvPr>
          <p:cNvSpPr txBox="1">
            <a:spLocks/>
          </p:cNvSpPr>
          <p:nvPr/>
        </p:nvSpPr>
        <p:spPr>
          <a:xfrm>
            <a:off x="6345237" y="2525386"/>
            <a:ext cx="723900" cy="206375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12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" name="GreyLineSeparatorDefault 238">
            <a:extLst>
              <a:ext uri="{FF2B5EF4-FFF2-40B4-BE49-F238E27FC236}">
                <a16:creationId xmlns:a16="http://schemas.microsoft.com/office/drawing/2014/main" id="{1EF7917F-2CD4-BB27-594D-D28C25A2BD69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1583429" y="2777797"/>
            <a:ext cx="681762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8F0105D1-F13E-CD41-2F9D-8711463E2CB8}"/>
              </a:ext>
            </a:extLst>
          </p:cNvPr>
          <p:cNvSpPr txBox="1">
            <a:spLocks/>
          </p:cNvSpPr>
          <p:nvPr/>
        </p:nvSpPr>
        <p:spPr>
          <a:xfrm>
            <a:off x="7706524" y="2171799"/>
            <a:ext cx="835819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+13.4%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20" name="GreyLineSeparatorDefault 238">
            <a:extLst>
              <a:ext uri="{FF2B5EF4-FFF2-40B4-BE49-F238E27FC236}">
                <a16:creationId xmlns:a16="http://schemas.microsoft.com/office/drawing/2014/main" id="{A76423E4-308B-8E66-7FB2-B9E6F9D19BFE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645952" y="3352244"/>
            <a:ext cx="7822433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1283356F-83E6-1EDE-B71E-28DDE512A042}"/>
              </a:ext>
            </a:extLst>
          </p:cNvPr>
          <p:cNvSpPr txBox="1">
            <a:spLocks/>
          </p:cNvSpPr>
          <p:nvPr/>
        </p:nvSpPr>
        <p:spPr>
          <a:xfrm>
            <a:off x="554736" y="3640138"/>
            <a:ext cx="753364" cy="215900"/>
          </a:xfrm>
          <a:prstGeom prst="rect">
            <a:avLst/>
          </a:prstGeom>
        </p:spPr>
        <p:txBody>
          <a:bodyPr vert="horz" wrap="square" lIns="0" tIns="0" rIns="0" bIns="0" rtlCol="0" anchor="b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Small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A8E10835-C8AD-CE5A-2F87-1B1901E97AC9}"/>
              </a:ext>
            </a:extLst>
          </p:cNvPr>
          <p:cNvSpPr txBox="1">
            <a:spLocks/>
          </p:cNvSpPr>
          <p:nvPr/>
        </p:nvSpPr>
        <p:spPr>
          <a:xfrm>
            <a:off x="3417728" y="4297363"/>
            <a:ext cx="725488" cy="20796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  <a:latin typeface="+mn-lt"/>
              </a:rPr>
              <a:t>108%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1A5FACF6-FD2D-1B40-95D3-EB9C58875AE5}"/>
              </a:ext>
            </a:extLst>
          </p:cNvPr>
          <p:cNvSpPr txBox="1">
            <a:spLocks/>
          </p:cNvSpPr>
          <p:nvPr/>
        </p:nvSpPr>
        <p:spPr>
          <a:xfrm>
            <a:off x="4882276" y="4284663"/>
            <a:ext cx="723900" cy="20796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159%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5F18E04-CCAA-CC66-41AA-A27306EE4613}"/>
              </a:ext>
            </a:extLst>
          </p:cNvPr>
          <p:cNvSpPr txBox="1">
            <a:spLocks/>
          </p:cNvSpPr>
          <p:nvPr/>
        </p:nvSpPr>
        <p:spPr>
          <a:xfrm>
            <a:off x="6345237" y="4297363"/>
            <a:ext cx="723900" cy="20796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139%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72FB32F2-9187-F310-3ECC-9D85568C99B0}"/>
              </a:ext>
            </a:extLst>
          </p:cNvPr>
          <p:cNvSpPr txBox="1">
            <a:spLocks/>
          </p:cNvSpPr>
          <p:nvPr/>
        </p:nvSpPr>
        <p:spPr>
          <a:xfrm>
            <a:off x="1583428" y="4310063"/>
            <a:ext cx="1305935" cy="184150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C/I, </a:t>
            </a:r>
            <a:r>
              <a:rPr lang="en-GB" sz="1200" i="1">
                <a:latin typeface="+mn-lt"/>
              </a:rPr>
              <a:t>% of NBI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8A24406E-7FA6-95C0-08CA-B889EBDA9E18}"/>
              </a:ext>
            </a:extLst>
          </p:cNvPr>
          <p:cNvSpPr txBox="1">
            <a:spLocks/>
          </p:cNvSpPr>
          <p:nvPr/>
        </p:nvSpPr>
        <p:spPr>
          <a:xfrm>
            <a:off x="1583428" y="3983038"/>
            <a:ext cx="1586491" cy="184150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OPEX /</a:t>
            </a:r>
            <a:r>
              <a:rPr lang="en-GB" sz="1200" b="1" err="1">
                <a:latin typeface="+mn-lt"/>
              </a:rPr>
              <a:t>cust</a:t>
            </a:r>
            <a:r>
              <a:rPr lang="en-GB" sz="1200" b="1">
                <a:latin typeface="+mn-lt"/>
              </a:rPr>
              <a:t>., </a:t>
            </a:r>
            <a:r>
              <a:rPr lang="en-GB" sz="1200"/>
              <a:t>K</a:t>
            </a:r>
            <a:r>
              <a:rPr lang="en-GB" sz="1200" b="1"/>
              <a:t> </a:t>
            </a:r>
            <a:r>
              <a:rPr lang="en-GB" sz="1200" i="1"/>
              <a:t>AZN</a:t>
            </a:r>
            <a:endParaRPr lang="en-GB" sz="1200" i="1">
              <a:latin typeface="+mn-lt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DCA732A9-0FD6-C262-7EB5-4D96D395FB2B}"/>
              </a:ext>
            </a:extLst>
          </p:cNvPr>
          <p:cNvSpPr txBox="1">
            <a:spLocks/>
          </p:cNvSpPr>
          <p:nvPr/>
        </p:nvSpPr>
        <p:spPr>
          <a:xfrm>
            <a:off x="3417728" y="3983038"/>
            <a:ext cx="725488" cy="206375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  <a:latin typeface="+mn-lt"/>
              </a:rPr>
              <a:t>3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20E166BD-3068-3BA7-B34A-8D29EDE4A9A9}"/>
              </a:ext>
            </a:extLst>
          </p:cNvPr>
          <p:cNvSpPr txBox="1">
            <a:spLocks/>
          </p:cNvSpPr>
          <p:nvPr/>
        </p:nvSpPr>
        <p:spPr>
          <a:xfrm>
            <a:off x="4882276" y="3983038"/>
            <a:ext cx="723900" cy="206375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3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7DA6256-6303-2C15-1C76-E22E2EA9CDB4}"/>
              </a:ext>
            </a:extLst>
          </p:cNvPr>
          <p:cNvSpPr txBox="1">
            <a:spLocks/>
          </p:cNvSpPr>
          <p:nvPr/>
        </p:nvSpPr>
        <p:spPr>
          <a:xfrm>
            <a:off x="6345237" y="3983038"/>
            <a:ext cx="723900" cy="206375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3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31" name="GreyLineSeparatorDefault 238">
            <a:extLst>
              <a:ext uri="{FF2B5EF4-FFF2-40B4-BE49-F238E27FC236}">
                <a16:creationId xmlns:a16="http://schemas.microsoft.com/office/drawing/2014/main" id="{F068634B-54C0-B1A0-CA6D-CE53ED414658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1583429" y="4235450"/>
            <a:ext cx="681762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A4696F90-8A12-EF5D-B03D-EE3055C2C546}"/>
              </a:ext>
            </a:extLst>
          </p:cNvPr>
          <p:cNvSpPr txBox="1">
            <a:spLocks/>
          </p:cNvSpPr>
          <p:nvPr/>
        </p:nvSpPr>
        <p:spPr>
          <a:xfrm>
            <a:off x="7706525" y="3640138"/>
            <a:ext cx="835818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US" sz="1200"/>
              <a:t>+5.4%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33" name="GreyLineSeparatorDefault 238">
            <a:extLst>
              <a:ext uri="{FF2B5EF4-FFF2-40B4-BE49-F238E27FC236}">
                <a16:creationId xmlns:a16="http://schemas.microsoft.com/office/drawing/2014/main" id="{DA91A923-D60A-6515-DC69-36910203BAEE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645952" y="4730471"/>
            <a:ext cx="7822433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4B8EE59C-8C2F-D10D-7E72-4327EA00E9E0}"/>
              </a:ext>
            </a:extLst>
          </p:cNvPr>
          <p:cNvSpPr txBox="1">
            <a:spLocks/>
          </p:cNvSpPr>
          <p:nvPr/>
        </p:nvSpPr>
        <p:spPr>
          <a:xfrm>
            <a:off x="554736" y="4976813"/>
            <a:ext cx="753364" cy="215900"/>
          </a:xfrm>
          <a:prstGeom prst="rect">
            <a:avLst/>
          </a:prstGeom>
        </p:spPr>
        <p:txBody>
          <a:bodyPr vert="horz" wrap="square" lIns="0" tIns="0" rIns="0" bIns="0" rtlCol="0" anchor="b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Micro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BA9B2CE0-8832-773C-B151-BB58D729CA09}"/>
              </a:ext>
            </a:extLst>
          </p:cNvPr>
          <p:cNvSpPr txBox="1">
            <a:spLocks/>
          </p:cNvSpPr>
          <p:nvPr/>
        </p:nvSpPr>
        <p:spPr>
          <a:xfrm>
            <a:off x="3417728" y="5702953"/>
            <a:ext cx="725488" cy="20796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  <a:latin typeface="+mn-lt"/>
              </a:rPr>
              <a:t>214%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0FB78863-DBF4-1C03-0E42-DE5C5F438E30}"/>
              </a:ext>
            </a:extLst>
          </p:cNvPr>
          <p:cNvSpPr txBox="1">
            <a:spLocks/>
          </p:cNvSpPr>
          <p:nvPr/>
        </p:nvSpPr>
        <p:spPr>
          <a:xfrm>
            <a:off x="4882276" y="5690253"/>
            <a:ext cx="723900" cy="20796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93%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9F70F752-349C-4A6D-608D-EE58C0561BF8}"/>
              </a:ext>
            </a:extLst>
          </p:cNvPr>
          <p:cNvSpPr txBox="1">
            <a:spLocks/>
          </p:cNvSpPr>
          <p:nvPr/>
        </p:nvSpPr>
        <p:spPr>
          <a:xfrm>
            <a:off x="6345237" y="5702953"/>
            <a:ext cx="723900" cy="20796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N/A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23F80178-9102-AD1F-34F1-EAF4ED7F910C}"/>
              </a:ext>
            </a:extLst>
          </p:cNvPr>
          <p:cNvSpPr txBox="1">
            <a:spLocks/>
          </p:cNvSpPr>
          <p:nvPr/>
        </p:nvSpPr>
        <p:spPr>
          <a:xfrm>
            <a:off x="1583428" y="5715653"/>
            <a:ext cx="1305935" cy="184150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C/I, </a:t>
            </a:r>
            <a:r>
              <a:rPr lang="en-GB" sz="1200" i="1">
                <a:latin typeface="+mn-lt"/>
              </a:rPr>
              <a:t>% of NBI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52C5030E-2D6C-DBB5-68E2-DC2CB6D52C15}"/>
              </a:ext>
            </a:extLst>
          </p:cNvPr>
          <p:cNvSpPr txBox="1">
            <a:spLocks/>
          </p:cNvSpPr>
          <p:nvPr/>
        </p:nvSpPr>
        <p:spPr>
          <a:xfrm>
            <a:off x="1583428" y="5407160"/>
            <a:ext cx="1731895" cy="184666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OPEX /</a:t>
            </a:r>
            <a:r>
              <a:rPr lang="en-GB" sz="1200" b="1" err="1">
                <a:latin typeface="+mn-lt"/>
              </a:rPr>
              <a:t>cust</a:t>
            </a:r>
            <a:r>
              <a:rPr lang="en-GB" sz="1200" b="1">
                <a:latin typeface="+mn-lt"/>
              </a:rPr>
              <a:t>., </a:t>
            </a:r>
            <a:r>
              <a:rPr lang="en-GB" sz="1200"/>
              <a:t>K</a:t>
            </a:r>
            <a:r>
              <a:rPr lang="en-GB" sz="1200" b="1"/>
              <a:t> </a:t>
            </a:r>
            <a:r>
              <a:rPr lang="en-GB" sz="1200" i="1"/>
              <a:t>AZN</a:t>
            </a:r>
            <a:endParaRPr lang="en-GB" sz="1200" i="1">
              <a:latin typeface="+mn-lt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CB4FB04E-7840-38A0-FE48-1AA2D8A67937}"/>
              </a:ext>
            </a:extLst>
          </p:cNvPr>
          <p:cNvSpPr txBox="1">
            <a:spLocks/>
          </p:cNvSpPr>
          <p:nvPr/>
        </p:nvSpPr>
        <p:spPr>
          <a:xfrm>
            <a:off x="3417728" y="5388629"/>
            <a:ext cx="725488" cy="206375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  <a:latin typeface="+mn-lt"/>
              </a:rPr>
              <a:t>1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36326820-83FB-9E8E-9F71-8D6A313C06CE}"/>
              </a:ext>
            </a:extLst>
          </p:cNvPr>
          <p:cNvSpPr txBox="1">
            <a:spLocks/>
          </p:cNvSpPr>
          <p:nvPr/>
        </p:nvSpPr>
        <p:spPr>
          <a:xfrm>
            <a:off x="4882276" y="5388629"/>
            <a:ext cx="723900" cy="206375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1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A3D40814-DE41-E02E-8BAC-F598756A7B33}"/>
              </a:ext>
            </a:extLst>
          </p:cNvPr>
          <p:cNvSpPr txBox="1">
            <a:spLocks/>
          </p:cNvSpPr>
          <p:nvPr/>
        </p:nvSpPr>
        <p:spPr>
          <a:xfrm>
            <a:off x="6345237" y="5388629"/>
            <a:ext cx="723900" cy="206375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1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44" name="GreyLineSeparatorDefault 238">
            <a:extLst>
              <a:ext uri="{FF2B5EF4-FFF2-40B4-BE49-F238E27FC236}">
                <a16:creationId xmlns:a16="http://schemas.microsoft.com/office/drawing/2014/main" id="{E879AE4B-8013-9A8C-D127-B8C7CC0CEE7E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1583429" y="5641040"/>
            <a:ext cx="681762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TextBox 146">
            <a:extLst>
              <a:ext uri="{FF2B5EF4-FFF2-40B4-BE49-F238E27FC236}">
                <a16:creationId xmlns:a16="http://schemas.microsoft.com/office/drawing/2014/main" id="{A8AB0AE2-F056-2D95-7D8A-F92C46CF9E20}"/>
              </a:ext>
            </a:extLst>
          </p:cNvPr>
          <p:cNvSpPr txBox="1">
            <a:spLocks/>
          </p:cNvSpPr>
          <p:nvPr/>
        </p:nvSpPr>
        <p:spPr>
          <a:xfrm>
            <a:off x="7706525" y="4976813"/>
            <a:ext cx="723900" cy="303213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1"/>
              </a:buClr>
            </a:pPr>
            <a:r>
              <a:rPr lang="en-GB" sz="1200" i="1">
                <a:solidFill>
                  <a:schemeClr val="tx1"/>
                </a:solidFill>
              </a:rPr>
              <a:t>-5.7%</a:t>
            </a:r>
            <a:endParaRPr lang="en-GB" sz="12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CB39F5F6-2ECF-D2F2-F9B5-9746B13F7D7F}"/>
              </a:ext>
            </a:extLst>
          </p:cNvPr>
          <p:cNvSpPr txBox="1">
            <a:spLocks/>
          </p:cNvSpPr>
          <p:nvPr/>
        </p:nvSpPr>
        <p:spPr>
          <a:xfrm>
            <a:off x="1583429" y="2227690"/>
            <a:ext cx="1305936" cy="184150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OPEX,</a:t>
            </a:r>
            <a:r>
              <a:rPr lang="en-GB" sz="1200" i="1">
                <a:latin typeface="+mn-lt"/>
              </a:rPr>
              <a:t> MN AZN</a:t>
            </a:r>
          </a:p>
        </p:txBody>
      </p:sp>
      <p:graphicFrame>
        <p:nvGraphicFramePr>
          <p:cNvPr id="39" name="Chart 38">
            <a:extLst>
              <a:ext uri="{FF2B5EF4-FFF2-40B4-BE49-F238E27FC236}">
                <a16:creationId xmlns:a16="http://schemas.microsoft.com/office/drawing/2014/main" id="{3C842216-1435-7719-0F54-2AC6EFB3E908}"/>
              </a:ext>
            </a:extLst>
          </p:cNvPr>
          <p:cNvGraphicFramePr/>
          <p:nvPr>
            <p:custDataLst>
              <p:tags r:id="rId12"/>
            </p:custDataLst>
          </p:nvPr>
        </p:nvGraphicFramePr>
        <p:xfrm>
          <a:off x="2951163" y="3211513"/>
          <a:ext cx="4652962" cy="8683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8"/>
          </a:graphicData>
        </a:graphic>
      </p:graphicFrame>
      <p:sp>
        <p:nvSpPr>
          <p:cNvPr id="154" name="TextBox 153">
            <a:extLst>
              <a:ext uri="{FF2B5EF4-FFF2-40B4-BE49-F238E27FC236}">
                <a16:creationId xmlns:a16="http://schemas.microsoft.com/office/drawing/2014/main" id="{4CF71799-53D4-1BEF-6226-6E340C5C9638}"/>
              </a:ext>
            </a:extLst>
          </p:cNvPr>
          <p:cNvSpPr txBox="1">
            <a:spLocks/>
          </p:cNvSpPr>
          <p:nvPr/>
        </p:nvSpPr>
        <p:spPr>
          <a:xfrm>
            <a:off x="1582738" y="3678238"/>
            <a:ext cx="1306513" cy="184150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OPEX,</a:t>
            </a:r>
            <a:r>
              <a:rPr lang="en-GB" sz="1200" i="1">
                <a:latin typeface="+mn-lt"/>
              </a:rPr>
              <a:t> MN AZN</a:t>
            </a:r>
          </a:p>
        </p:txBody>
      </p: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AA2C489A-87D5-5F63-A0FF-07106C25C68E}"/>
              </a:ext>
            </a:extLst>
          </p:cNvPr>
          <p:cNvCxnSpPr>
            <a:cxnSpLocks/>
          </p:cNvCxnSpPr>
          <p:nvPr/>
        </p:nvCxnSpPr>
        <p:spPr>
          <a:xfrm>
            <a:off x="1375719" y="2224291"/>
            <a:ext cx="0" cy="823382"/>
          </a:xfrm>
          <a:prstGeom prst="line">
            <a:avLst/>
          </a:prstGeom>
          <a:ln w="76200" cap="sq">
            <a:solidFill>
              <a:srgbClr val="1C863F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6A9E3FFC-124D-3D17-B13D-CCE157F573DC}"/>
              </a:ext>
            </a:extLst>
          </p:cNvPr>
          <p:cNvCxnSpPr>
            <a:cxnSpLocks/>
          </p:cNvCxnSpPr>
          <p:nvPr/>
        </p:nvCxnSpPr>
        <p:spPr>
          <a:xfrm>
            <a:off x="1375719" y="3669244"/>
            <a:ext cx="0" cy="823382"/>
          </a:xfrm>
          <a:prstGeom prst="line">
            <a:avLst/>
          </a:prstGeom>
          <a:ln w="76200" cap="sq">
            <a:solidFill>
              <a:srgbClr val="405F5B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9" name="Chart 28">
            <a:extLst>
              <a:ext uri="{FF2B5EF4-FFF2-40B4-BE49-F238E27FC236}">
                <a16:creationId xmlns:a16="http://schemas.microsoft.com/office/drawing/2014/main" id="{4438567C-44F3-E246-0505-612D32484B06}"/>
              </a:ext>
            </a:extLst>
          </p:cNvPr>
          <p:cNvGraphicFramePr/>
          <p:nvPr>
            <p:custDataLst>
              <p:tags r:id="rId13"/>
            </p:custDataLst>
          </p:nvPr>
        </p:nvGraphicFramePr>
        <p:xfrm>
          <a:off x="2951163" y="4632325"/>
          <a:ext cx="4652962" cy="8683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9"/>
          </a:graphicData>
        </a:graphic>
      </p:graphicFrame>
      <p:cxnSp>
        <p:nvCxnSpPr>
          <p:cNvPr id="176" name="Straight Connector 175">
            <a:extLst>
              <a:ext uri="{FF2B5EF4-FFF2-40B4-BE49-F238E27FC236}">
                <a16:creationId xmlns:a16="http://schemas.microsoft.com/office/drawing/2014/main" id="{15E2932C-837D-6D78-5151-086C5FDDF09C}"/>
              </a:ext>
            </a:extLst>
          </p:cNvPr>
          <p:cNvCxnSpPr>
            <a:cxnSpLocks/>
          </p:cNvCxnSpPr>
          <p:nvPr/>
        </p:nvCxnSpPr>
        <p:spPr>
          <a:xfrm>
            <a:off x="1375719" y="5062521"/>
            <a:ext cx="0" cy="823382"/>
          </a:xfrm>
          <a:prstGeom prst="line">
            <a:avLst/>
          </a:prstGeom>
          <a:ln w="76200" cap="sq">
            <a:solidFill>
              <a:schemeClr val="accent6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" name="TextBox 180">
            <a:extLst>
              <a:ext uri="{FF2B5EF4-FFF2-40B4-BE49-F238E27FC236}">
                <a16:creationId xmlns:a16="http://schemas.microsoft.com/office/drawing/2014/main" id="{644460CD-CF0E-A7B1-6256-CA9A7962717B}"/>
              </a:ext>
            </a:extLst>
          </p:cNvPr>
          <p:cNvSpPr txBox="1">
            <a:spLocks/>
          </p:cNvSpPr>
          <p:nvPr/>
        </p:nvSpPr>
        <p:spPr>
          <a:xfrm>
            <a:off x="1582738" y="5050352"/>
            <a:ext cx="1306513" cy="184150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200" b="1">
                <a:latin typeface="+mn-lt"/>
              </a:rPr>
              <a:t>OPEX,</a:t>
            </a:r>
            <a:r>
              <a:rPr lang="en-GB" sz="1200" i="1">
                <a:latin typeface="+mn-lt"/>
              </a:rPr>
              <a:t> MN AZN</a:t>
            </a:r>
          </a:p>
        </p:txBody>
      </p:sp>
    </p:spTree>
    <p:extLst>
      <p:ext uri="{BB962C8B-B14F-4D97-AF65-F5344CB8AC3E}">
        <p14:creationId xmlns:p14="http://schemas.microsoft.com/office/powerpoint/2010/main" val="305106907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029784-65CA-3498-A29A-CA385ECFE8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2" hidden="1">
            <a:extLst>
              <a:ext uri="{FF2B5EF4-FFF2-40B4-BE49-F238E27FC236}">
                <a16:creationId xmlns:a16="http://schemas.microsoft.com/office/drawing/2014/main" id="{637BEB85-BCA8-27D9-1460-117877F1482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9" imgW="484" imgH="486" progId="TCLayout.ActiveDocument.1">
                  <p:embed/>
                </p:oleObj>
              </mc:Choice>
              <mc:Fallback>
                <p:oleObj name="think-cell Slide" r:id="rId59" imgW="484" imgH="486" progId="TCLayout.ActiveDocument.1">
                  <p:embed/>
                  <p:pic>
                    <p:nvPicPr>
                      <p:cNvPr id="8" name="Object 2" hidden="1">
                        <a:extLst>
                          <a:ext uri="{FF2B5EF4-FFF2-40B4-BE49-F238E27FC236}">
                            <a16:creationId xmlns:a16="http://schemas.microsoft.com/office/drawing/2014/main" id="{637BEB85-BCA8-27D9-1460-117877F1482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EC8CB17-9327-C9A5-3583-8229907460F7}"/>
              </a:ext>
            </a:extLst>
          </p:cNvPr>
          <p:cNvSpPr txBox="1">
            <a:spLocks/>
          </p:cNvSpPr>
          <p:nvPr/>
        </p:nvSpPr>
        <p:spPr>
          <a:xfrm>
            <a:off x="560388" y="1973263"/>
            <a:ext cx="811213" cy="1260475"/>
          </a:xfrm>
          <a:prstGeom prst="roundRect">
            <a:avLst>
              <a:gd name="adj" fmla="val 7853"/>
            </a:avLst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>
              <a:spcBef>
                <a:spcPts val="300"/>
              </a:spcBef>
              <a:spcAft>
                <a:spcPts val="300"/>
              </a:spcAft>
              <a:defRPr sz="1600">
                <a:solidFill>
                  <a:schemeClr val="bg1"/>
                </a:solidFill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algn="l"/>
            <a:r>
              <a:rPr lang="en-GB" sz="1200" b="1"/>
              <a:t>Medium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26DC7BA-63C4-D193-EE33-68736DA98074}"/>
              </a:ext>
            </a:extLst>
          </p:cNvPr>
          <p:cNvSpPr txBox="1">
            <a:spLocks/>
          </p:cNvSpPr>
          <p:nvPr/>
        </p:nvSpPr>
        <p:spPr>
          <a:xfrm>
            <a:off x="560388" y="3406775"/>
            <a:ext cx="811213" cy="1260475"/>
          </a:xfrm>
          <a:prstGeom prst="roundRect">
            <a:avLst>
              <a:gd name="adj" fmla="val 7853"/>
            </a:avLst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>
              <a:spcBef>
                <a:spcPts val="300"/>
              </a:spcBef>
              <a:spcAft>
                <a:spcPts val="300"/>
              </a:spcAft>
              <a:defRPr sz="1600">
                <a:solidFill>
                  <a:schemeClr val="bg1"/>
                </a:solidFill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algn="l"/>
            <a:r>
              <a:rPr lang="en-GB" sz="1200" b="1"/>
              <a:t>Small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65036E0-E261-24AF-C5DD-F47D9E005DFC}"/>
              </a:ext>
            </a:extLst>
          </p:cNvPr>
          <p:cNvSpPr txBox="1">
            <a:spLocks/>
          </p:cNvSpPr>
          <p:nvPr/>
        </p:nvSpPr>
        <p:spPr>
          <a:xfrm>
            <a:off x="560388" y="4841876"/>
            <a:ext cx="811213" cy="1463676"/>
          </a:xfrm>
          <a:prstGeom prst="roundRect">
            <a:avLst>
              <a:gd name="adj" fmla="val 7853"/>
            </a:avLst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>
              <a:spcBef>
                <a:spcPts val="300"/>
              </a:spcBef>
              <a:spcAft>
                <a:spcPts val="300"/>
              </a:spcAft>
              <a:defRPr sz="1600">
                <a:solidFill>
                  <a:schemeClr val="bg1"/>
                </a:solidFill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algn="l"/>
            <a:r>
              <a:rPr lang="en-GB" sz="1200" b="1"/>
              <a:t>Micro</a:t>
            </a:r>
          </a:p>
        </p:txBody>
      </p: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984F29D7-7258-F6B9-623D-729698374B04}"/>
              </a:ext>
            </a:extLst>
          </p:cNvPr>
          <p:cNvCxnSpPr/>
          <p:nvPr>
            <p:custDataLst>
              <p:tags r:id="rId2"/>
            </p:custDataLst>
          </p:nvPr>
        </p:nvCxnSpPr>
        <p:spPr bwMode="auto">
          <a:xfrm>
            <a:off x="2195513" y="2249488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C48F4CF8-8169-8F8C-DEB7-A6242480028C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3033713" y="2224088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49D31A63-4EF6-BB73-9E56-B2C29D6E8404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3871913" y="2276475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0" name="Straight Connector 219">
            <a:extLst>
              <a:ext uri="{FF2B5EF4-FFF2-40B4-BE49-F238E27FC236}">
                <a16:creationId xmlns:a16="http://schemas.microsoft.com/office/drawing/2014/main" id="{994BA789-DAAA-288E-4B5F-68A5B81BAC21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4708525" y="2211388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66D25A54-2421-2234-9213-F566307A2B03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5546725" y="2217738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2B236952-E23F-7D80-5DD9-C9E8E16DEE1D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6384925" y="2236788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6E20BF44-6054-FD56-8435-38D3239C9F47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4946650" y="2211388"/>
            <a:ext cx="600075" cy="6350"/>
          </a:xfrm>
          <a:prstGeom prst="rect">
            <a:avLst/>
          </a:prstGeom>
          <a:solidFill>
            <a:srgbClr val="FBCAD1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GB" sz="1600" err="1">
              <a:solidFill>
                <a:schemeClr val="bg1"/>
              </a:solidFill>
            </a:endParaRPr>
          </a:p>
        </p:txBody>
      </p:sp>
      <p:graphicFrame>
        <p:nvGraphicFramePr>
          <p:cNvPr id="29" name="Chart 28">
            <a:extLst>
              <a:ext uri="{FF2B5EF4-FFF2-40B4-BE49-F238E27FC236}">
                <a16:creationId xmlns:a16="http://schemas.microsoft.com/office/drawing/2014/main" id="{E78ADAB8-F19F-CFF6-C6F3-DA9EBB240ECE}"/>
              </a:ext>
            </a:extLst>
          </p:cNvPr>
          <p:cNvGraphicFramePr/>
          <p:nvPr>
            <p:custDataLst>
              <p:tags r:id="rId9"/>
            </p:custDataLst>
          </p:nvPr>
        </p:nvGraphicFramePr>
        <p:xfrm>
          <a:off x="1393825" y="2128838"/>
          <a:ext cx="6030913" cy="8905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1"/>
          </a:graphicData>
        </a:graphic>
      </p:graphicFrame>
      <p:sp>
        <p:nvSpPr>
          <p:cNvPr id="27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gray">
          <a:xfrm>
            <a:off x="2600325" y="2160588"/>
            <a:ext cx="266700" cy="15240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pl-PL" altLang="en-US" sz="1000">
                <a:effectLst/>
                <a:latin typeface="+mn-lt"/>
                <a:ea typeface="+mn-ea"/>
                <a:cs typeface="+mn-cs"/>
              </a:rPr>
              <a:t>+</a:t>
            </a:r>
            <a:fld id="{9BB7F20A-2810-485A-AEFE-411D60694D37}" type="datetime'''''4''''''''''''''''''''''''''''''''''6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46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22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gray">
          <a:xfrm>
            <a:off x="3462338" y="2173288"/>
            <a:ext cx="220663" cy="152400"/>
          </a:xfrm>
          <a:prstGeom prst="rect">
            <a:avLst/>
          </a:prstGeom>
          <a:solidFill>
            <a:srgbClr val="FBCAD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effectLst/>
                <a:latin typeface="+mn-lt"/>
                <a:ea typeface="+mn-ea"/>
                <a:cs typeface="+mn-cs"/>
              </a:rPr>
              <a:t>-</a:t>
            </a:r>
            <a:fld id="{4D92E8DB-70A1-4A78-9E91-BE81982E4898}" type="datetime'''9''''''''''''''''''''''''''''''''4''''''''''''''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94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22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gray">
          <a:xfrm>
            <a:off x="4240213" y="2166938"/>
            <a:ext cx="336550" cy="15240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effectLst/>
                <a:latin typeface="+mn-lt"/>
                <a:ea typeface="+mn-ea"/>
                <a:cs typeface="+mn-cs"/>
              </a:rPr>
              <a:t>+</a:t>
            </a:r>
            <a:fld id="{8B2AD536-6E98-4644-B3F4-7A2729E53DD8}" type="datetime'''''''''1''''1''6''''''''''''''''''''''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116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50" name="Text Placeholder 4">
            <a:extLst>
              <a:ext uri="{FF2B5EF4-FFF2-40B4-BE49-F238E27FC236}">
                <a16:creationId xmlns:a16="http://schemas.microsoft.com/office/drawing/2014/main" id="{1F39B76B-D827-3CD1-2120-B35DF18B2061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gray">
          <a:xfrm>
            <a:off x="5137150" y="2138363"/>
            <a:ext cx="220663" cy="152400"/>
          </a:xfrm>
          <a:prstGeom prst="rect">
            <a:avLst/>
          </a:prstGeom>
          <a:solidFill>
            <a:srgbClr val="FBCAD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/>
              <a:t>-</a:t>
            </a:r>
            <a:fld id="{AF0268C0-7624-4E2A-9C0B-60A5FBEF5266}" type="datetime'''''''''''''''''1''''2''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12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8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gray">
          <a:xfrm>
            <a:off x="5951538" y="2151063"/>
            <a:ext cx="266700" cy="15240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effectLst/>
                <a:latin typeface="+mn-lt"/>
                <a:ea typeface="+mn-ea"/>
                <a:cs typeface="+mn-cs"/>
              </a:rPr>
              <a:t>+</a:t>
            </a:r>
            <a:fld id="{C5F93315-F03A-4D47-AE60-D9D5BE4B529C}" type="datetime'3''''''''''''''''''''''''''''''2'''''''''''''">
              <a:rPr lang="en-GB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32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5"/>
            </p:custDataLst>
          </p:nvPr>
        </p:nvSpPr>
        <p:spPr bwMode="gray">
          <a:xfrm>
            <a:off x="1719263" y="2071688"/>
            <a:ext cx="3524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97DB9DD-E24E-4881-B949-3A7BAE2D8FC0}" type="datetime'''''''''1'''''''''''''''''''''''''''''''',''''2''''''27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1,227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gray">
          <a:xfrm>
            <a:off x="6746875" y="2058988"/>
            <a:ext cx="3524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A94154E-556F-473D-9D39-6CA211C60537}" type="datetime'''1'''''''''''''',''''''25''''''''''''''''''''''''''''''''1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1,251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F0122472-163C-ADD7-738F-F0F85190E195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>
            <a:off x="2195513" y="3668713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86EDBEE3-999D-EE58-114A-40034C562235}"/>
              </a:ext>
            </a:extLst>
          </p:cNvPr>
          <p:cNvCxnSpPr/>
          <p:nvPr>
            <p:custDataLst>
              <p:tags r:id="rId18"/>
            </p:custDataLst>
          </p:nvPr>
        </p:nvCxnSpPr>
        <p:spPr bwMode="auto">
          <a:xfrm>
            <a:off x="3033713" y="3635375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29167F27-6BCF-51AB-0E08-EE676756339F}"/>
              </a:ext>
            </a:extLst>
          </p:cNvPr>
          <p:cNvCxnSpPr/>
          <p:nvPr>
            <p:custDataLst>
              <p:tags r:id="rId19"/>
            </p:custDataLst>
          </p:nvPr>
        </p:nvCxnSpPr>
        <p:spPr bwMode="auto">
          <a:xfrm>
            <a:off x="3871913" y="3735388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DFACA1C2-E4DB-9B75-9CCA-0240A2DC794B}"/>
              </a:ext>
            </a:extLst>
          </p:cNvPr>
          <p:cNvCxnSpPr/>
          <p:nvPr>
            <p:custDataLst>
              <p:tags r:id="rId20"/>
            </p:custDataLst>
          </p:nvPr>
        </p:nvCxnSpPr>
        <p:spPr bwMode="auto">
          <a:xfrm>
            <a:off x="4708525" y="3630613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AFBD98E7-9B19-F369-E593-97954B054551}"/>
              </a:ext>
            </a:extLst>
          </p:cNvPr>
          <p:cNvCxnSpPr/>
          <p:nvPr>
            <p:custDataLst>
              <p:tags r:id="rId21"/>
            </p:custDataLst>
          </p:nvPr>
        </p:nvCxnSpPr>
        <p:spPr bwMode="auto">
          <a:xfrm>
            <a:off x="5546725" y="3641725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52" name="Straight Connector 451">
            <a:extLst>
              <a:ext uri="{FF2B5EF4-FFF2-40B4-BE49-F238E27FC236}">
                <a16:creationId xmlns:a16="http://schemas.microsoft.com/office/drawing/2014/main" id="{9A84FDB5-8021-5B88-975F-B4F865C88A37}"/>
              </a:ext>
            </a:extLst>
          </p:cNvPr>
          <p:cNvCxnSpPr/>
          <p:nvPr>
            <p:custDataLst>
              <p:tags r:id="rId22"/>
            </p:custDataLst>
          </p:nvPr>
        </p:nvCxnSpPr>
        <p:spPr bwMode="auto">
          <a:xfrm>
            <a:off x="6384925" y="3638550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0" name="Rectangle 459">
            <a:extLst>
              <a:ext uri="{FF2B5EF4-FFF2-40B4-BE49-F238E27FC236}">
                <a16:creationId xmlns:a16="http://schemas.microsoft.com/office/drawing/2014/main" id="{CF55CEDA-9F58-98C5-27B0-B48563A55747}"/>
              </a:ext>
            </a:extLst>
          </p:cNvPr>
          <p:cNvSpPr/>
          <p:nvPr>
            <p:custDataLst>
              <p:tags r:id="rId23"/>
            </p:custDataLst>
          </p:nvPr>
        </p:nvSpPr>
        <p:spPr bwMode="auto">
          <a:xfrm>
            <a:off x="4946650" y="3630613"/>
            <a:ext cx="600075" cy="11113"/>
          </a:xfrm>
          <a:prstGeom prst="rect">
            <a:avLst/>
          </a:prstGeom>
          <a:solidFill>
            <a:srgbClr val="FBCAD1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GB" sz="1600" err="1">
              <a:solidFill>
                <a:schemeClr val="bg1"/>
              </a:solidFill>
            </a:endParaRPr>
          </a:p>
        </p:txBody>
      </p:sp>
      <p:sp>
        <p:nvSpPr>
          <p:cNvPr id="465" name="Rectangle 464">
            <a:extLst>
              <a:ext uri="{FF2B5EF4-FFF2-40B4-BE49-F238E27FC236}">
                <a16:creationId xmlns:a16="http://schemas.microsoft.com/office/drawing/2014/main" id="{2DC84445-7CD4-B097-88BB-14892E7C4EC0}"/>
              </a:ext>
            </a:extLst>
          </p:cNvPr>
          <p:cNvSpPr/>
          <p:nvPr>
            <p:custDataLst>
              <p:tags r:id="rId24"/>
            </p:custDataLst>
          </p:nvPr>
        </p:nvSpPr>
        <p:spPr bwMode="auto">
          <a:xfrm>
            <a:off x="5784850" y="3638550"/>
            <a:ext cx="600075" cy="3175"/>
          </a:xfrm>
          <a:prstGeom prst="rect">
            <a:avLst/>
          </a:prstGeom>
          <a:solidFill>
            <a:schemeClr val="accent3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GB" sz="1600" err="1">
              <a:solidFill>
                <a:schemeClr val="bg1"/>
              </a:solidFill>
            </a:endParaRPr>
          </a:p>
        </p:txBody>
      </p:sp>
      <p:graphicFrame>
        <p:nvGraphicFramePr>
          <p:cNvPr id="33" name="Chart 32">
            <a:extLst>
              <a:ext uri="{FF2B5EF4-FFF2-40B4-BE49-F238E27FC236}">
                <a16:creationId xmlns:a16="http://schemas.microsoft.com/office/drawing/2014/main" id="{AD0308C4-54A4-F347-E4B2-9AD3378E5E0B}"/>
              </a:ext>
            </a:extLst>
          </p:cNvPr>
          <p:cNvGraphicFramePr/>
          <p:nvPr>
            <p:custDataLst>
              <p:tags r:id="rId25"/>
            </p:custDataLst>
          </p:nvPr>
        </p:nvGraphicFramePr>
        <p:xfrm>
          <a:off x="1393825" y="3548063"/>
          <a:ext cx="6030913" cy="8905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2"/>
          </a:graphicData>
        </a:graphic>
      </p:graphicFrame>
      <p:sp>
        <p:nvSpPr>
          <p:cNvPr id="28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2565400" y="3575050"/>
            <a:ext cx="336550" cy="15240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pl-PL" altLang="en-US" sz="1000">
                <a:effectLst/>
                <a:latin typeface="+mn-lt"/>
                <a:ea typeface="+mn-ea"/>
                <a:cs typeface="+mn-cs"/>
              </a:rPr>
              <a:t>+</a:t>
            </a:r>
            <a:fld id="{6F5F86DD-E11B-48BD-9F97-69E7E62B9140}" type="datetime'''''''''''''''''''1''''''''''''''1''''''''''''''3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113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7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gray">
          <a:xfrm>
            <a:off x="3427413" y="3608388"/>
            <a:ext cx="290513" cy="152400"/>
          </a:xfrm>
          <a:prstGeom prst="rect">
            <a:avLst/>
          </a:prstGeom>
          <a:solidFill>
            <a:srgbClr val="FBCAD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effectLst/>
                <a:latin typeface="+mn-lt"/>
                <a:ea typeface="+mn-ea"/>
                <a:cs typeface="+mn-cs"/>
              </a:rPr>
              <a:t>-</a:t>
            </a:r>
            <a:fld id="{62BB511F-C9AD-4A7A-950A-C38E57D0757D}" type="datetime'3''''''''''''2''''''''''''''''''''''''9'''''''''''">
              <a:rPr lang="en-GB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329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249" name="Text Placeholder 4">
            <a:extLst>
              <a:ext uri="{FF2B5EF4-FFF2-40B4-BE49-F238E27FC236}">
                <a16:creationId xmlns:a16="http://schemas.microsoft.com/office/drawing/2014/main" id="{9BEB27B7-CC76-184A-0490-C08D9DE297F7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gray">
          <a:xfrm>
            <a:off x="4240213" y="3606800"/>
            <a:ext cx="336550" cy="15240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effectLst/>
                <a:latin typeface="+mn-lt"/>
                <a:ea typeface="+mn-ea"/>
                <a:cs typeface="+mn-cs"/>
              </a:rPr>
              <a:t>+</a:t>
            </a:r>
            <a:fld id="{BFE8EF67-F6AF-40D9-8832-28A0CE92B0E5}" type="datetime'''''''3''''''''''''''43''''''''''''''''''''''''''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343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250" name="Text Placeholder 4">
            <a:extLst>
              <a:ext uri="{FF2B5EF4-FFF2-40B4-BE49-F238E27FC236}">
                <a16:creationId xmlns:a16="http://schemas.microsoft.com/office/drawing/2014/main" id="{E2C36EB6-D27F-D7BF-14F8-24B8D6CECE6F}"/>
              </a:ext>
            </a:extLst>
          </p:cNvPr>
          <p:cNvSpPr>
            <a:spLocks noGrp="1"/>
          </p:cNvSpPr>
          <p:nvPr>
            <p:custDataLst>
              <p:tags r:id="rId29"/>
            </p:custDataLst>
          </p:nvPr>
        </p:nvSpPr>
        <p:spPr bwMode="gray">
          <a:xfrm>
            <a:off x="5137150" y="3559175"/>
            <a:ext cx="220663" cy="152400"/>
          </a:xfrm>
          <a:prstGeom prst="rect">
            <a:avLst/>
          </a:prstGeom>
          <a:solidFill>
            <a:srgbClr val="FBCAD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US" altLang="en-US" sz="1000">
                <a:effectLst/>
                <a:latin typeface="+mn-lt"/>
                <a:ea typeface="+mn-ea"/>
                <a:cs typeface="+mn-cs"/>
              </a:rPr>
              <a:t>-</a:t>
            </a:r>
            <a:fld id="{D222DABE-3E51-4023-848E-9C67AE7783CE}" type="datetime'''''''''''''''''''''''''''''''3''''4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34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9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gray">
          <a:xfrm>
            <a:off x="5986463" y="3563938"/>
            <a:ext cx="196850" cy="15240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effectLst/>
                <a:latin typeface="+mn-lt"/>
                <a:ea typeface="+mn-ea"/>
                <a:cs typeface="+mn-cs"/>
              </a:rPr>
              <a:t>+</a:t>
            </a:r>
            <a:fld id="{315E4F58-C3AA-41FC-A22D-0DAA285B6CF4}" type="datetime'''''''''''''''''''''''''''7'''''''''">
              <a:rPr lang="en-GB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gray">
          <a:xfrm>
            <a:off x="1719263" y="3490913"/>
            <a:ext cx="3524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9D84DE3-B019-44F3-BE7F-B23F13275D0E}" type="datetime'''''2'''''''''''''''''',''''''25''9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2,259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3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6746875" y="3460750"/>
            <a:ext cx="3524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F7A7C95-5E57-4B82-8C22-5C08E2A51BDE}" type="datetime'''''''''''2,''3''''''''''''''''''''''''59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2,359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cxnSp>
        <p:nvCxnSpPr>
          <p:cNvPr id="308" name="Straight Connector 307">
            <a:extLst>
              <a:ext uri="{FF2B5EF4-FFF2-40B4-BE49-F238E27FC236}">
                <a16:creationId xmlns:a16="http://schemas.microsoft.com/office/drawing/2014/main" id="{461EC890-2E68-0778-04C2-2534E2F93820}"/>
              </a:ext>
            </a:extLst>
          </p:cNvPr>
          <p:cNvCxnSpPr/>
          <p:nvPr>
            <p:custDataLst>
              <p:tags r:id="rId33"/>
            </p:custDataLst>
          </p:nvPr>
        </p:nvCxnSpPr>
        <p:spPr bwMode="auto">
          <a:xfrm>
            <a:off x="2195513" y="5172075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9" name="Straight Connector 308">
            <a:extLst>
              <a:ext uri="{FF2B5EF4-FFF2-40B4-BE49-F238E27FC236}">
                <a16:creationId xmlns:a16="http://schemas.microsoft.com/office/drawing/2014/main" id="{791D56D2-1544-2CC0-EED9-5E7C2507440F}"/>
              </a:ext>
            </a:extLst>
          </p:cNvPr>
          <p:cNvCxnSpPr/>
          <p:nvPr>
            <p:custDataLst>
              <p:tags r:id="rId34"/>
            </p:custDataLst>
          </p:nvPr>
        </p:nvCxnSpPr>
        <p:spPr bwMode="auto">
          <a:xfrm>
            <a:off x="3033713" y="5065713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0" name="Straight Connector 309">
            <a:extLst>
              <a:ext uri="{FF2B5EF4-FFF2-40B4-BE49-F238E27FC236}">
                <a16:creationId xmlns:a16="http://schemas.microsoft.com/office/drawing/2014/main" id="{ED118880-C928-ECFC-9B06-4041B4CF8F0B}"/>
              </a:ext>
            </a:extLst>
          </p:cNvPr>
          <p:cNvCxnSpPr/>
          <p:nvPr>
            <p:custDataLst>
              <p:tags r:id="rId35"/>
            </p:custDataLst>
          </p:nvPr>
        </p:nvCxnSpPr>
        <p:spPr bwMode="auto">
          <a:xfrm>
            <a:off x="3871913" y="5278438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1" name="Straight Connector 310">
            <a:extLst>
              <a:ext uri="{FF2B5EF4-FFF2-40B4-BE49-F238E27FC236}">
                <a16:creationId xmlns:a16="http://schemas.microsoft.com/office/drawing/2014/main" id="{EC5A908B-AFB3-D5B8-6FB6-769342B38D1C}"/>
              </a:ext>
            </a:extLst>
          </p:cNvPr>
          <p:cNvCxnSpPr/>
          <p:nvPr>
            <p:custDataLst>
              <p:tags r:id="rId36"/>
            </p:custDataLst>
          </p:nvPr>
        </p:nvCxnSpPr>
        <p:spPr bwMode="auto">
          <a:xfrm>
            <a:off x="4708525" y="5118100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2" name="Straight Connector 311">
            <a:extLst>
              <a:ext uri="{FF2B5EF4-FFF2-40B4-BE49-F238E27FC236}">
                <a16:creationId xmlns:a16="http://schemas.microsoft.com/office/drawing/2014/main" id="{493783F7-B71E-30D5-5FD0-94F2508F215D}"/>
              </a:ext>
            </a:extLst>
          </p:cNvPr>
          <p:cNvCxnSpPr/>
          <p:nvPr>
            <p:custDataLst>
              <p:tags r:id="rId37"/>
            </p:custDataLst>
          </p:nvPr>
        </p:nvCxnSpPr>
        <p:spPr bwMode="auto">
          <a:xfrm>
            <a:off x="5546725" y="5135563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78" name="Straight Connector 477">
            <a:extLst>
              <a:ext uri="{FF2B5EF4-FFF2-40B4-BE49-F238E27FC236}">
                <a16:creationId xmlns:a16="http://schemas.microsoft.com/office/drawing/2014/main" id="{2E189B69-5902-599C-5D1F-7100E75B6581}"/>
              </a:ext>
            </a:extLst>
          </p:cNvPr>
          <p:cNvCxnSpPr/>
          <p:nvPr>
            <p:custDataLst>
              <p:tags r:id="rId38"/>
            </p:custDataLst>
          </p:nvPr>
        </p:nvCxnSpPr>
        <p:spPr bwMode="auto">
          <a:xfrm>
            <a:off x="6384925" y="5146675"/>
            <a:ext cx="2381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3" name="Rectangle 492">
            <a:extLst>
              <a:ext uri="{FF2B5EF4-FFF2-40B4-BE49-F238E27FC236}">
                <a16:creationId xmlns:a16="http://schemas.microsoft.com/office/drawing/2014/main" id="{00EE470F-A645-B391-571F-557854E65AEF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5784850" y="5135563"/>
            <a:ext cx="600075" cy="11113"/>
          </a:xfrm>
          <a:prstGeom prst="rect">
            <a:avLst/>
          </a:prstGeom>
          <a:solidFill>
            <a:srgbClr val="FBCAD1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GB" sz="1600" err="1">
              <a:solidFill>
                <a:schemeClr val="bg1"/>
              </a:solidFill>
            </a:endParaRPr>
          </a:p>
        </p:txBody>
      </p:sp>
      <p:graphicFrame>
        <p:nvGraphicFramePr>
          <p:cNvPr id="41" name="Chart 40">
            <a:extLst>
              <a:ext uri="{FF2B5EF4-FFF2-40B4-BE49-F238E27FC236}">
                <a16:creationId xmlns:a16="http://schemas.microsoft.com/office/drawing/2014/main" id="{E056F35C-EBA6-8E71-7565-D0933E0318B1}"/>
              </a:ext>
            </a:extLst>
          </p:cNvPr>
          <p:cNvGraphicFramePr/>
          <p:nvPr>
            <p:custDataLst>
              <p:tags r:id="rId40"/>
            </p:custDataLst>
          </p:nvPr>
        </p:nvGraphicFramePr>
        <p:xfrm>
          <a:off x="1393825" y="4983163"/>
          <a:ext cx="6030913" cy="8905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3"/>
          </a:graphicData>
        </a:graphic>
      </p:graphicFrame>
      <p:sp>
        <p:nvSpPr>
          <p:cNvPr id="42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1"/>
            </p:custDataLst>
          </p:nvPr>
        </p:nvSpPr>
        <p:spPr bwMode="auto">
          <a:xfrm>
            <a:off x="1749425" y="58340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C9B574E-6399-430D-821D-A62E3BD0792F}" type="datetime'''2''''''''''''0''''''''''''''''''''''''''''''''''2''4'">
              <a:rPr lang="en-US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2024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317" name="Text Placeholder 4">
            <a:extLst>
              <a:ext uri="{FF2B5EF4-FFF2-40B4-BE49-F238E27FC236}">
                <a16:creationId xmlns:a16="http://schemas.microsoft.com/office/drawing/2014/main" id="{9B4D84F6-4FD8-EFA3-1407-1E31B1FC4D4D}"/>
              </a:ext>
            </a:extLst>
          </p:cNvPr>
          <p:cNvSpPr>
            <a:spLocks noGrp="1"/>
          </p:cNvSpPr>
          <p:nvPr>
            <p:custDataLst>
              <p:tags r:id="rId42"/>
            </p:custDataLst>
          </p:nvPr>
        </p:nvSpPr>
        <p:spPr bwMode="gray">
          <a:xfrm>
            <a:off x="2565400" y="5041900"/>
            <a:ext cx="336550" cy="15240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pl-PL" altLang="en-US" sz="1000">
                <a:effectLst/>
                <a:latin typeface="+mn-lt"/>
                <a:ea typeface="+mn-ea"/>
                <a:cs typeface="+mn-cs"/>
              </a:rPr>
              <a:t>+</a:t>
            </a:r>
            <a:fld id="{31103567-3E00-4ADB-9E28-A8CF7A92A577}" type="datetime'''''''''''80''''''''''''''''''2'''''''''''''''">
              <a:rPr lang="en-GB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802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2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3"/>
            </p:custDataLst>
          </p:nvPr>
        </p:nvSpPr>
        <p:spPr bwMode="auto">
          <a:xfrm>
            <a:off x="2470150" y="5834063"/>
            <a:ext cx="5286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A7C48F7-F05D-4B5C-BFDB-FAE7EA335D15}" type="datetime'A''''c''''''t''''''''iv''''a''''''''''''''t''''e''d'">
              <a:rPr lang="en-GB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Activated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9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4"/>
            </p:custDataLst>
          </p:nvPr>
        </p:nvSpPr>
        <p:spPr bwMode="gray">
          <a:xfrm>
            <a:off x="3373438" y="5095875"/>
            <a:ext cx="3984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effectLst/>
                <a:latin typeface="+mn-lt"/>
                <a:ea typeface="+mn-ea"/>
                <a:cs typeface="+mn-cs"/>
              </a:rPr>
              <a:t>-</a:t>
            </a:r>
            <a:fld id="{26CDD0BC-B906-40C2-944F-A8723361E749}" type="datetime'''''1'''''',''''''59''''''''''''''''''''''''''''''''''''8'''">
              <a:rPr lang="en-GB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1,598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2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5"/>
            </p:custDataLst>
          </p:nvPr>
        </p:nvSpPr>
        <p:spPr bwMode="auto">
          <a:xfrm>
            <a:off x="3213099" y="5834063"/>
            <a:ext cx="717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latin typeface="+mn-lt"/>
                <a:ea typeface="+mn-ea"/>
                <a:cs typeface="+mn-cs"/>
              </a:rPr>
              <a:t>De-activated</a:t>
            </a:r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3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6"/>
            </p:custDataLst>
          </p:nvPr>
        </p:nvSpPr>
        <p:spPr bwMode="gray">
          <a:xfrm>
            <a:off x="4186238" y="5121275"/>
            <a:ext cx="444500" cy="1524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effectLst/>
                <a:latin typeface="+mn-lt"/>
                <a:ea typeface="+mn-ea"/>
                <a:cs typeface="+mn-cs"/>
              </a:rPr>
              <a:t>+</a:t>
            </a:r>
            <a:fld id="{2AD2136B-0F57-4AE7-BE80-078B7DE0F198}" type="datetime'''''''''''''1'''''',''''2''''''''''''0''''''9'''''''''''''">
              <a:rPr lang="en-GB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1,209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3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7"/>
            </p:custDataLst>
          </p:nvPr>
        </p:nvSpPr>
        <p:spPr bwMode="auto">
          <a:xfrm>
            <a:off x="4198938" y="5834063"/>
            <a:ext cx="419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latin typeface="+mn-lt"/>
                <a:ea typeface="+mn-ea"/>
                <a:cs typeface="+mn-cs"/>
              </a:rPr>
              <a:t>Growth</a:t>
            </a:r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319" name="Text Placeholder 4">
            <a:extLst>
              <a:ext uri="{FF2B5EF4-FFF2-40B4-BE49-F238E27FC236}">
                <a16:creationId xmlns:a16="http://schemas.microsoft.com/office/drawing/2014/main" id="{26B79121-F3AA-70DE-73F4-61F979DD7A7C}"/>
              </a:ext>
            </a:extLst>
          </p:cNvPr>
          <p:cNvSpPr>
            <a:spLocks noGrp="1"/>
          </p:cNvSpPr>
          <p:nvPr>
            <p:custDataLst>
              <p:tags r:id="rId48"/>
            </p:custDataLst>
          </p:nvPr>
        </p:nvSpPr>
        <p:spPr bwMode="gray">
          <a:xfrm>
            <a:off x="5102225" y="5049838"/>
            <a:ext cx="290513" cy="152400"/>
          </a:xfrm>
          <a:prstGeom prst="rect">
            <a:avLst/>
          </a:prstGeom>
          <a:solidFill>
            <a:srgbClr val="FBCAD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>
                <a:effectLst/>
                <a:latin typeface="+mn-lt"/>
                <a:ea typeface="+mn-ea"/>
                <a:cs typeface="+mn-cs"/>
              </a:rPr>
              <a:t>-</a:t>
            </a:r>
            <a:fld id="{69091844-9434-4891-B1E9-76D340BC6109}" type="datetime'''''''''''''''''''''''1''''''''''''''''3''4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  <a:buNone/>
              </a:pPr>
              <a:t>134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3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49"/>
            </p:custDataLst>
          </p:nvPr>
        </p:nvSpPr>
        <p:spPr bwMode="auto">
          <a:xfrm>
            <a:off x="5016500" y="5834063"/>
            <a:ext cx="4603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latin typeface="+mn-lt"/>
                <a:ea typeface="+mn-ea"/>
                <a:cs typeface="+mn-cs"/>
              </a:rPr>
              <a:t>Attrition</a:t>
            </a:r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72" name="Text Placeholder 4">
            <a:extLst>
              <a:ext uri="{FF2B5EF4-FFF2-40B4-BE49-F238E27FC236}">
                <a16:creationId xmlns:a16="http://schemas.microsoft.com/office/drawing/2014/main" id="{3C525E2F-AA0E-0088-3825-B09378E5D218}"/>
              </a:ext>
            </a:extLst>
          </p:cNvPr>
          <p:cNvSpPr>
            <a:spLocks noGrp="1"/>
          </p:cNvSpPr>
          <p:nvPr>
            <p:custDataLst>
              <p:tags r:id="rId50"/>
            </p:custDataLst>
          </p:nvPr>
        </p:nvSpPr>
        <p:spPr bwMode="gray">
          <a:xfrm>
            <a:off x="5975350" y="5064125"/>
            <a:ext cx="220663" cy="152400"/>
          </a:xfrm>
          <a:prstGeom prst="rect">
            <a:avLst/>
          </a:prstGeom>
          <a:solidFill>
            <a:srgbClr val="FBCAD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altLang="en-US" sz="1000">
                <a:effectLst/>
                <a:latin typeface="+mn-lt"/>
                <a:ea typeface="+mn-ea"/>
                <a:cs typeface="+mn-cs"/>
              </a:rPr>
              <a:t>-</a:t>
            </a:r>
            <a:fld id="{3ECA07A8-DD34-4BDE-8EED-48D28F60FA08}" type="datetime'''''8''''''''''''''''''''''''''''''''''''''6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86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43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1"/>
            </p:custDataLst>
          </p:nvPr>
        </p:nvSpPr>
        <p:spPr bwMode="auto">
          <a:xfrm>
            <a:off x="5691188" y="5834063"/>
            <a:ext cx="787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r>
              <a:rPr lang="en-GB" sz="1000">
                <a:latin typeface="+mn-lt"/>
                <a:ea typeface="+mn-ea"/>
                <a:cs typeface="+mn-cs"/>
              </a:rPr>
              <a:t>Segment shift</a:t>
            </a:r>
          </a:p>
        </p:txBody>
      </p:sp>
      <p:sp>
        <p:nvSpPr>
          <p:cNvPr id="481" name="Text Placeholder 4">
            <a:extLst>
              <a:ext uri="{FF2B5EF4-FFF2-40B4-BE49-F238E27FC236}">
                <a16:creationId xmlns:a16="http://schemas.microsoft.com/office/drawing/2014/main" id="{F9F192DC-A8DA-BF84-E282-E54B466DC0CF}"/>
              </a:ext>
            </a:extLst>
          </p:cNvPr>
          <p:cNvSpPr>
            <a:spLocks noGrp="1"/>
          </p:cNvSpPr>
          <p:nvPr>
            <p:custDataLst>
              <p:tags r:id="rId52"/>
            </p:custDataLst>
          </p:nvPr>
        </p:nvSpPr>
        <p:spPr bwMode="auto">
          <a:xfrm>
            <a:off x="6777038" y="58340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80359AA-271B-4F85-823C-0C5CD240C4DF}" type="datetime'''''''20''''''''''''''''''''''2''''''''''''''''5'''''''">
              <a:rPr lang="en-GB" altLang="en-US" sz="10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3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3"/>
            </p:custDataLst>
          </p:nvPr>
        </p:nvSpPr>
        <p:spPr bwMode="gray">
          <a:xfrm>
            <a:off x="1719263" y="4994275"/>
            <a:ext cx="3524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C2A0E20-4C43-44D2-9AE4-66E58549750A}" type="datetime'4,''''''''''''''''''''''''''''''''''6''''3''''4''''''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4,634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4"/>
            </p:custDataLst>
          </p:nvPr>
        </p:nvSpPr>
        <p:spPr bwMode="gray">
          <a:xfrm>
            <a:off x="6746875" y="4968875"/>
            <a:ext cx="3524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4BD351A-7873-4CFE-99A1-B6FC0DF6ED5C}" type="datetime'''4'''''',8''''''2''''''''''''''7'''''''''''''">
              <a:rPr lang="en-GB" altLang="en-US" sz="1000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4,827</a:t>
            </a:fld>
            <a:endParaRPr lang="en-GB" sz="1000">
              <a:latin typeface="+mn-lt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90D01DB-65CB-7B6E-E6B4-431AE06D98F2}"/>
              </a:ext>
            </a:extLst>
          </p:cNvPr>
          <p:cNvSpPr txBox="1"/>
          <p:nvPr/>
        </p:nvSpPr>
        <p:spPr>
          <a:xfrm>
            <a:off x="9119860" y="1649413"/>
            <a:ext cx="2520451" cy="18573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Key Insights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21BE8EA9-5ED7-6FD7-BB8A-7855653081AE}"/>
              </a:ext>
            </a:extLst>
          </p:cNvPr>
          <p:cNvCxnSpPr>
            <a:cxnSpLocks/>
          </p:cNvCxnSpPr>
          <p:nvPr/>
        </p:nvCxnSpPr>
        <p:spPr>
          <a:xfrm>
            <a:off x="9119860" y="1897063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1EAC54AC-6CA9-5DBE-5856-A1ECB540FB83}"/>
              </a:ext>
            </a:extLst>
          </p:cNvPr>
          <p:cNvSpPr txBox="1"/>
          <p:nvPr/>
        </p:nvSpPr>
        <p:spPr>
          <a:xfrm>
            <a:off x="560388" y="1465263"/>
            <a:ext cx="5645150" cy="36988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b="1"/>
              <a:t>SME customer base movement (FY 2024—FY 2025) by subsegment</a:t>
            </a:r>
            <a:br>
              <a:rPr lang="en-US" sz="1200" b="1"/>
            </a:br>
            <a:r>
              <a:rPr lang="en-US" sz="1200"/>
              <a:t>Number of customer, # K </a:t>
            </a:r>
            <a:r>
              <a:rPr lang="en-US" sz="1000"/>
              <a:t>(excl. </a:t>
            </a:r>
            <a:r>
              <a:rPr lang="en-US" sz="1000" err="1"/>
              <a:t>Tabaterra</a:t>
            </a:r>
            <a:r>
              <a:rPr lang="en-US" sz="1000"/>
              <a:t>)</a:t>
            </a:r>
          </a:p>
        </p:txBody>
      </p:sp>
      <p:sp>
        <p:nvSpPr>
          <p:cNvPr id="494" name="Rectangle: Rounded Corners 493">
            <a:extLst>
              <a:ext uri="{FF2B5EF4-FFF2-40B4-BE49-F238E27FC236}">
                <a16:creationId xmlns:a16="http://schemas.microsoft.com/office/drawing/2014/main" id="{669C6001-1744-9310-BF66-899BEBF068A9}"/>
              </a:ext>
            </a:extLst>
          </p:cNvPr>
          <p:cNvSpPr>
            <a:spLocks/>
          </p:cNvSpPr>
          <p:nvPr/>
        </p:nvSpPr>
        <p:spPr>
          <a:xfrm>
            <a:off x="7624762" y="1973263"/>
            <a:ext cx="947738" cy="1260475"/>
          </a:xfrm>
          <a:prstGeom prst="roundRect">
            <a:avLst>
              <a:gd name="adj" fmla="val 7853"/>
            </a:avLst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9%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495" name="Rectangle: Rounded Corners 494">
            <a:extLst>
              <a:ext uri="{FF2B5EF4-FFF2-40B4-BE49-F238E27FC236}">
                <a16:creationId xmlns:a16="http://schemas.microsoft.com/office/drawing/2014/main" id="{C4B3B556-81DC-6E6E-C804-CC8CB0F3CA69}"/>
              </a:ext>
            </a:extLst>
          </p:cNvPr>
          <p:cNvSpPr>
            <a:spLocks/>
          </p:cNvSpPr>
          <p:nvPr/>
        </p:nvSpPr>
        <p:spPr>
          <a:xfrm>
            <a:off x="7624762" y="3406775"/>
            <a:ext cx="947738" cy="1260475"/>
          </a:xfrm>
          <a:prstGeom prst="roundRect">
            <a:avLst>
              <a:gd name="adj" fmla="val 7853"/>
            </a:avLst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16%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496" name="Rectangle: Rounded Corners 495">
            <a:extLst>
              <a:ext uri="{FF2B5EF4-FFF2-40B4-BE49-F238E27FC236}">
                <a16:creationId xmlns:a16="http://schemas.microsoft.com/office/drawing/2014/main" id="{A1C30797-2B97-91FB-8C3B-51D4AB3176C7}"/>
              </a:ext>
            </a:extLst>
          </p:cNvPr>
          <p:cNvSpPr>
            <a:spLocks/>
          </p:cNvSpPr>
          <p:nvPr/>
        </p:nvSpPr>
        <p:spPr>
          <a:xfrm>
            <a:off x="7624762" y="4841876"/>
            <a:ext cx="947738" cy="1402406"/>
          </a:xfrm>
          <a:prstGeom prst="roundRect">
            <a:avLst>
              <a:gd name="adj" fmla="val 7853"/>
            </a:avLst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37%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2FBB969-A804-DCB0-8DCA-5EE0FEB0334D}"/>
              </a:ext>
            </a:extLst>
          </p:cNvPr>
          <p:cNvSpPr txBox="1">
            <a:spLocks/>
          </p:cNvSpPr>
          <p:nvPr/>
        </p:nvSpPr>
        <p:spPr>
          <a:xfrm>
            <a:off x="7624762" y="1189038"/>
            <a:ext cx="947738" cy="646113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GB" sz="1200" b="1">
                <a:latin typeface="+mn-lt"/>
                <a:ea typeface="+mn-ea"/>
                <a:cs typeface="+mn-cs"/>
              </a:rPr>
              <a:t>Churn ratio</a:t>
            </a:r>
            <a:br>
              <a:rPr lang="en-GB" sz="1200" b="1">
                <a:latin typeface="+mn-lt"/>
                <a:ea typeface="+mn-ea"/>
                <a:cs typeface="+mn-cs"/>
              </a:rPr>
            </a:br>
            <a:r>
              <a:rPr lang="en-GB" sz="1000">
                <a:latin typeface="+mn-lt"/>
              </a:rPr>
              <a:t>(attrition incl. </a:t>
            </a:r>
            <a:r>
              <a:rPr lang="en-GB" sz="1000" err="1">
                <a:latin typeface="+mn-lt"/>
              </a:rPr>
              <a:t>deact</a:t>
            </a:r>
            <a:r>
              <a:rPr lang="en-GB" sz="1000">
                <a:latin typeface="+mn-lt"/>
              </a:rPr>
              <a:t>. / </a:t>
            </a:r>
            <a:br>
              <a:rPr lang="en-GB" sz="1000">
                <a:latin typeface="+mn-lt"/>
              </a:rPr>
            </a:br>
            <a:r>
              <a:rPr lang="en-GB" sz="1000">
                <a:latin typeface="+mn-lt"/>
              </a:rPr>
              <a:t>starting base)</a:t>
            </a:r>
            <a:endParaRPr lang="en-GB" sz="1200">
              <a:latin typeface="+mn-lt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2F3E729E-E29E-9092-E546-3D6AD29B1426}"/>
              </a:ext>
            </a:extLst>
          </p:cNvPr>
          <p:cNvSpPr>
            <a:spLocks/>
          </p:cNvSpPr>
          <p:nvPr/>
        </p:nvSpPr>
        <p:spPr>
          <a:xfrm>
            <a:off x="2486690" y="2998788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4%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F873F41-A62D-966C-91E3-0F28DF14BFA4}"/>
              </a:ext>
            </a:extLst>
          </p:cNvPr>
          <p:cNvSpPr>
            <a:spLocks/>
          </p:cNvSpPr>
          <p:nvPr/>
        </p:nvSpPr>
        <p:spPr>
          <a:xfrm>
            <a:off x="2486690" y="4432300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5%</a:t>
            </a:r>
            <a:endParaRPr lang="en-GB" sz="1000" err="1">
              <a:solidFill>
                <a:schemeClr val="tx1"/>
              </a:solidFill>
            </a:endParaRP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383131A9-0310-038E-DF24-EC5E47280776}"/>
              </a:ext>
            </a:extLst>
          </p:cNvPr>
          <p:cNvSpPr>
            <a:spLocks/>
          </p:cNvSpPr>
          <p:nvPr/>
        </p:nvSpPr>
        <p:spPr>
          <a:xfrm>
            <a:off x="2486690" y="6070601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17%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7BB1A3A9-771F-8D90-3CD3-37AC81695418}"/>
              </a:ext>
            </a:extLst>
          </p:cNvPr>
          <p:cNvSpPr>
            <a:spLocks/>
          </p:cNvSpPr>
          <p:nvPr/>
        </p:nvSpPr>
        <p:spPr>
          <a:xfrm>
            <a:off x="3336797" y="2998788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-8%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C5A6020A-0976-C5D0-0119-D62A7301BD8B}"/>
              </a:ext>
            </a:extLst>
          </p:cNvPr>
          <p:cNvSpPr>
            <a:spLocks/>
          </p:cNvSpPr>
          <p:nvPr/>
        </p:nvSpPr>
        <p:spPr>
          <a:xfrm>
            <a:off x="3336797" y="4432300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-15%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45BFB490-9A4F-EA20-3A6F-B31A5581A3E6}"/>
              </a:ext>
            </a:extLst>
          </p:cNvPr>
          <p:cNvSpPr>
            <a:spLocks/>
          </p:cNvSpPr>
          <p:nvPr/>
        </p:nvSpPr>
        <p:spPr>
          <a:xfrm>
            <a:off x="3336797" y="6070601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-34%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1D9CA30C-C871-AA0F-D98F-F9A4A2777AF1}"/>
              </a:ext>
            </a:extLst>
          </p:cNvPr>
          <p:cNvSpPr>
            <a:spLocks/>
          </p:cNvSpPr>
          <p:nvPr/>
        </p:nvSpPr>
        <p:spPr>
          <a:xfrm>
            <a:off x="4171092" y="2998788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9%</a:t>
            </a:r>
            <a:endParaRPr lang="en-GB" sz="1000" err="1">
              <a:solidFill>
                <a:schemeClr val="tx1"/>
              </a:solidFill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98EF199C-C5A5-654F-B1D2-A4BC006CB47D}"/>
              </a:ext>
            </a:extLst>
          </p:cNvPr>
          <p:cNvSpPr>
            <a:spLocks/>
          </p:cNvSpPr>
          <p:nvPr/>
        </p:nvSpPr>
        <p:spPr>
          <a:xfrm>
            <a:off x="4171092" y="4432300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15%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BB3DA5D6-9288-4695-CC16-529446DDCAF8}"/>
              </a:ext>
            </a:extLst>
          </p:cNvPr>
          <p:cNvSpPr>
            <a:spLocks/>
          </p:cNvSpPr>
          <p:nvPr/>
        </p:nvSpPr>
        <p:spPr>
          <a:xfrm>
            <a:off x="4171092" y="6070601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26%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5E7B3F88-AA1B-77D9-29D0-571169E88952}"/>
              </a:ext>
            </a:extLst>
          </p:cNvPr>
          <p:cNvSpPr>
            <a:spLocks/>
          </p:cNvSpPr>
          <p:nvPr/>
        </p:nvSpPr>
        <p:spPr>
          <a:xfrm>
            <a:off x="5005387" y="2998788"/>
            <a:ext cx="482600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-1%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085E89C5-8213-6082-A425-AA0AB8EFC2E2}"/>
              </a:ext>
            </a:extLst>
          </p:cNvPr>
          <p:cNvSpPr>
            <a:spLocks/>
          </p:cNvSpPr>
          <p:nvPr/>
        </p:nvSpPr>
        <p:spPr>
          <a:xfrm>
            <a:off x="5005387" y="4432300"/>
            <a:ext cx="482600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-2%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ABB6C9D7-46B6-AE19-E7A2-E4726AC2CD6A}"/>
              </a:ext>
            </a:extLst>
          </p:cNvPr>
          <p:cNvSpPr>
            <a:spLocks/>
          </p:cNvSpPr>
          <p:nvPr/>
        </p:nvSpPr>
        <p:spPr>
          <a:xfrm>
            <a:off x="5005387" y="6070601"/>
            <a:ext cx="482600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-3%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1FCFC2E-CB78-4562-3B87-7FEB154EEDDB}"/>
              </a:ext>
            </a:extLst>
          </p:cNvPr>
          <p:cNvSpPr>
            <a:spLocks/>
          </p:cNvSpPr>
          <p:nvPr/>
        </p:nvSpPr>
        <p:spPr>
          <a:xfrm>
            <a:off x="5853906" y="2998788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2%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E31C5D9C-EFC9-5732-7B12-3E4CB7DF082D}"/>
              </a:ext>
            </a:extLst>
          </p:cNvPr>
          <p:cNvSpPr>
            <a:spLocks/>
          </p:cNvSpPr>
          <p:nvPr/>
        </p:nvSpPr>
        <p:spPr>
          <a:xfrm>
            <a:off x="5853906" y="4432300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&lt;1%</a:t>
            </a:r>
            <a:endParaRPr lang="en-GB" sz="1000">
              <a:solidFill>
                <a:schemeClr val="tx1"/>
              </a:solidFill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2063C0AF-153A-3900-E83B-A526796E9BCC}"/>
              </a:ext>
            </a:extLst>
          </p:cNvPr>
          <p:cNvSpPr>
            <a:spLocks/>
          </p:cNvSpPr>
          <p:nvPr/>
        </p:nvSpPr>
        <p:spPr>
          <a:xfrm>
            <a:off x="5853906" y="6070601"/>
            <a:ext cx="484188" cy="234950"/>
          </a:xfrm>
          <a:prstGeom prst="ellipse">
            <a:avLst/>
          </a:prstGeom>
          <a:solidFill>
            <a:schemeClr val="bg1"/>
          </a:solidFill>
          <a:ln w="6350" cap="sq">
            <a:solidFill>
              <a:schemeClr val="accent1">
                <a:lumMod val="50000"/>
                <a:lumOff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000">
                <a:solidFill>
                  <a:schemeClr val="tx1"/>
                </a:solidFill>
              </a:rPr>
              <a:t>-1%</a:t>
            </a:r>
            <a:endParaRPr lang="en-GB" sz="1000">
              <a:solidFill>
                <a:schemeClr val="tx1"/>
              </a:solidFill>
            </a:endParaRPr>
          </a:p>
        </p:txBody>
      </p:sp>
      <p:grpSp>
        <p:nvGrpSpPr>
          <p:cNvPr id="504" name="Group 503">
            <a:extLst>
              <a:ext uri="{FF2B5EF4-FFF2-40B4-BE49-F238E27FC236}">
                <a16:creationId xmlns:a16="http://schemas.microsoft.com/office/drawing/2014/main" id="{2FA64059-54BA-9F12-E420-2F9D913AB097}"/>
              </a:ext>
            </a:extLst>
          </p:cNvPr>
          <p:cNvGrpSpPr/>
          <p:nvPr/>
        </p:nvGrpSpPr>
        <p:grpSpPr>
          <a:xfrm>
            <a:off x="554034" y="1111786"/>
            <a:ext cx="1993898" cy="183082"/>
            <a:chOff x="4535045" y="-567319"/>
            <a:chExt cx="1993926" cy="183082"/>
          </a:xfrm>
        </p:grpSpPr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C656075A-3DF3-EC14-5400-5F2B62665851}"/>
                </a:ext>
              </a:extLst>
            </p:cNvPr>
            <p:cNvSpPr>
              <a:spLocks/>
            </p:cNvSpPr>
            <p:nvPr/>
          </p:nvSpPr>
          <p:spPr>
            <a:xfrm>
              <a:off x="4535045" y="-567319"/>
              <a:ext cx="362395" cy="183082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1">
                  <a:lumMod val="50000"/>
                  <a:lumOff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r>
                <a:rPr lang="en-US" sz="1000">
                  <a:solidFill>
                    <a:schemeClr val="tx1"/>
                  </a:solidFill>
                </a:rPr>
                <a:t>x</a:t>
              </a:r>
              <a:endParaRPr lang="en-GB" sz="1000" err="1">
                <a:solidFill>
                  <a:schemeClr val="tx1"/>
                </a:solidFill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0838B05-2285-6B7F-7E09-61199B3D9B2B}"/>
                </a:ext>
              </a:extLst>
            </p:cNvPr>
            <p:cNvSpPr txBox="1">
              <a:spLocks/>
            </p:cNvSpPr>
            <p:nvPr/>
          </p:nvSpPr>
          <p:spPr>
            <a:xfrm>
              <a:off x="4992688" y="-530920"/>
              <a:ext cx="1536283" cy="1102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rtlCol="0" anchor="ctr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>
                <a:buSzPct val="100000"/>
                <a:buNone/>
              </a:pPr>
              <a:r>
                <a:rPr lang="en-US" sz="1000">
                  <a:latin typeface="+mn-lt"/>
                  <a:ea typeface="+mn-ea"/>
                  <a:cs typeface="+mn-cs"/>
                  <a:sym typeface=""/>
                </a:rPr>
                <a:t>% of 2024 customer base</a:t>
              </a:r>
            </a:p>
          </p:txBody>
        </p:sp>
      </p:grpSp>
      <p:sp>
        <p:nvSpPr>
          <p:cNvPr id="31" name="Title 30">
            <a:extLst>
              <a:ext uri="{FF2B5EF4-FFF2-40B4-BE49-F238E27FC236}">
                <a16:creationId xmlns:a16="http://schemas.microsoft.com/office/drawing/2014/main" id="{18EC0E20-2042-7F23-6206-B5D24A0AB9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6" y="195846"/>
            <a:ext cx="7918704" cy="707886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pPr marL="461963"/>
            <a:r>
              <a:rPr lang="en-US" sz="2300"/>
              <a:t>SME growth is leaking through churn, especially where customer relationships are least mature</a:t>
            </a:r>
            <a:endParaRPr lang="en-GB" sz="2300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4E5F3FB-F332-0D2B-1D30-7286C58EBE5C}"/>
              </a:ext>
            </a:extLst>
          </p:cNvPr>
          <p:cNvSpPr txBox="1">
            <a:spLocks/>
          </p:cNvSpPr>
          <p:nvPr/>
        </p:nvSpPr>
        <p:spPr>
          <a:xfrm>
            <a:off x="9031351" y="2122488"/>
            <a:ext cx="2560637" cy="1885131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2">
              <a:buFont typeface="Arial" panose="020B0604020202020204" pitchFamily="34" charset="0"/>
              <a:buChar char="•"/>
            </a:pPr>
            <a:r>
              <a:rPr lang="en-US" sz="1200"/>
              <a:t>Customers are </a:t>
            </a:r>
            <a:r>
              <a:rPr lang="en-US" sz="1200" b="1"/>
              <a:t>not migrating to competitors or changing segments</a:t>
            </a:r>
            <a:r>
              <a:rPr lang="en-US" sz="1200"/>
              <a:t>, they are simply falling inactive</a:t>
            </a:r>
          </a:p>
          <a:p>
            <a:pPr lvl="2">
              <a:buFont typeface="Arial" panose="020B0604020202020204" pitchFamily="34" charset="0"/>
              <a:buChar char="•"/>
            </a:pPr>
            <a:r>
              <a:rPr lang="en-US" sz="1200"/>
              <a:t>It is more efficient and </a:t>
            </a:r>
            <a:r>
              <a:rPr lang="en-US" sz="1200" b="1"/>
              <a:t>less expensive to keep current active customers engaged </a:t>
            </a:r>
            <a:r>
              <a:rPr lang="en-US" sz="1200"/>
              <a:t>than to fund high-cost activation campaigns for inactive ones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D753CE04-B64E-A074-87F0-594E5631E23B}"/>
              </a:ext>
            </a:extLst>
          </p:cNvPr>
          <p:cNvCxnSpPr>
            <a:cxnSpLocks/>
          </p:cNvCxnSpPr>
          <p:nvPr/>
        </p:nvCxnSpPr>
        <p:spPr>
          <a:xfrm>
            <a:off x="9119860" y="6453188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64B266A-A092-3982-22F0-5D142E50E6FE}"/>
              </a:ext>
            </a:extLst>
          </p:cNvPr>
          <p:cNvGrpSpPr/>
          <p:nvPr/>
        </p:nvGrpSpPr>
        <p:grpSpPr>
          <a:xfrm>
            <a:off x="560388" y="1897063"/>
            <a:ext cx="8012112" cy="4556125"/>
            <a:chOff x="560388" y="1897063"/>
            <a:chExt cx="6781800" cy="4556125"/>
          </a:xfrm>
        </p:grpSpPr>
        <p:cxnSp>
          <p:nvCxnSpPr>
            <p:cNvPr id="14" name="GreyLineSeparatorDefault 13">
              <a:extLst>
                <a:ext uri="{FF2B5EF4-FFF2-40B4-BE49-F238E27FC236}">
                  <a16:creationId xmlns:a16="http://schemas.microsoft.com/office/drawing/2014/main" id="{DCA244DF-7354-2F79-523D-6C3F9F994DAE}"/>
                </a:ext>
              </a:extLst>
            </p:cNvPr>
            <p:cNvCxnSpPr>
              <a:cxnSpLocks/>
            </p:cNvCxnSpPr>
            <p:nvPr>
              <p:custDataLst>
                <p:tags r:id="rId55"/>
              </p:custDataLst>
            </p:nvPr>
          </p:nvCxnSpPr>
          <p:spPr>
            <a:xfrm>
              <a:off x="560388" y="3321050"/>
              <a:ext cx="6781800" cy="0"/>
            </a:xfrm>
            <a:prstGeom prst="straightConnector1">
              <a:avLst/>
            </a:prstGeom>
            <a:ln w="6350" cap="sq">
              <a:solidFill>
                <a:srgbClr val="757575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GreyLineSeparatorDefault 13">
              <a:extLst>
                <a:ext uri="{FF2B5EF4-FFF2-40B4-BE49-F238E27FC236}">
                  <a16:creationId xmlns:a16="http://schemas.microsoft.com/office/drawing/2014/main" id="{2226939A-5250-BAA7-D329-9E6646A24AC0}"/>
                </a:ext>
              </a:extLst>
            </p:cNvPr>
            <p:cNvCxnSpPr>
              <a:cxnSpLocks/>
            </p:cNvCxnSpPr>
            <p:nvPr>
              <p:custDataLst>
                <p:tags r:id="rId56"/>
              </p:custDataLst>
            </p:nvPr>
          </p:nvCxnSpPr>
          <p:spPr>
            <a:xfrm>
              <a:off x="560388" y="4754563"/>
              <a:ext cx="6781800" cy="0"/>
            </a:xfrm>
            <a:prstGeom prst="straightConnector1">
              <a:avLst/>
            </a:prstGeom>
            <a:ln w="6350" cap="sq">
              <a:solidFill>
                <a:srgbClr val="757575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33C3C562-A930-43E8-59D8-732764F80A5B}"/>
                </a:ext>
              </a:extLst>
            </p:cNvPr>
            <p:cNvCxnSpPr>
              <a:cxnSpLocks/>
            </p:cNvCxnSpPr>
            <p:nvPr/>
          </p:nvCxnSpPr>
          <p:spPr>
            <a:xfrm>
              <a:off x="560388" y="1897063"/>
              <a:ext cx="6781800" cy="0"/>
            </a:xfrm>
            <a:prstGeom prst="line">
              <a:avLst/>
            </a:prstGeom>
            <a:ln w="12700" cap="flat">
              <a:solidFill>
                <a:schemeClr val="bg1">
                  <a:lumMod val="50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E488308E-F9C0-58E9-D537-C25BE0921968}"/>
                </a:ext>
              </a:extLst>
            </p:cNvPr>
            <p:cNvCxnSpPr>
              <a:cxnSpLocks/>
            </p:cNvCxnSpPr>
            <p:nvPr/>
          </p:nvCxnSpPr>
          <p:spPr>
            <a:xfrm>
              <a:off x="560388" y="6453188"/>
              <a:ext cx="6781800" cy="0"/>
            </a:xfrm>
            <a:prstGeom prst="line">
              <a:avLst/>
            </a:prstGeom>
            <a:ln w="12700" cap="flat">
              <a:solidFill>
                <a:schemeClr val="bg1">
                  <a:lumMod val="50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15241985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7F137B-236B-A9DB-09C6-1ED2B5DB45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Object 6" hidden="1">
            <a:extLst>
              <a:ext uri="{FF2B5EF4-FFF2-40B4-BE49-F238E27FC236}">
                <a16:creationId xmlns:a16="http://schemas.microsoft.com/office/drawing/2014/main" id="{E0CFE0E1-8078-8875-325B-0E991D1F15C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8773345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5" imgW="484" imgH="486" progId="TCLayout.ActiveDocument.1">
                  <p:embed/>
                </p:oleObj>
              </mc:Choice>
              <mc:Fallback>
                <p:oleObj name="think-cell Slide" r:id="rId35" imgW="484" imgH="486" progId="TCLayout.ActiveDocument.1">
                  <p:embed/>
                  <p:pic>
                    <p:nvPicPr>
                      <p:cNvPr id="10" name="Object 6" hidden="1">
                        <a:extLst>
                          <a:ext uri="{FF2B5EF4-FFF2-40B4-BE49-F238E27FC236}">
                            <a16:creationId xmlns:a16="http://schemas.microsoft.com/office/drawing/2014/main" id="{E0CFE0E1-8078-8875-325B-0E991D1F15C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2. Slide Title">
            <a:extLst>
              <a:ext uri="{FF2B5EF4-FFF2-40B4-BE49-F238E27FC236}">
                <a16:creationId xmlns:a16="http://schemas.microsoft.com/office/drawing/2014/main" id="{CCF9027C-02D5-9624-156E-C163A9E8AD1C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11034" y="286178"/>
            <a:ext cx="11064268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>
            <a:spAutoFit/>
          </a:bodyPr>
          <a:lstStyle/>
          <a:p>
            <a:pPr marL="461963"/>
            <a:r>
              <a:rPr lang="en-US"/>
              <a:t>Service model limitations are constraining customer activation in Micro subsegment even after excluding </a:t>
            </a:r>
            <a:r>
              <a:rPr lang="en-US" err="1"/>
              <a:t>Tabaterra</a:t>
            </a:r>
            <a:endParaRPr lang="en-GB"/>
          </a:p>
        </p:txBody>
      </p:sp>
      <p:graphicFrame>
        <p:nvGraphicFramePr>
          <p:cNvPr id="50" name="Chart 49">
            <a:extLst>
              <a:ext uri="{FF2B5EF4-FFF2-40B4-BE49-F238E27FC236}">
                <a16:creationId xmlns:a16="http://schemas.microsoft.com/office/drawing/2014/main" id="{9B3EA8B6-C594-C7CD-6D2C-C8BD9D35DB17}"/>
              </a:ext>
            </a:extLst>
          </p:cNvPr>
          <p:cNvGraphicFramePr/>
          <p:nvPr>
            <p:custDataLst>
              <p:tags r:id="rId3"/>
            </p:custDataLst>
          </p:nvPr>
        </p:nvGraphicFramePr>
        <p:xfrm>
          <a:off x="471488" y="2425700"/>
          <a:ext cx="3679825" cy="26797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7"/>
          </a:graphicData>
        </a:graphic>
      </p:graphicFrame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5E99D393-4A05-F298-462F-A17A8941B7DD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 bwMode="gray">
          <a:xfrm>
            <a:off x="1139825" y="2095500"/>
            <a:ext cx="2343150" cy="182563"/>
          </a:xfrm>
          <a:prstGeom prst="line">
            <a:avLst/>
          </a:prstGeom>
          <a:ln w="38100" cap="flat" cmpd="sng" algn="ctr">
            <a:solidFill>
              <a:schemeClr val="accent1"/>
            </a:solidFill>
            <a:prstDash val="solid"/>
            <a:round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C4B63129-F56B-5BF4-8146-B759F37C82AA}"/>
              </a:ext>
            </a:extLst>
          </p:cNvPr>
          <p:cNvSpPr>
            <a:spLocks noGrp="1"/>
          </p:cNvSpPr>
          <p:nvPr>
            <p:custDataLst>
              <p:tags r:id="rId5"/>
            </p:custDataLst>
          </p:nvPr>
        </p:nvSpPr>
        <p:spPr bwMode="auto">
          <a:xfrm>
            <a:off x="939800" y="5073650"/>
            <a:ext cx="4000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38EFB02-587B-4328-B2EE-D8CE552F6AD5}" type="datetime'''2''''0''''''''''''''''''2''''''''''''3'''''''">
              <a:rPr lang="en-GB" altLang="en-US" sz="1200" b="1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2023</a:t>
            </a:fld>
            <a:endParaRPr lang="en-GB" sz="1200" b="1">
              <a:solidFill>
                <a:srgbClr val="191C1E"/>
              </a:solidFill>
              <a:cs typeface="+mn-cs"/>
            </a:endParaRP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0C952A1E-71DF-E66D-9A0B-149D9F4CC909}"/>
              </a:ext>
            </a:extLst>
          </p:cNvPr>
          <p:cNvSpPr>
            <a:spLocks noGrp="1"/>
          </p:cNvSpPr>
          <p:nvPr>
            <p:custDataLst>
              <p:tags r:id="rId6"/>
            </p:custDataLst>
          </p:nvPr>
        </p:nvSpPr>
        <p:spPr bwMode="auto">
          <a:xfrm>
            <a:off x="2208213" y="5073650"/>
            <a:ext cx="2063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C7E144E-C1A8-42C7-AFEB-065998675902}" type="datetime'''''''''''''''''''''''''2''''4'''''''''''''''''''''''''''">
              <a:rPr lang="en-GB" altLang="en-US" sz="1200" b="1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en-GB" sz="1200" b="1">
              <a:solidFill>
                <a:srgbClr val="191C1E"/>
              </a:solidFill>
              <a:cs typeface="+mn-cs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gray">
          <a:xfrm>
            <a:off x="3357564" y="3114675"/>
            <a:ext cx="2524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611163F-1B99-4466-B7FD-4D35A83D750D}" type="datetime'''6''''''''''''.7'''''''''''''''''''''''''''''''''''''''''''''">
              <a:rPr lang="en-GB" altLang="en-US" sz="12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6.7</a:t>
            </a:fld>
            <a:endParaRPr lang="en-GB" sz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1B31CF55-A28B-C35A-F3F3-B884F2A44F62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gray">
          <a:xfrm>
            <a:off x="3355975" y="4281488"/>
            <a:ext cx="2555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4FD6B68-7AE3-491E-A5E8-45193B0C4710}" type="datetime'''''''''''''''''''''8''''''.''''''4'''''''''''''''''''''''''''">
              <a:rPr lang="en-GB" altLang="en-US" sz="12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8.4</a:t>
            </a:fld>
            <a:endParaRPr lang="en-GB" sz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A04E7890-A407-9796-E927-CC911F4ABE58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3282950" y="5073650"/>
            <a:ext cx="4000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83181EF-65AF-4BEA-9425-24DAF6F23EEA}" type="datetime'''''''''''''2''''0''''''''''''''''''''''''25'''''''''''">
              <a:rPr lang="en-GB" altLang="en-US" sz="1200" b="1" smtClean="0">
                <a:solidFill>
                  <a:srgbClr val="191C1E"/>
                </a:solidFill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2025</a:t>
            </a:fld>
            <a:endParaRPr lang="en-GB" sz="1200" b="1">
              <a:solidFill>
                <a:srgbClr val="191C1E"/>
              </a:solidFill>
              <a:cs typeface="+mn-cs"/>
            </a:endParaRPr>
          </a:p>
        </p:txBody>
      </p:sp>
      <p:sp>
        <p:nvSpPr>
          <p:cNvPr id="110" name="Text Placeholder 4">
            <a:extLst>
              <a:ext uri="{FF2B5EF4-FFF2-40B4-BE49-F238E27FC236}">
                <a16:creationId xmlns:a16="http://schemas.microsoft.com/office/drawing/2014/main" id="{D1E68703-33F5-CA8D-3D41-B787AA91FA34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gray">
          <a:xfrm>
            <a:off x="971550" y="2300288"/>
            <a:ext cx="3381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5FEA499-D1EC-4982-9255-16335A96F6BB}" type="datetime'''''''''''''''''1''''''''''6''''''.''''''''3'">
              <a:rPr lang="en-GB" altLang="en-US" sz="12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16.3</a:t>
            </a:fld>
            <a:endParaRPr lang="en-GB" sz="1200">
              <a:latin typeface="+mn-lt"/>
              <a:ea typeface="+mn-ea"/>
              <a:cs typeface="+mn-cs"/>
            </a:endParaRPr>
          </a:p>
        </p:txBody>
      </p:sp>
      <p:sp>
        <p:nvSpPr>
          <p:cNvPr id="111" name="Text Placeholder 4">
            <a:extLst>
              <a:ext uri="{FF2B5EF4-FFF2-40B4-BE49-F238E27FC236}">
                <a16:creationId xmlns:a16="http://schemas.microsoft.com/office/drawing/2014/main" id="{ECF45009-005A-CBFC-484E-FAFA2E6C7A4F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gray">
          <a:xfrm>
            <a:off x="2143125" y="2417763"/>
            <a:ext cx="3381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33EF47F-80C1-46CC-B388-44862048AC17}" type="datetime'''''''1''''''''''''5.''''''''5'''''''''''''">
              <a:rPr lang="en-GB" altLang="en-US" sz="12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15.5</a:t>
            </a:fld>
            <a:endParaRPr lang="en-GB" sz="1200">
              <a:latin typeface="+mn-lt"/>
              <a:ea typeface="+mn-ea"/>
              <a:cs typeface="+mn-cs"/>
            </a:endParaRPr>
          </a:p>
        </p:txBody>
      </p:sp>
      <p:sp>
        <p:nvSpPr>
          <p:cNvPr id="112" name="Text Placeholder 4">
            <a:extLst>
              <a:ext uri="{FF2B5EF4-FFF2-40B4-BE49-F238E27FC236}">
                <a16:creationId xmlns:a16="http://schemas.microsoft.com/office/drawing/2014/main" id="{BB9E4853-AC55-3534-1D00-A8368370A739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gray">
          <a:xfrm>
            <a:off x="3314700" y="2482850"/>
            <a:ext cx="3381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C22C748-E87E-4E38-80CE-C40D33947C8E}" type="datetime'''''''''''''''''''''''''''''''''''''''''15.''''''1'''''''">
              <a:rPr lang="en-GB" altLang="en-US" sz="12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15.1</a:t>
            </a:fld>
            <a:endParaRPr lang="en-GB" sz="1200">
              <a:latin typeface="+mn-lt"/>
              <a:ea typeface="+mn-ea"/>
              <a:cs typeface="+mn-cs"/>
            </a:endParaRP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7B7C6EAA-FBC3-7C57-BF3A-E29B074DAD3C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gray">
          <a:xfrm>
            <a:off x="2184400" y="4305300"/>
            <a:ext cx="2555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7975993-341A-42EC-AC4E-726B9C68086A}" type="datetime'8.''''''''''''''''''''''''''1'''''''''">
              <a:rPr lang="en-GB" altLang="en-US" sz="12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8.1</a:t>
            </a:fld>
            <a:endParaRPr lang="en-GB" sz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38" name="Text Placeholder 4">
            <a:extLst>
              <a:ext uri="{FF2B5EF4-FFF2-40B4-BE49-F238E27FC236}">
                <a16:creationId xmlns:a16="http://schemas.microsoft.com/office/drawing/2014/main" id="{C98C7E56-748B-A90E-BC7F-1C6274A8871B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gray">
          <a:xfrm>
            <a:off x="2189163" y="3106738"/>
            <a:ext cx="2444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2F15E69-5B6F-4513-9DFD-A1245208DF1D}" type="datetime'''''''''''7''''''''.''''''''''''''''''''''4'''''''''''''''''">
              <a:rPr lang="en-GB" altLang="en-US" sz="12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7.4</a:t>
            </a:fld>
            <a:endParaRPr lang="en-GB" sz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41" name="Text Placeholder 4">
            <a:extLst>
              <a:ext uri="{FF2B5EF4-FFF2-40B4-BE49-F238E27FC236}">
                <a16:creationId xmlns:a16="http://schemas.microsoft.com/office/drawing/2014/main" id="{0FFAFFFA-E27A-8530-DAE4-D38A5394ED19}"/>
              </a:ext>
            </a:extLst>
          </p:cNvPr>
          <p:cNvSpPr>
            <a:spLocks noGrp="1"/>
          </p:cNvSpPr>
          <p:nvPr>
            <p:custDataLst>
              <p:tags r:id="rId15"/>
            </p:custDataLst>
          </p:nvPr>
        </p:nvSpPr>
        <p:spPr bwMode="gray">
          <a:xfrm>
            <a:off x="1012825" y="4281488"/>
            <a:ext cx="2555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70C6A91-3A71-4AB0-B171-F53263CA982E}" type="datetime'''''8.''''''''''''''''''4'''''''''''''''''''''''''''''''''''">
              <a:rPr lang="en-GB" altLang="en-US" sz="12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8.4</a:t>
            </a:fld>
            <a:endParaRPr lang="en-GB" sz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42" name="Text Placeholder 4">
            <a:extLst>
              <a:ext uri="{FF2B5EF4-FFF2-40B4-BE49-F238E27FC236}">
                <a16:creationId xmlns:a16="http://schemas.microsoft.com/office/drawing/2014/main" id="{DB9DE9B5-95AC-C3AE-E5CF-C95C2779F6F7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gray">
          <a:xfrm>
            <a:off x="1017588" y="3024188"/>
            <a:ext cx="2444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3CE0959-2434-4083-AE7F-B07651F45968}" type="datetime'''''''''''''''''''''''7''''.''''9'''''''''''''''''''''''''''''">
              <a:rPr lang="en-GB" altLang="en-US" sz="12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7.9</a:t>
            </a:fld>
            <a:endParaRPr lang="en-GB" sz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79" name="Text Placeholder 4">
            <a:extLst>
              <a:ext uri="{FF2B5EF4-FFF2-40B4-BE49-F238E27FC236}">
                <a16:creationId xmlns:a16="http://schemas.microsoft.com/office/drawing/2014/main" id="{F6CAC22B-A14B-8A79-E730-D7A7D509378C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auto">
          <a:xfrm>
            <a:off x="1838325" y="2057400"/>
            <a:ext cx="947738" cy="25876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CD81D20-3974-408F-BEB2-C3623CC37A95}" type="datetime'''''''''-''''''''''4''''''''''''''''''''''''''%'''''''''">
              <a:rPr lang="en-GB" altLang="en-US" sz="1200" b="1" smtClean="0"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-4%</a:t>
            </a:fld>
            <a:r>
              <a:rPr lang="en-GB" sz="1200" b="1">
                <a:latin typeface="+mn-lt"/>
                <a:ea typeface="+mn-ea"/>
                <a:cs typeface="+mn-cs"/>
              </a:rPr>
              <a:t> p.a.</a:t>
            </a:r>
          </a:p>
        </p:txBody>
      </p:sp>
      <p:graphicFrame>
        <p:nvGraphicFramePr>
          <p:cNvPr id="339" name="Chart 338">
            <a:extLst>
              <a:ext uri="{FF2B5EF4-FFF2-40B4-BE49-F238E27FC236}">
                <a16:creationId xmlns:a16="http://schemas.microsoft.com/office/drawing/2014/main" id="{E771DA00-DD32-66E7-CA9E-4F3C57045BD6}"/>
              </a:ext>
            </a:extLst>
          </p:cNvPr>
          <p:cNvGraphicFramePr/>
          <p:nvPr>
            <p:custDataLst>
              <p:tags r:id="rId18"/>
            </p:custDataLst>
          </p:nvPr>
        </p:nvGraphicFramePr>
        <p:xfrm>
          <a:off x="6165850" y="2085975"/>
          <a:ext cx="5468938" cy="32432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8"/>
          </a:graphicData>
        </a:graphic>
      </p:graphicFrame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E2A8C243-7AA3-0909-1A2D-3E37DA39FA2C}"/>
              </a:ext>
            </a:extLst>
          </p:cNvPr>
          <p:cNvCxnSpPr>
            <a:cxnSpLocks/>
          </p:cNvCxnSpPr>
          <p:nvPr>
            <p:custDataLst>
              <p:tags r:id="rId19"/>
            </p:custDataLst>
          </p:nvPr>
        </p:nvCxnSpPr>
        <p:spPr bwMode="gray">
          <a:xfrm>
            <a:off x="8899525" y="2498725"/>
            <a:ext cx="0" cy="87313"/>
          </a:xfrm>
          <a:prstGeom prst="line">
            <a:avLst/>
          </a:prstGeom>
          <a:ln w="3175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23" name="Text Placeholder 4">
            <a:extLst>
              <a:ext uri="{FF2B5EF4-FFF2-40B4-BE49-F238E27FC236}">
                <a16:creationId xmlns:a16="http://schemas.microsoft.com/office/drawing/2014/main" id="{878EDBFE-DC1D-92D9-54AF-38A5EE4A4DDB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auto">
          <a:xfrm>
            <a:off x="6413500" y="5081587"/>
            <a:ext cx="730250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23B51E4-3F56-4DE7-AFC9-D38E3CF53C96}" type="datetime'''''SM''E'''''''''' ave''''r''''''a''''ge'''''''''''''''">
              <a:rPr lang="en-US" altLang="en-US" b="1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SME average</a:t>
            </a:fld>
            <a:endParaRPr lang="en-US" b="1">
              <a:latin typeface="+mn-lt"/>
            </a:endParaRPr>
          </a:p>
        </p:txBody>
      </p:sp>
      <p:sp>
        <p:nvSpPr>
          <p:cNvPr id="283" name="Text Placeholder 4">
            <a:extLst>
              <a:ext uri="{FF2B5EF4-FFF2-40B4-BE49-F238E27FC236}">
                <a16:creationId xmlns:a16="http://schemas.microsoft.com/office/drawing/2014/main" id="{35CC4475-7606-7696-4307-4BC2532AFE77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7678738" y="2441575"/>
            <a:ext cx="320675" cy="212725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txBody>
          <a:bodyPr vert="horz" wrap="none" lIns="25400" tIns="0" rIns="254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2850007-E911-4517-A189-CE34E597A094}" type="datetime'''''2''''''''''''''''''''''''''''''''''''''''''''''''%'''">
              <a:rPr lang="en-GB" altLang="en-US" i="1" smtClean="0">
                <a:solidFill>
                  <a:srgbClr val="828282"/>
                </a:solidFill>
                <a:effectLst/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2%</a:t>
            </a:fld>
            <a:endParaRPr lang="en-GB" i="1">
              <a:solidFill>
                <a:srgbClr val="828282"/>
              </a:solidFill>
              <a:latin typeface="+mn-lt"/>
            </a:endParaRPr>
          </a:p>
        </p:txBody>
      </p:sp>
      <p:sp>
        <p:nvSpPr>
          <p:cNvPr id="215" name="Text Placeholder 4">
            <a:extLst>
              <a:ext uri="{FF2B5EF4-FFF2-40B4-BE49-F238E27FC236}">
                <a16:creationId xmlns:a16="http://schemas.microsoft.com/office/drawing/2014/main" id="{301552F4-C5C2-3D3A-BAFA-37B5939CB36B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auto">
          <a:xfrm>
            <a:off x="7524750" y="5081588"/>
            <a:ext cx="63023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4407AEC-085E-48B3-AD11-F9B494600E60}" type="datetime'''''''''''''''''''''M''''''''''''''''ed''''''''''i''u''''m'">
              <a:rPr lang="en-US" altLang="en-US" i="1" smtClean="0">
                <a:solidFill>
                  <a:schemeClr val="bg1">
                    <a:lumMod val="65000"/>
                  </a:schemeClr>
                </a:solidFill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Medium</a:t>
            </a:fld>
            <a:endParaRPr lang="en-US" i="1">
              <a:solidFill>
                <a:schemeClr val="bg1">
                  <a:lumMod val="65000"/>
                </a:schemeClr>
              </a:solidFill>
              <a:latin typeface="+mn-lt"/>
            </a:endParaRPr>
          </a:p>
        </p:txBody>
      </p:sp>
      <p:sp>
        <p:nvSpPr>
          <p:cNvPr id="216" name="Text Placeholder 4">
            <a:extLst>
              <a:ext uri="{FF2B5EF4-FFF2-40B4-BE49-F238E27FC236}">
                <a16:creationId xmlns:a16="http://schemas.microsoft.com/office/drawing/2014/main" id="{7F595739-1F4E-358A-DBF0-BDB8B778AAC6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auto">
          <a:xfrm>
            <a:off x="8682038" y="5081588"/>
            <a:ext cx="436563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FAB8106-5ECE-49B9-B032-2CE8D1C6B1AF}" type="datetime'''''''S''''''''''''''''''''''''m''''a''''''l''''l'''''''">
              <a:rPr lang="en-US" altLang="en-US" i="1" smtClean="0">
                <a:solidFill>
                  <a:schemeClr val="bg1">
                    <a:lumMod val="65000"/>
                  </a:schemeClr>
                </a:solidFill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Small</a:t>
            </a:fld>
            <a:endParaRPr lang="en-US" i="1">
              <a:solidFill>
                <a:schemeClr val="bg1">
                  <a:lumMod val="65000"/>
                </a:schemeClr>
              </a:solidFill>
              <a:latin typeface="+mn-lt"/>
            </a:endParaRPr>
          </a:p>
        </p:txBody>
      </p:sp>
      <p:sp>
        <p:nvSpPr>
          <p:cNvPr id="217" name="Text Placeholder 4">
            <a:extLst>
              <a:ext uri="{FF2B5EF4-FFF2-40B4-BE49-F238E27FC236}">
                <a16:creationId xmlns:a16="http://schemas.microsoft.com/office/drawing/2014/main" id="{117CFF38-4881-A2FB-2B50-5698AEEE9C90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auto">
          <a:xfrm>
            <a:off x="9745663" y="5081588"/>
            <a:ext cx="43180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EDBB538-B676-424D-A5B8-2E2189D327C6}" type="datetime'''''M''''''''''''''''''''''''i''''''c''ro'''''''''''''''''">
              <a:rPr lang="en-US" altLang="en-US" i="1" smtClean="0">
                <a:solidFill>
                  <a:schemeClr val="bg1">
                    <a:lumMod val="65000"/>
                  </a:schemeClr>
                </a:solidFill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Micro</a:t>
            </a:fld>
            <a:endParaRPr lang="en-US" i="1">
              <a:solidFill>
                <a:schemeClr val="bg1">
                  <a:lumMod val="65000"/>
                </a:schemeClr>
              </a:solidFill>
              <a:latin typeface="+mn-lt"/>
            </a:endParaRPr>
          </a:p>
        </p:txBody>
      </p:sp>
      <p:sp>
        <p:nvSpPr>
          <p:cNvPr id="232" name="Text Placeholder 4">
            <a:extLst>
              <a:ext uri="{FF2B5EF4-FFF2-40B4-BE49-F238E27FC236}">
                <a16:creationId xmlns:a16="http://schemas.microsoft.com/office/drawing/2014/main" id="{743DFE74-9307-00AC-7BC1-5D44635FEB5D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auto">
          <a:xfrm>
            <a:off x="10628313" y="5081588"/>
            <a:ext cx="78740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6AE8701-0453-40BE-851F-880E5A131A58}" type="datetime'''''''''''C''''E'''''' ''''pe''''''''''''''''er''s'''''''">
              <a:rPr lang="en-US" altLang="en-US" b="1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CE peers</a:t>
            </a:fld>
            <a:endParaRPr lang="en-US" b="1">
              <a:latin typeface="+mn-lt"/>
            </a:endParaRPr>
          </a:p>
        </p:txBody>
      </p:sp>
      <p:sp>
        <p:nvSpPr>
          <p:cNvPr id="126" name="Text Placeholder 4">
            <a:extLst>
              <a:ext uri="{FF2B5EF4-FFF2-40B4-BE49-F238E27FC236}">
                <a16:creationId xmlns:a16="http://schemas.microsoft.com/office/drawing/2014/main" id="{8F18E244-80C8-1218-E25F-683AFE139770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auto">
          <a:xfrm>
            <a:off x="5634038" y="3354388"/>
            <a:ext cx="62230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CF2DF979-D8FC-4C1B-BF8C-DC33E15B5F1C}" type="datetime'''''''''''''I''''''n''''''acti''''''''''''''''''''''ve'">
              <a:rPr lang="en-US" altLang="en-US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Inactive</a:t>
            </a:fld>
            <a:endParaRPr lang="en-US">
              <a:latin typeface="+mn-lt"/>
            </a:endParaRPr>
          </a:p>
        </p:txBody>
      </p:sp>
      <p:sp>
        <p:nvSpPr>
          <p:cNvPr id="127" name="Text Placeholder 4">
            <a:extLst>
              <a:ext uri="{FF2B5EF4-FFF2-40B4-BE49-F238E27FC236}">
                <a16:creationId xmlns:a16="http://schemas.microsoft.com/office/drawing/2014/main" id="{D0FBE386-76C5-FC3E-F21A-4518381680DD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auto">
          <a:xfrm>
            <a:off x="5634038" y="4603750"/>
            <a:ext cx="46990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4C8C5ACE-0045-4874-9619-A935F842C967}" type="datetime'''A''c''''t''''''''''''i''''''''v''''''''''''''''''''''e'''''">
              <a:rPr lang="en-US" altLang="en-US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Active</a:t>
            </a:fld>
            <a:endParaRPr lang="en-US">
              <a:latin typeface="+mn-lt"/>
            </a:endParaRPr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1AB16D91-9827-089F-DE4B-BB66BF66CFCB}"/>
              </a:ext>
            </a:extLst>
          </p:cNvPr>
          <p:cNvSpPr/>
          <p:nvPr/>
        </p:nvSpPr>
        <p:spPr>
          <a:xfrm>
            <a:off x="7484380" y="5570866"/>
            <a:ext cx="716343" cy="257149"/>
          </a:xfrm>
          <a:prstGeom prst="ellipse">
            <a:avLst/>
          </a:prstGeom>
          <a:solidFill>
            <a:srgbClr val="B1B1B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1.3</a:t>
            </a:r>
          </a:p>
        </p:txBody>
      </p:sp>
      <p:sp>
        <p:nvSpPr>
          <p:cNvPr id="160" name="Oval 159">
            <a:extLst>
              <a:ext uri="{FF2B5EF4-FFF2-40B4-BE49-F238E27FC236}">
                <a16:creationId xmlns:a16="http://schemas.microsoft.com/office/drawing/2014/main" id="{438D51F9-5278-539C-1817-59B45223F666}"/>
              </a:ext>
            </a:extLst>
          </p:cNvPr>
          <p:cNvSpPr/>
          <p:nvPr/>
        </p:nvSpPr>
        <p:spPr>
          <a:xfrm>
            <a:off x="8541353" y="5570866"/>
            <a:ext cx="716343" cy="257149"/>
          </a:xfrm>
          <a:prstGeom prst="ellipse">
            <a:avLst/>
          </a:prstGeom>
          <a:solidFill>
            <a:srgbClr val="B1B1B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2.4</a:t>
            </a:r>
          </a:p>
        </p:txBody>
      </p:sp>
      <p:sp>
        <p:nvSpPr>
          <p:cNvPr id="161" name="Oval 160">
            <a:extLst>
              <a:ext uri="{FF2B5EF4-FFF2-40B4-BE49-F238E27FC236}">
                <a16:creationId xmlns:a16="http://schemas.microsoft.com/office/drawing/2014/main" id="{D484E389-2CC5-D878-846F-66222B08C7AF}"/>
              </a:ext>
            </a:extLst>
          </p:cNvPr>
          <p:cNvSpPr/>
          <p:nvPr/>
        </p:nvSpPr>
        <p:spPr>
          <a:xfrm>
            <a:off x="9603391" y="5570866"/>
            <a:ext cx="716343" cy="257149"/>
          </a:xfrm>
          <a:prstGeom prst="ellipse">
            <a:avLst/>
          </a:prstGeom>
          <a:solidFill>
            <a:srgbClr val="B1B1B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4.8</a:t>
            </a:r>
          </a:p>
        </p:txBody>
      </p:sp>
      <p:cxnSp>
        <p:nvCxnSpPr>
          <p:cNvPr id="312" name="GreyLineSeparatorDefault 238">
            <a:extLst>
              <a:ext uri="{FF2B5EF4-FFF2-40B4-BE49-F238E27FC236}">
                <a16:creationId xmlns:a16="http://schemas.microsoft.com/office/drawing/2014/main" id="{10249C33-756F-025E-72FA-95F1FC45B03E}"/>
              </a:ext>
            </a:extLst>
          </p:cNvPr>
          <p:cNvCxnSpPr>
            <a:cxnSpLocks/>
          </p:cNvCxnSpPr>
          <p:nvPr>
            <p:custDataLst>
              <p:tags r:id="rId28"/>
            </p:custDataLst>
          </p:nvPr>
        </p:nvCxnSpPr>
        <p:spPr>
          <a:xfrm>
            <a:off x="551689" y="1715771"/>
            <a:ext cx="351780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TextBox 312">
            <a:extLst>
              <a:ext uri="{FF2B5EF4-FFF2-40B4-BE49-F238E27FC236}">
                <a16:creationId xmlns:a16="http://schemas.microsoft.com/office/drawing/2014/main" id="{1047E65B-B909-B35E-EFCD-FD875F7ED5D8}"/>
              </a:ext>
            </a:extLst>
          </p:cNvPr>
          <p:cNvSpPr txBox="1"/>
          <p:nvPr/>
        </p:nvSpPr>
        <p:spPr>
          <a:xfrm>
            <a:off x="551688" y="1262145"/>
            <a:ext cx="3517804" cy="43088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  <a:ea typeface="+mn-ea"/>
                <a:cs typeface="Arial" panose="020B0604020202020204" pitchFamily="34" charset="0"/>
              </a:rPr>
              <a:t>PASHA Bank’s active customer base is declining…</a:t>
            </a:r>
            <a:endParaRPr lang="en-GB">
              <a:latin typeface="+mn-lt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319" name="GreyLineSeparatorDefault 238">
            <a:extLst>
              <a:ext uri="{FF2B5EF4-FFF2-40B4-BE49-F238E27FC236}">
                <a16:creationId xmlns:a16="http://schemas.microsoft.com/office/drawing/2014/main" id="{D4931242-2163-95D8-8060-AE59D3BE26A5}"/>
              </a:ext>
            </a:extLst>
          </p:cNvPr>
          <p:cNvCxnSpPr>
            <a:cxnSpLocks/>
          </p:cNvCxnSpPr>
          <p:nvPr>
            <p:custDataLst>
              <p:tags r:id="rId29"/>
            </p:custDataLst>
          </p:nvPr>
        </p:nvCxnSpPr>
        <p:spPr>
          <a:xfrm>
            <a:off x="4543424" y="1715771"/>
            <a:ext cx="709136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0" name="TextBox 319">
            <a:extLst>
              <a:ext uri="{FF2B5EF4-FFF2-40B4-BE49-F238E27FC236}">
                <a16:creationId xmlns:a16="http://schemas.microsoft.com/office/drawing/2014/main" id="{075D97A9-A9BC-4ED4-256B-45D9EA692B05}"/>
              </a:ext>
            </a:extLst>
          </p:cNvPr>
          <p:cNvSpPr txBox="1"/>
          <p:nvPr/>
        </p:nvSpPr>
        <p:spPr>
          <a:xfrm>
            <a:off x="4543424" y="1222061"/>
            <a:ext cx="7091364" cy="43088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  <a:ea typeface="+mn-ea"/>
                <a:cs typeface="Arial" panose="020B0604020202020204" pitchFamily="34" charset="0"/>
              </a:rPr>
              <a:t>…and active customer ratio remains well below benchmarks despite excluding dead and </a:t>
            </a:r>
            <a:r>
              <a:rPr lang="en-GB" b="1" err="1">
                <a:latin typeface="+mn-lt"/>
                <a:ea typeface="+mn-ea"/>
                <a:cs typeface="Arial" panose="020B0604020202020204" pitchFamily="34" charset="0"/>
              </a:rPr>
              <a:t>Tabaterra</a:t>
            </a:r>
            <a:r>
              <a:rPr lang="en-GB" b="1">
                <a:latin typeface="+mn-lt"/>
                <a:ea typeface="+mn-ea"/>
                <a:cs typeface="Arial" panose="020B0604020202020204" pitchFamily="34" charset="0"/>
              </a:rPr>
              <a:t> customers</a:t>
            </a:r>
            <a:endParaRPr lang="en-GB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327" name="Oval 326">
            <a:extLst>
              <a:ext uri="{FF2B5EF4-FFF2-40B4-BE49-F238E27FC236}">
                <a16:creationId xmlns:a16="http://schemas.microsoft.com/office/drawing/2014/main" id="{A816468E-D842-0576-2B51-E680C8ECE87A}"/>
              </a:ext>
            </a:extLst>
          </p:cNvPr>
          <p:cNvSpPr/>
          <p:nvPr/>
        </p:nvSpPr>
        <p:spPr>
          <a:xfrm>
            <a:off x="6413500" y="5570866"/>
            <a:ext cx="716343" cy="257149"/>
          </a:xfrm>
          <a:prstGeom prst="ellipse">
            <a:avLst/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bg1"/>
                </a:solidFill>
              </a:rPr>
              <a:t>8.4</a:t>
            </a:r>
          </a:p>
        </p:txBody>
      </p:sp>
      <p:cxnSp>
        <p:nvCxnSpPr>
          <p:cNvPr id="337" name="GreyLineSeparatorDefault 238">
            <a:extLst>
              <a:ext uri="{FF2B5EF4-FFF2-40B4-BE49-F238E27FC236}">
                <a16:creationId xmlns:a16="http://schemas.microsoft.com/office/drawing/2014/main" id="{8A162636-3752-E8C4-4902-BCCB36F0294A}"/>
              </a:ext>
            </a:extLst>
          </p:cNvPr>
          <p:cNvCxnSpPr>
            <a:cxnSpLocks/>
          </p:cNvCxnSpPr>
          <p:nvPr>
            <p:custDataLst>
              <p:tags r:id="rId30"/>
            </p:custDataLst>
          </p:nvPr>
        </p:nvCxnSpPr>
        <p:spPr>
          <a:xfrm>
            <a:off x="551689" y="6073588"/>
            <a:ext cx="351780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8" name="GreyLineSeparatorDefault 238">
            <a:extLst>
              <a:ext uri="{FF2B5EF4-FFF2-40B4-BE49-F238E27FC236}">
                <a16:creationId xmlns:a16="http://schemas.microsoft.com/office/drawing/2014/main" id="{0AA8B1BB-CA32-27E3-A3FA-8D84102FDD10}"/>
              </a:ext>
            </a:extLst>
          </p:cNvPr>
          <p:cNvCxnSpPr>
            <a:cxnSpLocks/>
          </p:cNvCxnSpPr>
          <p:nvPr>
            <p:custDataLst>
              <p:tags r:id="rId31"/>
            </p:custDataLst>
          </p:nvPr>
        </p:nvCxnSpPr>
        <p:spPr>
          <a:xfrm>
            <a:off x="4543424" y="6073588"/>
            <a:ext cx="709136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0" name="TextBox 339">
            <a:extLst>
              <a:ext uri="{FF2B5EF4-FFF2-40B4-BE49-F238E27FC236}">
                <a16:creationId xmlns:a16="http://schemas.microsoft.com/office/drawing/2014/main" id="{E3C1CA91-F122-5034-9258-CEAB87AF0005}"/>
              </a:ext>
            </a:extLst>
          </p:cNvPr>
          <p:cNvSpPr txBox="1"/>
          <p:nvPr/>
        </p:nvSpPr>
        <p:spPr>
          <a:xfrm>
            <a:off x="4543424" y="5483996"/>
            <a:ext cx="1712914" cy="43088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  <a:ea typeface="+mn-ea"/>
                <a:cs typeface="Arial" panose="020B0604020202020204" pitchFamily="34" charset="0"/>
              </a:rPr>
              <a:t>Number of active customers, </a:t>
            </a:r>
            <a:r>
              <a:rPr lang="en-GB" i="1">
                <a:latin typeface="+mn-lt"/>
                <a:ea typeface="+mn-ea"/>
                <a:cs typeface="Arial" panose="020B0604020202020204" pitchFamily="34" charset="0"/>
              </a:rPr>
              <a:t># k</a:t>
            </a:r>
          </a:p>
        </p:txBody>
      </p:sp>
      <p:sp>
        <p:nvSpPr>
          <p:cNvPr id="341" name="TextBox 340">
            <a:extLst>
              <a:ext uri="{FF2B5EF4-FFF2-40B4-BE49-F238E27FC236}">
                <a16:creationId xmlns:a16="http://schemas.microsoft.com/office/drawing/2014/main" id="{305C8F97-AC25-C247-0041-8C3B59FFFD48}"/>
              </a:ext>
            </a:extLst>
          </p:cNvPr>
          <p:cNvSpPr txBox="1"/>
          <p:nvPr/>
        </p:nvSpPr>
        <p:spPr>
          <a:xfrm>
            <a:off x="4543424" y="1800454"/>
            <a:ext cx="1712914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  <a:ea typeface="+mn-ea"/>
                <a:cs typeface="Arial" panose="020B0604020202020204" pitchFamily="34" charset="0"/>
              </a:rPr>
              <a:t>FY 2025</a:t>
            </a:r>
            <a:endParaRPr lang="en-GB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B2D0163-29E9-AA16-AFE9-41AD50036679}"/>
              </a:ext>
            </a:extLst>
          </p:cNvPr>
          <p:cNvSpPr txBox="1"/>
          <p:nvPr/>
        </p:nvSpPr>
        <p:spPr>
          <a:xfrm>
            <a:off x="551688" y="5483996"/>
            <a:ext cx="1712914" cy="43088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b="1">
                <a:latin typeface="+mn-lt"/>
                <a:ea typeface="+mn-ea"/>
                <a:cs typeface="Arial" panose="020B0604020202020204" pitchFamily="34" charset="0"/>
              </a:rPr>
              <a:t>Number of customers, </a:t>
            </a:r>
            <a:r>
              <a:rPr lang="en-GB" i="1">
                <a:latin typeface="+mn-lt"/>
                <a:ea typeface="+mn-ea"/>
                <a:cs typeface="Arial" panose="020B0604020202020204" pitchFamily="34" charset="0"/>
              </a:rPr>
              <a:t># k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A6EC5D55-1C44-06B0-EC61-152927DD005D}"/>
              </a:ext>
            </a:extLst>
          </p:cNvPr>
          <p:cNvSpPr/>
          <p:nvPr>
            <p:custDataLst>
              <p:tags r:id="rId32"/>
            </p:custDataLst>
          </p:nvPr>
        </p:nvSpPr>
        <p:spPr bwMode="auto">
          <a:xfrm>
            <a:off x="3157538" y="1862138"/>
            <a:ext cx="165100" cy="165100"/>
          </a:xfrm>
          <a:prstGeom prst="rect">
            <a:avLst/>
          </a:prstGeom>
          <a:solidFill>
            <a:srgbClr val="828282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GB" sz="1600" err="1">
              <a:solidFill>
                <a:schemeClr val="bg1"/>
              </a:solidFill>
            </a:endParaRP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auto">
          <a:xfrm>
            <a:off x="3373438" y="1860550"/>
            <a:ext cx="635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59B45D67-550E-4E8D-8E4D-3B15BE5587AE}" type="datetime'''''''''''''T''''''a''''ba''te''''r''''''''r''''a'''''''''">
              <a:rPr lang="en-GB" altLang="en-US" sz="1200" smtClean="0">
                <a:effectLst/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Tabaterra</a:t>
            </a:fld>
            <a:endParaRPr lang="en-GB" sz="1200"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402685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E3F135-A8EA-832A-EE2F-8DE945F1C4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2" hidden="1">
            <a:extLst>
              <a:ext uri="{FF2B5EF4-FFF2-40B4-BE49-F238E27FC236}">
                <a16:creationId xmlns:a16="http://schemas.microsoft.com/office/drawing/2014/main" id="{DA91BB50-1309-7157-1ADF-A709AB943C7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473" imgH="476" progId="TCLayout.ActiveDocument.1">
                  <p:embed/>
                </p:oleObj>
              </mc:Choice>
              <mc:Fallback>
                <p:oleObj name="think-cell Slide" r:id="rId18" imgW="473" imgH="476" progId="TCLayout.ActiveDocument.1">
                  <p:embed/>
                  <p:pic>
                    <p:nvPicPr>
                      <p:cNvPr id="12" name="Object 2" hidden="1">
                        <a:extLst>
                          <a:ext uri="{FF2B5EF4-FFF2-40B4-BE49-F238E27FC236}">
                            <a16:creationId xmlns:a16="http://schemas.microsoft.com/office/drawing/2014/main" id="{DA91BB50-1309-7157-1ADF-A709AB943C7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0" name="2. Slide Title">
            <a:extLst>
              <a:ext uri="{FF2B5EF4-FFF2-40B4-BE49-F238E27FC236}">
                <a16:creationId xmlns:a16="http://schemas.microsoft.com/office/drawing/2014/main" id="{461519AC-41E6-55BB-405F-1D033CEA4AC7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5" y="745375"/>
            <a:ext cx="7918704" cy="36933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noAutofit/>
          </a:bodyPr>
          <a:lstStyle/>
          <a:p>
            <a:r>
              <a:rPr lang="en-US"/>
              <a:t>SME underperformance is additionally driven by low client activation and weak cross-sell</a:t>
            </a:r>
            <a:endParaRPr lang="en-US" noProof="0"/>
          </a:p>
        </p:txBody>
      </p:sp>
      <p:sp>
        <p:nvSpPr>
          <p:cNvPr id="2" name="3. Subtitle" hidden="1">
            <a:extLst>
              <a:ext uri="{FF2B5EF4-FFF2-40B4-BE49-F238E27FC236}">
                <a16:creationId xmlns:a16="http://schemas.microsoft.com/office/drawing/2014/main" id="{82172E68-DFCD-12B1-47C0-9DB2AF492770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/>
        <p:txBody>
          <a:bodyPr/>
          <a:lstStyle/>
          <a:p>
            <a:endParaRPr lang="en-US" noProof="0"/>
          </a:p>
        </p:txBody>
      </p:sp>
      <p:sp>
        <p:nvSpPr>
          <p:cNvPr id="10" name="1. On-page tracker">
            <a:extLst>
              <a:ext uri="{FF2B5EF4-FFF2-40B4-BE49-F238E27FC236}">
                <a16:creationId xmlns:a16="http://schemas.microsoft.com/office/drawing/2014/main" id="{8A9FBC11-86D1-3C76-A2AD-51BD2F3A33FD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 noProof="0">
                <a:latin typeface="+mn-lt"/>
              </a:rPr>
              <a:t>CURRENT PERFORMANCE BENCHMARK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346F288-7CD9-469C-06A7-232C9BEBA723}"/>
              </a:ext>
            </a:extLst>
          </p:cNvPr>
          <p:cNvCxnSpPr>
            <a:cxnSpLocks/>
          </p:cNvCxnSpPr>
          <p:nvPr/>
        </p:nvCxnSpPr>
        <p:spPr>
          <a:xfrm>
            <a:off x="9113850" y="6450013"/>
            <a:ext cx="2715685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A3A64850-54EE-5276-0B46-B33A90F6C512}"/>
              </a:ext>
            </a:extLst>
          </p:cNvPr>
          <p:cNvSpPr txBox="1"/>
          <p:nvPr/>
        </p:nvSpPr>
        <p:spPr>
          <a:xfrm>
            <a:off x="554735" y="2245775"/>
            <a:ext cx="1147065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 noProof="0"/>
              <a:t>Portfolio performance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F8327DF-F97A-3C0C-A00A-A70A2B42F86C}"/>
              </a:ext>
            </a:extLst>
          </p:cNvPr>
          <p:cNvSpPr txBox="1"/>
          <p:nvPr/>
        </p:nvSpPr>
        <p:spPr>
          <a:xfrm>
            <a:off x="554735" y="3161963"/>
            <a:ext cx="1147065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 noProof="0"/>
              <a:t>Optimizing lending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88563B6-34BE-DEC4-DD3F-045D3AD2EE66}"/>
              </a:ext>
            </a:extLst>
          </p:cNvPr>
          <p:cNvSpPr txBox="1"/>
          <p:nvPr/>
        </p:nvSpPr>
        <p:spPr>
          <a:xfrm>
            <a:off x="554735" y="4078151"/>
            <a:ext cx="1147065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 noProof="0"/>
              <a:t>Maximizing </a:t>
            </a:r>
            <a:br>
              <a:rPr lang="en-US" b="1" noProof="0"/>
            </a:br>
            <a:r>
              <a:rPr lang="en-US" b="1" noProof="0"/>
              <a:t>X-sell</a:t>
            </a:r>
          </a:p>
        </p:txBody>
      </p:sp>
      <p:cxnSp>
        <p:nvCxnSpPr>
          <p:cNvPr id="29" name="GreyLineSeparatorDefault 19">
            <a:extLst>
              <a:ext uri="{FF2B5EF4-FFF2-40B4-BE49-F238E27FC236}">
                <a16:creationId xmlns:a16="http://schemas.microsoft.com/office/drawing/2014/main" id="{09BCB2C3-DF55-85EB-F728-F96136E52BE1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554736" y="3119662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GreyLineSeparatorDefault 19">
            <a:extLst>
              <a:ext uri="{FF2B5EF4-FFF2-40B4-BE49-F238E27FC236}">
                <a16:creationId xmlns:a16="http://schemas.microsoft.com/office/drawing/2014/main" id="{B181ACF0-E9D4-667F-A77F-DC380C244D7C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554736" y="4035850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101D0D5E-2053-BFB8-8F59-82B18B238C06}"/>
              </a:ext>
            </a:extLst>
          </p:cNvPr>
          <p:cNvSpPr txBox="1"/>
          <p:nvPr/>
        </p:nvSpPr>
        <p:spPr>
          <a:xfrm>
            <a:off x="2012911" y="2245775"/>
            <a:ext cx="3096391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noProof="0"/>
              <a:t>Total revenue per customer</a:t>
            </a: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B118D479-86B2-8A51-DA43-555D2C287C50}"/>
              </a:ext>
            </a:extLst>
          </p:cNvPr>
          <p:cNvSpPr/>
          <p:nvPr/>
        </p:nvSpPr>
        <p:spPr>
          <a:xfrm>
            <a:off x="6528126" y="2245775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200" noProof="0">
                <a:solidFill>
                  <a:schemeClr val="tx1"/>
                </a:solidFill>
              </a:rPr>
              <a:t>7.7K</a:t>
            </a: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5223EF65-0580-11D7-DA60-6612ED166CB0}"/>
              </a:ext>
            </a:extLst>
          </p:cNvPr>
          <p:cNvSpPr/>
          <p:nvPr/>
        </p:nvSpPr>
        <p:spPr>
          <a:xfrm>
            <a:off x="5420413" y="2245775"/>
            <a:ext cx="837604" cy="220794"/>
          </a:xfrm>
          <a:prstGeom prst="roundRect">
            <a:avLst/>
          </a:prstGeom>
          <a:solidFill>
            <a:srgbClr val="15B37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noProof="0">
                <a:solidFill>
                  <a:schemeClr val="bg1"/>
                </a:solidFill>
              </a:rPr>
              <a:t>8.9K</a:t>
            </a: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BC6AD6A0-AE93-FE48-9B10-0F5570B901F5}"/>
              </a:ext>
            </a:extLst>
          </p:cNvPr>
          <p:cNvSpPr/>
          <p:nvPr/>
        </p:nvSpPr>
        <p:spPr>
          <a:xfrm>
            <a:off x="7635837" y="2245775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noProof="0">
                <a:solidFill>
                  <a:schemeClr val="bg1"/>
                </a:solidFill>
              </a:rPr>
              <a:t>10.2K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2408BEE-C6AB-C5D8-97CB-A8F681BEE480}"/>
              </a:ext>
            </a:extLst>
          </p:cNvPr>
          <p:cNvSpPr txBox="1">
            <a:spLocks/>
          </p:cNvSpPr>
          <p:nvPr/>
        </p:nvSpPr>
        <p:spPr>
          <a:xfrm>
            <a:off x="5512145" y="1767799"/>
            <a:ext cx="654142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 noProof="0"/>
              <a:t>Pasha Bank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6C78197-8C04-40EE-A35C-F6453081F708}"/>
              </a:ext>
            </a:extLst>
          </p:cNvPr>
          <p:cNvSpPr txBox="1"/>
          <p:nvPr/>
        </p:nvSpPr>
        <p:spPr>
          <a:xfrm>
            <a:off x="6510919" y="1767799"/>
            <a:ext cx="872016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 noProof="0"/>
              <a:t>CE Comp Avg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3544B9E-7DEE-91FB-DF78-90D55C95471C}"/>
              </a:ext>
            </a:extLst>
          </p:cNvPr>
          <p:cNvSpPr txBox="1">
            <a:spLocks/>
          </p:cNvSpPr>
          <p:nvPr/>
        </p:nvSpPr>
        <p:spPr>
          <a:xfrm>
            <a:off x="7727567" y="1767799"/>
            <a:ext cx="654142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b="1" noProof="0"/>
              <a:t>CE </a:t>
            </a:r>
            <a:br>
              <a:rPr lang="en-US" b="1" noProof="0"/>
            </a:br>
            <a:r>
              <a:rPr lang="en-US" b="1" noProof="0"/>
              <a:t>TPQ</a:t>
            </a:r>
          </a:p>
        </p:txBody>
      </p:sp>
      <p:cxnSp>
        <p:nvCxnSpPr>
          <p:cNvPr id="43" name="GreyLineSeparatorDefault 19">
            <a:extLst>
              <a:ext uri="{FF2B5EF4-FFF2-40B4-BE49-F238E27FC236}">
                <a16:creationId xmlns:a16="http://schemas.microsoft.com/office/drawing/2014/main" id="{EF26C7DA-3447-F041-2A81-71B2CDA3AF2C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2012911" y="2508870"/>
            <a:ext cx="646053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1279D74C-31D5-272F-CAA0-ACE2760E1FBF}"/>
              </a:ext>
            </a:extLst>
          </p:cNvPr>
          <p:cNvSpPr txBox="1"/>
          <p:nvPr/>
        </p:nvSpPr>
        <p:spPr>
          <a:xfrm>
            <a:off x="2012911" y="2551171"/>
            <a:ext cx="3096391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noProof="0"/>
              <a:t>Capital efficiency </a:t>
            </a:r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7DECDAA0-4337-98EB-15E7-4AB579FCA4F2}"/>
              </a:ext>
            </a:extLst>
          </p:cNvPr>
          <p:cNvSpPr/>
          <p:nvPr/>
        </p:nvSpPr>
        <p:spPr>
          <a:xfrm>
            <a:off x="6528126" y="2551171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n-US" sz="1200" noProof="0">
                <a:solidFill>
                  <a:schemeClr val="tx1"/>
                </a:solidFill>
              </a:rPr>
              <a:t>22%</a:t>
            </a: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1F369345-4A26-284A-E1C6-C994E4DDD9C2}"/>
              </a:ext>
            </a:extLst>
          </p:cNvPr>
          <p:cNvSpPr/>
          <p:nvPr/>
        </p:nvSpPr>
        <p:spPr>
          <a:xfrm>
            <a:off x="5420413" y="2551171"/>
            <a:ext cx="837604" cy="220794"/>
          </a:xfrm>
          <a:prstGeom prst="roundRect">
            <a:avLst/>
          </a:prstGeom>
          <a:solidFill>
            <a:srgbClr val="15B37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noProof="0">
                <a:solidFill>
                  <a:schemeClr val="bg1"/>
                </a:solidFill>
              </a:rPr>
              <a:t>28%</a:t>
            </a: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DB87E2DD-7FC8-7DEB-B28E-65B90987E7C8}"/>
              </a:ext>
            </a:extLst>
          </p:cNvPr>
          <p:cNvSpPr/>
          <p:nvPr/>
        </p:nvSpPr>
        <p:spPr>
          <a:xfrm>
            <a:off x="7635837" y="2551171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noProof="0">
                <a:solidFill>
                  <a:schemeClr val="bg1"/>
                </a:solidFill>
              </a:rPr>
              <a:t>20%</a:t>
            </a:r>
          </a:p>
        </p:txBody>
      </p:sp>
      <p:cxnSp>
        <p:nvCxnSpPr>
          <p:cNvPr id="53" name="GreyLineSeparatorDefault 19">
            <a:extLst>
              <a:ext uri="{FF2B5EF4-FFF2-40B4-BE49-F238E27FC236}">
                <a16:creationId xmlns:a16="http://schemas.microsoft.com/office/drawing/2014/main" id="{64EAE572-F8F3-0C2C-6361-D73F9C0EA2F2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2012911" y="2814266"/>
            <a:ext cx="646053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TextBox 53">
            <a:extLst>
              <a:ext uri="{FF2B5EF4-FFF2-40B4-BE49-F238E27FC236}">
                <a16:creationId xmlns:a16="http://schemas.microsoft.com/office/drawing/2014/main" id="{CB4ED18F-A348-837B-CC58-EA1E3792F4E1}"/>
              </a:ext>
            </a:extLst>
          </p:cNvPr>
          <p:cNvSpPr txBox="1"/>
          <p:nvPr/>
        </p:nvSpPr>
        <p:spPr>
          <a:xfrm>
            <a:off x="2012911" y="2856567"/>
            <a:ext cx="3096391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pl-PL" noProof="0" err="1"/>
              <a:t>Share</a:t>
            </a:r>
            <a:r>
              <a:rPr lang="pl-PL" noProof="0"/>
              <a:t> of </a:t>
            </a:r>
            <a:r>
              <a:rPr lang="pl-PL" noProof="0" err="1"/>
              <a:t>inactive</a:t>
            </a:r>
            <a:r>
              <a:rPr lang="pl-PL" noProof="0"/>
              <a:t> </a:t>
            </a:r>
            <a:r>
              <a:rPr lang="pl-PL" noProof="0" err="1"/>
              <a:t>customers</a:t>
            </a:r>
            <a:r>
              <a:rPr lang="pl-PL" noProof="0"/>
              <a:t>, %</a:t>
            </a:r>
            <a:endParaRPr lang="en-US" noProof="0"/>
          </a:p>
        </p:txBody>
      </p: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DDB02838-49B2-FE0B-119A-571F297C956D}"/>
              </a:ext>
            </a:extLst>
          </p:cNvPr>
          <p:cNvSpPr/>
          <p:nvPr/>
        </p:nvSpPr>
        <p:spPr>
          <a:xfrm>
            <a:off x="6528126" y="2856567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pl-PL" sz="1200" noProof="0">
                <a:solidFill>
                  <a:schemeClr val="tx1"/>
                </a:solidFill>
              </a:rPr>
              <a:t>45</a:t>
            </a:r>
            <a:r>
              <a:rPr lang="en-US" sz="1200" noProof="0">
                <a:solidFill>
                  <a:schemeClr val="tx1"/>
                </a:solidFill>
              </a:rPr>
              <a:t>%</a:t>
            </a: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667A2700-DD23-6EA1-1A66-3918057365ED}"/>
              </a:ext>
            </a:extLst>
          </p:cNvPr>
          <p:cNvSpPr/>
          <p:nvPr/>
        </p:nvSpPr>
        <p:spPr>
          <a:xfrm>
            <a:off x="5420413" y="2856567"/>
            <a:ext cx="837604" cy="220794"/>
          </a:xfrm>
          <a:prstGeom prst="roundRect">
            <a:avLst/>
          </a:prstGeom>
          <a:solidFill>
            <a:srgbClr val="C00000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85</a:t>
            </a:r>
            <a:r>
              <a:rPr lang="en-US" sz="1200" noProof="0">
                <a:solidFill>
                  <a:schemeClr val="bg1"/>
                </a:solidFill>
              </a:rPr>
              <a:t>%</a:t>
            </a:r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354D89C3-BBF0-72CD-418A-9FE9C52D2067}"/>
              </a:ext>
            </a:extLst>
          </p:cNvPr>
          <p:cNvSpPr/>
          <p:nvPr/>
        </p:nvSpPr>
        <p:spPr>
          <a:xfrm>
            <a:off x="7635837" y="2856567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noProof="0">
                <a:solidFill>
                  <a:schemeClr val="bg1"/>
                </a:solidFill>
              </a:rPr>
              <a:t>2</a:t>
            </a:r>
            <a:r>
              <a:rPr lang="pl-PL" sz="1200" noProof="0">
                <a:solidFill>
                  <a:schemeClr val="bg1"/>
                </a:solidFill>
              </a:rPr>
              <a:t>7</a:t>
            </a:r>
            <a:r>
              <a:rPr lang="en-US" sz="1200" noProof="0">
                <a:solidFill>
                  <a:schemeClr val="bg1"/>
                </a:solidFill>
              </a:rPr>
              <a:t>%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134FA84E-5B40-3003-FC4A-578A5074A8D4}"/>
              </a:ext>
            </a:extLst>
          </p:cNvPr>
          <p:cNvSpPr txBox="1"/>
          <p:nvPr/>
        </p:nvSpPr>
        <p:spPr>
          <a:xfrm>
            <a:off x="2012911" y="3161963"/>
            <a:ext cx="3096391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pl-PL" noProof="0" err="1"/>
              <a:t>Lending</a:t>
            </a:r>
            <a:r>
              <a:rPr lang="pl-PL" noProof="0"/>
              <a:t> </a:t>
            </a:r>
            <a:r>
              <a:rPr lang="pl-PL" noProof="0" err="1"/>
              <a:t>revenue</a:t>
            </a:r>
            <a:r>
              <a:rPr lang="pl-PL" noProof="0"/>
              <a:t> per </a:t>
            </a:r>
            <a:r>
              <a:rPr lang="pl-PL" noProof="0" err="1"/>
              <a:t>customer</a:t>
            </a:r>
            <a:endParaRPr lang="en-US" noProof="0"/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B60389CB-B45F-82D5-A97D-66683C1BD7AF}"/>
              </a:ext>
            </a:extLst>
          </p:cNvPr>
          <p:cNvSpPr/>
          <p:nvPr/>
        </p:nvSpPr>
        <p:spPr>
          <a:xfrm>
            <a:off x="6528126" y="3161963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pl-PL" sz="1200" noProof="0">
                <a:solidFill>
                  <a:schemeClr val="tx1"/>
                </a:solidFill>
              </a:rPr>
              <a:t>1.6K</a:t>
            </a:r>
            <a:endParaRPr lang="en-US" sz="1200" noProof="0">
              <a:solidFill>
                <a:schemeClr val="tx1"/>
              </a:solidFill>
            </a:endParaRPr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5D637BD2-2298-340F-1C99-6628E289C549}"/>
              </a:ext>
            </a:extLst>
          </p:cNvPr>
          <p:cNvSpPr/>
          <p:nvPr/>
        </p:nvSpPr>
        <p:spPr>
          <a:xfrm>
            <a:off x="5420413" y="3161963"/>
            <a:ext cx="837604" cy="220794"/>
          </a:xfrm>
          <a:prstGeom prst="roundRect">
            <a:avLst/>
          </a:prstGeom>
          <a:solidFill>
            <a:srgbClr val="15B37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3.5K</a:t>
            </a:r>
            <a:endParaRPr lang="en-US" sz="1200" noProof="0">
              <a:solidFill>
                <a:schemeClr val="bg1"/>
              </a:solidFill>
            </a:endParaRPr>
          </a:p>
        </p:txBody>
      </p:sp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85046054-0A43-B7AD-C76B-14FC0751BA32}"/>
              </a:ext>
            </a:extLst>
          </p:cNvPr>
          <p:cNvSpPr/>
          <p:nvPr/>
        </p:nvSpPr>
        <p:spPr>
          <a:xfrm>
            <a:off x="7635837" y="3161963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2.9K</a:t>
            </a:r>
            <a:endParaRPr lang="en-US" sz="1200" noProof="0">
              <a:solidFill>
                <a:schemeClr val="bg1"/>
              </a:solidFill>
            </a:endParaRPr>
          </a:p>
        </p:txBody>
      </p:sp>
      <p:cxnSp>
        <p:nvCxnSpPr>
          <p:cNvPr id="62" name="GreyLineSeparatorDefault 19">
            <a:extLst>
              <a:ext uri="{FF2B5EF4-FFF2-40B4-BE49-F238E27FC236}">
                <a16:creationId xmlns:a16="http://schemas.microsoft.com/office/drawing/2014/main" id="{3B5C1A43-11FE-D681-9D9C-0D1D41E983C2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2012911" y="3425058"/>
            <a:ext cx="646053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E850D689-B351-2AEC-BA7D-9FC3FA680BC9}"/>
              </a:ext>
            </a:extLst>
          </p:cNvPr>
          <p:cNvSpPr txBox="1"/>
          <p:nvPr/>
        </p:nvSpPr>
        <p:spPr>
          <a:xfrm>
            <a:off x="2012911" y="3467359"/>
            <a:ext cx="3096391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pl-PL" noProof="0" err="1"/>
              <a:t>Lending</a:t>
            </a:r>
            <a:r>
              <a:rPr lang="pl-PL" noProof="0"/>
              <a:t> </a:t>
            </a:r>
            <a:r>
              <a:rPr lang="pl-PL" noProof="0" err="1"/>
              <a:t>balance</a:t>
            </a:r>
            <a:r>
              <a:rPr lang="pl-PL" noProof="0"/>
              <a:t> per </a:t>
            </a:r>
            <a:r>
              <a:rPr lang="pl-PL" noProof="0" err="1"/>
              <a:t>customer</a:t>
            </a:r>
            <a:endParaRPr lang="en-US" noProof="0"/>
          </a:p>
        </p:txBody>
      </p:sp>
      <p:sp>
        <p:nvSpPr>
          <p:cNvPr id="128" name="Rectangle: Rounded Corners 127">
            <a:extLst>
              <a:ext uri="{FF2B5EF4-FFF2-40B4-BE49-F238E27FC236}">
                <a16:creationId xmlns:a16="http://schemas.microsoft.com/office/drawing/2014/main" id="{79E65E63-4671-7A5B-E4FE-702602CBC2E0}"/>
              </a:ext>
            </a:extLst>
          </p:cNvPr>
          <p:cNvSpPr/>
          <p:nvPr/>
        </p:nvSpPr>
        <p:spPr>
          <a:xfrm>
            <a:off x="6528126" y="3467359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pl-PL" sz="1200" noProof="0">
                <a:solidFill>
                  <a:schemeClr val="tx1"/>
                </a:solidFill>
              </a:rPr>
              <a:t>60.6K</a:t>
            </a:r>
            <a:endParaRPr lang="en-US" sz="1200" noProof="0">
              <a:solidFill>
                <a:schemeClr val="tx1"/>
              </a:solidFill>
            </a:endParaRPr>
          </a:p>
        </p:txBody>
      </p:sp>
      <p:sp>
        <p:nvSpPr>
          <p:cNvPr id="129" name="Rectangle: Rounded Corners 128">
            <a:extLst>
              <a:ext uri="{FF2B5EF4-FFF2-40B4-BE49-F238E27FC236}">
                <a16:creationId xmlns:a16="http://schemas.microsoft.com/office/drawing/2014/main" id="{6FD9D4A6-1C45-13DB-9A1A-AC25FF196EEE}"/>
              </a:ext>
            </a:extLst>
          </p:cNvPr>
          <p:cNvSpPr/>
          <p:nvPr/>
        </p:nvSpPr>
        <p:spPr>
          <a:xfrm>
            <a:off x="5420413" y="3467359"/>
            <a:ext cx="837604" cy="220794"/>
          </a:xfrm>
          <a:prstGeom prst="roundRect">
            <a:avLst/>
          </a:prstGeom>
          <a:solidFill>
            <a:srgbClr val="C00000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64.1K</a:t>
            </a:r>
            <a:endParaRPr lang="en-US" sz="1200" noProof="0">
              <a:solidFill>
                <a:schemeClr val="bg1"/>
              </a:solidFill>
            </a:endParaRPr>
          </a:p>
        </p:txBody>
      </p:sp>
      <p:sp>
        <p:nvSpPr>
          <p:cNvPr id="131" name="Rectangle: Rounded Corners 130">
            <a:extLst>
              <a:ext uri="{FF2B5EF4-FFF2-40B4-BE49-F238E27FC236}">
                <a16:creationId xmlns:a16="http://schemas.microsoft.com/office/drawing/2014/main" id="{04A13422-90DE-2016-652C-EB7250E194AC}"/>
              </a:ext>
            </a:extLst>
          </p:cNvPr>
          <p:cNvSpPr/>
          <p:nvPr/>
        </p:nvSpPr>
        <p:spPr>
          <a:xfrm>
            <a:off x="7635837" y="3467359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145K</a:t>
            </a:r>
            <a:endParaRPr lang="en-US" sz="1200" noProof="0">
              <a:solidFill>
                <a:schemeClr val="bg1"/>
              </a:solidFill>
            </a:endParaRPr>
          </a:p>
        </p:txBody>
      </p:sp>
      <p:cxnSp>
        <p:nvCxnSpPr>
          <p:cNvPr id="132" name="GreyLineSeparatorDefault 19">
            <a:extLst>
              <a:ext uri="{FF2B5EF4-FFF2-40B4-BE49-F238E27FC236}">
                <a16:creationId xmlns:a16="http://schemas.microsoft.com/office/drawing/2014/main" id="{04881D53-F27F-57EF-6FFA-0A579C4E703C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2012911" y="3730454"/>
            <a:ext cx="646053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C44A8B1B-7748-37CC-D225-17F635577398}"/>
              </a:ext>
            </a:extLst>
          </p:cNvPr>
          <p:cNvSpPr txBox="1"/>
          <p:nvPr/>
        </p:nvSpPr>
        <p:spPr>
          <a:xfrm>
            <a:off x="2012911" y="3772755"/>
            <a:ext cx="3096391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pl-PL" noProof="0" err="1"/>
              <a:t>Lending</a:t>
            </a:r>
            <a:r>
              <a:rPr lang="pl-PL" noProof="0"/>
              <a:t> </a:t>
            </a:r>
            <a:r>
              <a:rPr lang="pl-PL" noProof="0" err="1"/>
              <a:t>penetration</a:t>
            </a:r>
            <a:endParaRPr lang="en-US" noProof="0"/>
          </a:p>
        </p:txBody>
      </p: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8521ACAA-3E4F-8F65-61BB-B33CBDF528FB}"/>
              </a:ext>
            </a:extLst>
          </p:cNvPr>
          <p:cNvSpPr/>
          <p:nvPr/>
        </p:nvSpPr>
        <p:spPr>
          <a:xfrm>
            <a:off x="6528126" y="3772755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pl-PL" sz="1200" noProof="0">
                <a:solidFill>
                  <a:schemeClr val="tx1"/>
                </a:solidFill>
              </a:rPr>
              <a:t>38%</a:t>
            </a:r>
            <a:endParaRPr lang="en-US" sz="1200" noProof="0">
              <a:solidFill>
                <a:schemeClr val="tx1"/>
              </a:solidFill>
            </a:endParaRPr>
          </a:p>
        </p:txBody>
      </p:sp>
      <p:sp>
        <p:nvSpPr>
          <p:cNvPr id="135" name="Rectangle: Rounded Corners 134">
            <a:extLst>
              <a:ext uri="{FF2B5EF4-FFF2-40B4-BE49-F238E27FC236}">
                <a16:creationId xmlns:a16="http://schemas.microsoft.com/office/drawing/2014/main" id="{ADE90A11-EE31-0446-A71A-8CAE7EDC56AE}"/>
              </a:ext>
            </a:extLst>
          </p:cNvPr>
          <p:cNvSpPr/>
          <p:nvPr/>
        </p:nvSpPr>
        <p:spPr>
          <a:xfrm>
            <a:off x="5420413" y="3772755"/>
            <a:ext cx="837604" cy="220794"/>
          </a:xfrm>
          <a:prstGeom prst="roundRect">
            <a:avLst/>
          </a:prstGeom>
          <a:solidFill>
            <a:srgbClr val="C00000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30%</a:t>
            </a:r>
            <a:endParaRPr lang="en-US" sz="1200" noProof="0">
              <a:solidFill>
                <a:schemeClr val="bg1"/>
              </a:solidFill>
            </a:endParaRPr>
          </a:p>
        </p:txBody>
      </p:sp>
      <p:sp>
        <p:nvSpPr>
          <p:cNvPr id="136" name="Rectangle: Rounded Corners 135">
            <a:extLst>
              <a:ext uri="{FF2B5EF4-FFF2-40B4-BE49-F238E27FC236}">
                <a16:creationId xmlns:a16="http://schemas.microsoft.com/office/drawing/2014/main" id="{D197C5D8-A627-84B3-1F36-E5538464425F}"/>
              </a:ext>
            </a:extLst>
          </p:cNvPr>
          <p:cNvSpPr/>
          <p:nvPr/>
        </p:nvSpPr>
        <p:spPr>
          <a:xfrm>
            <a:off x="7635837" y="3772755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49%</a:t>
            </a:r>
            <a:endParaRPr lang="en-US" sz="1200" noProof="0">
              <a:solidFill>
                <a:schemeClr val="bg1"/>
              </a:solidFill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AD421708-A292-761D-0D76-2F847D7A2A7D}"/>
              </a:ext>
            </a:extLst>
          </p:cNvPr>
          <p:cNvSpPr txBox="1"/>
          <p:nvPr/>
        </p:nvSpPr>
        <p:spPr>
          <a:xfrm>
            <a:off x="2012911" y="4078151"/>
            <a:ext cx="3096391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pl-PL" noProof="0"/>
              <a:t>Cash management </a:t>
            </a:r>
            <a:r>
              <a:rPr lang="pl-PL" noProof="0" err="1"/>
              <a:t>interest</a:t>
            </a:r>
            <a:r>
              <a:rPr lang="pl-PL" noProof="0"/>
              <a:t> per </a:t>
            </a:r>
            <a:r>
              <a:rPr lang="pl-PL" noProof="0" err="1"/>
              <a:t>customer</a:t>
            </a:r>
            <a:endParaRPr lang="en-US" noProof="0"/>
          </a:p>
        </p:txBody>
      </p:sp>
      <p:sp>
        <p:nvSpPr>
          <p:cNvPr id="138" name="Rectangle: Rounded Corners 137">
            <a:extLst>
              <a:ext uri="{FF2B5EF4-FFF2-40B4-BE49-F238E27FC236}">
                <a16:creationId xmlns:a16="http://schemas.microsoft.com/office/drawing/2014/main" id="{DABA0242-00C5-D839-FD3A-49B6EC821A8A}"/>
              </a:ext>
            </a:extLst>
          </p:cNvPr>
          <p:cNvSpPr/>
          <p:nvPr/>
        </p:nvSpPr>
        <p:spPr>
          <a:xfrm>
            <a:off x="6528126" y="4078151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pl-PL" sz="1200" noProof="0">
                <a:solidFill>
                  <a:schemeClr val="tx1"/>
                </a:solidFill>
              </a:rPr>
              <a:t>4.2K</a:t>
            </a:r>
            <a:endParaRPr lang="en-US" sz="1200" noProof="0">
              <a:solidFill>
                <a:schemeClr val="tx1"/>
              </a:solidFill>
            </a:endParaRPr>
          </a:p>
        </p:txBody>
      </p:sp>
      <p:sp>
        <p:nvSpPr>
          <p:cNvPr id="139" name="Rectangle: Rounded Corners 138">
            <a:extLst>
              <a:ext uri="{FF2B5EF4-FFF2-40B4-BE49-F238E27FC236}">
                <a16:creationId xmlns:a16="http://schemas.microsoft.com/office/drawing/2014/main" id="{8AFA4349-D475-4D1E-80B2-6650F408E06D}"/>
              </a:ext>
            </a:extLst>
          </p:cNvPr>
          <p:cNvSpPr/>
          <p:nvPr/>
        </p:nvSpPr>
        <p:spPr>
          <a:xfrm>
            <a:off x="5420413" y="4078151"/>
            <a:ext cx="837604" cy="220794"/>
          </a:xfrm>
          <a:prstGeom prst="roundRect">
            <a:avLst/>
          </a:prstGeom>
          <a:solidFill>
            <a:srgbClr val="C00000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2.1K</a:t>
            </a:r>
            <a:endParaRPr lang="en-US" sz="1200" noProof="0">
              <a:solidFill>
                <a:schemeClr val="bg1"/>
              </a:solidFill>
            </a:endParaRPr>
          </a:p>
        </p:txBody>
      </p:sp>
      <p:sp>
        <p:nvSpPr>
          <p:cNvPr id="140" name="Rectangle: Rounded Corners 139">
            <a:extLst>
              <a:ext uri="{FF2B5EF4-FFF2-40B4-BE49-F238E27FC236}">
                <a16:creationId xmlns:a16="http://schemas.microsoft.com/office/drawing/2014/main" id="{DE85D031-BE54-B1C8-B3E4-B020ACABBF9B}"/>
              </a:ext>
            </a:extLst>
          </p:cNvPr>
          <p:cNvSpPr/>
          <p:nvPr/>
        </p:nvSpPr>
        <p:spPr>
          <a:xfrm>
            <a:off x="7635837" y="4078151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4.6K</a:t>
            </a:r>
            <a:endParaRPr lang="en-US" sz="1200" noProof="0">
              <a:solidFill>
                <a:schemeClr val="bg1"/>
              </a:solidFill>
            </a:endParaRPr>
          </a:p>
        </p:txBody>
      </p:sp>
      <p:cxnSp>
        <p:nvCxnSpPr>
          <p:cNvPr id="141" name="GreyLineSeparatorDefault 19">
            <a:extLst>
              <a:ext uri="{FF2B5EF4-FFF2-40B4-BE49-F238E27FC236}">
                <a16:creationId xmlns:a16="http://schemas.microsoft.com/office/drawing/2014/main" id="{CE895A6B-5E33-7930-B528-9E07B57E768B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2012911" y="4551339"/>
            <a:ext cx="646053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0DA57DA5-704F-6AAA-A918-24AD54894797}"/>
              </a:ext>
            </a:extLst>
          </p:cNvPr>
          <p:cNvSpPr txBox="1"/>
          <p:nvPr/>
        </p:nvSpPr>
        <p:spPr>
          <a:xfrm>
            <a:off x="2012911" y="4593640"/>
            <a:ext cx="3096391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pl-PL" noProof="0"/>
              <a:t>Non-</a:t>
            </a:r>
            <a:r>
              <a:rPr lang="pl-PL" noProof="0" err="1"/>
              <a:t>lending</a:t>
            </a:r>
            <a:r>
              <a:rPr lang="pl-PL" noProof="0"/>
              <a:t> </a:t>
            </a:r>
            <a:r>
              <a:rPr lang="pl-PL" noProof="0" err="1"/>
              <a:t>fee</a:t>
            </a:r>
            <a:r>
              <a:rPr lang="pl-PL" noProof="0"/>
              <a:t> </a:t>
            </a:r>
            <a:r>
              <a:rPr lang="pl-PL" noProof="0" err="1"/>
              <a:t>revenue</a:t>
            </a:r>
            <a:r>
              <a:rPr lang="pl-PL" noProof="0"/>
              <a:t> per </a:t>
            </a:r>
            <a:r>
              <a:rPr lang="pl-PL" noProof="0" err="1"/>
              <a:t>customer</a:t>
            </a:r>
            <a:endParaRPr lang="en-US" noProof="0"/>
          </a:p>
        </p:txBody>
      </p:sp>
      <p:sp>
        <p:nvSpPr>
          <p:cNvPr id="143" name="Rectangle: Rounded Corners 142">
            <a:extLst>
              <a:ext uri="{FF2B5EF4-FFF2-40B4-BE49-F238E27FC236}">
                <a16:creationId xmlns:a16="http://schemas.microsoft.com/office/drawing/2014/main" id="{0D3DA224-291A-E448-D102-9DADB3C7E60D}"/>
              </a:ext>
            </a:extLst>
          </p:cNvPr>
          <p:cNvSpPr/>
          <p:nvPr/>
        </p:nvSpPr>
        <p:spPr>
          <a:xfrm>
            <a:off x="6528126" y="4593640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pl-PL" sz="1200" noProof="0">
                <a:solidFill>
                  <a:schemeClr val="tx1"/>
                </a:solidFill>
              </a:rPr>
              <a:t>1.9K</a:t>
            </a:r>
            <a:endParaRPr lang="en-US" sz="1200" noProof="0">
              <a:solidFill>
                <a:schemeClr val="tx1"/>
              </a:solidFill>
            </a:endParaRPr>
          </a:p>
        </p:txBody>
      </p:sp>
      <p:sp>
        <p:nvSpPr>
          <p:cNvPr id="144" name="Rectangle: Rounded Corners 143">
            <a:extLst>
              <a:ext uri="{FF2B5EF4-FFF2-40B4-BE49-F238E27FC236}">
                <a16:creationId xmlns:a16="http://schemas.microsoft.com/office/drawing/2014/main" id="{8EE768B0-B376-5840-AC78-7E482CC65BBE}"/>
              </a:ext>
            </a:extLst>
          </p:cNvPr>
          <p:cNvSpPr/>
          <p:nvPr/>
        </p:nvSpPr>
        <p:spPr>
          <a:xfrm>
            <a:off x="5420413" y="4593640"/>
            <a:ext cx="837604" cy="220794"/>
          </a:xfrm>
          <a:prstGeom prst="roundRect">
            <a:avLst/>
          </a:prstGeom>
          <a:solidFill>
            <a:srgbClr val="15B37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3.4K</a:t>
            </a:r>
            <a:endParaRPr lang="en-US" sz="1200" noProof="0">
              <a:solidFill>
                <a:schemeClr val="bg1"/>
              </a:solidFill>
            </a:endParaRPr>
          </a:p>
        </p:txBody>
      </p:sp>
      <p:sp>
        <p:nvSpPr>
          <p:cNvPr id="145" name="Rectangle: Rounded Corners 144">
            <a:extLst>
              <a:ext uri="{FF2B5EF4-FFF2-40B4-BE49-F238E27FC236}">
                <a16:creationId xmlns:a16="http://schemas.microsoft.com/office/drawing/2014/main" id="{13834789-BBBB-3FA6-C492-E2CFE4DF0ADA}"/>
              </a:ext>
            </a:extLst>
          </p:cNvPr>
          <p:cNvSpPr/>
          <p:nvPr/>
        </p:nvSpPr>
        <p:spPr>
          <a:xfrm>
            <a:off x="7635837" y="4593640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2.7K</a:t>
            </a:r>
            <a:endParaRPr lang="en-US" sz="1200" noProof="0">
              <a:solidFill>
                <a:schemeClr val="bg1"/>
              </a:solidFill>
            </a:endParaRPr>
          </a:p>
        </p:txBody>
      </p:sp>
      <p:cxnSp>
        <p:nvCxnSpPr>
          <p:cNvPr id="146" name="GreyLineSeparatorDefault 19">
            <a:extLst>
              <a:ext uri="{FF2B5EF4-FFF2-40B4-BE49-F238E27FC236}">
                <a16:creationId xmlns:a16="http://schemas.microsoft.com/office/drawing/2014/main" id="{AFA8C6D1-207B-9F93-E138-4C5118DC1D29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>
          <a:xfrm>
            <a:off x="2012911" y="5066828"/>
            <a:ext cx="646053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TextBox 146">
            <a:extLst>
              <a:ext uri="{FF2B5EF4-FFF2-40B4-BE49-F238E27FC236}">
                <a16:creationId xmlns:a16="http://schemas.microsoft.com/office/drawing/2014/main" id="{9F2D40E7-A171-2A91-769D-ECCC2ECDF219}"/>
              </a:ext>
            </a:extLst>
          </p:cNvPr>
          <p:cNvSpPr txBox="1"/>
          <p:nvPr/>
        </p:nvSpPr>
        <p:spPr>
          <a:xfrm>
            <a:off x="2012911" y="5109129"/>
            <a:ext cx="3096391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pl-PL" noProof="0"/>
              <a:t>Product </a:t>
            </a:r>
            <a:r>
              <a:rPr lang="pl-PL" noProof="0" err="1"/>
              <a:t>holdings</a:t>
            </a:r>
            <a:r>
              <a:rPr lang="pl-PL" noProof="0"/>
              <a:t> per </a:t>
            </a:r>
            <a:r>
              <a:rPr lang="pl-PL" noProof="0" err="1"/>
              <a:t>customer</a:t>
            </a:r>
            <a:endParaRPr lang="en-US" noProof="0"/>
          </a:p>
        </p:txBody>
      </p:sp>
      <p:sp>
        <p:nvSpPr>
          <p:cNvPr id="148" name="Rectangle: Rounded Corners 147">
            <a:extLst>
              <a:ext uri="{FF2B5EF4-FFF2-40B4-BE49-F238E27FC236}">
                <a16:creationId xmlns:a16="http://schemas.microsoft.com/office/drawing/2014/main" id="{2EB4E549-E842-4D9F-CD75-19DE85E866BB}"/>
              </a:ext>
            </a:extLst>
          </p:cNvPr>
          <p:cNvSpPr/>
          <p:nvPr/>
        </p:nvSpPr>
        <p:spPr>
          <a:xfrm>
            <a:off x="6528126" y="5109129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pl-PL" sz="1200" noProof="0">
                <a:solidFill>
                  <a:schemeClr val="tx1"/>
                </a:solidFill>
              </a:rPr>
              <a:t>2.0</a:t>
            </a:r>
            <a:endParaRPr lang="en-US" sz="1200" noProof="0">
              <a:solidFill>
                <a:schemeClr val="tx1"/>
              </a:solidFill>
            </a:endParaRPr>
          </a:p>
        </p:txBody>
      </p:sp>
      <p:sp>
        <p:nvSpPr>
          <p:cNvPr id="149" name="Rectangle: Rounded Corners 148">
            <a:extLst>
              <a:ext uri="{FF2B5EF4-FFF2-40B4-BE49-F238E27FC236}">
                <a16:creationId xmlns:a16="http://schemas.microsoft.com/office/drawing/2014/main" id="{FF02DB0E-5346-8882-E0A4-210E72A7EA06}"/>
              </a:ext>
            </a:extLst>
          </p:cNvPr>
          <p:cNvSpPr/>
          <p:nvPr/>
        </p:nvSpPr>
        <p:spPr>
          <a:xfrm>
            <a:off x="5420413" y="5109129"/>
            <a:ext cx="837604" cy="220794"/>
          </a:xfrm>
          <a:prstGeom prst="roundRect">
            <a:avLst/>
          </a:prstGeom>
          <a:solidFill>
            <a:srgbClr val="C00000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1.5</a:t>
            </a:r>
            <a:endParaRPr lang="en-US" sz="1200" noProof="0">
              <a:solidFill>
                <a:schemeClr val="bg1"/>
              </a:solidFill>
            </a:endParaRPr>
          </a:p>
        </p:txBody>
      </p:sp>
      <p:sp>
        <p:nvSpPr>
          <p:cNvPr id="150" name="Rectangle: Rounded Corners 149">
            <a:extLst>
              <a:ext uri="{FF2B5EF4-FFF2-40B4-BE49-F238E27FC236}">
                <a16:creationId xmlns:a16="http://schemas.microsoft.com/office/drawing/2014/main" id="{A2E76037-A050-1E3D-DA90-AE5C5C403528}"/>
              </a:ext>
            </a:extLst>
          </p:cNvPr>
          <p:cNvSpPr/>
          <p:nvPr/>
        </p:nvSpPr>
        <p:spPr>
          <a:xfrm>
            <a:off x="7635837" y="5109129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2.1</a:t>
            </a:r>
            <a:endParaRPr lang="en-US" sz="1200" noProof="0">
              <a:solidFill>
                <a:schemeClr val="bg1"/>
              </a:solidFill>
            </a:endParaRPr>
          </a:p>
        </p:txBody>
      </p:sp>
      <p:cxnSp>
        <p:nvCxnSpPr>
          <p:cNvPr id="151" name="GreyLineSeparatorDefault 19">
            <a:extLst>
              <a:ext uri="{FF2B5EF4-FFF2-40B4-BE49-F238E27FC236}">
                <a16:creationId xmlns:a16="http://schemas.microsoft.com/office/drawing/2014/main" id="{F347A2E6-EA39-1D07-844C-4C9257C82B7E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>
          <a:xfrm>
            <a:off x="2012911" y="5372224"/>
            <a:ext cx="646053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>
            <a:extLst>
              <a:ext uri="{FF2B5EF4-FFF2-40B4-BE49-F238E27FC236}">
                <a16:creationId xmlns:a16="http://schemas.microsoft.com/office/drawing/2014/main" id="{ED3156BE-FD0C-D538-B6F1-4DC9FC99B12A}"/>
              </a:ext>
            </a:extLst>
          </p:cNvPr>
          <p:cNvSpPr txBox="1"/>
          <p:nvPr/>
        </p:nvSpPr>
        <p:spPr>
          <a:xfrm>
            <a:off x="2012911" y="5414525"/>
            <a:ext cx="3096391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pl-PL" noProof="0"/>
              <a:t>Non-</a:t>
            </a:r>
            <a:r>
              <a:rPr lang="pl-PL" noProof="0" err="1"/>
              <a:t>lending</a:t>
            </a:r>
            <a:r>
              <a:rPr lang="pl-PL" noProof="0"/>
              <a:t> </a:t>
            </a:r>
            <a:r>
              <a:rPr lang="pl-PL" noProof="0" err="1"/>
              <a:t>fee</a:t>
            </a:r>
            <a:r>
              <a:rPr lang="pl-PL" noProof="0"/>
              <a:t> </a:t>
            </a:r>
            <a:r>
              <a:rPr lang="pl-PL" noProof="0" err="1"/>
              <a:t>revenue</a:t>
            </a:r>
            <a:r>
              <a:rPr lang="pl-PL" noProof="0"/>
              <a:t> per </a:t>
            </a:r>
            <a:r>
              <a:rPr lang="pl-PL" noProof="0" err="1"/>
              <a:t>lending</a:t>
            </a:r>
            <a:r>
              <a:rPr lang="pl-PL" noProof="0"/>
              <a:t> </a:t>
            </a:r>
            <a:r>
              <a:rPr lang="pl-PL" noProof="0" err="1"/>
              <a:t>balance</a:t>
            </a:r>
            <a:endParaRPr lang="en-US" noProof="0"/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FB37809D-F749-8129-98A8-C68198A4389F}"/>
              </a:ext>
            </a:extLst>
          </p:cNvPr>
          <p:cNvSpPr/>
          <p:nvPr/>
        </p:nvSpPr>
        <p:spPr>
          <a:xfrm>
            <a:off x="6528126" y="5414525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pl-PL" sz="1200" noProof="0">
                <a:solidFill>
                  <a:schemeClr val="tx1"/>
                </a:solidFill>
              </a:rPr>
              <a:t>3.8%</a:t>
            </a:r>
            <a:endParaRPr lang="en-US" sz="1200" noProof="0">
              <a:solidFill>
                <a:schemeClr val="tx1"/>
              </a:solidFill>
            </a:endParaRPr>
          </a:p>
        </p:txBody>
      </p:sp>
      <p:sp>
        <p:nvSpPr>
          <p:cNvPr id="154" name="Rectangle: Rounded Corners 153">
            <a:extLst>
              <a:ext uri="{FF2B5EF4-FFF2-40B4-BE49-F238E27FC236}">
                <a16:creationId xmlns:a16="http://schemas.microsoft.com/office/drawing/2014/main" id="{E903D903-FE47-BDC5-465F-626031A4EDC9}"/>
              </a:ext>
            </a:extLst>
          </p:cNvPr>
          <p:cNvSpPr/>
          <p:nvPr/>
        </p:nvSpPr>
        <p:spPr>
          <a:xfrm>
            <a:off x="5420413" y="5414525"/>
            <a:ext cx="837604" cy="220794"/>
          </a:xfrm>
          <a:prstGeom prst="roundRect">
            <a:avLst/>
          </a:prstGeom>
          <a:solidFill>
            <a:srgbClr val="15B37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5.2%</a:t>
            </a:r>
            <a:endParaRPr lang="en-US" sz="1200" noProof="0">
              <a:solidFill>
                <a:schemeClr val="bg1"/>
              </a:solidFill>
            </a:endParaRPr>
          </a:p>
        </p:txBody>
      </p:sp>
      <p:sp>
        <p:nvSpPr>
          <p:cNvPr id="155" name="Rectangle: Rounded Corners 154">
            <a:extLst>
              <a:ext uri="{FF2B5EF4-FFF2-40B4-BE49-F238E27FC236}">
                <a16:creationId xmlns:a16="http://schemas.microsoft.com/office/drawing/2014/main" id="{CF03C905-E3D5-A779-FB22-60BD14C635F2}"/>
              </a:ext>
            </a:extLst>
          </p:cNvPr>
          <p:cNvSpPr/>
          <p:nvPr/>
        </p:nvSpPr>
        <p:spPr>
          <a:xfrm>
            <a:off x="7635837" y="5414525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3.9%</a:t>
            </a:r>
            <a:endParaRPr lang="en-US" sz="1200" noProof="0">
              <a:solidFill>
                <a:schemeClr val="bg1"/>
              </a:solidFill>
            </a:endParaRPr>
          </a:p>
        </p:txBody>
      </p:sp>
      <p:cxnSp>
        <p:nvCxnSpPr>
          <p:cNvPr id="156" name="GreyLineSeparatorDefault 19">
            <a:extLst>
              <a:ext uri="{FF2B5EF4-FFF2-40B4-BE49-F238E27FC236}">
                <a16:creationId xmlns:a16="http://schemas.microsoft.com/office/drawing/2014/main" id="{5DB22DBA-E264-1389-4E6F-1FCA65303827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>
          <a:xfrm>
            <a:off x="2012911" y="5887713"/>
            <a:ext cx="646053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AB72D6D7-42E5-E94E-410F-C958B8049474}"/>
              </a:ext>
            </a:extLst>
          </p:cNvPr>
          <p:cNvSpPr txBox="1"/>
          <p:nvPr/>
        </p:nvSpPr>
        <p:spPr>
          <a:xfrm>
            <a:off x="2012911" y="5930005"/>
            <a:ext cx="3096391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pl-PL" noProof="0"/>
              <a:t>Non-</a:t>
            </a:r>
            <a:r>
              <a:rPr lang="pl-PL" noProof="0" err="1"/>
              <a:t>lending</a:t>
            </a:r>
            <a:r>
              <a:rPr lang="pl-PL" noProof="0"/>
              <a:t> </a:t>
            </a:r>
            <a:r>
              <a:rPr lang="pl-PL" noProof="0" err="1"/>
              <a:t>fee</a:t>
            </a:r>
            <a:r>
              <a:rPr lang="pl-PL" noProof="0"/>
              <a:t> </a:t>
            </a:r>
            <a:r>
              <a:rPr lang="pl-PL" noProof="0" err="1"/>
              <a:t>revenue</a:t>
            </a:r>
            <a:r>
              <a:rPr lang="pl-PL" noProof="0"/>
              <a:t> per </a:t>
            </a:r>
            <a:r>
              <a:rPr lang="pl-PL" noProof="0" err="1"/>
              <a:t>lending</a:t>
            </a:r>
            <a:r>
              <a:rPr lang="pl-PL" noProof="0"/>
              <a:t> </a:t>
            </a:r>
            <a:r>
              <a:rPr lang="pl-PL" noProof="0" err="1"/>
              <a:t>revenue</a:t>
            </a:r>
            <a:endParaRPr lang="en-US" noProof="0"/>
          </a:p>
        </p:txBody>
      </p:sp>
      <p:sp>
        <p:nvSpPr>
          <p:cNvPr id="158" name="Rectangle: Rounded Corners 157">
            <a:extLst>
              <a:ext uri="{FF2B5EF4-FFF2-40B4-BE49-F238E27FC236}">
                <a16:creationId xmlns:a16="http://schemas.microsoft.com/office/drawing/2014/main" id="{4C561FE5-E202-47E1-59CC-364E1FB794D7}"/>
              </a:ext>
            </a:extLst>
          </p:cNvPr>
          <p:cNvSpPr/>
          <p:nvPr/>
        </p:nvSpPr>
        <p:spPr>
          <a:xfrm>
            <a:off x="6528126" y="5930005"/>
            <a:ext cx="837604" cy="220794"/>
          </a:xfrm>
          <a:prstGeom prst="roundRect">
            <a:avLst/>
          </a:prstGeom>
          <a:solidFill>
            <a:schemeClr val="accent5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pl-PL" sz="1200" noProof="0">
                <a:solidFill>
                  <a:schemeClr val="tx1"/>
                </a:solidFill>
              </a:rPr>
              <a:t>125%</a:t>
            </a:r>
            <a:endParaRPr lang="en-US" sz="1200" noProof="0">
              <a:solidFill>
                <a:schemeClr val="tx1"/>
              </a:solidFill>
            </a:endParaRPr>
          </a:p>
        </p:txBody>
      </p:sp>
      <p:sp>
        <p:nvSpPr>
          <p:cNvPr id="159" name="Rectangle: Rounded Corners 158">
            <a:extLst>
              <a:ext uri="{FF2B5EF4-FFF2-40B4-BE49-F238E27FC236}">
                <a16:creationId xmlns:a16="http://schemas.microsoft.com/office/drawing/2014/main" id="{3395D550-DA28-271A-0ACE-43C183040AFE}"/>
              </a:ext>
            </a:extLst>
          </p:cNvPr>
          <p:cNvSpPr/>
          <p:nvPr/>
        </p:nvSpPr>
        <p:spPr>
          <a:xfrm>
            <a:off x="5420413" y="5930005"/>
            <a:ext cx="837604" cy="220794"/>
          </a:xfrm>
          <a:prstGeom prst="roundRect">
            <a:avLst/>
          </a:prstGeom>
          <a:solidFill>
            <a:srgbClr val="C00000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97%</a:t>
            </a:r>
            <a:endParaRPr lang="en-US" sz="1200" noProof="0">
              <a:solidFill>
                <a:schemeClr val="bg1"/>
              </a:solidFill>
            </a:endParaRPr>
          </a:p>
        </p:txBody>
      </p:sp>
      <p:sp>
        <p:nvSpPr>
          <p:cNvPr id="160" name="Rectangle: Rounded Corners 159">
            <a:extLst>
              <a:ext uri="{FF2B5EF4-FFF2-40B4-BE49-F238E27FC236}">
                <a16:creationId xmlns:a16="http://schemas.microsoft.com/office/drawing/2014/main" id="{5DACB0EA-135B-00DF-8AC8-510542F20660}"/>
              </a:ext>
            </a:extLst>
          </p:cNvPr>
          <p:cNvSpPr/>
          <p:nvPr/>
        </p:nvSpPr>
        <p:spPr>
          <a:xfrm>
            <a:off x="7635837" y="5930005"/>
            <a:ext cx="837604" cy="220794"/>
          </a:xfrm>
          <a:prstGeom prst="roundRect">
            <a:avLst/>
          </a:prstGeom>
          <a:solidFill>
            <a:schemeClr val="tx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pl-PL" sz="1200" noProof="0">
                <a:solidFill>
                  <a:schemeClr val="bg1"/>
                </a:solidFill>
              </a:rPr>
              <a:t>128%</a:t>
            </a:r>
            <a:endParaRPr lang="en-US" sz="1200" noProof="0">
              <a:solidFill>
                <a:schemeClr val="bg1"/>
              </a:solidFill>
            </a:endParaRPr>
          </a:p>
        </p:txBody>
      </p: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4C0600F1-0D74-6BFA-3518-E17AF7DD2862}"/>
              </a:ext>
            </a:extLst>
          </p:cNvPr>
          <p:cNvGrpSpPr/>
          <p:nvPr/>
        </p:nvGrpSpPr>
        <p:grpSpPr>
          <a:xfrm>
            <a:off x="646466" y="1329161"/>
            <a:ext cx="7826974" cy="153888"/>
            <a:chOff x="554735" y="1030138"/>
            <a:chExt cx="7826974" cy="153888"/>
          </a:xfrm>
        </p:grpSpPr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01CFF65A-6833-032C-0266-58659884B19F}"/>
                </a:ext>
              </a:extLst>
            </p:cNvPr>
            <p:cNvGrpSpPr/>
            <p:nvPr/>
          </p:nvGrpSpPr>
          <p:grpSpPr>
            <a:xfrm>
              <a:off x="554735" y="1030138"/>
              <a:ext cx="2513574" cy="153888"/>
              <a:chOff x="554735" y="1348189"/>
              <a:chExt cx="2513574" cy="153888"/>
            </a:xfrm>
          </p:grpSpPr>
          <p:sp>
            <p:nvSpPr>
              <p:cNvPr id="172" name="Rectangle: Rounded Corners 171">
                <a:extLst>
                  <a:ext uri="{FF2B5EF4-FFF2-40B4-BE49-F238E27FC236}">
                    <a16:creationId xmlns:a16="http://schemas.microsoft.com/office/drawing/2014/main" id="{1FF0169F-CF9A-260E-F430-3D7D9853A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4735" y="1348189"/>
                <a:ext cx="145353" cy="153888"/>
              </a:xfrm>
              <a:prstGeom prst="roundRect">
                <a:avLst/>
              </a:prstGeom>
              <a:solidFill>
                <a:srgbClr val="15B372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200" noProof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2E9683CD-5465-3031-6EB5-2B0767C2C9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51969" y="1348189"/>
                <a:ext cx="2316340" cy="153888"/>
              </a:xfrm>
              <a:prstGeom prst="rect">
                <a:avLst/>
              </a:prstGeom>
            </p:spPr>
            <p:txBody>
              <a:bodyPr vert="horz" wrap="none" lIns="0" tIns="0" rIns="0" bIns="0" rtlCol="0">
                <a:no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1pPr>
                <a:lvl2pPr marL="230396" lvl="1" indent="-226796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Wingdings" panose="05000000000000000000" pitchFamily="2" charset="2"/>
                  <a:buChar char="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2pPr>
                <a:lvl3pPr marL="442793" lvl="2" indent="-215997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Arial" panose="020B0604020202020204" pitchFamily="34" charset="0"/>
                  <a:buChar char="‒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3pPr>
                <a:lvl4pPr marL="597590" lvl="3" indent="-1511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•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4pPr>
                <a:lvl5pPr marL="817187" lvl="4" indent="-1475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̶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r>
                  <a:rPr lang="en-US" sz="1000" noProof="0"/>
                  <a:t>Positive gap versus CE comparable peers</a:t>
                </a:r>
              </a:p>
            </p:txBody>
          </p: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1A64B72A-A646-135E-17DA-8156CA460E36}"/>
                </a:ext>
              </a:extLst>
            </p:cNvPr>
            <p:cNvGrpSpPr/>
            <p:nvPr/>
          </p:nvGrpSpPr>
          <p:grpSpPr>
            <a:xfrm>
              <a:off x="3117660" y="1030138"/>
              <a:ext cx="2637004" cy="153888"/>
              <a:chOff x="554735" y="1561564"/>
              <a:chExt cx="2637004" cy="153888"/>
            </a:xfrm>
          </p:grpSpPr>
          <p:sp>
            <p:nvSpPr>
              <p:cNvPr id="174" name="Rectangle: Rounded Corners 173">
                <a:extLst>
                  <a:ext uri="{FF2B5EF4-FFF2-40B4-BE49-F238E27FC236}">
                    <a16:creationId xmlns:a16="http://schemas.microsoft.com/office/drawing/2014/main" id="{1346B88A-A2A2-E7F3-935B-86EE110B51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4735" y="1561564"/>
                <a:ext cx="145353" cy="153888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200" noProof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9DA4D1A1-CA37-4B5E-2FB0-C77A14B5301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51969" y="1561564"/>
                <a:ext cx="2439770" cy="153888"/>
              </a:xfrm>
              <a:prstGeom prst="rect">
                <a:avLst/>
              </a:prstGeom>
            </p:spPr>
            <p:txBody>
              <a:bodyPr vert="horz" wrap="none" lIns="0" tIns="0" rIns="0" bIns="0" rtlCol="0">
                <a:sp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1pPr>
                <a:lvl2pPr marL="230396" lvl="1" indent="-226796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Wingdings" panose="05000000000000000000" pitchFamily="2" charset="2"/>
                  <a:buChar char="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2pPr>
                <a:lvl3pPr marL="442793" lvl="2" indent="-215997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Arial" panose="020B0604020202020204" pitchFamily="34" charset="0"/>
                  <a:buChar char="‒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3pPr>
                <a:lvl4pPr marL="597590" lvl="3" indent="-1511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•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4pPr>
                <a:lvl5pPr marL="817187" lvl="4" indent="-1475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̶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r>
                  <a:rPr lang="en-US" sz="1000" noProof="0"/>
                  <a:t>Neutral gap versus CE comparable (+-5%)</a:t>
                </a:r>
              </a:p>
            </p:txBody>
          </p:sp>
        </p:grp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0314A2A5-DA2D-85C0-B3E9-27965F47D65A}"/>
                </a:ext>
              </a:extLst>
            </p:cNvPr>
            <p:cNvGrpSpPr/>
            <p:nvPr/>
          </p:nvGrpSpPr>
          <p:grpSpPr>
            <a:xfrm>
              <a:off x="5804015" y="1030138"/>
              <a:ext cx="2577694" cy="153888"/>
              <a:chOff x="554735" y="1774939"/>
              <a:chExt cx="2577694" cy="153888"/>
            </a:xfrm>
          </p:grpSpPr>
          <p:sp>
            <p:nvSpPr>
              <p:cNvPr id="176" name="Rectangle: Rounded Corners 175">
                <a:extLst>
                  <a:ext uri="{FF2B5EF4-FFF2-40B4-BE49-F238E27FC236}">
                    <a16:creationId xmlns:a16="http://schemas.microsoft.com/office/drawing/2014/main" id="{889B4C4D-7CF5-8785-578A-47BEE865671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4735" y="1774939"/>
                <a:ext cx="145353" cy="153888"/>
              </a:xfrm>
              <a:prstGeom prst="roundRect">
                <a:avLst/>
              </a:prstGeom>
              <a:solidFill>
                <a:srgbClr val="C00000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:endParaRPr lang="en-US" sz="1200" noProof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852AC790-07F3-17CD-B435-3FDDC28FC16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51969" y="1774939"/>
                <a:ext cx="2380460" cy="153888"/>
              </a:xfrm>
              <a:prstGeom prst="rect">
                <a:avLst/>
              </a:prstGeom>
            </p:spPr>
            <p:txBody>
              <a:bodyPr vert="horz" wrap="none" lIns="0" tIns="0" rIns="0" bIns="0" rtlCol="0">
                <a:sp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1pPr>
                <a:lvl2pPr marL="230396" lvl="1" indent="-226796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Wingdings" panose="05000000000000000000" pitchFamily="2" charset="2"/>
                  <a:buChar char="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2pPr>
                <a:lvl3pPr marL="442793" lvl="2" indent="-215997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10000"/>
                  <a:buFont typeface="Arial" panose="020B0604020202020204" pitchFamily="34" charset="0"/>
                  <a:buChar char="‒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3pPr>
                <a:lvl4pPr marL="597590" lvl="3" indent="-1511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•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4pPr>
                <a:lvl5pPr marL="817187" lvl="4" indent="-14759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chemeClr val="tx1"/>
                  </a:buClr>
                  <a:buSzPct val="100000"/>
                  <a:buFont typeface="Arial" panose="020B0604020202020204" pitchFamily="34" charset="0"/>
                  <a:buChar char="̶"/>
                  <a:defRPr lang="en-US" sz="1400" dirty="0">
                    <a:solidFill>
                      <a:srgbClr val="191C1E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r>
                  <a:rPr lang="en-US" sz="1000" noProof="0"/>
                  <a:t>Negative gap versus CE comparable peers</a:t>
                </a:r>
              </a:p>
            </p:txBody>
          </p:sp>
        </p:grp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4B915AA2-5234-35BE-DC5E-C3F04CF07EA7}"/>
              </a:ext>
            </a:extLst>
          </p:cNvPr>
          <p:cNvSpPr txBox="1">
            <a:spLocks/>
          </p:cNvSpPr>
          <p:nvPr/>
        </p:nvSpPr>
        <p:spPr>
          <a:xfrm>
            <a:off x="9113851" y="1726135"/>
            <a:ext cx="2715684" cy="188960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200"/>
              <a:t>Strong lending revenue per customer suggests </a:t>
            </a:r>
            <a:r>
              <a:rPr lang="en-US" sz="1200" b="1"/>
              <a:t>high pricing</a:t>
            </a:r>
            <a:r>
              <a:rPr lang="en-US" sz="1200"/>
              <a:t>, but is offset by </a:t>
            </a:r>
            <a:r>
              <a:rPr lang="en-US" sz="1200" b="1"/>
              <a:t>low penetration and sub-scale balances</a:t>
            </a:r>
          </a:p>
          <a:p>
            <a:pPr lvl="1"/>
            <a:r>
              <a:rPr lang="en-US" sz="1200"/>
              <a:t>Exceptionally high share of inactive customers indicates </a:t>
            </a:r>
            <a:r>
              <a:rPr lang="en-US" sz="1200" b="1"/>
              <a:t>low engagement and poor client activation</a:t>
            </a:r>
            <a:r>
              <a:rPr lang="en-US" sz="1200"/>
              <a:t>, diluting overall portfolio productivity</a:t>
            </a:r>
            <a:endParaRPr lang="en-US" sz="1200" noProof="0">
              <a:latin typeface="+mn-lt"/>
            </a:endParaRPr>
          </a:p>
        </p:txBody>
      </p:sp>
      <p:cxnSp>
        <p:nvCxnSpPr>
          <p:cNvPr id="186" name="Straight Connector 185">
            <a:extLst>
              <a:ext uri="{FF2B5EF4-FFF2-40B4-BE49-F238E27FC236}">
                <a16:creationId xmlns:a16="http://schemas.microsoft.com/office/drawing/2014/main" id="{ACB71863-A7AB-DC16-7096-A971F1A3F2A5}"/>
              </a:ext>
            </a:extLst>
          </p:cNvPr>
          <p:cNvCxnSpPr>
            <a:cxnSpLocks/>
          </p:cNvCxnSpPr>
          <p:nvPr/>
        </p:nvCxnSpPr>
        <p:spPr>
          <a:xfrm>
            <a:off x="9113850" y="1664645"/>
            <a:ext cx="2715685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7" name="TextBox 186">
            <a:extLst>
              <a:ext uri="{FF2B5EF4-FFF2-40B4-BE49-F238E27FC236}">
                <a16:creationId xmlns:a16="http://schemas.microsoft.com/office/drawing/2014/main" id="{4666F4B8-2069-2F19-63A8-71056AA51DF8}"/>
              </a:ext>
            </a:extLst>
          </p:cNvPr>
          <p:cNvSpPr txBox="1">
            <a:spLocks/>
          </p:cNvSpPr>
          <p:nvPr/>
        </p:nvSpPr>
        <p:spPr>
          <a:xfrm>
            <a:off x="9113850" y="1378484"/>
            <a:ext cx="2715685" cy="246221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600" b="1" noProof="0">
                <a:latin typeface="+mn-lt"/>
                <a:ea typeface="+mn-ea"/>
                <a:cs typeface="Arial" panose="020B0604020202020204" pitchFamily="34" charset="0"/>
              </a:rPr>
              <a:t>Key insights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C1C848C-FBD6-0F58-1D8D-C388538D8E98}"/>
              </a:ext>
            </a:extLst>
          </p:cNvPr>
          <p:cNvCxnSpPr>
            <a:cxnSpLocks/>
          </p:cNvCxnSpPr>
          <p:nvPr/>
        </p:nvCxnSpPr>
        <p:spPr>
          <a:xfrm>
            <a:off x="547688" y="6450013"/>
            <a:ext cx="8000694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3F9F072-F051-55DD-FC23-476316CEA0AA}"/>
              </a:ext>
            </a:extLst>
          </p:cNvPr>
          <p:cNvCxnSpPr>
            <a:cxnSpLocks/>
          </p:cNvCxnSpPr>
          <p:nvPr/>
        </p:nvCxnSpPr>
        <p:spPr>
          <a:xfrm>
            <a:off x="539824" y="1664645"/>
            <a:ext cx="8092448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4. Footnote">
            <a:extLst>
              <a:ext uri="{FF2B5EF4-FFF2-40B4-BE49-F238E27FC236}">
                <a16:creationId xmlns:a16="http://schemas.microsoft.com/office/drawing/2014/main" id="{1273C497-DFE8-9B9D-09F1-1AB779019F86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554736" y="6556248"/>
            <a:ext cx="7918704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lvl="0" rtl="0"/>
            <a:r>
              <a:rPr lang="en-US"/>
              <a:t>1.	Active customers indicated as per </a:t>
            </a:r>
            <a:r>
              <a:rPr lang="en-US" err="1"/>
              <a:t>Finalta’s</a:t>
            </a:r>
            <a:r>
              <a:rPr lang="en-US"/>
              <a:t> methodology – different from Bank’s master data</a:t>
            </a:r>
          </a:p>
        </p:txBody>
      </p:sp>
    </p:spTree>
    <p:extLst>
      <p:ext uri="{BB962C8B-B14F-4D97-AF65-F5344CB8AC3E}">
        <p14:creationId xmlns:p14="http://schemas.microsoft.com/office/powerpoint/2010/main" val="99676590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" name="Object 2" hidden="1">
            <a:extLst>
              <a:ext uri="{FF2B5EF4-FFF2-40B4-BE49-F238E27FC236}">
                <a16:creationId xmlns:a16="http://schemas.microsoft.com/office/drawing/2014/main" id="{CDACAF24-03E1-408C-62CC-1AFA0ED0F13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7" imgW="473" imgH="476" progId="TCLayout.ActiveDocument.1">
                  <p:embed/>
                </p:oleObj>
              </mc:Choice>
              <mc:Fallback>
                <p:oleObj name="think-cell Slide" r:id="rId37" imgW="473" imgH="476" progId="TCLayout.ActiveDocument.1">
                  <p:embed/>
                  <p:pic>
                    <p:nvPicPr>
                      <p:cNvPr id="20" name="Object 2" hidden="1">
                        <a:extLst>
                          <a:ext uri="{FF2B5EF4-FFF2-40B4-BE49-F238E27FC236}">
                            <a16:creationId xmlns:a16="http://schemas.microsoft.com/office/drawing/2014/main" id="{CDACAF24-03E1-408C-62CC-1AFA0ED0F13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14" name="LineBasicDefault 5">
            <a:extLst>
              <a:ext uri="{FF2B5EF4-FFF2-40B4-BE49-F238E27FC236}">
                <a16:creationId xmlns:a16="http://schemas.microsoft.com/office/drawing/2014/main" id="{704FF179-2AC7-461E-0324-6B4F876E0B19}"/>
              </a:ext>
            </a:extLst>
          </p:cNvPr>
          <p:cNvCxnSpPr>
            <a:cxnSpLocks/>
          </p:cNvCxnSpPr>
          <p:nvPr>
            <p:custDataLst>
              <p:tags r:id="rId2"/>
            </p:custDataLst>
          </p:nvPr>
        </p:nvCxnSpPr>
        <p:spPr>
          <a:xfrm>
            <a:off x="601884" y="5043990"/>
            <a:ext cx="806755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2. Slide Title">
            <a:extLst>
              <a:ext uri="{FF2B5EF4-FFF2-40B4-BE49-F238E27FC236}">
                <a16:creationId xmlns:a16="http://schemas.microsoft.com/office/drawing/2014/main" id="{F9512F0E-1F07-81E5-4CD5-160D1B09B915}"/>
              </a:ext>
            </a:extLst>
          </p:cNvPr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554736" y="342371"/>
            <a:ext cx="8161001" cy="677108"/>
          </a:xfrm>
        </p:spPr>
        <p:txBody>
          <a:bodyPr vert="horz"/>
          <a:lstStyle/>
          <a:p>
            <a:r>
              <a:rPr lang="en-US"/>
              <a:t>RM </a:t>
            </a:r>
            <a:r>
              <a:rPr lang="en-US" noProof="1"/>
              <a:t>effectiveness varies by segment and RM quality; boost needed in commercial and SME</a:t>
            </a:r>
            <a:endParaRPr lang="en-US"/>
          </a:p>
        </p:txBody>
      </p:sp>
      <p:sp>
        <p:nvSpPr>
          <p:cNvPr id="4" name="1. On-page tracker">
            <a:extLst>
              <a:ext uri="{FF2B5EF4-FFF2-40B4-BE49-F238E27FC236}">
                <a16:creationId xmlns:a16="http://schemas.microsoft.com/office/drawing/2014/main" id="{03D94A03-0A36-2F6D-F878-BDA8A3118732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261" name="Chart 260">
            <a:extLst>
              <a:ext uri="{FF2B5EF4-FFF2-40B4-BE49-F238E27FC236}">
                <a16:creationId xmlns:a16="http://schemas.microsoft.com/office/drawing/2014/main" id="{E0085277-EFB4-5D08-5686-0BD1ECDF2795}"/>
              </a:ext>
            </a:extLst>
          </p:cNvPr>
          <p:cNvGraphicFramePr/>
          <p:nvPr>
            <p:custDataLst>
              <p:tags r:id="rId5"/>
            </p:custDataLst>
          </p:nvPr>
        </p:nvGraphicFramePr>
        <p:xfrm>
          <a:off x="1103313" y="2233613"/>
          <a:ext cx="1563687" cy="43926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9"/>
          </a:graphicData>
        </a:graphic>
      </p:graphicFrame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192DB789-515B-4504-BE53-6445F2427687}"/>
              </a:ext>
            </a:extLst>
          </p:cNvPr>
          <p:cNvSpPr>
            <a:spLocks noGrp="1"/>
          </p:cNvSpPr>
          <p:nvPr>
            <p:custDataLst>
              <p:tags r:id="rId6"/>
            </p:custDataLst>
          </p:nvPr>
        </p:nvSpPr>
        <p:spPr bwMode="auto">
          <a:xfrm>
            <a:off x="563563" y="3051175"/>
            <a:ext cx="762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AC0C9D93-6DCF-4CF4-AB37-CF9A3DE087D4}" type="datetime'''''''''''''C''''''''o''rpora''''''t''e'''''''''''''''">
              <a:rPr kumimoji="0" lang="en-US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Corporate</a:t>
            </a:fld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sp>
        <p:nvSpPr>
          <p:cNvPr id="10" name="Text Placeholder 2">
            <a:extLst>
              <a:ext uri="{FF2B5EF4-FFF2-40B4-BE49-F238E27FC236}">
                <a16:creationId xmlns:a16="http://schemas.microsoft.com/office/drawing/2014/main" id="{192DB789-515B-4504-BE53-6445F2427687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auto">
          <a:xfrm>
            <a:off x="563563" y="4338638"/>
            <a:ext cx="9080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40D68247-3366-46FA-A022-8B74FC96A7D5}" type="datetime'''''''''''''''''C''om''''''mer''c''''''''ial'''''''''''">
              <a:rPr kumimoji="0" lang="en-US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Commercial</a:t>
            </a:fld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2099AF0C-ADC5-D290-77B7-2B92D4CB97E0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563564" y="5624513"/>
            <a:ext cx="3270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500F598E-66C6-4AC1-B12B-E76B3FBD74DF}" type="datetime'''''''''SM''''''E'''''''''''''''''''''">
              <a:rPr kumimoji="0" lang="en-US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SME</a:t>
            </a:fld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graphicFrame>
        <p:nvGraphicFramePr>
          <p:cNvPr id="241" name="Chart 240">
            <a:extLst>
              <a:ext uri="{FF2B5EF4-FFF2-40B4-BE49-F238E27FC236}">
                <a16:creationId xmlns:a16="http://schemas.microsoft.com/office/drawing/2014/main" id="{AEA01C90-2EA6-5E25-9827-2E5CF76DB431}"/>
              </a:ext>
            </a:extLst>
          </p:cNvPr>
          <p:cNvGraphicFramePr/>
          <p:nvPr>
            <p:custDataLst>
              <p:tags r:id="rId9"/>
            </p:custDataLst>
          </p:nvPr>
        </p:nvGraphicFramePr>
        <p:xfrm>
          <a:off x="4624388" y="2417763"/>
          <a:ext cx="1069975" cy="40243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0"/>
          </a:graphicData>
        </a:graphic>
      </p:graphicFrame>
      <p:sp>
        <p:nvSpPr>
          <p:cNvPr id="118" name="Text Placeholder 2">
            <a:extLst>
              <a:ext uri="{FF2B5EF4-FFF2-40B4-BE49-F238E27FC236}">
                <a16:creationId xmlns:a16="http://schemas.microsoft.com/office/drawing/2014/main" id="{192DB789-515B-4504-BE53-6445F2427687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gray">
          <a:xfrm>
            <a:off x="4892675" y="3051175"/>
            <a:ext cx="3587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3AC06B3A-37A4-4D46-A790-A46DD8CB8C7D}" type="datetime'''''''''''8''''1''''''%''''''''''''''''''''''''''''''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81%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sp>
        <p:nvSpPr>
          <p:cNvPr id="120" name="Text Placeholder 2">
            <a:extLst>
              <a:ext uri="{FF2B5EF4-FFF2-40B4-BE49-F238E27FC236}">
                <a16:creationId xmlns:a16="http://schemas.microsoft.com/office/drawing/2014/main" id="{192DB789-515B-4504-BE53-6445F2427687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gray">
          <a:xfrm>
            <a:off x="4629150" y="4338638"/>
            <a:ext cx="358775" cy="1825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0AC6451F-93D5-4827-90C5-DCE179DCFA80}" type="datetime'''''''''''''''''''8''''''''''''''''''''''''''6''''''''''''%''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86%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sp>
        <p:nvSpPr>
          <p:cNvPr id="122" name="Text Placeholder 2">
            <a:extLst>
              <a:ext uri="{FF2B5EF4-FFF2-40B4-BE49-F238E27FC236}">
                <a16:creationId xmlns:a16="http://schemas.microsoft.com/office/drawing/2014/main" id="{192DB789-515B-4504-BE53-6445F2427687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gray">
          <a:xfrm>
            <a:off x="4538663" y="5624513"/>
            <a:ext cx="358775" cy="1825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3E5A8C78-EEE9-447F-9C86-32410FC58401}" type="datetime'''''91''''''''''''''''''''''''''''''''''''''''''''''%''''''''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91%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192DB789-515B-4504-BE53-6445F2427687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gray">
          <a:xfrm>
            <a:off x="5006975" y="4338638"/>
            <a:ext cx="209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C4F36236-2499-4F73-834C-7F06D9E42149}" type="datetime'''''''''''5''''8''''''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192DB789-515B-4504-BE53-6445F2427687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gray">
          <a:xfrm>
            <a:off x="4916488" y="5624513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45200355-0BEB-4534-87BC-40084570E815}" type="datetime'''''''''''''''''''''''''6''''''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F032E4FC-7B26-E9F6-4443-3E62BB7B3201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4757738" y="1303338"/>
            <a:ext cx="165100" cy="165100"/>
          </a:xfrm>
          <a:prstGeom prst="rect">
            <a:avLst/>
          </a:prstGeom>
          <a:solidFill>
            <a:schemeClr val="accent2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7DF0A1E9-5090-81D8-1612-9ED15D5259DA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4757738" y="1536700"/>
            <a:ext cx="165100" cy="165100"/>
          </a:xfrm>
          <a:prstGeom prst="rect">
            <a:avLst/>
          </a:prstGeom>
          <a:solidFill>
            <a:schemeClr val="accent3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60" name="Text Placeholder 2">
            <a:extLst>
              <a:ext uri="{FF2B5EF4-FFF2-40B4-BE49-F238E27FC236}">
                <a16:creationId xmlns:a16="http://schemas.microsoft.com/office/drawing/2014/main" id="{192DB789-515B-4504-BE53-6445F2427687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auto">
          <a:xfrm>
            <a:off x="4973638" y="1301750"/>
            <a:ext cx="7239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BC2C3743-6D2F-46FC-9427-4A94CB8083BB}" type="datetime'Ca''''''''''''''''''''''s''h'''''' ''''loan''''''''''s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Cash loans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sp>
        <p:nvSpPr>
          <p:cNvPr id="158" name="Text Placeholder 2">
            <a:extLst>
              <a:ext uri="{FF2B5EF4-FFF2-40B4-BE49-F238E27FC236}">
                <a16:creationId xmlns:a16="http://schemas.microsoft.com/office/drawing/2014/main" id="{192DB789-515B-4504-BE53-6445F2427687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auto">
          <a:xfrm>
            <a:off x="4973638" y="1535113"/>
            <a:ext cx="10271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1F2E6C20-5D4B-4CDB-86A9-551C94FF99C2}" type="datetime'''N''''''o''''''n-''''''''''ca''sh'''''' ''''l''''''oans''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Non-cash loans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+mn-ea"/>
              <a:cs typeface="Arial" panose="020B0604020202020204" pitchFamily="34" charset="0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BB5D5B9C-A602-4DEF-6559-0B1CF61515C1}"/>
              </a:ext>
            </a:extLst>
          </p:cNvPr>
          <p:cNvSpPr txBox="1"/>
          <p:nvPr/>
        </p:nvSpPr>
        <p:spPr>
          <a:xfrm>
            <a:off x="4697413" y="1977749"/>
            <a:ext cx="1562710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Loan portfolio</a:t>
            </a:r>
            <a:r>
              <a:rPr lang="en-US" sz="1200" b="1">
                <a:solidFill>
                  <a:srgbClr val="111918"/>
                </a:solidFill>
                <a:latin typeface="Tahoma"/>
              </a:rPr>
              <a:t>/</a:t>
            </a: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RM, Mn AZN</a:t>
            </a:r>
          </a:p>
        </p:txBody>
      </p:sp>
      <p:graphicFrame>
        <p:nvGraphicFramePr>
          <p:cNvPr id="242" name="Chart 241">
            <a:extLst>
              <a:ext uri="{FF2B5EF4-FFF2-40B4-BE49-F238E27FC236}">
                <a16:creationId xmlns:a16="http://schemas.microsoft.com/office/drawing/2014/main" id="{657B9088-0334-48F8-EB52-B22E0400656C}"/>
              </a:ext>
            </a:extLst>
          </p:cNvPr>
          <p:cNvGraphicFramePr/>
          <p:nvPr>
            <p:custDataLst>
              <p:tags r:id="rId19"/>
            </p:custDataLst>
          </p:nvPr>
        </p:nvGraphicFramePr>
        <p:xfrm>
          <a:off x="2746375" y="2233613"/>
          <a:ext cx="1976438" cy="43926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1"/>
          </a:graphicData>
        </a:graphic>
      </p:graphicFrame>
      <p:graphicFrame>
        <p:nvGraphicFramePr>
          <p:cNvPr id="243" name="Chart 242">
            <a:extLst>
              <a:ext uri="{FF2B5EF4-FFF2-40B4-BE49-F238E27FC236}">
                <a16:creationId xmlns:a16="http://schemas.microsoft.com/office/drawing/2014/main" id="{731D58D7-41D2-017E-DC5B-BD1DE87675B3}"/>
              </a:ext>
            </a:extLst>
          </p:cNvPr>
          <p:cNvGraphicFramePr/>
          <p:nvPr>
            <p:custDataLst>
              <p:tags r:id="rId20"/>
            </p:custDataLst>
          </p:nvPr>
        </p:nvGraphicFramePr>
        <p:xfrm>
          <a:off x="6724650" y="2417763"/>
          <a:ext cx="1069975" cy="40243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2"/>
          </a:graphicData>
        </a:graphic>
      </p:graphicFrame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6919913" y="3057525"/>
            <a:ext cx="33020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2D6CE3F-0BC2-4854-9369-24C4ACA4365F}" type="datetime'''''6''2''''''''''''''%'''''''">
              <a:rPr lang="en-US" altLang="en-US" sz="11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62%</a:t>
            </a:fld>
            <a:endParaRPr lang="en-US" sz="11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gray">
          <a:xfrm>
            <a:off x="6753225" y="4344988"/>
            <a:ext cx="330200" cy="16827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DAAD7F0-6392-4131-8CC8-77B5D2FCF8ED}" type="datetime'''''7''''''''''''''''''''''''''''''''''''''''''0''''''%'''">
              <a:rPr lang="en-US" altLang="en-US" sz="11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70%</a:t>
            </a:fld>
            <a:endParaRPr lang="en-US" sz="11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6654800" y="5630863"/>
            <a:ext cx="330200" cy="16827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315256C-9FA0-44E7-833F-9CE1A2C6BFDE}" type="datetime'5''''2''''''''''''''''''''''''''''''''''''''%'''">
              <a:rPr lang="en-US" altLang="en-US" sz="1100" smtClean="0">
                <a:solidFill>
                  <a:schemeClr val="bg1"/>
                </a:solidFill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52%</a:t>
            </a:fld>
            <a:endParaRPr lang="en-US" sz="11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4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7737475" y="3051175"/>
            <a:ext cx="209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AC5D49FF-ABB9-49D7-953B-032CAEC56955}" type="datetime'''''''''2''''''''''''''''''''''''''''''''5''''''''''''''''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4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7153275" y="4338638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0CE53895-FFF1-4649-A7CB-F844ACF26645}" type="datetime'''''''''''''''''''9''''''''''''''''''''''''''''''''''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4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7004050" y="5624513"/>
            <a:ext cx="127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fld id="{F2295C60-7054-4483-95D2-6364CEB4F29F}" type="datetime'''''''''''''''''1'''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t>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43448B5F-1E37-08AF-5562-D2380D74B70D}"/>
              </a:ext>
            </a:extLst>
          </p:cNvPr>
          <p:cNvSpPr txBox="1"/>
          <p:nvPr/>
        </p:nvSpPr>
        <p:spPr>
          <a:xfrm>
            <a:off x="1543850" y="1977749"/>
            <a:ext cx="1140736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Number of RMs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19E9A4CB-EC08-D62F-0D14-C74ACA0D8E88}"/>
              </a:ext>
            </a:extLst>
          </p:cNvPr>
          <p:cNvSpPr txBox="1"/>
          <p:nvPr/>
        </p:nvSpPr>
        <p:spPr>
          <a:xfrm>
            <a:off x="3246569" y="1977749"/>
            <a:ext cx="1617320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Active customers/RM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3D360685-D74F-5BCD-CAA6-34E710684FD4}"/>
              </a:ext>
            </a:extLst>
          </p:cNvPr>
          <p:cNvSpPr txBox="1"/>
          <p:nvPr/>
        </p:nvSpPr>
        <p:spPr>
          <a:xfrm>
            <a:off x="6773287" y="1977749"/>
            <a:ext cx="1967677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Gross income/RM, Mn AZN</a:t>
            </a:r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7131802C-774A-7C9E-43DE-A8E66E80F738}"/>
              </a:ext>
            </a:extLst>
          </p:cNvPr>
          <p:cNvSpPr/>
          <p:nvPr/>
        </p:nvSpPr>
        <p:spPr>
          <a:xfrm>
            <a:off x="2446563" y="2974400"/>
            <a:ext cx="717629" cy="347240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16%</a:t>
            </a:r>
            <a:endParaRPr kumimoji="0" lang="en-US" sz="1200" b="0" i="0" u="none" strike="noStrike" kern="1200" cap="none" spc="0" normalizeH="0" baseline="0" noProof="0" err="1">
              <a:ln>
                <a:noFill/>
              </a:ln>
              <a:solidFill>
                <a:srgbClr val="111918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05" name="Oval 104">
            <a:extLst>
              <a:ext uri="{FF2B5EF4-FFF2-40B4-BE49-F238E27FC236}">
                <a16:creationId xmlns:a16="http://schemas.microsoft.com/office/drawing/2014/main" id="{88B47B7D-EEF1-E9AB-35C5-F1C9905E4B37}"/>
              </a:ext>
            </a:extLst>
          </p:cNvPr>
          <p:cNvSpPr/>
          <p:nvPr/>
        </p:nvSpPr>
        <p:spPr>
          <a:xfrm>
            <a:off x="2446563" y="4238181"/>
            <a:ext cx="717629" cy="347240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9%</a:t>
            </a:r>
            <a:endParaRPr kumimoji="0" lang="en-US" sz="1200" b="0" i="0" u="none" strike="noStrike" kern="1200" cap="none" spc="0" normalizeH="0" baseline="0" noProof="0" err="1">
              <a:ln>
                <a:noFill/>
              </a:ln>
              <a:solidFill>
                <a:srgbClr val="111918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06" name="Oval 105">
            <a:extLst>
              <a:ext uri="{FF2B5EF4-FFF2-40B4-BE49-F238E27FC236}">
                <a16:creationId xmlns:a16="http://schemas.microsoft.com/office/drawing/2014/main" id="{719292DF-6927-0D78-B3D5-44728BA1C14B}"/>
              </a:ext>
            </a:extLst>
          </p:cNvPr>
          <p:cNvSpPr/>
          <p:nvPr/>
        </p:nvSpPr>
        <p:spPr>
          <a:xfrm>
            <a:off x="2446563" y="5537131"/>
            <a:ext cx="717629" cy="347663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52%</a:t>
            </a:r>
            <a:endParaRPr kumimoji="0" lang="en-US" sz="1200" b="0" i="0" u="none" strike="noStrike" kern="1200" cap="none" spc="0" normalizeH="0" baseline="0" noProof="0" err="1">
              <a:ln>
                <a:noFill/>
              </a:ln>
              <a:solidFill>
                <a:srgbClr val="111918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10" name="Oval 109">
            <a:extLst>
              <a:ext uri="{FF2B5EF4-FFF2-40B4-BE49-F238E27FC236}">
                <a16:creationId xmlns:a16="http://schemas.microsoft.com/office/drawing/2014/main" id="{7EB9287E-FA09-401D-FFC8-8A9432C51774}"/>
              </a:ext>
            </a:extLst>
          </p:cNvPr>
          <p:cNvSpPr/>
          <p:nvPr/>
        </p:nvSpPr>
        <p:spPr>
          <a:xfrm>
            <a:off x="5890278" y="2974400"/>
            <a:ext cx="717629" cy="347240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76%</a:t>
            </a:r>
          </a:p>
        </p:txBody>
      </p:sp>
      <p:sp>
        <p:nvSpPr>
          <p:cNvPr id="111" name="Oval 110">
            <a:extLst>
              <a:ext uri="{FF2B5EF4-FFF2-40B4-BE49-F238E27FC236}">
                <a16:creationId xmlns:a16="http://schemas.microsoft.com/office/drawing/2014/main" id="{52F6A652-EE5B-C2DA-63A5-EDB5B1363235}"/>
              </a:ext>
            </a:extLst>
          </p:cNvPr>
          <p:cNvSpPr/>
          <p:nvPr/>
        </p:nvSpPr>
        <p:spPr>
          <a:xfrm>
            <a:off x="5890278" y="4238181"/>
            <a:ext cx="717629" cy="347240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11%</a:t>
            </a:r>
            <a:endParaRPr kumimoji="0" lang="en-US" sz="1200" b="0" i="0" u="none" strike="noStrike" kern="1200" cap="none" spc="0" normalizeH="0" baseline="0" noProof="0" err="1">
              <a:ln>
                <a:noFill/>
              </a:ln>
              <a:solidFill>
                <a:srgbClr val="111918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3A8EFEE9-6F11-065F-9D74-2EBD37C1480E}"/>
              </a:ext>
            </a:extLst>
          </p:cNvPr>
          <p:cNvSpPr/>
          <p:nvPr/>
        </p:nvSpPr>
        <p:spPr>
          <a:xfrm>
            <a:off x="5890278" y="5537131"/>
            <a:ext cx="717629" cy="347663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7%</a:t>
            </a: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D00E2585-A28B-4103-9F58-E050FE2708F2}"/>
              </a:ext>
            </a:extLst>
          </p:cNvPr>
          <p:cNvSpPr/>
          <p:nvPr/>
        </p:nvSpPr>
        <p:spPr>
          <a:xfrm>
            <a:off x="1513327" y="1394768"/>
            <a:ext cx="393539" cy="208342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11918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4C930018-528E-E54A-0179-1EECF64275CA}"/>
              </a:ext>
            </a:extLst>
          </p:cNvPr>
          <p:cNvSpPr txBox="1"/>
          <p:nvPr/>
        </p:nvSpPr>
        <p:spPr>
          <a:xfrm>
            <a:off x="2010188" y="1314272"/>
            <a:ext cx="1637252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Share of segment in total number / portfolio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0BF34D0C-9819-1390-63BC-5018BEFFB5BA}"/>
              </a:ext>
            </a:extLst>
          </p:cNvPr>
          <p:cNvSpPr txBox="1"/>
          <p:nvPr/>
        </p:nvSpPr>
        <p:spPr>
          <a:xfrm>
            <a:off x="9108425" y="2286547"/>
            <a:ext cx="2582005" cy="277768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SME sector is currently over-loaded</a:t>
            </a:r>
            <a:endParaRPr lang="en-US" sz="1200"/>
          </a:p>
          <a:p>
            <a:pPr lvl="2" indent="-226796">
              <a:buClr>
                <a:srgbClr val="111918"/>
              </a:buClr>
              <a:buFont typeface="Wingdings" panose="05000000000000000000" pitchFamily="2" charset="2"/>
              <a:buChar char=""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“mass portfolio” model rather than </a:t>
            </a: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relationship-driven banking</a:t>
            </a:r>
          </a:p>
          <a:p>
            <a:pPr lvl="2" indent="-226796">
              <a:buClr>
                <a:srgbClr val="111918"/>
              </a:buClr>
              <a:buFont typeface="Wingdings" panose="05000000000000000000" pitchFamily="2" charset="2"/>
              <a:buChar char=""/>
            </a:pPr>
            <a:r>
              <a:rPr lang="en-US" sz="1200" b="1"/>
              <a:t>limits cross-sell </a:t>
            </a:r>
            <a:r>
              <a:rPr lang="en-US" sz="1200"/>
              <a:t>and engagement and lowers productivity</a:t>
            </a:r>
          </a:p>
          <a:p>
            <a:pPr lvl="1"/>
            <a:r>
              <a:rPr lang="en-US" sz="1200"/>
              <a:t>Low non-cash lending share in SME and Commercial - potential to expand lending offerings to current clients</a:t>
            </a:r>
          </a:p>
          <a:p>
            <a:pPr lvl="1">
              <a:buClr>
                <a:srgbClr val="111918"/>
              </a:buClr>
            </a:pPr>
            <a:endParaRPr lang="en-US" sz="1200"/>
          </a:p>
          <a:p>
            <a:pPr lvl="1">
              <a:buClr>
                <a:srgbClr val="111918"/>
              </a:buClr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1ABCCFC0-7606-3C9B-ACE2-61E22812F5CF}"/>
              </a:ext>
            </a:extLst>
          </p:cNvPr>
          <p:cNvSpPr/>
          <p:nvPr/>
        </p:nvSpPr>
        <p:spPr>
          <a:xfrm>
            <a:off x="7972286" y="2974400"/>
            <a:ext cx="717629" cy="347240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72%</a:t>
            </a:r>
            <a:endParaRPr kumimoji="0" lang="en-US" sz="1200" b="0" i="0" u="none" strike="noStrike" kern="1200" cap="none" spc="0" normalizeH="0" baseline="0" noProof="0" err="1">
              <a:ln>
                <a:noFill/>
              </a:ln>
              <a:solidFill>
                <a:srgbClr val="111918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4AF652D5-A754-FC10-10E0-2E4645347F95}"/>
              </a:ext>
            </a:extLst>
          </p:cNvPr>
          <p:cNvSpPr/>
          <p:nvPr/>
        </p:nvSpPr>
        <p:spPr>
          <a:xfrm>
            <a:off x="7972286" y="4238181"/>
            <a:ext cx="717629" cy="347240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15%</a:t>
            </a:r>
            <a:endParaRPr kumimoji="0" lang="en-US" sz="1200" b="0" i="0" u="none" strike="noStrike" kern="1200" cap="none" spc="0" normalizeH="0" baseline="0" noProof="0" err="1">
              <a:ln>
                <a:noFill/>
              </a:ln>
              <a:solidFill>
                <a:srgbClr val="111918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49" name="Oval 148">
            <a:extLst>
              <a:ext uri="{FF2B5EF4-FFF2-40B4-BE49-F238E27FC236}">
                <a16:creationId xmlns:a16="http://schemas.microsoft.com/office/drawing/2014/main" id="{64FA449A-E62F-92A1-4DC8-677C5B342D71}"/>
              </a:ext>
            </a:extLst>
          </p:cNvPr>
          <p:cNvSpPr/>
          <p:nvPr/>
        </p:nvSpPr>
        <p:spPr>
          <a:xfrm>
            <a:off x="7972286" y="5537131"/>
            <a:ext cx="717629" cy="347663"/>
          </a:xfrm>
          <a:prstGeom prst="ellipse">
            <a:avLst/>
          </a:prstGeom>
          <a:solidFill>
            <a:schemeClr val="accent1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13%</a:t>
            </a:r>
            <a:endParaRPr kumimoji="0" lang="en-US" sz="1200" b="0" i="0" u="none" strike="noStrike" kern="1200" cap="none" spc="0" normalizeH="0" baseline="0" noProof="0" err="1">
              <a:ln>
                <a:noFill/>
              </a:ln>
              <a:solidFill>
                <a:srgbClr val="111918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151" name="4. Footnote">
            <a:extLst>
              <a:ext uri="{FF2B5EF4-FFF2-40B4-BE49-F238E27FC236}">
                <a16:creationId xmlns:a16="http://schemas.microsoft.com/office/drawing/2014/main" id="{45BFD70D-986E-35BC-2D5A-56A5BED1620D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554736" y="6573862"/>
            <a:ext cx="7918704" cy="123111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marL="203200" marR="0" lvl="0" indent="-2127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1.	SME customer distribution decrease to 282/RM when accounting for RM assistants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27E4E7CA-6462-53ED-C888-BDF9B6CBBF23}"/>
              </a:ext>
            </a:extLst>
          </p:cNvPr>
          <p:cNvSpPr/>
          <p:nvPr>
            <p:custDataLst>
              <p:tags r:id="rId28"/>
            </p:custDataLst>
          </p:nvPr>
        </p:nvSpPr>
        <p:spPr bwMode="auto">
          <a:xfrm>
            <a:off x="6834188" y="1303338"/>
            <a:ext cx="165100" cy="165100"/>
          </a:xfrm>
          <a:prstGeom prst="rect">
            <a:avLst/>
          </a:prstGeom>
          <a:solidFill>
            <a:schemeClr val="accent4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2AF82CEB-C4FD-9691-D50D-989216FD9AA3}"/>
              </a:ext>
            </a:extLst>
          </p:cNvPr>
          <p:cNvSpPr/>
          <p:nvPr>
            <p:custDataLst>
              <p:tags r:id="rId29"/>
            </p:custDataLst>
          </p:nvPr>
        </p:nvSpPr>
        <p:spPr bwMode="auto">
          <a:xfrm>
            <a:off x="6834188" y="1536700"/>
            <a:ext cx="165100" cy="165100"/>
          </a:xfrm>
          <a:prstGeom prst="rect">
            <a:avLst/>
          </a:prstGeom>
          <a:solidFill>
            <a:srgbClr val="74A09B"/>
          </a:solidFill>
          <a:ln w="9525" cap="sq" cmpd="sng" algn="ctr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43" name="Text Placeholder 4">
            <a:extLst>
              <a:ext uri="{FF2B5EF4-FFF2-40B4-BE49-F238E27FC236}">
                <a16:creationId xmlns:a16="http://schemas.microsoft.com/office/drawing/2014/main" id="{C03E2C54-9101-A6CF-3577-0A8ADF1A29A3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auto">
          <a:xfrm>
            <a:off x="7050088" y="1301750"/>
            <a:ext cx="5286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61A3FE67-4968-48CA-BFAF-0C6B31A6F535}" type="datetime'''I''''''n''''''''''t''''''''''''erest'''''''''''''''''">
              <a:rPr lang="en-US" altLang="en-US" sz="12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Interest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sp>
        <p:nvSpPr>
          <p:cNvPr id="3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7050088" y="1535113"/>
            <a:ext cx="8334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C26DD9C8-F2A0-4659-BAD1-DCF0FFC5ADB7}" type="datetime'''N''''o''''''''n''''''''''''-''''inte''r''''''''es''t'''">
              <a:rPr lang="en-US" altLang="en-US" sz="1200" smtClean="0">
                <a:effectLst/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Non-interest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F3322781-A8BB-8175-6E9D-C2BC18FEB599}"/>
              </a:ext>
            </a:extLst>
          </p:cNvPr>
          <p:cNvSpPr txBox="1"/>
          <p:nvPr/>
        </p:nvSpPr>
        <p:spPr>
          <a:xfrm>
            <a:off x="5530009" y="3042020"/>
            <a:ext cx="329185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r"/>
            <a:r>
              <a:rPr lang="en-US" sz="1200"/>
              <a:t>225</a:t>
            </a:r>
          </a:p>
        </p:txBody>
      </p:sp>
      <p:cxnSp>
        <p:nvCxnSpPr>
          <p:cNvPr id="244" name="LineBasicDefault 244">
            <a:extLst>
              <a:ext uri="{FF2B5EF4-FFF2-40B4-BE49-F238E27FC236}">
                <a16:creationId xmlns:a16="http://schemas.microsoft.com/office/drawing/2014/main" id="{E6188B83-8189-F7E0-CB3E-7B89DB9684CF}"/>
              </a:ext>
            </a:extLst>
          </p:cNvPr>
          <p:cNvCxnSpPr>
            <a:cxnSpLocks/>
          </p:cNvCxnSpPr>
          <p:nvPr>
            <p:custDataLst>
              <p:tags r:id="rId32"/>
            </p:custDataLst>
          </p:nvPr>
        </p:nvCxnSpPr>
        <p:spPr>
          <a:xfrm>
            <a:off x="554736" y="2429607"/>
            <a:ext cx="8096895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" name="Rectangle: Rounded Corners 248">
            <a:extLst>
              <a:ext uri="{FF2B5EF4-FFF2-40B4-BE49-F238E27FC236}">
                <a16:creationId xmlns:a16="http://schemas.microsoft.com/office/drawing/2014/main" id="{93BCD5C6-E356-15CF-97DE-747A1F2575A3}"/>
              </a:ext>
            </a:extLst>
          </p:cNvPr>
          <p:cNvSpPr/>
          <p:nvPr/>
        </p:nvSpPr>
        <p:spPr>
          <a:xfrm>
            <a:off x="554736" y="2389036"/>
            <a:ext cx="504000" cy="720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ru-RU" sz="1600" err="1">
              <a:solidFill>
                <a:schemeClr val="bg1"/>
              </a:solidFill>
            </a:endParaRP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749F8DB4-8621-6584-09D9-0CD8BFE6C68D}"/>
              </a:ext>
            </a:extLst>
          </p:cNvPr>
          <p:cNvSpPr txBox="1"/>
          <p:nvPr/>
        </p:nvSpPr>
        <p:spPr>
          <a:xfrm>
            <a:off x="582558" y="2162415"/>
            <a:ext cx="1140736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Segment</a:t>
            </a:r>
          </a:p>
        </p:txBody>
      </p:sp>
      <p:cxnSp>
        <p:nvCxnSpPr>
          <p:cNvPr id="3" name="LineBasicDefault 5">
            <a:extLst>
              <a:ext uri="{FF2B5EF4-FFF2-40B4-BE49-F238E27FC236}">
                <a16:creationId xmlns:a16="http://schemas.microsoft.com/office/drawing/2014/main" id="{BCDDFB13-D8AD-35EA-2E35-4B76D0CD90DE}"/>
              </a:ext>
            </a:extLst>
          </p:cNvPr>
          <p:cNvCxnSpPr>
            <a:cxnSpLocks/>
          </p:cNvCxnSpPr>
          <p:nvPr>
            <p:custDataLst>
              <p:tags r:id="rId33"/>
            </p:custDataLst>
          </p:nvPr>
        </p:nvCxnSpPr>
        <p:spPr>
          <a:xfrm>
            <a:off x="601884" y="3770774"/>
            <a:ext cx="806755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AutoShape 250">
            <a:extLst>
              <a:ext uri="{FF2B5EF4-FFF2-40B4-BE49-F238E27FC236}">
                <a16:creationId xmlns:a16="http://schemas.microsoft.com/office/drawing/2014/main" id="{56D92F98-1A35-91DD-7DB8-2C8EFFB3492B}"/>
              </a:ext>
            </a:extLst>
          </p:cNvPr>
          <p:cNvSpPr>
            <a:spLocks noChangeArrowheads="1"/>
          </p:cNvSpPr>
          <p:nvPr/>
        </p:nvSpPr>
        <p:spPr bwMode="gray">
          <a:xfrm>
            <a:off x="9066655" y="1878416"/>
            <a:ext cx="2630045" cy="264688"/>
          </a:xfrm>
          <a:prstGeom prst="leftRightArrow">
            <a:avLst>
              <a:gd name="adj1" fmla="val 100000"/>
              <a:gd name="adj2" fmla="val 0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18288" anchor="b" anchorCtr="0">
            <a:noAutofit/>
          </a:bodyPr>
          <a:lstStyle/>
          <a:p>
            <a:pPr>
              <a:buNone/>
            </a:pPr>
            <a:r>
              <a:rPr lang="en-US" sz="1200" b="1"/>
              <a:t>Key insights</a:t>
            </a:r>
            <a:endParaRPr lang="ru-RU" sz="1200"/>
          </a:p>
        </p:txBody>
      </p:sp>
      <p:cxnSp>
        <p:nvCxnSpPr>
          <p:cNvPr id="18" name="LineBasicImpact 30">
            <a:extLst>
              <a:ext uri="{FF2B5EF4-FFF2-40B4-BE49-F238E27FC236}">
                <a16:creationId xmlns:a16="http://schemas.microsoft.com/office/drawing/2014/main" id="{07A1FB04-32D9-FF17-A3E4-495BE786D9E6}"/>
              </a:ext>
            </a:extLst>
          </p:cNvPr>
          <p:cNvCxnSpPr>
            <a:cxnSpLocks/>
          </p:cNvCxnSpPr>
          <p:nvPr>
            <p:custDataLst>
              <p:tags r:id="rId34"/>
            </p:custDataLst>
          </p:nvPr>
        </p:nvCxnSpPr>
        <p:spPr>
          <a:xfrm>
            <a:off x="9066655" y="2166254"/>
            <a:ext cx="2630045" cy="0"/>
          </a:xfrm>
          <a:prstGeom prst="straightConnector1">
            <a:avLst/>
          </a:prstGeom>
          <a:ln w="190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4634035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CDD87F-7140-B287-F775-8FA5938E47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2" hidden="1">
            <a:extLst>
              <a:ext uri="{FF2B5EF4-FFF2-40B4-BE49-F238E27FC236}">
                <a16:creationId xmlns:a16="http://schemas.microsoft.com/office/drawing/2014/main" id="{8A9796F3-BDA2-362E-7886-F0CE298380B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405905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5" imgW="606" imgH="608" progId="TCLayout.ActiveDocument.1">
                  <p:embed/>
                </p:oleObj>
              </mc:Choice>
              <mc:Fallback>
                <p:oleObj name="think-cell Slide" r:id="rId25" imgW="606" imgH="608" progId="TCLayout.ActiveDocument.1">
                  <p:embed/>
                  <p:pic>
                    <p:nvPicPr>
                      <p:cNvPr id="5" name="Object 2" hidden="1">
                        <a:extLst>
                          <a:ext uri="{FF2B5EF4-FFF2-40B4-BE49-F238E27FC236}">
                            <a16:creationId xmlns:a16="http://schemas.microsoft.com/office/drawing/2014/main" id="{8A9796F3-BDA2-362E-7886-F0CE298380B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84E1D352-E51C-5145-2C60-98F218B8AE56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04067" y="159809"/>
            <a:ext cx="7918704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pPr marL="457200"/>
            <a:r>
              <a:rPr lang="en-US"/>
              <a:t>There appears to be further utilization opportunity in RMs</a:t>
            </a:r>
          </a:p>
        </p:txBody>
      </p:sp>
      <p:graphicFrame>
        <p:nvGraphicFramePr>
          <p:cNvPr id="145" name="Chart 144">
            <a:extLst>
              <a:ext uri="{FF2B5EF4-FFF2-40B4-BE49-F238E27FC236}">
                <a16:creationId xmlns:a16="http://schemas.microsoft.com/office/drawing/2014/main" id="{81407209-BAE2-C102-C51D-87CCB6E147C0}"/>
              </a:ext>
            </a:extLst>
          </p:cNvPr>
          <p:cNvGraphicFramePr/>
          <p:nvPr>
            <p:custDataLst>
              <p:tags r:id="rId3"/>
            </p:custDataLst>
          </p:nvPr>
        </p:nvGraphicFramePr>
        <p:xfrm>
          <a:off x="1866900" y="1419225"/>
          <a:ext cx="3275013" cy="1817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7"/>
          </a:graphicData>
        </a:graphic>
      </p:graphicFrame>
      <p:graphicFrame>
        <p:nvGraphicFramePr>
          <p:cNvPr id="151" name="Chart 150">
            <a:extLst>
              <a:ext uri="{FF2B5EF4-FFF2-40B4-BE49-F238E27FC236}">
                <a16:creationId xmlns:a16="http://schemas.microsoft.com/office/drawing/2014/main" id="{61F43EC1-4007-84F6-0B47-EE2AC2CE30F6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1866900" y="3073400"/>
          <a:ext cx="3275013" cy="170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8"/>
          </a:graphicData>
        </a:graphic>
      </p:graphicFrame>
      <p:graphicFrame>
        <p:nvGraphicFramePr>
          <p:cNvPr id="150" name="Chart 149">
            <a:extLst>
              <a:ext uri="{FF2B5EF4-FFF2-40B4-BE49-F238E27FC236}">
                <a16:creationId xmlns:a16="http://schemas.microsoft.com/office/drawing/2014/main" id="{47114481-6BF7-3791-EFE9-61D835212501}"/>
              </a:ext>
            </a:extLst>
          </p:cNvPr>
          <p:cNvGraphicFramePr/>
          <p:nvPr>
            <p:custDataLst>
              <p:tags r:id="rId5"/>
            </p:custDataLst>
          </p:nvPr>
        </p:nvGraphicFramePr>
        <p:xfrm>
          <a:off x="1866900" y="4611688"/>
          <a:ext cx="3275013" cy="170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9"/>
          </a:graphicData>
        </a:graphic>
      </p:graphicFrame>
      <p:sp>
        <p:nvSpPr>
          <p:cNvPr id="70" name="Text Placeholder 4">
            <a:extLst>
              <a:ext uri="{FF2B5EF4-FFF2-40B4-BE49-F238E27FC236}">
                <a16:creationId xmlns:a16="http://schemas.microsoft.com/office/drawing/2014/main" id="{A2AD99AE-02C6-F231-089A-BE32849FE81F}"/>
              </a:ext>
            </a:extLst>
          </p:cNvPr>
          <p:cNvSpPr>
            <a:spLocks noGrp="1"/>
          </p:cNvSpPr>
          <p:nvPr>
            <p:custDataLst>
              <p:tags r:id="rId6"/>
            </p:custDataLst>
          </p:nvPr>
        </p:nvSpPr>
        <p:spPr bwMode="auto">
          <a:xfrm>
            <a:off x="2244725" y="6097588"/>
            <a:ext cx="4445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EDDD9C7-37F5-41F3-B615-F0B170F872D5}" type="datetime'V''''''i''''''''''''''''''''''''r''tu''''''a''''l'''''''''">
              <a:rPr lang="en-US" altLang="en-US" sz="12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Virtual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sp>
        <p:nvSpPr>
          <p:cNvPr id="71" name="Text Placeholder 4">
            <a:extLst>
              <a:ext uri="{FF2B5EF4-FFF2-40B4-BE49-F238E27FC236}">
                <a16:creationId xmlns:a16="http://schemas.microsoft.com/office/drawing/2014/main" id="{78E6464A-0CE2-6CEE-C70B-FFD193AE321C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auto">
          <a:xfrm>
            <a:off x="3232150" y="6097588"/>
            <a:ext cx="5445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54E2B92-A280-44FE-8C15-893A0AA01079}" type="datetime'P''h''''''y''''s''''''''i''''''''''''''''''''''''''cal'''''">
              <a:rPr lang="en-US" altLang="en-US" sz="12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Physical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sp>
        <p:nvSpPr>
          <p:cNvPr id="72" name="Text Placeholder 4">
            <a:extLst>
              <a:ext uri="{FF2B5EF4-FFF2-40B4-BE49-F238E27FC236}">
                <a16:creationId xmlns:a16="http://schemas.microsoft.com/office/drawing/2014/main" id="{C93430C3-B007-9B6A-74D3-D0C89B96F56A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4157663" y="6097588"/>
            <a:ext cx="7667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5698637-20C7-4182-B094-FE98688151EA}" type="datetime'''''''B''''e''''n''''''c''''''''''''''''''''''h''''ma''rk'''">
              <a:rPr lang="en-US" altLang="en-US" sz="120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Benchmark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graphicFrame>
        <p:nvGraphicFramePr>
          <p:cNvPr id="184" name="Chart 183">
            <a:extLst>
              <a:ext uri="{FF2B5EF4-FFF2-40B4-BE49-F238E27FC236}">
                <a16:creationId xmlns:a16="http://schemas.microsoft.com/office/drawing/2014/main" id="{AF0A4737-5C9B-0683-0AA6-FBDA32D1420F}"/>
              </a:ext>
            </a:extLst>
          </p:cNvPr>
          <p:cNvGraphicFramePr/>
          <p:nvPr>
            <p:custDataLst>
              <p:tags r:id="rId9"/>
            </p:custDataLst>
          </p:nvPr>
        </p:nvGraphicFramePr>
        <p:xfrm>
          <a:off x="5913438" y="1355725"/>
          <a:ext cx="2643187" cy="18811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0"/>
          </a:graphicData>
        </a:graphic>
      </p:graphicFrame>
      <p:sp>
        <p:nvSpPr>
          <p:cNvPr id="15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5362575" y="1868488"/>
            <a:ext cx="4318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182DBE8A-7B0C-417C-99AD-6632FCBAE1B2}" type="datetime'''V''''''i''''''''''r''''''t''''''''''''''''''''u''''a''l'''''">
              <a:rPr lang="en-US" altLang="en-US" sz="12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Virtual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sp>
        <p:nvSpPr>
          <p:cNvPr id="16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auto">
          <a:xfrm>
            <a:off x="5362575" y="2541588"/>
            <a:ext cx="5318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2A32BBB4-FEEA-4CBB-80C0-252D11F1E435}" type="datetime'''''P''''h''''''y''''s''i''''''''''''ca''''''''''''''''''''l'">
              <a:rPr lang="en-US" altLang="en-US" sz="12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Physical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sp>
        <p:nvSpPr>
          <p:cNvPr id="10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gray">
          <a:xfrm>
            <a:off x="8385175" y="1868488"/>
            <a:ext cx="127000" cy="182563"/>
          </a:xfrm>
          <a:prstGeom prst="rect">
            <a:avLst/>
          </a:prstGeom>
          <a:solidFill>
            <a:srgbClr val="828282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B4C5060-8F0D-406F-A71D-D3B4841F2134}" type="datetime'''''''''''2'''''''''''''''''''''''''''''''''''''''''">
              <a:rPr lang="en-US" altLang="en-US" sz="120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</a:t>
            </a:fld>
            <a:endParaRPr lang="en-US" sz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graphicFrame>
        <p:nvGraphicFramePr>
          <p:cNvPr id="163" name="Chart 162">
            <a:extLst>
              <a:ext uri="{FF2B5EF4-FFF2-40B4-BE49-F238E27FC236}">
                <a16:creationId xmlns:a16="http://schemas.microsoft.com/office/drawing/2014/main" id="{54A4856E-5064-1DAD-40C9-24853C8A07AC}"/>
              </a:ext>
            </a:extLst>
          </p:cNvPr>
          <p:cNvGraphicFramePr/>
          <p:nvPr>
            <p:custDataLst>
              <p:tags r:id="rId13"/>
            </p:custDataLst>
          </p:nvPr>
        </p:nvGraphicFramePr>
        <p:xfrm>
          <a:off x="5913438" y="2892425"/>
          <a:ext cx="2643187" cy="18827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1"/>
          </a:graphicData>
        </a:graphic>
      </p:graphicFrame>
      <p:sp>
        <p:nvSpPr>
          <p:cNvPr id="237" name="Text Placeholder 4">
            <a:extLst>
              <a:ext uri="{FF2B5EF4-FFF2-40B4-BE49-F238E27FC236}">
                <a16:creationId xmlns:a16="http://schemas.microsoft.com/office/drawing/2014/main" id="{21356DB9-D4A5-8965-4DCF-FBA15612AD0F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auto">
          <a:xfrm>
            <a:off x="5362575" y="3405188"/>
            <a:ext cx="4318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BABE98EC-7C6C-4BF8-86CC-95A40128D043}" type="datetime'''Vi''''''''''''''''''''''''''''rt''''u''''''''''''''a''l'''''">
              <a:rPr lang="en-US" altLang="en-US" sz="12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Virtual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sp>
        <p:nvSpPr>
          <p:cNvPr id="238" name="Text Placeholder 4">
            <a:extLst>
              <a:ext uri="{FF2B5EF4-FFF2-40B4-BE49-F238E27FC236}">
                <a16:creationId xmlns:a16="http://schemas.microsoft.com/office/drawing/2014/main" id="{CA7F062F-B1A4-2840-AE01-08E21A2E652C}"/>
              </a:ext>
            </a:extLst>
          </p:cNvPr>
          <p:cNvSpPr>
            <a:spLocks noGrp="1"/>
          </p:cNvSpPr>
          <p:nvPr>
            <p:custDataLst>
              <p:tags r:id="rId15"/>
            </p:custDataLst>
          </p:nvPr>
        </p:nvSpPr>
        <p:spPr bwMode="auto">
          <a:xfrm>
            <a:off x="5362575" y="4079875"/>
            <a:ext cx="5318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65575F6D-2798-4914-84AB-4025AC0EA6A3}" type="datetime'''''''P''''h''''y''''''''''si''''''c''''''''a''''''''''''l'">
              <a:rPr lang="en-US" altLang="en-US" sz="12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Physical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graphicFrame>
        <p:nvGraphicFramePr>
          <p:cNvPr id="165" name="Chart 164">
            <a:extLst>
              <a:ext uri="{FF2B5EF4-FFF2-40B4-BE49-F238E27FC236}">
                <a16:creationId xmlns:a16="http://schemas.microsoft.com/office/drawing/2014/main" id="{E36665C8-3142-7186-9737-DEFEE1453349}"/>
              </a:ext>
            </a:extLst>
          </p:cNvPr>
          <p:cNvGraphicFramePr/>
          <p:nvPr>
            <p:custDataLst>
              <p:tags r:id="rId16"/>
            </p:custDataLst>
          </p:nvPr>
        </p:nvGraphicFramePr>
        <p:xfrm>
          <a:off x="5913438" y="4429125"/>
          <a:ext cx="2643187" cy="21050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2"/>
          </a:graphicData>
        </a:graphic>
      </p:graphicFrame>
      <p:sp>
        <p:nvSpPr>
          <p:cNvPr id="248" name="Text Placeholder 4">
            <a:extLst>
              <a:ext uri="{FF2B5EF4-FFF2-40B4-BE49-F238E27FC236}">
                <a16:creationId xmlns:a16="http://schemas.microsoft.com/office/drawing/2014/main" id="{C382AE37-D5BC-FAA8-4EF3-6750F5904896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auto">
          <a:xfrm>
            <a:off x="5362575" y="4997450"/>
            <a:ext cx="4318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4D7E8303-CEFC-4664-9058-4A9982409AED}" type="datetime'V''''''''i''''''''''''''r''''t''''''''''''ua''''l'''''">
              <a:rPr lang="en-US" altLang="en-US" sz="12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Virtual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sp>
        <p:nvSpPr>
          <p:cNvPr id="249" name="Text Placeholder 4">
            <a:extLst>
              <a:ext uri="{FF2B5EF4-FFF2-40B4-BE49-F238E27FC236}">
                <a16:creationId xmlns:a16="http://schemas.microsoft.com/office/drawing/2014/main" id="{96E893C7-D9D7-7B76-D7E7-4791B8E0D378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auto">
          <a:xfrm>
            <a:off x="5362575" y="5783263"/>
            <a:ext cx="5318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42CC2138-0437-472D-AA3B-92CD30424637}" type="datetime'Ph''y''''s''''i''''''''''''''''''''''cal'''''''''''''''''''''">
              <a:rPr lang="en-US" altLang="en-US" sz="1200" smtClean="0">
                <a:latin typeface="+mn-lt"/>
                <a:ea typeface="+mn-ea"/>
                <a:cs typeface="+mn-cs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Physical</a:t>
            </a:fld>
            <a:endParaRPr lang="en-US" sz="1200">
              <a:latin typeface="+mn-lt"/>
              <a:ea typeface="+mn-ea"/>
              <a:cs typeface="+mn-cs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08E14991-5CFA-5EE5-A9E3-33FA67ED3361}"/>
              </a:ext>
            </a:extLst>
          </p:cNvPr>
          <p:cNvCxnSpPr>
            <a:cxnSpLocks/>
          </p:cNvCxnSpPr>
          <p:nvPr/>
        </p:nvCxnSpPr>
        <p:spPr>
          <a:xfrm>
            <a:off x="554736" y="1527719"/>
            <a:ext cx="7918704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reyLineSeparatorDefault 13">
            <a:extLst>
              <a:ext uri="{FF2B5EF4-FFF2-40B4-BE49-F238E27FC236}">
                <a16:creationId xmlns:a16="http://schemas.microsoft.com/office/drawing/2014/main" id="{896FE18F-9998-3C48-ECE8-63F6EE0436A4}"/>
              </a:ext>
            </a:extLst>
          </p:cNvPr>
          <p:cNvCxnSpPr>
            <a:cxnSpLocks/>
          </p:cNvCxnSpPr>
          <p:nvPr>
            <p:custDataLst>
              <p:tags r:id="rId19"/>
            </p:custDataLst>
          </p:nvPr>
        </p:nvCxnSpPr>
        <p:spPr>
          <a:xfrm>
            <a:off x="1053184" y="3064837"/>
            <a:ext cx="4005524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reyLineSeparatorDefault 13">
            <a:extLst>
              <a:ext uri="{FF2B5EF4-FFF2-40B4-BE49-F238E27FC236}">
                <a16:creationId xmlns:a16="http://schemas.microsoft.com/office/drawing/2014/main" id="{2BF1C3B7-D108-4754-1EA1-48E7EA9BC72C}"/>
              </a:ext>
            </a:extLst>
          </p:cNvPr>
          <p:cNvCxnSpPr>
            <a:cxnSpLocks/>
          </p:cNvCxnSpPr>
          <p:nvPr>
            <p:custDataLst>
              <p:tags r:id="rId20"/>
            </p:custDataLst>
          </p:nvPr>
        </p:nvCxnSpPr>
        <p:spPr>
          <a:xfrm>
            <a:off x="1053184" y="4601955"/>
            <a:ext cx="4005524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0E9EDF3-EEED-02CA-4161-5F09FC837172}"/>
              </a:ext>
            </a:extLst>
          </p:cNvPr>
          <p:cNvCxnSpPr>
            <a:cxnSpLocks/>
          </p:cNvCxnSpPr>
          <p:nvPr/>
        </p:nvCxnSpPr>
        <p:spPr>
          <a:xfrm>
            <a:off x="5211139" y="1621908"/>
            <a:ext cx="0" cy="4645385"/>
          </a:xfrm>
          <a:prstGeom prst="line">
            <a:avLst/>
          </a:prstGeom>
          <a:ln w="12700" cap="flat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A78C3236-0DA0-8C30-8F25-7152F2833B58}"/>
              </a:ext>
            </a:extLst>
          </p:cNvPr>
          <p:cNvSpPr txBox="1">
            <a:spLocks/>
          </p:cNvSpPr>
          <p:nvPr/>
        </p:nvSpPr>
        <p:spPr>
          <a:xfrm>
            <a:off x="1053184" y="3159026"/>
            <a:ext cx="743223" cy="1348740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>
                <a:latin typeface="+mn-lt"/>
                <a:ea typeface="+mn-ea"/>
                <a:cs typeface="+mn-cs"/>
              </a:rPr>
              <a:t>Small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9061EE4F-986B-2B2A-04CC-9C13B3CEFD96}"/>
              </a:ext>
            </a:extLst>
          </p:cNvPr>
          <p:cNvCxnSpPr>
            <a:cxnSpLocks/>
          </p:cNvCxnSpPr>
          <p:nvPr/>
        </p:nvCxnSpPr>
        <p:spPr>
          <a:xfrm>
            <a:off x="9116326" y="1527719"/>
            <a:ext cx="2520938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DBF732AF-EC69-7D8E-ADD1-85DB088EC053}"/>
              </a:ext>
            </a:extLst>
          </p:cNvPr>
          <p:cNvSpPr txBox="1">
            <a:spLocks/>
          </p:cNvSpPr>
          <p:nvPr/>
        </p:nvSpPr>
        <p:spPr>
          <a:xfrm>
            <a:off x="9116326" y="1265979"/>
            <a:ext cx="2520938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>
                <a:latin typeface="+mn-lt"/>
                <a:ea typeface="+mn-ea"/>
                <a:cs typeface="Arial" panose="020B0604020202020204" pitchFamily="34" charset="0"/>
              </a:rPr>
              <a:t>Key insights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87DF94D-DAF2-F9F7-C9ED-62687CFFBD7F}"/>
              </a:ext>
            </a:extLst>
          </p:cNvPr>
          <p:cNvSpPr txBox="1">
            <a:spLocks/>
          </p:cNvSpPr>
          <p:nvPr/>
        </p:nvSpPr>
        <p:spPr>
          <a:xfrm>
            <a:off x="5363570" y="1265979"/>
            <a:ext cx="3109870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AU" b="1">
                <a:latin typeface="+mn-lt"/>
                <a:ea typeface="+mn-ea"/>
                <a:cs typeface="Arial" panose="020B0604020202020204" pitchFamily="34" charset="0"/>
              </a:rPr>
              <a:t>Activity by RM, </a:t>
            </a:r>
            <a:r>
              <a:rPr lang="en-AU" sz="1200">
                <a:latin typeface="+mn-lt"/>
                <a:ea typeface="+mn-ea"/>
                <a:cs typeface="Arial" panose="020B0604020202020204" pitchFamily="34" charset="0"/>
              </a:rPr>
              <a:t>% of total customers</a:t>
            </a:r>
            <a:endParaRPr lang="en-US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E219ECA-33CA-27E9-817B-E3E32DE9C6F3}"/>
              </a:ext>
            </a:extLst>
          </p:cNvPr>
          <p:cNvSpPr txBox="1">
            <a:spLocks/>
          </p:cNvSpPr>
          <p:nvPr/>
        </p:nvSpPr>
        <p:spPr>
          <a:xfrm>
            <a:off x="1948838" y="1265979"/>
            <a:ext cx="3109870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AU" b="1">
                <a:latin typeface="+mn-lt"/>
                <a:ea typeface="+mn-ea"/>
                <a:cs typeface="Arial" panose="020B0604020202020204" pitchFamily="34" charset="0"/>
              </a:rPr>
              <a:t>Revenue by RM, </a:t>
            </a:r>
            <a:r>
              <a:rPr lang="en-AU" sz="1200">
                <a:latin typeface="+mn-lt"/>
                <a:ea typeface="+mn-ea"/>
                <a:cs typeface="Arial" panose="020B0604020202020204" pitchFamily="34" charset="0"/>
              </a:rPr>
              <a:t>AZN K</a:t>
            </a:r>
            <a:endParaRPr lang="en-US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788BD4B-D5E0-9EC1-697C-6E8740B2BA9F}"/>
              </a:ext>
            </a:extLst>
          </p:cNvPr>
          <p:cNvSpPr txBox="1">
            <a:spLocks/>
          </p:cNvSpPr>
          <p:nvPr/>
        </p:nvSpPr>
        <p:spPr>
          <a:xfrm>
            <a:off x="1053184" y="4696143"/>
            <a:ext cx="743223" cy="1348740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>
                <a:latin typeface="+mn-lt"/>
                <a:ea typeface="+mn-ea"/>
                <a:cs typeface="+mn-cs"/>
              </a:rPr>
              <a:t>Micro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060A352-1821-D9F8-DA96-11853F0C9B03}"/>
              </a:ext>
            </a:extLst>
          </p:cNvPr>
          <p:cNvSpPr txBox="1">
            <a:spLocks/>
          </p:cNvSpPr>
          <p:nvPr/>
        </p:nvSpPr>
        <p:spPr>
          <a:xfrm>
            <a:off x="1053184" y="1621908"/>
            <a:ext cx="743223" cy="1348740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>
                <a:latin typeface="+mn-lt"/>
                <a:ea typeface="+mn-ea"/>
                <a:cs typeface="+mn-cs"/>
              </a:rPr>
              <a:t>Medium</a:t>
            </a:r>
          </a:p>
        </p:txBody>
      </p:sp>
      <p:cxnSp>
        <p:nvCxnSpPr>
          <p:cNvPr id="154" name="GreyLineSeparatorDefault 13">
            <a:extLst>
              <a:ext uri="{FF2B5EF4-FFF2-40B4-BE49-F238E27FC236}">
                <a16:creationId xmlns:a16="http://schemas.microsoft.com/office/drawing/2014/main" id="{0C825C25-C518-9CDF-D73C-8366833E6967}"/>
              </a:ext>
            </a:extLst>
          </p:cNvPr>
          <p:cNvCxnSpPr>
            <a:cxnSpLocks/>
          </p:cNvCxnSpPr>
          <p:nvPr>
            <p:custDataLst>
              <p:tags r:id="rId21"/>
            </p:custDataLst>
          </p:nvPr>
        </p:nvCxnSpPr>
        <p:spPr>
          <a:xfrm>
            <a:off x="5363570" y="3064837"/>
            <a:ext cx="310987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GreyLineSeparatorDefault 13">
            <a:extLst>
              <a:ext uri="{FF2B5EF4-FFF2-40B4-BE49-F238E27FC236}">
                <a16:creationId xmlns:a16="http://schemas.microsoft.com/office/drawing/2014/main" id="{3CB68607-1491-F338-E12D-B69FDF8C222F}"/>
              </a:ext>
            </a:extLst>
          </p:cNvPr>
          <p:cNvCxnSpPr>
            <a:cxnSpLocks/>
          </p:cNvCxnSpPr>
          <p:nvPr>
            <p:custDataLst>
              <p:tags r:id="rId22"/>
            </p:custDataLst>
          </p:nvPr>
        </p:nvCxnSpPr>
        <p:spPr>
          <a:xfrm>
            <a:off x="5363570" y="4601955"/>
            <a:ext cx="3109870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AEE17406-4396-0910-DBB9-7BA9C7FB22C1}"/>
              </a:ext>
            </a:extLst>
          </p:cNvPr>
          <p:cNvGrpSpPr/>
          <p:nvPr/>
        </p:nvGrpSpPr>
        <p:grpSpPr>
          <a:xfrm>
            <a:off x="7677047" y="989374"/>
            <a:ext cx="796394" cy="184666"/>
            <a:chOff x="6905625" y="941692"/>
            <a:chExt cx="796394" cy="18466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3D3FAC36-08F0-5CE0-C83A-BF2B64C11B54}"/>
                </a:ext>
              </a:extLst>
            </p:cNvPr>
            <p:cNvSpPr/>
            <p:nvPr/>
          </p:nvSpPr>
          <p:spPr>
            <a:xfrm>
              <a:off x="6905625" y="962025"/>
              <a:ext cx="144000" cy="144000"/>
            </a:xfrm>
            <a:prstGeom prst="rect">
              <a:avLst/>
            </a:prstGeom>
            <a:solidFill>
              <a:srgbClr val="82828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99D6918B-5940-E746-5E04-CD3DE5E4D0E6}"/>
                </a:ext>
              </a:extLst>
            </p:cNvPr>
            <p:cNvSpPr txBox="1">
              <a:spLocks/>
            </p:cNvSpPr>
            <p:nvPr/>
          </p:nvSpPr>
          <p:spPr>
            <a:xfrm>
              <a:off x="7163795" y="941692"/>
              <a:ext cx="538224" cy="184666"/>
            </a:xfrm>
            <a:prstGeom prst="rect">
              <a:avLst/>
            </a:prstGeom>
          </p:spPr>
          <p:txBody>
            <a:bodyPr vert="horz" wrap="none" lIns="0" tIns="0" rIns="0" bIns="0" rtlCol="0" anchor="b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AU" sz="1200">
                  <a:latin typeface="+mn-lt"/>
                  <a:ea typeface="+mn-ea"/>
                  <a:cs typeface="Arial" panose="020B0604020202020204" pitchFamily="34" charset="0"/>
                </a:rPr>
                <a:t>Inactive</a:t>
              </a:r>
              <a:endParaRPr lang="en-US" sz="1200">
                <a:latin typeface="+mn-lt"/>
                <a:ea typeface="+mn-ea"/>
                <a:cs typeface="Arial" panose="020B0604020202020204" pitchFamily="34" charset="0"/>
              </a:endParaRPr>
            </a:p>
          </p:txBody>
        </p:sp>
      </p:grpSp>
      <p:cxnSp>
        <p:nvCxnSpPr>
          <p:cNvPr id="11" name="GreyLineSeparatorDefault 238">
            <a:extLst>
              <a:ext uri="{FF2B5EF4-FFF2-40B4-BE49-F238E27FC236}">
                <a16:creationId xmlns:a16="http://schemas.microsoft.com/office/drawing/2014/main" id="{37A384DC-F53E-6372-CA47-881AC339FD94}"/>
              </a:ext>
            </a:extLst>
          </p:cNvPr>
          <p:cNvCxnSpPr>
            <a:cxnSpLocks/>
          </p:cNvCxnSpPr>
          <p:nvPr>
            <p:custDataLst>
              <p:tags r:id="rId23"/>
            </p:custDataLst>
          </p:nvPr>
        </p:nvCxnSpPr>
        <p:spPr>
          <a:xfrm>
            <a:off x="554736" y="6436566"/>
            <a:ext cx="7913649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97E9F88-8D2C-DB99-8874-BD9854EB5020}"/>
              </a:ext>
            </a:extLst>
          </p:cNvPr>
          <p:cNvCxnSpPr>
            <a:cxnSpLocks/>
          </p:cNvCxnSpPr>
          <p:nvPr/>
        </p:nvCxnSpPr>
        <p:spPr>
          <a:xfrm>
            <a:off x="9113850" y="6436566"/>
            <a:ext cx="2520938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3E95C045-7E30-D878-FE5A-D3930460E0B4}"/>
              </a:ext>
            </a:extLst>
          </p:cNvPr>
          <p:cNvSpPr txBox="1">
            <a:spLocks/>
          </p:cNvSpPr>
          <p:nvPr/>
        </p:nvSpPr>
        <p:spPr>
          <a:xfrm>
            <a:off x="9070085" y="1706563"/>
            <a:ext cx="2567177" cy="325473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buClr>
                <a:srgbClr val="111918"/>
              </a:buClr>
              <a:defRPr/>
            </a:pPr>
            <a:r>
              <a:rPr lang="en-US" sz="1200"/>
              <a:t>While virtual coverage generates ~10x less revenue than physical indicating that virtual channels are serving under-monetized or lower-tier accounts</a:t>
            </a:r>
          </a:p>
          <a:p>
            <a:pPr lvl="1">
              <a:buClr>
                <a:srgbClr val="111918"/>
              </a:buClr>
              <a:defRPr/>
            </a:pPr>
            <a:r>
              <a:rPr lang="en-US" sz="1200"/>
              <a:t>Both physical and virtual RMs in the Small segment fail to reach despite having very high customer activity rates , signaling a </a:t>
            </a:r>
            <a:r>
              <a:rPr lang="en-US" sz="1200" b="1"/>
              <a:t>pricing or product penetration challenge</a:t>
            </a:r>
            <a:r>
              <a:rPr lang="en-US" sz="1200"/>
              <a:t> rather than an engagement issue</a:t>
            </a:r>
          </a:p>
          <a:p>
            <a:pPr lvl="1">
              <a:buClr>
                <a:srgbClr val="111918"/>
              </a:buClr>
              <a:defRPr/>
            </a:pPr>
            <a:r>
              <a:rPr lang="en-US" sz="1200"/>
              <a:t>High-cost physical RMs are deployed to low-yield customers, generating 3x less revenue than virtual RMs</a:t>
            </a:r>
          </a:p>
          <a:p>
            <a:pPr lvl="1">
              <a:buClr>
                <a:srgbClr val="111918"/>
              </a:buClr>
              <a:defRPr/>
            </a:pP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328649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619C0F-9A34-BA06-D173-66F7BB8965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2" hidden="1">
            <a:extLst>
              <a:ext uri="{FF2B5EF4-FFF2-40B4-BE49-F238E27FC236}">
                <a16:creationId xmlns:a16="http://schemas.microsoft.com/office/drawing/2014/main" id="{253D3CF4-2DCA-F252-2AD0-827C39A7365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7314536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484" imgH="486" progId="TCLayout.ActiveDocument.1">
                  <p:embed/>
                </p:oleObj>
              </mc:Choice>
              <mc:Fallback>
                <p:oleObj name="think-cell Slide" r:id="rId19" imgW="484" imgH="486" progId="TCLayout.ActiveDocument.1">
                  <p:embed/>
                  <p:pic>
                    <p:nvPicPr>
                      <p:cNvPr id="8" name="Object 2" hidden="1">
                        <a:extLst>
                          <a:ext uri="{FF2B5EF4-FFF2-40B4-BE49-F238E27FC236}">
                            <a16:creationId xmlns:a16="http://schemas.microsoft.com/office/drawing/2014/main" id="{253D3CF4-2DCA-F252-2AD0-827C39A7365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5. Source">
            <a:extLst>
              <a:ext uri="{FF2B5EF4-FFF2-40B4-BE49-F238E27FC236}">
                <a16:creationId xmlns:a16="http://schemas.microsoft.com/office/drawing/2014/main" id="{54BE0AFF-FF50-CC8C-DBC7-F045F806E452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554736" y="6514142"/>
            <a:ext cx="7918704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en-US"/>
            </a:defPPr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80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 rtl="0"/>
            <a:r>
              <a:rPr lang="en-US" sz="800">
                <a:solidFill>
                  <a:schemeClr val="tx1"/>
                </a:solidFill>
              </a:rPr>
              <a:t>Source</a:t>
            </a:r>
            <a:r>
              <a:rPr lang="en-US" sz="800"/>
              <a:t>: </a:t>
            </a:r>
            <a:r>
              <a:rPr lang="en-US"/>
              <a:t>PASHA Bank</a:t>
            </a:r>
            <a:endParaRPr lang="en-US" sz="8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AFE91F90-F428-EEDB-87B1-7D184FE9097A}"/>
              </a:ext>
            </a:extLst>
          </p:cNvPr>
          <p:cNvSpPr txBox="1">
            <a:spLocks/>
          </p:cNvSpPr>
          <p:nvPr/>
        </p:nvSpPr>
        <p:spPr>
          <a:xfrm>
            <a:off x="7886856" y="1857666"/>
            <a:ext cx="586583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Micro</a:t>
            </a:r>
            <a:endParaRPr lang="en-GB" sz="1200" i="1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6D29E22-4AA4-B7E0-106C-737AA1DEE32C}"/>
              </a:ext>
            </a:extLst>
          </p:cNvPr>
          <p:cNvSpPr txBox="1"/>
          <p:nvPr/>
        </p:nvSpPr>
        <p:spPr>
          <a:xfrm>
            <a:off x="2352667" y="1611445"/>
            <a:ext cx="586583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/>
              <a:t>NBI, </a:t>
            </a:r>
            <a:r>
              <a:rPr lang="en-US" i="1"/>
              <a:t>k AZN</a:t>
            </a:r>
            <a:endParaRPr lang="en-GB" i="1"/>
          </a:p>
        </p:txBody>
      </p:sp>
      <p:sp>
        <p:nvSpPr>
          <p:cNvPr id="12" name="2. Slide Title">
            <a:extLst>
              <a:ext uri="{FF2B5EF4-FFF2-40B4-BE49-F238E27FC236}">
                <a16:creationId xmlns:a16="http://schemas.microsoft.com/office/drawing/2014/main" id="{83F958F0-5561-705F-64DD-FE393FCE80A0}"/>
              </a:ext>
            </a:extLst>
          </p:cNvPr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92863" y="265644"/>
            <a:ext cx="8600467" cy="677108"/>
          </a:xfrm>
        </p:spPr>
        <p:txBody>
          <a:bodyPr vert="horz"/>
          <a:lstStyle/>
          <a:p>
            <a:pPr marL="461963"/>
            <a:r>
              <a:rPr lang="en-US"/>
              <a:t>Revenue diversification is most limited in the higher NBI sectors</a:t>
            </a:r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8157B5A-F4BA-EF1D-C4BA-BB90ABF9CFE0}"/>
              </a:ext>
            </a:extLst>
          </p:cNvPr>
          <p:cNvSpPr txBox="1">
            <a:spLocks/>
          </p:cNvSpPr>
          <p:nvPr/>
        </p:nvSpPr>
        <p:spPr>
          <a:xfrm>
            <a:off x="9119860" y="1434555"/>
            <a:ext cx="2520451" cy="246221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/>
              <a:t>…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CA1E409-228C-33DD-DC09-9B6BCC116A57}"/>
              </a:ext>
            </a:extLst>
          </p:cNvPr>
          <p:cNvSpPr txBox="1"/>
          <p:nvPr/>
        </p:nvSpPr>
        <p:spPr>
          <a:xfrm>
            <a:off x="9119860" y="1461909"/>
            <a:ext cx="2520451" cy="215444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400" b="1"/>
              <a:t>Key Insights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9DCD3CF-8A27-1DAE-84A9-C3771DCB3DDD}"/>
              </a:ext>
            </a:extLst>
          </p:cNvPr>
          <p:cNvCxnSpPr>
            <a:cxnSpLocks/>
          </p:cNvCxnSpPr>
          <p:nvPr/>
        </p:nvCxnSpPr>
        <p:spPr>
          <a:xfrm>
            <a:off x="9119860" y="1715771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2F31890-698B-B632-81C4-215CD958214E}"/>
              </a:ext>
            </a:extLst>
          </p:cNvPr>
          <p:cNvCxnSpPr>
            <a:cxnSpLocks/>
          </p:cNvCxnSpPr>
          <p:nvPr/>
        </p:nvCxnSpPr>
        <p:spPr>
          <a:xfrm>
            <a:off x="9119860" y="6108700"/>
            <a:ext cx="2520450" cy="0"/>
          </a:xfrm>
          <a:prstGeom prst="line">
            <a:avLst/>
          </a:prstGeom>
          <a:ln w="1270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LineBasicStrong 44">
            <a:extLst>
              <a:ext uri="{FF2B5EF4-FFF2-40B4-BE49-F238E27FC236}">
                <a16:creationId xmlns:a16="http://schemas.microsoft.com/office/drawing/2014/main" id="{C5A82A27-CCBA-BC15-A2C1-6203ADACD7A8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54736" y="2074252"/>
            <a:ext cx="791870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TextBox 213">
            <a:extLst>
              <a:ext uri="{FF2B5EF4-FFF2-40B4-BE49-F238E27FC236}">
                <a16:creationId xmlns:a16="http://schemas.microsoft.com/office/drawing/2014/main" id="{655CAF85-0570-99F8-81F4-39A55CB1FF3C}"/>
              </a:ext>
            </a:extLst>
          </p:cNvPr>
          <p:cNvSpPr txBox="1">
            <a:spLocks/>
          </p:cNvSpPr>
          <p:nvPr/>
        </p:nvSpPr>
        <p:spPr>
          <a:xfrm>
            <a:off x="7237935" y="1857666"/>
            <a:ext cx="586583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Small</a:t>
            </a:r>
            <a:endParaRPr lang="en-GB" sz="1200" i="1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DF6BFE53-3EF2-0237-2C29-4F7C2699BC4F}"/>
              </a:ext>
            </a:extLst>
          </p:cNvPr>
          <p:cNvSpPr txBox="1">
            <a:spLocks/>
          </p:cNvSpPr>
          <p:nvPr/>
        </p:nvSpPr>
        <p:spPr>
          <a:xfrm>
            <a:off x="6589019" y="1857666"/>
            <a:ext cx="586583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Med.</a:t>
            </a:r>
            <a:endParaRPr lang="en-GB" sz="1200" i="1"/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49763033-C8C7-088E-8139-BDB9398CFF1C}"/>
              </a:ext>
            </a:extLst>
          </p:cNvPr>
          <p:cNvSpPr txBox="1">
            <a:spLocks/>
          </p:cNvSpPr>
          <p:nvPr/>
        </p:nvSpPr>
        <p:spPr>
          <a:xfrm>
            <a:off x="5940103" y="1857666"/>
            <a:ext cx="586583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b="1" err="1"/>
              <a:t>Bmk</a:t>
            </a:r>
            <a:r>
              <a:rPr lang="en-US" sz="1200" b="1"/>
              <a:t>.</a:t>
            </a:r>
            <a:endParaRPr lang="en-GB" sz="1200"/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82207E3D-BA9D-A5B5-0730-B8325A25EC76}"/>
              </a:ext>
            </a:extLst>
          </p:cNvPr>
          <p:cNvSpPr txBox="1">
            <a:spLocks/>
          </p:cNvSpPr>
          <p:nvPr/>
        </p:nvSpPr>
        <p:spPr>
          <a:xfrm>
            <a:off x="5119765" y="1857666"/>
            <a:ext cx="586583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Micro</a:t>
            </a:r>
            <a:endParaRPr lang="en-GB" sz="1200" i="1"/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242723F3-8D25-B734-BFEB-72D71B50D52E}"/>
              </a:ext>
            </a:extLst>
          </p:cNvPr>
          <p:cNvSpPr txBox="1">
            <a:spLocks/>
          </p:cNvSpPr>
          <p:nvPr/>
        </p:nvSpPr>
        <p:spPr>
          <a:xfrm>
            <a:off x="4470844" y="1857666"/>
            <a:ext cx="586583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Small</a:t>
            </a:r>
            <a:endParaRPr lang="en-GB" sz="1200" i="1"/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6E26B02A-9C54-F331-FB6E-8BF173E10FBE}"/>
              </a:ext>
            </a:extLst>
          </p:cNvPr>
          <p:cNvSpPr txBox="1">
            <a:spLocks/>
          </p:cNvSpPr>
          <p:nvPr/>
        </p:nvSpPr>
        <p:spPr>
          <a:xfrm>
            <a:off x="3821928" y="1857666"/>
            <a:ext cx="586583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Med.</a:t>
            </a:r>
            <a:endParaRPr lang="en-GB" sz="1200" i="1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4567D245-3F13-A9A6-890D-48169D77D898}"/>
              </a:ext>
            </a:extLst>
          </p:cNvPr>
          <p:cNvSpPr txBox="1">
            <a:spLocks/>
          </p:cNvSpPr>
          <p:nvPr/>
        </p:nvSpPr>
        <p:spPr>
          <a:xfrm>
            <a:off x="3173012" y="1857666"/>
            <a:ext cx="586583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b="1" err="1"/>
              <a:t>Bmk</a:t>
            </a:r>
            <a:r>
              <a:rPr lang="en-US" sz="1200" b="1"/>
              <a:t>.</a:t>
            </a:r>
            <a:endParaRPr lang="en-GB" sz="1200"/>
          </a:p>
        </p:txBody>
      </p: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72E7913C-42BB-475F-7D66-F6A178D3D234}"/>
              </a:ext>
            </a:extLst>
          </p:cNvPr>
          <p:cNvGrpSpPr/>
          <p:nvPr/>
        </p:nvGrpSpPr>
        <p:grpSpPr>
          <a:xfrm>
            <a:off x="3173012" y="1290644"/>
            <a:ext cx="5300428" cy="425127"/>
            <a:chOff x="3173012" y="1371253"/>
            <a:chExt cx="5300428" cy="425127"/>
          </a:xfrm>
        </p:grpSpPr>
        <p:cxnSp>
          <p:nvCxnSpPr>
            <p:cNvPr id="47" name="LineBasicStrong 44">
              <a:extLst>
                <a:ext uri="{FF2B5EF4-FFF2-40B4-BE49-F238E27FC236}">
                  <a16:creationId xmlns:a16="http://schemas.microsoft.com/office/drawing/2014/main" id="{10D31F50-E9B1-E5A4-809C-42D7B8CDCF6C}"/>
                </a:ext>
              </a:extLst>
            </p:cNvPr>
            <p:cNvCxnSpPr>
              <a:cxnSpLocks/>
            </p:cNvCxnSpPr>
            <p:nvPr>
              <p:custDataLst>
                <p:tags r:id="rId15"/>
              </p:custDataLst>
            </p:nvPr>
          </p:nvCxnSpPr>
          <p:spPr>
            <a:xfrm>
              <a:off x="3173018" y="1796380"/>
              <a:ext cx="2533325" cy="0"/>
            </a:xfrm>
            <a:prstGeom prst="straightConnector1">
              <a:avLst/>
            </a:prstGeom>
            <a:ln w="12700" cap="sq">
              <a:solidFill>
                <a:schemeClr val="bg1">
                  <a:lumMod val="65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7D19285E-FE65-4A43-ACAF-DA435F1F5889}"/>
                </a:ext>
              </a:extLst>
            </p:cNvPr>
            <p:cNvSpPr txBox="1">
              <a:spLocks/>
            </p:cNvSpPr>
            <p:nvPr/>
          </p:nvSpPr>
          <p:spPr>
            <a:xfrm>
              <a:off x="3173012" y="1371253"/>
              <a:ext cx="2533325" cy="369332"/>
            </a:xfrm>
            <a:prstGeom prst="rect">
              <a:avLst/>
            </a:prstGeom>
          </p:spPr>
          <p:txBody>
            <a:bodyPr vert="horz" wrap="square" lIns="0" tIns="0" rIns="0" bIns="0" rtlCol="0" anchor="b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 b="1"/>
                <a:t>Cross-sell ratio, </a:t>
              </a:r>
              <a:r>
                <a:rPr lang="en-US" sz="1200" i="1"/>
                <a:t># of product holding per active customer</a:t>
              </a:r>
              <a:r>
                <a:rPr lang="en-US" sz="1200" b="1"/>
                <a:t> </a:t>
              </a:r>
              <a:endParaRPr lang="en-GB" sz="1200"/>
            </a:p>
          </p:txBody>
        </p:sp>
        <p:cxnSp>
          <p:nvCxnSpPr>
            <p:cNvPr id="263" name="LineBasicStrong 44">
              <a:extLst>
                <a:ext uri="{FF2B5EF4-FFF2-40B4-BE49-F238E27FC236}">
                  <a16:creationId xmlns:a16="http://schemas.microsoft.com/office/drawing/2014/main" id="{66C91A56-3799-2EFC-1F0E-5C00BC3C22C1}"/>
                </a:ext>
              </a:extLst>
            </p:cNvPr>
            <p:cNvCxnSpPr>
              <a:cxnSpLocks/>
            </p:cNvCxnSpPr>
            <p:nvPr>
              <p:custDataLst>
                <p:tags r:id="rId16"/>
              </p:custDataLst>
            </p:nvPr>
          </p:nvCxnSpPr>
          <p:spPr>
            <a:xfrm>
              <a:off x="5940115" y="1796380"/>
              <a:ext cx="2533325" cy="0"/>
            </a:xfrm>
            <a:prstGeom prst="straightConnector1">
              <a:avLst/>
            </a:prstGeom>
            <a:ln w="12700" cap="sq">
              <a:solidFill>
                <a:schemeClr val="bg1">
                  <a:lumMod val="65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8ED9C19C-2903-5C24-1BC3-FFD8D2A707BA}"/>
                </a:ext>
              </a:extLst>
            </p:cNvPr>
            <p:cNvSpPr txBox="1">
              <a:spLocks/>
            </p:cNvSpPr>
            <p:nvPr/>
          </p:nvSpPr>
          <p:spPr>
            <a:xfrm>
              <a:off x="5940109" y="1371253"/>
              <a:ext cx="2533325" cy="369332"/>
            </a:xfrm>
            <a:prstGeom prst="rect">
              <a:avLst/>
            </a:prstGeom>
          </p:spPr>
          <p:txBody>
            <a:bodyPr vert="horz" wrap="square" lIns="0" tIns="0" rIns="0" bIns="0" rtlCol="0" anchor="b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r>
                <a:rPr lang="en-US" sz="1200" b="1"/>
                <a:t>Non-lending income, </a:t>
              </a:r>
              <a:r>
                <a:rPr lang="en-US" sz="1200" i="1"/>
                <a:t>Non-lending income / loan balance</a:t>
              </a:r>
              <a:endParaRPr lang="en-GB" sz="1200"/>
            </a:p>
          </p:txBody>
        </p:sp>
      </p:grpSp>
      <p:sp>
        <p:nvSpPr>
          <p:cNvPr id="265" name="TextBox 264">
            <a:extLst>
              <a:ext uri="{FF2B5EF4-FFF2-40B4-BE49-F238E27FC236}">
                <a16:creationId xmlns:a16="http://schemas.microsoft.com/office/drawing/2014/main" id="{1DD5E3AE-4BD3-2CF7-F353-0DB99C7292AD}"/>
              </a:ext>
            </a:extLst>
          </p:cNvPr>
          <p:cNvSpPr txBox="1"/>
          <p:nvPr/>
        </p:nvSpPr>
        <p:spPr>
          <a:xfrm>
            <a:off x="547688" y="1277765"/>
            <a:ext cx="1681388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/>
              <a:t>FY 2025</a:t>
            </a:r>
            <a:endParaRPr lang="en-GB" i="1"/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0D628892-99E0-8FE5-4D2E-45E857BD718B}"/>
              </a:ext>
            </a:extLst>
          </p:cNvPr>
          <p:cNvSpPr txBox="1">
            <a:spLocks/>
          </p:cNvSpPr>
          <p:nvPr/>
        </p:nvSpPr>
        <p:spPr>
          <a:xfrm>
            <a:off x="9113850" y="1886802"/>
            <a:ext cx="2518359" cy="384720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200" b="1"/>
              <a:t>Revenue concentration </a:t>
            </a:r>
            <a:r>
              <a:rPr lang="en-US" sz="1200"/>
              <a:t>– Trade &amp; Commerce and Services generate the majority of SME NBI</a:t>
            </a:r>
          </a:p>
          <a:p>
            <a:pPr lvl="1"/>
            <a:r>
              <a:rPr lang="en-US" sz="1200" b="1"/>
              <a:t>Micro cross-sell gap </a:t>
            </a:r>
            <a:r>
              <a:rPr lang="en-US" sz="1200"/>
              <a:t>– Micro has the lowest product holding, averaging 2.1 vs 3.9 in Medium</a:t>
            </a:r>
          </a:p>
          <a:p>
            <a:pPr lvl="1"/>
            <a:r>
              <a:rPr lang="en-US" sz="1200" b="1"/>
              <a:t>Small fee-income gap </a:t>
            </a:r>
            <a:r>
              <a:rPr lang="en-US" sz="1200"/>
              <a:t>– Small shows very low non-lending income in key sectors, especially Trade, Services and Industry</a:t>
            </a:r>
          </a:p>
          <a:p>
            <a:pPr lvl="1"/>
            <a:r>
              <a:rPr lang="en-US" sz="1200" b="1"/>
              <a:t>Uneven micro monetization </a:t>
            </a:r>
            <a:r>
              <a:rPr lang="en-US" sz="1200"/>
              <a:t>– Micro non-lending ratios vary widely, suggesting inconsistent penetration and potential low loan-base distortion</a:t>
            </a:r>
          </a:p>
          <a:p>
            <a:pPr lvl="1"/>
            <a:r>
              <a:rPr lang="en-US" sz="1200" b="1"/>
              <a:t>Medium depth advantage </a:t>
            </a:r>
            <a:r>
              <a:rPr lang="en-US" sz="1200"/>
              <a:t>– Medium has stronger product holding across most sectors, indicating deeper client relationships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B82668E-A307-2578-FB32-8D1E41D0DF11}"/>
              </a:ext>
            </a:extLst>
          </p:cNvPr>
          <p:cNvSpPr txBox="1"/>
          <p:nvPr/>
        </p:nvSpPr>
        <p:spPr>
          <a:xfrm>
            <a:off x="554736" y="2606386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i="1"/>
              <a:t>Services</a:t>
            </a:r>
            <a:endParaRPr lang="en-GB" sz="1200" i="1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0FA76A6-1648-F49A-4580-E92657C548EA}"/>
              </a:ext>
            </a:extLst>
          </p:cNvPr>
          <p:cNvSpPr txBox="1"/>
          <p:nvPr/>
        </p:nvSpPr>
        <p:spPr>
          <a:xfrm>
            <a:off x="554736" y="2225060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i="1"/>
              <a:t>Trade &amp; Commerce</a:t>
            </a:r>
            <a:endParaRPr lang="en-GB" sz="1200" i="1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9D886989-0827-871E-EC6F-29943D674CCD}"/>
              </a:ext>
            </a:extLst>
          </p:cNvPr>
          <p:cNvSpPr txBox="1"/>
          <p:nvPr/>
        </p:nvSpPr>
        <p:spPr>
          <a:xfrm>
            <a:off x="554736" y="3004556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i="1"/>
              <a:t>Industry</a:t>
            </a:r>
            <a:endParaRPr lang="en-GB" sz="1200" i="1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AB296DDA-9EB2-65EF-C2D5-71E72B224E30}"/>
              </a:ext>
            </a:extLst>
          </p:cNvPr>
          <p:cNvSpPr txBox="1"/>
          <p:nvPr/>
        </p:nvSpPr>
        <p:spPr>
          <a:xfrm>
            <a:off x="554736" y="3398599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i="1"/>
              <a:t>Construction</a:t>
            </a:r>
            <a:endParaRPr lang="en-GB" sz="1200" i="1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1ED8F5E0-B575-4061-8A85-AFBC1BA7629B}"/>
              </a:ext>
            </a:extLst>
          </p:cNvPr>
          <p:cNvSpPr txBox="1"/>
          <p:nvPr/>
        </p:nvSpPr>
        <p:spPr>
          <a:xfrm>
            <a:off x="554736" y="3794704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i="1"/>
              <a:t>Agriculture</a:t>
            </a:r>
            <a:endParaRPr lang="en-GB" sz="1200" i="1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EEDD864E-0429-56DD-ADA0-5E3181D85728}"/>
              </a:ext>
            </a:extLst>
          </p:cNvPr>
          <p:cNvSpPr txBox="1"/>
          <p:nvPr/>
        </p:nvSpPr>
        <p:spPr>
          <a:xfrm>
            <a:off x="554736" y="4190811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i="1"/>
              <a:t>Transport &amp; Logistics</a:t>
            </a:r>
            <a:endParaRPr lang="en-GB" sz="1200" i="1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EB199EC6-A0F1-1A5D-F6A1-2FA6F5507DCC}"/>
              </a:ext>
            </a:extLst>
          </p:cNvPr>
          <p:cNvSpPr txBox="1"/>
          <p:nvPr/>
        </p:nvSpPr>
        <p:spPr>
          <a:xfrm>
            <a:off x="554736" y="4977697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i="1"/>
              <a:t>Public / Individuals</a:t>
            </a:r>
            <a:endParaRPr lang="en-GB" sz="1200" i="1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A6A2D7-DFE9-C1F9-6953-C5E7CE3B4CF6}"/>
              </a:ext>
            </a:extLst>
          </p:cNvPr>
          <p:cNvSpPr txBox="1"/>
          <p:nvPr/>
        </p:nvSpPr>
        <p:spPr>
          <a:xfrm>
            <a:off x="554736" y="5386521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i="1"/>
              <a:t>Financial Institutions</a:t>
            </a:r>
            <a:endParaRPr lang="en-GB" sz="1200" i="1"/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32395293-488F-7913-E67E-8DC02EC0B5C1}"/>
              </a:ext>
            </a:extLst>
          </p:cNvPr>
          <p:cNvSpPr txBox="1"/>
          <p:nvPr/>
        </p:nvSpPr>
        <p:spPr>
          <a:xfrm>
            <a:off x="554736" y="4594306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 i="1"/>
              <a:t>Unknown / Other</a:t>
            </a:r>
            <a:endParaRPr lang="en-GB" sz="1200" i="1"/>
          </a:p>
        </p:txBody>
      </p:sp>
      <p:cxnSp>
        <p:nvCxnSpPr>
          <p:cNvPr id="129" name="LineBasicStrong 44">
            <a:extLst>
              <a:ext uri="{FF2B5EF4-FFF2-40B4-BE49-F238E27FC236}">
                <a16:creationId xmlns:a16="http://schemas.microsoft.com/office/drawing/2014/main" id="{D9B3928E-D1E0-4A7B-EFD3-7D9428519B98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554736" y="2496238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LineBasicStrong 44">
            <a:extLst>
              <a:ext uri="{FF2B5EF4-FFF2-40B4-BE49-F238E27FC236}">
                <a16:creationId xmlns:a16="http://schemas.microsoft.com/office/drawing/2014/main" id="{EF758A47-9CA2-81B4-718A-CCED399E6E6A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554736" y="2892344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LineBasicStrong 44">
            <a:extLst>
              <a:ext uri="{FF2B5EF4-FFF2-40B4-BE49-F238E27FC236}">
                <a16:creationId xmlns:a16="http://schemas.microsoft.com/office/drawing/2014/main" id="{B8F08DFB-B650-12BD-3D10-E3B2C0608202}"/>
              </a:ext>
            </a:extLst>
          </p:cNvPr>
          <p:cNvCxnSpPr>
            <a:cxnSpLocks/>
          </p:cNvCxnSpPr>
          <p:nvPr>
            <p:custDataLst>
              <p:tags r:id="rId7"/>
            </p:custDataLst>
          </p:nvPr>
        </p:nvCxnSpPr>
        <p:spPr>
          <a:xfrm>
            <a:off x="554736" y="3288450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LineBasicStrong 44">
            <a:extLst>
              <a:ext uri="{FF2B5EF4-FFF2-40B4-BE49-F238E27FC236}">
                <a16:creationId xmlns:a16="http://schemas.microsoft.com/office/drawing/2014/main" id="{0FF2325E-0308-73FD-6D1E-B72FAC72A2D9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>
          <a:xfrm>
            <a:off x="554736" y="3684556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LineBasicStrong 44">
            <a:extLst>
              <a:ext uri="{FF2B5EF4-FFF2-40B4-BE49-F238E27FC236}">
                <a16:creationId xmlns:a16="http://schemas.microsoft.com/office/drawing/2014/main" id="{23D4DDBB-3DAC-1AFB-2FEA-E54D75F1B201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554736" y="4080663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LineBasicStrong 44">
            <a:extLst>
              <a:ext uri="{FF2B5EF4-FFF2-40B4-BE49-F238E27FC236}">
                <a16:creationId xmlns:a16="http://schemas.microsoft.com/office/drawing/2014/main" id="{2E58E14E-7F2E-1222-32B9-1352EB728DF8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554736" y="4476768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LineBasicStrong 44">
            <a:extLst>
              <a:ext uri="{FF2B5EF4-FFF2-40B4-BE49-F238E27FC236}">
                <a16:creationId xmlns:a16="http://schemas.microsoft.com/office/drawing/2014/main" id="{C6AFA2FE-AD12-DCF6-1634-852F4DDC4B46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554736" y="4872875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LineBasicStrong 44">
            <a:extLst>
              <a:ext uri="{FF2B5EF4-FFF2-40B4-BE49-F238E27FC236}">
                <a16:creationId xmlns:a16="http://schemas.microsoft.com/office/drawing/2014/main" id="{3A03CD1A-BB6C-0D11-31D6-8FE4E8FC7A09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>
          <a:xfrm>
            <a:off x="554736" y="5268980"/>
            <a:ext cx="7918704" cy="0"/>
          </a:xfrm>
          <a:prstGeom prst="straightConnector1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7CF9E8ED-51F6-594A-DC9B-E54D819E326E}"/>
              </a:ext>
            </a:extLst>
          </p:cNvPr>
          <p:cNvSpPr txBox="1"/>
          <p:nvPr/>
        </p:nvSpPr>
        <p:spPr>
          <a:xfrm>
            <a:off x="7237941" y="2191678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3DFCFE8-68C1-BA2F-8D87-31AB1B0CA6AA}"/>
              </a:ext>
            </a:extLst>
          </p:cNvPr>
          <p:cNvSpPr txBox="1"/>
          <p:nvPr/>
        </p:nvSpPr>
        <p:spPr>
          <a:xfrm>
            <a:off x="6589025" y="2191678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9%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DE646C96-0FDF-1E50-2C50-D6F16F7923EA}"/>
              </a:ext>
            </a:extLst>
          </p:cNvPr>
          <p:cNvSpPr txBox="1"/>
          <p:nvPr/>
        </p:nvSpPr>
        <p:spPr>
          <a:xfrm>
            <a:off x="7886857" y="2191678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78%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24EE7B13-1922-A0E0-8DF3-E8CE54375B6F}"/>
              </a:ext>
            </a:extLst>
          </p:cNvPr>
          <p:cNvSpPr txBox="1"/>
          <p:nvPr/>
        </p:nvSpPr>
        <p:spPr>
          <a:xfrm>
            <a:off x="7237941" y="257300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0%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CC5D572B-A86F-F411-C057-0252F33A1EAD}"/>
              </a:ext>
            </a:extLst>
          </p:cNvPr>
          <p:cNvSpPr txBox="1"/>
          <p:nvPr/>
        </p:nvSpPr>
        <p:spPr>
          <a:xfrm>
            <a:off x="6589025" y="257300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7%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952072AA-5865-8D6A-B18F-726A0B421F39}"/>
              </a:ext>
            </a:extLst>
          </p:cNvPr>
          <p:cNvSpPr txBox="1"/>
          <p:nvPr/>
        </p:nvSpPr>
        <p:spPr>
          <a:xfrm>
            <a:off x="7886857" y="257300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0%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E98DA36-BC86-E3CE-5028-57BBE3F5C1AE}"/>
              </a:ext>
            </a:extLst>
          </p:cNvPr>
          <p:cNvSpPr txBox="1"/>
          <p:nvPr/>
        </p:nvSpPr>
        <p:spPr>
          <a:xfrm>
            <a:off x="7237941" y="297117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0%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E3B055EA-436C-69CA-F600-2A7BE7103741}"/>
              </a:ext>
            </a:extLst>
          </p:cNvPr>
          <p:cNvSpPr txBox="1"/>
          <p:nvPr/>
        </p:nvSpPr>
        <p:spPr>
          <a:xfrm>
            <a:off x="6589025" y="297117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7%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9E615C9-4D7C-8B7C-EC53-E20FC889A86D}"/>
              </a:ext>
            </a:extLst>
          </p:cNvPr>
          <p:cNvSpPr txBox="1"/>
          <p:nvPr/>
        </p:nvSpPr>
        <p:spPr>
          <a:xfrm>
            <a:off x="7886857" y="2971174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130%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E0933D6A-2CCB-B2CA-2EE8-F6AC9FF4119E}"/>
              </a:ext>
            </a:extLst>
          </p:cNvPr>
          <p:cNvSpPr txBox="1"/>
          <p:nvPr/>
        </p:nvSpPr>
        <p:spPr>
          <a:xfrm>
            <a:off x="7237941" y="3365216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13%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89DF54DA-D521-11C9-7338-B9C69E8C1A34}"/>
              </a:ext>
            </a:extLst>
          </p:cNvPr>
          <p:cNvSpPr txBox="1"/>
          <p:nvPr/>
        </p:nvSpPr>
        <p:spPr>
          <a:xfrm>
            <a:off x="6589025" y="3365216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7%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4872C078-9829-AEF3-6F12-06589751C5C4}"/>
              </a:ext>
            </a:extLst>
          </p:cNvPr>
          <p:cNvSpPr txBox="1"/>
          <p:nvPr/>
        </p:nvSpPr>
        <p:spPr>
          <a:xfrm>
            <a:off x="7886857" y="3365216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12%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0C1C59A3-ABCF-B407-96BF-935ECA5524A8}"/>
              </a:ext>
            </a:extLst>
          </p:cNvPr>
          <p:cNvSpPr txBox="1"/>
          <p:nvPr/>
        </p:nvSpPr>
        <p:spPr>
          <a:xfrm>
            <a:off x="7237941" y="3761322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9%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8B111A05-8C20-01AD-75DA-4DC4D03E6DF4}"/>
              </a:ext>
            </a:extLst>
          </p:cNvPr>
          <p:cNvSpPr txBox="1"/>
          <p:nvPr/>
        </p:nvSpPr>
        <p:spPr>
          <a:xfrm>
            <a:off x="6589025" y="3761322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5%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B679E5B3-FC76-F104-2470-CDA16F21C15E}"/>
              </a:ext>
            </a:extLst>
          </p:cNvPr>
          <p:cNvSpPr txBox="1"/>
          <p:nvPr/>
        </p:nvSpPr>
        <p:spPr>
          <a:xfrm>
            <a:off x="7886857" y="3761322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159%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B2E34038-0E45-2A60-EB9A-F2148C8CA405}"/>
              </a:ext>
            </a:extLst>
          </p:cNvPr>
          <p:cNvSpPr txBox="1"/>
          <p:nvPr/>
        </p:nvSpPr>
        <p:spPr>
          <a:xfrm>
            <a:off x="7237941" y="4157428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66686413-9EBD-F650-708B-D17CCCE7FF12}"/>
              </a:ext>
            </a:extLst>
          </p:cNvPr>
          <p:cNvSpPr txBox="1"/>
          <p:nvPr/>
        </p:nvSpPr>
        <p:spPr>
          <a:xfrm>
            <a:off x="6589025" y="4157428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20%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8ACD1933-94BF-80AB-9840-61D5222EF549}"/>
              </a:ext>
            </a:extLst>
          </p:cNvPr>
          <p:cNvSpPr txBox="1"/>
          <p:nvPr/>
        </p:nvSpPr>
        <p:spPr>
          <a:xfrm>
            <a:off x="7886857" y="4157428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0%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49D50CB-3F63-EC3C-5670-23C897100C79}"/>
              </a:ext>
            </a:extLst>
          </p:cNvPr>
          <p:cNvSpPr txBox="1"/>
          <p:nvPr/>
        </p:nvSpPr>
        <p:spPr>
          <a:xfrm>
            <a:off x="7237941" y="4560924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34%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E16B5AB-3735-95F3-CECC-0895367398B4}"/>
              </a:ext>
            </a:extLst>
          </p:cNvPr>
          <p:cNvSpPr txBox="1"/>
          <p:nvPr/>
        </p:nvSpPr>
        <p:spPr>
          <a:xfrm>
            <a:off x="6589025" y="4560924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9%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232927EB-0C17-475E-4C33-AD22BBAEA2F6}"/>
              </a:ext>
            </a:extLst>
          </p:cNvPr>
          <p:cNvSpPr txBox="1"/>
          <p:nvPr/>
        </p:nvSpPr>
        <p:spPr>
          <a:xfrm>
            <a:off x="7886857" y="4560924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164%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69EADC18-D779-6AE0-CF76-4EBC051BD08A}"/>
              </a:ext>
            </a:extLst>
          </p:cNvPr>
          <p:cNvSpPr txBox="1"/>
          <p:nvPr/>
        </p:nvSpPr>
        <p:spPr>
          <a:xfrm>
            <a:off x="7237941" y="494431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9%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99456907-2508-81D0-F36F-0D28469EDC49}"/>
              </a:ext>
            </a:extLst>
          </p:cNvPr>
          <p:cNvSpPr txBox="1"/>
          <p:nvPr/>
        </p:nvSpPr>
        <p:spPr>
          <a:xfrm>
            <a:off x="6589025" y="494431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DF0FFB7-066C-F5C7-8663-8572590A873B}"/>
              </a:ext>
            </a:extLst>
          </p:cNvPr>
          <p:cNvSpPr txBox="1"/>
          <p:nvPr/>
        </p:nvSpPr>
        <p:spPr>
          <a:xfrm>
            <a:off x="7886857" y="494431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147ADC4-EB03-34D6-5A3B-A1733100854C}"/>
              </a:ext>
            </a:extLst>
          </p:cNvPr>
          <p:cNvSpPr txBox="1"/>
          <p:nvPr/>
        </p:nvSpPr>
        <p:spPr>
          <a:xfrm>
            <a:off x="7237941" y="5353139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70%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2D5584EB-15F8-3C58-D2F8-9F29CD92498E}"/>
              </a:ext>
            </a:extLst>
          </p:cNvPr>
          <p:cNvSpPr txBox="1"/>
          <p:nvPr/>
        </p:nvSpPr>
        <p:spPr>
          <a:xfrm>
            <a:off x="6589025" y="5353139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0%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876A40D1-3CE3-8170-4572-2D1BC533DC69}"/>
              </a:ext>
            </a:extLst>
          </p:cNvPr>
          <p:cNvSpPr txBox="1"/>
          <p:nvPr/>
        </p:nvSpPr>
        <p:spPr>
          <a:xfrm>
            <a:off x="7886857" y="5353139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15%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6E26D64-3183-3B57-EC74-967F5C10DB91}"/>
              </a:ext>
            </a:extLst>
          </p:cNvPr>
          <p:cNvSpPr txBox="1"/>
          <p:nvPr/>
        </p:nvSpPr>
        <p:spPr>
          <a:xfrm>
            <a:off x="2352674" y="257300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7,323</a:t>
            </a:r>
            <a:endParaRPr lang="en-GB" sz="120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D8BEE34-AAA2-09AF-B1AC-FD0D1D9CF03D}"/>
              </a:ext>
            </a:extLst>
          </p:cNvPr>
          <p:cNvSpPr txBox="1"/>
          <p:nvPr/>
        </p:nvSpPr>
        <p:spPr>
          <a:xfrm>
            <a:off x="2352674" y="2191678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15,441</a:t>
            </a:r>
            <a:endParaRPr lang="en-GB" sz="120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CB30FB1-283C-2C98-642D-1A73CDD05502}"/>
              </a:ext>
            </a:extLst>
          </p:cNvPr>
          <p:cNvSpPr txBox="1"/>
          <p:nvPr/>
        </p:nvSpPr>
        <p:spPr>
          <a:xfrm>
            <a:off x="2352674" y="297117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3,243</a:t>
            </a:r>
            <a:endParaRPr lang="en-GB" sz="120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12D5DCC-2A79-8ECD-98DE-906BD8702934}"/>
              </a:ext>
            </a:extLst>
          </p:cNvPr>
          <p:cNvSpPr txBox="1"/>
          <p:nvPr/>
        </p:nvSpPr>
        <p:spPr>
          <a:xfrm>
            <a:off x="2352674" y="3365216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1,708</a:t>
            </a:r>
            <a:endParaRPr lang="en-GB" sz="1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8A6DA60-27DD-2471-1931-F37999A6711E}"/>
              </a:ext>
            </a:extLst>
          </p:cNvPr>
          <p:cNvSpPr txBox="1"/>
          <p:nvPr/>
        </p:nvSpPr>
        <p:spPr>
          <a:xfrm>
            <a:off x="2352674" y="3761322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1,069</a:t>
            </a:r>
            <a:endParaRPr lang="en-GB" sz="120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CC3CFBB-C0A4-FF70-B24B-6747BD419AD1}"/>
              </a:ext>
            </a:extLst>
          </p:cNvPr>
          <p:cNvSpPr txBox="1"/>
          <p:nvPr/>
        </p:nvSpPr>
        <p:spPr>
          <a:xfrm>
            <a:off x="2352674" y="4157428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474</a:t>
            </a:r>
            <a:endParaRPr lang="en-GB" sz="120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C910FC7-ECD8-CA40-DEC6-F3F347B75291}"/>
              </a:ext>
            </a:extLst>
          </p:cNvPr>
          <p:cNvSpPr txBox="1"/>
          <p:nvPr/>
        </p:nvSpPr>
        <p:spPr>
          <a:xfrm>
            <a:off x="2352674" y="494431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250</a:t>
            </a:r>
            <a:endParaRPr lang="en-GB" sz="120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D20B1D6-3F33-8578-BF98-6CC5392AD64E}"/>
              </a:ext>
            </a:extLst>
          </p:cNvPr>
          <p:cNvSpPr txBox="1"/>
          <p:nvPr/>
        </p:nvSpPr>
        <p:spPr>
          <a:xfrm>
            <a:off x="2352674" y="5353139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79</a:t>
            </a:r>
            <a:endParaRPr lang="en-GB" sz="120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58F6273D-2388-EE7F-4296-6755391E97BA}"/>
              </a:ext>
            </a:extLst>
          </p:cNvPr>
          <p:cNvSpPr txBox="1"/>
          <p:nvPr/>
        </p:nvSpPr>
        <p:spPr>
          <a:xfrm>
            <a:off x="2352674" y="456092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/>
              <a:t>318</a:t>
            </a:r>
            <a:endParaRPr lang="en-GB" sz="1200"/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1EE2E32F-15F4-FF86-7FAE-2DDDB1D1D695}"/>
              </a:ext>
            </a:extLst>
          </p:cNvPr>
          <p:cNvSpPr txBox="1"/>
          <p:nvPr/>
        </p:nvSpPr>
        <p:spPr>
          <a:xfrm>
            <a:off x="4470850" y="2191678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3.4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9A3C2A8B-39BF-10F1-60D9-322CB7B11A22}"/>
              </a:ext>
            </a:extLst>
          </p:cNvPr>
          <p:cNvSpPr txBox="1"/>
          <p:nvPr/>
        </p:nvSpPr>
        <p:spPr>
          <a:xfrm>
            <a:off x="3821934" y="2191678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4.4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808C241C-D810-F3BE-FB13-66A893DC259A}"/>
              </a:ext>
            </a:extLst>
          </p:cNvPr>
          <p:cNvSpPr txBox="1"/>
          <p:nvPr/>
        </p:nvSpPr>
        <p:spPr>
          <a:xfrm>
            <a:off x="3173018" y="2191678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6E2C4128-F088-356F-9EEE-E3D143954EB1}"/>
              </a:ext>
            </a:extLst>
          </p:cNvPr>
          <p:cNvSpPr txBox="1"/>
          <p:nvPr/>
        </p:nvSpPr>
        <p:spPr>
          <a:xfrm>
            <a:off x="5119766" y="2191678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2.2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81B67805-CAE2-6626-4845-D0E81F2EA6DC}"/>
              </a:ext>
            </a:extLst>
          </p:cNvPr>
          <p:cNvSpPr txBox="1"/>
          <p:nvPr/>
        </p:nvSpPr>
        <p:spPr>
          <a:xfrm>
            <a:off x="4470850" y="257300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2.9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949F1F58-BF07-4022-00A6-C607D2E6E580}"/>
              </a:ext>
            </a:extLst>
          </p:cNvPr>
          <p:cNvSpPr txBox="1"/>
          <p:nvPr/>
        </p:nvSpPr>
        <p:spPr>
          <a:xfrm>
            <a:off x="3821934" y="257300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3.6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5A0EAC06-3F74-7B9B-27E5-61004CA22C41}"/>
              </a:ext>
            </a:extLst>
          </p:cNvPr>
          <p:cNvSpPr txBox="1"/>
          <p:nvPr/>
        </p:nvSpPr>
        <p:spPr>
          <a:xfrm>
            <a:off x="3173018" y="257300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5CC8895A-E0D7-9EC0-FAA0-0D481576A23D}"/>
              </a:ext>
            </a:extLst>
          </p:cNvPr>
          <p:cNvSpPr txBox="1"/>
          <p:nvPr/>
        </p:nvSpPr>
        <p:spPr>
          <a:xfrm>
            <a:off x="5119766" y="257300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1.9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2B207A66-482F-0355-C8FF-19E1033E1896}"/>
              </a:ext>
            </a:extLst>
          </p:cNvPr>
          <p:cNvSpPr txBox="1"/>
          <p:nvPr/>
        </p:nvSpPr>
        <p:spPr>
          <a:xfrm>
            <a:off x="4470850" y="297117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3.2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CDF3A71E-8383-F272-D9B0-E8C972C39030}"/>
              </a:ext>
            </a:extLst>
          </p:cNvPr>
          <p:cNvSpPr txBox="1"/>
          <p:nvPr/>
        </p:nvSpPr>
        <p:spPr>
          <a:xfrm>
            <a:off x="3821934" y="2971174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4.4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C88253A3-E947-9040-91EA-C73222D3DDE0}"/>
              </a:ext>
            </a:extLst>
          </p:cNvPr>
          <p:cNvSpPr txBox="1"/>
          <p:nvPr/>
        </p:nvSpPr>
        <p:spPr>
          <a:xfrm>
            <a:off x="3173018" y="297117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CB3A4F50-7859-11FB-0634-060948F0CF04}"/>
              </a:ext>
            </a:extLst>
          </p:cNvPr>
          <p:cNvSpPr txBox="1"/>
          <p:nvPr/>
        </p:nvSpPr>
        <p:spPr>
          <a:xfrm>
            <a:off x="5119766" y="2971174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2.2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ECAB1D5-9287-608A-B6DC-9742E841A48D}"/>
              </a:ext>
            </a:extLst>
          </p:cNvPr>
          <p:cNvSpPr txBox="1"/>
          <p:nvPr/>
        </p:nvSpPr>
        <p:spPr>
          <a:xfrm>
            <a:off x="4470850" y="3365216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3.2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B3E50B28-353F-2A7B-8B28-4121E0B9451A}"/>
              </a:ext>
            </a:extLst>
          </p:cNvPr>
          <p:cNvSpPr txBox="1"/>
          <p:nvPr/>
        </p:nvSpPr>
        <p:spPr>
          <a:xfrm>
            <a:off x="3821934" y="3365216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4.1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A55B9639-2592-5BFE-9899-2B9CB5C800F6}"/>
              </a:ext>
            </a:extLst>
          </p:cNvPr>
          <p:cNvSpPr txBox="1"/>
          <p:nvPr/>
        </p:nvSpPr>
        <p:spPr>
          <a:xfrm>
            <a:off x="3173018" y="3365216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4FA01C15-A36B-BC76-F501-1AF113073CBC}"/>
              </a:ext>
            </a:extLst>
          </p:cNvPr>
          <p:cNvSpPr txBox="1"/>
          <p:nvPr/>
        </p:nvSpPr>
        <p:spPr>
          <a:xfrm>
            <a:off x="5119766" y="3365216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2.1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C5E6A544-48C3-87A6-B73D-8F4C1AFA0F03}"/>
              </a:ext>
            </a:extLst>
          </p:cNvPr>
          <p:cNvSpPr txBox="1"/>
          <p:nvPr/>
        </p:nvSpPr>
        <p:spPr>
          <a:xfrm>
            <a:off x="4470850" y="3761322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3.2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5283B3ED-BD7B-B816-E44A-E3CAEF171070}"/>
              </a:ext>
            </a:extLst>
          </p:cNvPr>
          <p:cNvSpPr txBox="1"/>
          <p:nvPr/>
        </p:nvSpPr>
        <p:spPr>
          <a:xfrm>
            <a:off x="3821934" y="3761322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4.1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8A4DD43-75AE-8BD3-B3E1-14E344CA9595}"/>
              </a:ext>
            </a:extLst>
          </p:cNvPr>
          <p:cNvSpPr txBox="1"/>
          <p:nvPr/>
        </p:nvSpPr>
        <p:spPr>
          <a:xfrm>
            <a:off x="3173018" y="3761322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3D2EFE40-6277-FB0E-827A-25E37E444051}"/>
              </a:ext>
            </a:extLst>
          </p:cNvPr>
          <p:cNvSpPr txBox="1"/>
          <p:nvPr/>
        </p:nvSpPr>
        <p:spPr>
          <a:xfrm>
            <a:off x="5119766" y="3761322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2.2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19742064-A02E-6CE4-73CF-635B9B45953A}"/>
              </a:ext>
            </a:extLst>
          </p:cNvPr>
          <p:cNvSpPr txBox="1"/>
          <p:nvPr/>
        </p:nvSpPr>
        <p:spPr>
          <a:xfrm>
            <a:off x="4470850" y="4157428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3.2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14E83323-4BFB-2F8B-B51E-1DD4CB82782A}"/>
              </a:ext>
            </a:extLst>
          </p:cNvPr>
          <p:cNvSpPr txBox="1"/>
          <p:nvPr/>
        </p:nvSpPr>
        <p:spPr>
          <a:xfrm>
            <a:off x="3821934" y="4157428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4.0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F840AAD7-0E29-7843-E959-632BCE904FEC}"/>
              </a:ext>
            </a:extLst>
          </p:cNvPr>
          <p:cNvSpPr txBox="1"/>
          <p:nvPr/>
        </p:nvSpPr>
        <p:spPr>
          <a:xfrm>
            <a:off x="3173018" y="4157428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A877CB80-8062-5D16-DD64-BEEA2D055654}"/>
              </a:ext>
            </a:extLst>
          </p:cNvPr>
          <p:cNvSpPr txBox="1"/>
          <p:nvPr/>
        </p:nvSpPr>
        <p:spPr>
          <a:xfrm>
            <a:off x="5119766" y="4157428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3.0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2923F27C-59CB-1FF5-2E46-CBF7484812A4}"/>
              </a:ext>
            </a:extLst>
          </p:cNvPr>
          <p:cNvSpPr txBox="1"/>
          <p:nvPr/>
        </p:nvSpPr>
        <p:spPr>
          <a:xfrm>
            <a:off x="4470850" y="4560924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3.7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DC6E801F-C457-8F83-7A01-B32A7848AC86}"/>
              </a:ext>
            </a:extLst>
          </p:cNvPr>
          <p:cNvSpPr txBox="1"/>
          <p:nvPr/>
        </p:nvSpPr>
        <p:spPr>
          <a:xfrm>
            <a:off x="3821934" y="4560924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4.3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8BE1F6C7-ACB8-3815-D871-0407268F7F3A}"/>
              </a:ext>
            </a:extLst>
          </p:cNvPr>
          <p:cNvSpPr txBox="1"/>
          <p:nvPr/>
        </p:nvSpPr>
        <p:spPr>
          <a:xfrm>
            <a:off x="3173018" y="456092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6F5D74E0-FAEA-733C-8105-0526FAE02A96}"/>
              </a:ext>
            </a:extLst>
          </p:cNvPr>
          <p:cNvSpPr txBox="1"/>
          <p:nvPr/>
        </p:nvSpPr>
        <p:spPr>
          <a:xfrm>
            <a:off x="5119766" y="456092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1.7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9A1CAC47-74A7-00EE-9567-71B36DB109BF}"/>
              </a:ext>
            </a:extLst>
          </p:cNvPr>
          <p:cNvSpPr txBox="1"/>
          <p:nvPr/>
        </p:nvSpPr>
        <p:spPr>
          <a:xfrm>
            <a:off x="4470850" y="4944314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4.2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5580BD51-8917-DB92-24C1-EC872B978D5F}"/>
              </a:ext>
            </a:extLst>
          </p:cNvPr>
          <p:cNvSpPr txBox="1"/>
          <p:nvPr/>
        </p:nvSpPr>
        <p:spPr>
          <a:xfrm>
            <a:off x="3821934" y="494431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3.6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D2E28C9C-CD6C-1600-324B-3557EE76DD9D}"/>
              </a:ext>
            </a:extLst>
          </p:cNvPr>
          <p:cNvSpPr txBox="1"/>
          <p:nvPr/>
        </p:nvSpPr>
        <p:spPr>
          <a:xfrm>
            <a:off x="3173018" y="494431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A071E608-24A5-025D-1874-8661E9FC2167}"/>
              </a:ext>
            </a:extLst>
          </p:cNvPr>
          <p:cNvSpPr txBox="1"/>
          <p:nvPr/>
        </p:nvSpPr>
        <p:spPr>
          <a:xfrm>
            <a:off x="5119766" y="4944314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1.3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91812CB7-CC0A-B092-2EF8-2B7DCB48FC81}"/>
              </a:ext>
            </a:extLst>
          </p:cNvPr>
          <p:cNvSpPr txBox="1"/>
          <p:nvPr/>
        </p:nvSpPr>
        <p:spPr>
          <a:xfrm>
            <a:off x="4470850" y="5353139"/>
            <a:ext cx="586577" cy="246089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3.7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BE79FC3D-3914-CBF2-C0EC-3981FE1540B3}"/>
              </a:ext>
            </a:extLst>
          </p:cNvPr>
          <p:cNvSpPr txBox="1"/>
          <p:nvPr/>
        </p:nvSpPr>
        <p:spPr>
          <a:xfrm>
            <a:off x="3821934" y="5353139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2.3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5F65C2C6-F4AE-6259-EBED-9B5D0C01AC96}"/>
              </a:ext>
            </a:extLst>
          </p:cNvPr>
          <p:cNvSpPr txBox="1"/>
          <p:nvPr/>
        </p:nvSpPr>
        <p:spPr>
          <a:xfrm>
            <a:off x="3173018" y="5353139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2F6AFF54-8362-BB59-E013-82B4E8C57E53}"/>
              </a:ext>
            </a:extLst>
          </p:cNvPr>
          <p:cNvSpPr txBox="1"/>
          <p:nvPr/>
        </p:nvSpPr>
        <p:spPr>
          <a:xfrm>
            <a:off x="5119766" y="5353139"/>
            <a:ext cx="586577" cy="2460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2.0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0E8B6F7-0C52-2240-4C31-B863EC73B5F9}"/>
              </a:ext>
            </a:extLst>
          </p:cNvPr>
          <p:cNvSpPr txBox="1"/>
          <p:nvPr/>
        </p:nvSpPr>
        <p:spPr>
          <a:xfrm>
            <a:off x="5940109" y="2191678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4E8A6D5-E844-B4A8-5DF7-AE0ECC93C336}"/>
              </a:ext>
            </a:extLst>
          </p:cNvPr>
          <p:cNvSpPr txBox="1"/>
          <p:nvPr/>
        </p:nvSpPr>
        <p:spPr>
          <a:xfrm>
            <a:off x="5940109" y="257300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6C3D1A7-3E59-3548-FC3B-CC0F5C211B34}"/>
              </a:ext>
            </a:extLst>
          </p:cNvPr>
          <p:cNvSpPr txBox="1"/>
          <p:nvPr/>
        </p:nvSpPr>
        <p:spPr>
          <a:xfrm>
            <a:off x="5940109" y="297117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268A18E-F2CC-D0C6-7DBF-BABA4B4C9B59}"/>
              </a:ext>
            </a:extLst>
          </p:cNvPr>
          <p:cNvSpPr txBox="1"/>
          <p:nvPr/>
        </p:nvSpPr>
        <p:spPr>
          <a:xfrm>
            <a:off x="5940109" y="3365216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3BCF7E8-D77F-EC66-9DE1-571CBB95357E}"/>
              </a:ext>
            </a:extLst>
          </p:cNvPr>
          <p:cNvSpPr txBox="1"/>
          <p:nvPr/>
        </p:nvSpPr>
        <p:spPr>
          <a:xfrm>
            <a:off x="5940109" y="3761322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3B7D576-6E16-1944-594E-7CFA9763ED01}"/>
              </a:ext>
            </a:extLst>
          </p:cNvPr>
          <p:cNvSpPr txBox="1"/>
          <p:nvPr/>
        </p:nvSpPr>
        <p:spPr>
          <a:xfrm>
            <a:off x="5940109" y="4157428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E56970A-7145-CE2A-81F3-59A5885AB944}"/>
              </a:ext>
            </a:extLst>
          </p:cNvPr>
          <p:cNvSpPr txBox="1"/>
          <p:nvPr/>
        </p:nvSpPr>
        <p:spPr>
          <a:xfrm>
            <a:off x="5940109" y="456092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45A8F17-2C4A-E8ED-3F74-EB12DA3999C0}"/>
              </a:ext>
            </a:extLst>
          </p:cNvPr>
          <p:cNvSpPr txBox="1"/>
          <p:nvPr/>
        </p:nvSpPr>
        <p:spPr>
          <a:xfrm>
            <a:off x="5940109" y="4944314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0575B4E-9A42-CD60-C1B5-29CBA9C4BB7A}"/>
              </a:ext>
            </a:extLst>
          </p:cNvPr>
          <p:cNvSpPr txBox="1"/>
          <p:nvPr/>
        </p:nvSpPr>
        <p:spPr>
          <a:xfrm>
            <a:off x="5940109" y="5353139"/>
            <a:ext cx="586577" cy="246089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C9517CF-B4A9-1D6B-8E23-A28743ED681E}"/>
              </a:ext>
            </a:extLst>
          </p:cNvPr>
          <p:cNvSpPr txBox="1"/>
          <p:nvPr/>
        </p:nvSpPr>
        <p:spPr>
          <a:xfrm>
            <a:off x="554736" y="5800915"/>
            <a:ext cx="16813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sz="1200" b="1"/>
              <a:t>Average</a:t>
            </a:r>
            <a:endParaRPr lang="en-GB" sz="1200" b="1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0EE0BE6-F276-7ADD-5AC0-C7074896E007}"/>
              </a:ext>
            </a:extLst>
          </p:cNvPr>
          <p:cNvSpPr txBox="1"/>
          <p:nvPr/>
        </p:nvSpPr>
        <p:spPr>
          <a:xfrm>
            <a:off x="7237941" y="5767532"/>
            <a:ext cx="586577" cy="24608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15%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1C83F76-8554-C917-6CE7-55DEEA6D9A65}"/>
              </a:ext>
            </a:extLst>
          </p:cNvPr>
          <p:cNvSpPr txBox="1"/>
          <p:nvPr/>
        </p:nvSpPr>
        <p:spPr>
          <a:xfrm>
            <a:off x="6589025" y="5767532"/>
            <a:ext cx="586577" cy="24608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7%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6858873-1F52-01E7-2AD7-C4E9E8C7E88D}"/>
              </a:ext>
            </a:extLst>
          </p:cNvPr>
          <p:cNvSpPr txBox="1"/>
          <p:nvPr/>
        </p:nvSpPr>
        <p:spPr>
          <a:xfrm>
            <a:off x="7886857" y="5767532"/>
            <a:ext cx="586577" cy="24608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62%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FDE3DA7-5B63-85DB-25D6-3BDF5274D2E7}"/>
              </a:ext>
            </a:extLst>
          </p:cNvPr>
          <p:cNvSpPr txBox="1"/>
          <p:nvPr/>
        </p:nvSpPr>
        <p:spPr>
          <a:xfrm>
            <a:off x="4470850" y="5767532"/>
            <a:ext cx="586577" cy="24608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3.4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2BD792B-DA66-9883-D606-10440A32EDB9}"/>
              </a:ext>
            </a:extLst>
          </p:cNvPr>
          <p:cNvSpPr txBox="1"/>
          <p:nvPr/>
        </p:nvSpPr>
        <p:spPr>
          <a:xfrm>
            <a:off x="3821934" y="5767532"/>
            <a:ext cx="586577" cy="24608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3.9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0C428DA-CFE4-B926-5545-EF2EC2B14132}"/>
              </a:ext>
            </a:extLst>
          </p:cNvPr>
          <p:cNvSpPr txBox="1"/>
          <p:nvPr/>
        </p:nvSpPr>
        <p:spPr>
          <a:xfrm>
            <a:off x="3173018" y="5767532"/>
            <a:ext cx="586577" cy="24608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2E58808-34EC-834A-DF47-36583DBE8631}"/>
              </a:ext>
            </a:extLst>
          </p:cNvPr>
          <p:cNvSpPr txBox="1"/>
          <p:nvPr/>
        </p:nvSpPr>
        <p:spPr>
          <a:xfrm>
            <a:off x="5119766" y="5767532"/>
            <a:ext cx="586577" cy="24608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2.1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F6850A9-9ABB-8191-F9F7-3807F9EC7F46}"/>
              </a:ext>
            </a:extLst>
          </p:cNvPr>
          <p:cNvSpPr txBox="1"/>
          <p:nvPr/>
        </p:nvSpPr>
        <p:spPr>
          <a:xfrm>
            <a:off x="5940109" y="5767532"/>
            <a:ext cx="586577" cy="24608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/>
              <a:t>WIP</a:t>
            </a:r>
            <a:endParaRPr lang="en-GB" sz="1200" i="1"/>
          </a:p>
        </p:txBody>
      </p:sp>
      <p:cxnSp>
        <p:nvCxnSpPr>
          <p:cNvPr id="46" name="LineBasicStrong 44">
            <a:extLst>
              <a:ext uri="{FF2B5EF4-FFF2-40B4-BE49-F238E27FC236}">
                <a16:creationId xmlns:a16="http://schemas.microsoft.com/office/drawing/2014/main" id="{29217C13-5705-93BE-B369-B2E6DEE59172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>
          <a:xfrm>
            <a:off x="554736" y="5701606"/>
            <a:ext cx="791870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LineBasicStrong 44">
            <a:extLst>
              <a:ext uri="{FF2B5EF4-FFF2-40B4-BE49-F238E27FC236}">
                <a16:creationId xmlns:a16="http://schemas.microsoft.com/office/drawing/2014/main" id="{2DCD8246-E5AC-92CF-92AD-89ECD0098003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>
          <a:xfrm>
            <a:off x="554736" y="6108700"/>
            <a:ext cx="7918704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C3653CFF-3C01-CD33-F55B-CC5D09785669}"/>
              </a:ext>
            </a:extLst>
          </p:cNvPr>
          <p:cNvSpPr txBox="1"/>
          <p:nvPr/>
        </p:nvSpPr>
        <p:spPr>
          <a:xfrm>
            <a:off x="9554015" y="847597"/>
            <a:ext cx="247558" cy="182258"/>
          </a:xfrm>
          <a:prstGeom prst="rect">
            <a:avLst/>
          </a:prstGeom>
          <a:solidFill>
            <a:schemeClr val="accent4">
              <a:lumMod val="10000"/>
              <a:lumOff val="9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xx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E8462494-B149-5311-250F-78B112E3D759}"/>
              </a:ext>
            </a:extLst>
          </p:cNvPr>
          <p:cNvSpPr txBox="1"/>
          <p:nvPr/>
        </p:nvSpPr>
        <p:spPr>
          <a:xfrm>
            <a:off x="9566715" y="1094506"/>
            <a:ext cx="247558" cy="18225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0" tIns="0" rIns="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200" i="1">
                <a:solidFill>
                  <a:schemeClr val="bg1">
                    <a:lumMod val="50000"/>
                  </a:schemeClr>
                </a:solidFill>
              </a:rPr>
              <a:t>xx</a:t>
            </a:r>
            <a:endParaRPr lang="en-GB" sz="1200" i="1">
              <a:solidFill>
                <a:schemeClr val="bg1">
                  <a:lumMod val="50000"/>
                </a:schemeClr>
              </a:solidFill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FA902415-139C-ACB4-935C-07A452B000DB}"/>
              </a:ext>
            </a:extLst>
          </p:cNvPr>
          <p:cNvGrpSpPr/>
          <p:nvPr/>
        </p:nvGrpSpPr>
        <p:grpSpPr>
          <a:xfrm>
            <a:off x="9880600" y="852190"/>
            <a:ext cx="1751609" cy="388252"/>
            <a:chOff x="9645650" y="852190"/>
            <a:chExt cx="1986559" cy="388252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56B0731-F4D4-00FE-1C75-1F09E3672AD7}"/>
                </a:ext>
              </a:extLst>
            </p:cNvPr>
            <p:cNvSpPr txBox="1">
              <a:spLocks/>
            </p:cNvSpPr>
            <p:nvPr/>
          </p:nvSpPr>
          <p:spPr>
            <a:xfrm>
              <a:off x="9645650" y="852190"/>
              <a:ext cx="1986559" cy="161583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3600" lvl="1" indent="0">
                <a:buNone/>
              </a:pPr>
              <a:r>
                <a:rPr lang="en-US" sz="1050"/>
                <a:t>Above sub-segment average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B4CEDAEF-B804-7D28-6CD8-BFF13365EB95}"/>
                </a:ext>
              </a:extLst>
            </p:cNvPr>
            <p:cNvSpPr txBox="1">
              <a:spLocks/>
            </p:cNvSpPr>
            <p:nvPr/>
          </p:nvSpPr>
          <p:spPr>
            <a:xfrm>
              <a:off x="9645650" y="1078859"/>
              <a:ext cx="1986559" cy="161583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3600" lvl="1" indent="0">
                <a:buNone/>
              </a:pPr>
              <a:r>
                <a:rPr lang="en-US" sz="1050"/>
                <a:t>Below sub-segment average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1137221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AB347-4A75-C63F-6FBC-968F6A93C5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2" hidden="1">
            <a:extLst>
              <a:ext uri="{FF2B5EF4-FFF2-40B4-BE49-F238E27FC236}">
                <a16:creationId xmlns:a16="http://schemas.microsoft.com/office/drawing/2014/main" id="{ADFCA519-1401-2749-F613-58FC053DC76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606" imgH="608" progId="TCLayout.ActiveDocument.1">
                  <p:embed/>
                </p:oleObj>
              </mc:Choice>
              <mc:Fallback>
                <p:oleObj name="think-cell Slide" r:id="rId5" imgW="606" imgH="608" progId="TCLayout.ActiveDocument.1">
                  <p:embed/>
                  <p:pic>
                    <p:nvPicPr>
                      <p:cNvPr id="5" name="Object 2" hidden="1">
                        <a:extLst>
                          <a:ext uri="{FF2B5EF4-FFF2-40B4-BE49-F238E27FC236}">
                            <a16:creationId xmlns:a16="http://schemas.microsoft.com/office/drawing/2014/main" id="{ADFCA519-1401-2749-F613-58FC053DC76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9E2E324C-D650-BC27-A80A-9CEB8B868540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6" y="165068"/>
            <a:ext cx="7918704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r>
              <a:rPr lang="en-US"/>
              <a:t>Majority of complaints from SME customers are driven by process &amp; technical issues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73D2FC4-9511-E20C-50C8-2700D121F4CA}"/>
              </a:ext>
            </a:extLst>
          </p:cNvPr>
          <p:cNvCxnSpPr>
            <a:cxnSpLocks/>
          </p:cNvCxnSpPr>
          <p:nvPr/>
        </p:nvCxnSpPr>
        <p:spPr>
          <a:xfrm>
            <a:off x="9070085" y="6029728"/>
            <a:ext cx="2850671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4. Footnote">
            <a:extLst>
              <a:ext uri="{FF2B5EF4-FFF2-40B4-BE49-F238E27FC236}">
                <a16:creationId xmlns:a16="http://schemas.microsoft.com/office/drawing/2014/main" id="{5783D994-3BB9-6F6F-5C53-07B4E1E159CF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554736" y="6519138"/>
            <a:ext cx="8234262" cy="203709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203200" marR="0" lvl="0" indent="-212725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>
                <a:cs typeface="Arial" panose="020B0604020202020204" pitchFamily="34" charset="0"/>
              </a:defRPr>
            </a:lvl1pPr>
          </a:lstStyle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1.	Customer inquires categorized as "Mistake", "Problem", "Major" and "Dissatisfaction"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2.	Themes were assigned based on GenAI analysis of complaint texts. Transaction &amp; settlement issues - "backend" money flow completed incorrectly or delayed; </a:t>
            </a:r>
            <a:b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</a:b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Tahoma"/>
                <a:ea typeface="+mn-ea"/>
                <a:cs typeface="Arial" panose="020B0604020202020204" pitchFamily="34" charset="0"/>
              </a:rPr>
              <a:t>Technical issues (incl. configuration) - system or setup problems, errors and crashes preventing operation completion; Usage issues - core functionality not working properly during use (e.g., card not working, web elements not displaying); Authentication – user cannot access or verify; Fees &amp; charges - incorrect charges &amp; refund requests; Communication - information and support service issues</a:t>
            </a:r>
          </a:p>
        </p:txBody>
      </p:sp>
      <p:graphicFrame>
        <p:nvGraphicFramePr>
          <p:cNvPr id="16" name="Table 15" hidden="1">
            <a:extLst>
              <a:ext uri="{FF2B5EF4-FFF2-40B4-BE49-F238E27FC236}">
                <a16:creationId xmlns:a16="http://schemas.microsoft.com/office/drawing/2014/main" id="{9CF14B5F-627A-750E-ED66-887DCD84756B}"/>
              </a:ext>
            </a:extLst>
          </p:cNvPr>
          <p:cNvGraphicFramePr>
            <a:graphicFrameLocks noGrp="1"/>
          </p:cNvGraphicFramePr>
          <p:nvPr/>
        </p:nvGraphicFramePr>
        <p:xfrm>
          <a:off x="554037" y="1620436"/>
          <a:ext cx="8050700" cy="4583720"/>
        </p:xfrm>
        <a:graphic>
          <a:graphicData uri="http://schemas.openxmlformats.org/drawingml/2006/table">
            <a:tbl>
              <a:tblPr/>
              <a:tblGrid>
                <a:gridCol w="885241">
                  <a:extLst>
                    <a:ext uri="{9D8B030D-6E8A-4147-A177-3AD203B41FA5}">
                      <a16:colId xmlns:a16="http://schemas.microsoft.com/office/drawing/2014/main" val="39750611"/>
                    </a:ext>
                  </a:extLst>
                </a:gridCol>
                <a:gridCol w="1025373">
                  <a:extLst>
                    <a:ext uri="{9D8B030D-6E8A-4147-A177-3AD203B41FA5}">
                      <a16:colId xmlns:a16="http://schemas.microsoft.com/office/drawing/2014/main" val="3494638092"/>
                    </a:ext>
                  </a:extLst>
                </a:gridCol>
                <a:gridCol w="886330">
                  <a:extLst>
                    <a:ext uri="{9D8B030D-6E8A-4147-A177-3AD203B41FA5}">
                      <a16:colId xmlns:a16="http://schemas.microsoft.com/office/drawing/2014/main" val="4076240193"/>
                    </a:ext>
                  </a:extLst>
                </a:gridCol>
                <a:gridCol w="603733">
                  <a:extLst>
                    <a:ext uri="{9D8B030D-6E8A-4147-A177-3AD203B41FA5}">
                      <a16:colId xmlns:a16="http://schemas.microsoft.com/office/drawing/2014/main" val="2423781872"/>
                    </a:ext>
                  </a:extLst>
                </a:gridCol>
                <a:gridCol w="1014784">
                  <a:extLst>
                    <a:ext uri="{9D8B030D-6E8A-4147-A177-3AD203B41FA5}">
                      <a16:colId xmlns:a16="http://schemas.microsoft.com/office/drawing/2014/main" val="1058907281"/>
                    </a:ext>
                  </a:extLst>
                </a:gridCol>
                <a:gridCol w="899175">
                  <a:extLst>
                    <a:ext uri="{9D8B030D-6E8A-4147-A177-3AD203B41FA5}">
                      <a16:colId xmlns:a16="http://schemas.microsoft.com/office/drawing/2014/main" val="2472436663"/>
                    </a:ext>
                  </a:extLst>
                </a:gridCol>
                <a:gridCol w="693651">
                  <a:extLst>
                    <a:ext uri="{9D8B030D-6E8A-4147-A177-3AD203B41FA5}">
                      <a16:colId xmlns:a16="http://schemas.microsoft.com/office/drawing/2014/main" val="3073306660"/>
                    </a:ext>
                  </a:extLst>
                </a:gridCol>
                <a:gridCol w="796412">
                  <a:extLst>
                    <a:ext uri="{9D8B030D-6E8A-4147-A177-3AD203B41FA5}">
                      <a16:colId xmlns:a16="http://schemas.microsoft.com/office/drawing/2014/main" val="2473135370"/>
                    </a:ext>
                  </a:extLst>
                </a:gridCol>
                <a:gridCol w="648126">
                  <a:extLst>
                    <a:ext uri="{9D8B030D-6E8A-4147-A177-3AD203B41FA5}">
                      <a16:colId xmlns:a16="http://schemas.microsoft.com/office/drawing/2014/main" val="1758204904"/>
                    </a:ext>
                  </a:extLst>
                </a:gridCol>
                <a:gridCol w="597875">
                  <a:extLst>
                    <a:ext uri="{9D8B030D-6E8A-4147-A177-3AD203B41FA5}">
                      <a16:colId xmlns:a16="http://schemas.microsoft.com/office/drawing/2014/main" val="3781087525"/>
                    </a:ext>
                  </a:extLst>
                </a:gridCol>
              </a:tblGrid>
              <a:tr h="870336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Product</a:t>
                      </a:r>
                      <a:endParaRPr lang="az-Latn-AZ" sz="105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Transaction &amp; settlement</a:t>
                      </a:r>
                      <a:r>
                        <a:rPr lang="en-US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</a:t>
                      </a: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processing</a:t>
                      </a: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Technical Issues</a:t>
                      </a: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Usage </a:t>
                      </a:r>
                      <a:r>
                        <a:rPr lang="en-US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i</a:t>
                      </a: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ssues</a:t>
                      </a: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Onboarding</a:t>
                      </a:r>
                      <a:r>
                        <a:rPr lang="en-US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&amp; requests</a:t>
                      </a:r>
                      <a:endParaRPr lang="az-Latn-AZ" sz="105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Authentication &amp; Access</a:t>
                      </a: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Fees &amp; Charges</a:t>
                      </a: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Communication</a:t>
                      </a: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Other</a:t>
                      </a: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Total</a:t>
                      </a:r>
                    </a:p>
                  </a:txBody>
                  <a:tcPr marL="1706" marR="1706" marT="1706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1842487"/>
                  </a:ext>
                </a:extLst>
              </a:tr>
              <a:tr h="464173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Internet banking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16,5%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10,6%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9BD5A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6,6%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BFE4C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8,3%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AFDD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4,3%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5EC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0,4%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9FBF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0,8%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5F9F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1,2%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48,8%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7857988"/>
                  </a:ext>
                </a:extLst>
              </a:tr>
              <a:tr h="464173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Cards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AF5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0,3%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FCF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3,4%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DF0E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2,6%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5F3E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1,9%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BF5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8,3%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FDDB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0,2%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BFC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0,1%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18,8%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C4E5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419464"/>
                  </a:ext>
                </a:extLst>
              </a:tr>
              <a:tr h="464173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Payments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4,6%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2EB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2,3%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7F4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1,8%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CF6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1,1%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F8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0,5%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8FBF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1,5%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EF7F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0,4%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9FBF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0,2%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BFC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12,6%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8E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0852382"/>
                  </a:ext>
                </a:extLst>
              </a:tr>
              <a:tr h="464173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Mobile app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4,8%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0EA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1,4%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0F7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1,5%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FF7F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1,8%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BF6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0,2%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BFC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0,9%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0,2%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BFC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DF0E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4673555"/>
                  </a:ext>
                </a:extLst>
              </a:tr>
              <a:tr h="464173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Accounts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AF5E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0,4%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9FBF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0,6%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7FAF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0,3%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FCF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0,3%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FBF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0,4%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FBF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4,9%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0F7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071383"/>
                  </a:ext>
                </a:extLst>
              </a:tr>
              <a:tr h="464173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Loans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0,6%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7FAF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0,1%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BFC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0,5%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8FBF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0,6%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7FAF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0,3%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FBF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0,2%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FC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0,6%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B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164874"/>
                  </a:ext>
                </a:extLst>
              </a:tr>
              <a:tr h="464173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Trade finance &amp; other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0,2%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BFC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0,1%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0,1%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BFC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0,1%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0,1%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0,4%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9FBF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0,1%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8679651"/>
                  </a:ext>
                </a:extLst>
              </a:tr>
              <a:tr h="464173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Total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30,8%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15,2%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4DFC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14,4%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7E1C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13,7%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BE2C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8,7%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5EC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11,2%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C8E7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3,2%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1F8F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2,8%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8FBF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az-Latn-AZ" sz="105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100,0%</a:t>
                      </a:r>
                    </a:p>
                  </a:txBody>
                  <a:tcPr marL="1706" marR="1706" marT="1706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9843382"/>
                  </a:ext>
                </a:extLst>
              </a:tr>
            </a:tbl>
          </a:graphicData>
        </a:graphic>
      </p:graphicFrame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218CF805-ED83-53C5-7FC1-50B6B42A1316}"/>
              </a:ext>
            </a:extLst>
          </p:cNvPr>
          <p:cNvCxnSpPr>
            <a:cxnSpLocks/>
          </p:cNvCxnSpPr>
          <p:nvPr/>
        </p:nvCxnSpPr>
        <p:spPr>
          <a:xfrm>
            <a:off x="9070085" y="1498917"/>
            <a:ext cx="2567177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A5537172-F525-7A3D-F6D4-97A76116D816}"/>
              </a:ext>
            </a:extLst>
          </p:cNvPr>
          <p:cNvCxnSpPr>
            <a:cxnSpLocks/>
          </p:cNvCxnSpPr>
          <p:nvPr/>
        </p:nvCxnSpPr>
        <p:spPr>
          <a:xfrm>
            <a:off x="554736" y="1498917"/>
            <a:ext cx="7918704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30D44060-5A90-B343-26C6-CD207712224E}"/>
              </a:ext>
            </a:extLst>
          </p:cNvPr>
          <p:cNvSpPr txBox="1">
            <a:spLocks/>
          </p:cNvSpPr>
          <p:nvPr/>
        </p:nvSpPr>
        <p:spPr>
          <a:xfrm>
            <a:off x="547686" y="1550133"/>
            <a:ext cx="7918704" cy="2154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N=6220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DFECBC0-E391-9995-EB75-82195B71900F}"/>
              </a:ext>
            </a:extLst>
          </p:cNvPr>
          <p:cNvSpPr txBox="1">
            <a:spLocks/>
          </p:cNvSpPr>
          <p:nvPr/>
        </p:nvSpPr>
        <p:spPr>
          <a:xfrm>
            <a:off x="554736" y="1237092"/>
            <a:ext cx="7918704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Complaints</a:t>
            </a:r>
            <a:r>
              <a:rPr lang="en-US" b="1" baseline="30000"/>
              <a:t>1</a:t>
            </a: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by product and theme</a:t>
            </a:r>
            <a:r>
              <a:rPr kumimoji="0" lang="en-US" sz="1400" b="1" i="0" u="none" strike="noStrike" kern="1200" cap="none" spc="0" normalizeH="0" baseline="3000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</a:t>
            </a: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(SME), </a:t>
            </a:r>
            <a:r>
              <a:rPr kumimoji="0" lang="en-US" sz="1400" b="0" i="1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out of total complaints in 2025-2026</a:t>
            </a:r>
            <a:r>
              <a:rPr kumimoji="0" lang="en-US" sz="1400" b="0" i="1" u="none" strike="noStrike" kern="1200" cap="none" spc="0" normalizeH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92E4A24-7080-2BB7-4E9E-8B29C4DE9FD8}"/>
              </a:ext>
            </a:extLst>
          </p:cNvPr>
          <p:cNvSpPr txBox="1">
            <a:spLocks/>
          </p:cNvSpPr>
          <p:nvPr/>
        </p:nvSpPr>
        <p:spPr>
          <a:xfrm>
            <a:off x="9070085" y="1206315"/>
            <a:ext cx="2567177" cy="246221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Arial" panose="020B0604020202020204" pitchFamily="34" charset="0"/>
              </a:rPr>
              <a:t>Key insights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4A42C7-EA47-53B5-EC74-D1418DCC59B4}"/>
              </a:ext>
            </a:extLst>
          </p:cNvPr>
          <p:cNvSpPr txBox="1">
            <a:spLocks/>
          </p:cNvSpPr>
          <p:nvPr/>
        </p:nvSpPr>
        <p:spPr>
          <a:xfrm>
            <a:off x="9070085" y="1550133"/>
            <a:ext cx="2567177" cy="107721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Weak customer experiences drive dissatisfaction and increase complaints, placing </a:t>
            </a: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additional pressure on second-line support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A46EB75-637B-EF0D-6581-0EA27AA41E85}"/>
              </a:ext>
            </a:extLst>
          </p:cNvPr>
          <p:cNvSpPr txBox="1">
            <a:spLocks/>
          </p:cNvSpPr>
          <p:nvPr/>
        </p:nvSpPr>
        <p:spPr>
          <a:xfrm>
            <a:off x="554736" y="2183148"/>
            <a:ext cx="770180" cy="15388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Product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F253DF20-C4AD-8F3C-1F1F-937CFDA2BD75}"/>
              </a:ext>
            </a:extLst>
          </p:cNvPr>
          <p:cNvCxnSpPr>
            <a:cxnSpLocks/>
          </p:cNvCxnSpPr>
          <p:nvPr/>
        </p:nvCxnSpPr>
        <p:spPr>
          <a:xfrm>
            <a:off x="554736" y="2362448"/>
            <a:ext cx="7918704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5CBB9C9C-2ED5-B01F-3ABE-00F141324501}"/>
              </a:ext>
            </a:extLst>
          </p:cNvPr>
          <p:cNvSpPr txBox="1">
            <a:spLocks/>
          </p:cNvSpPr>
          <p:nvPr/>
        </p:nvSpPr>
        <p:spPr>
          <a:xfrm>
            <a:off x="1268221" y="1875371"/>
            <a:ext cx="967918" cy="461665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Transaction &amp; settlements processing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7415CB0F-0F06-E9CC-A677-30A0EFFBE109}"/>
              </a:ext>
            </a:extLst>
          </p:cNvPr>
          <p:cNvSpPr txBox="1">
            <a:spLocks/>
          </p:cNvSpPr>
          <p:nvPr/>
        </p:nvSpPr>
        <p:spPr>
          <a:xfrm>
            <a:off x="2198859" y="2029259"/>
            <a:ext cx="714617" cy="30777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Technical issues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3F767678-446B-E254-CCB2-8A29A163201F}"/>
              </a:ext>
            </a:extLst>
          </p:cNvPr>
          <p:cNvSpPr txBox="1">
            <a:spLocks/>
          </p:cNvSpPr>
          <p:nvPr/>
        </p:nvSpPr>
        <p:spPr>
          <a:xfrm>
            <a:off x="2993139" y="2029259"/>
            <a:ext cx="714617" cy="30777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Usage issues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15EE9A05-658A-7FBE-F5DC-E35CC7D60B87}"/>
              </a:ext>
            </a:extLst>
          </p:cNvPr>
          <p:cNvSpPr txBox="1">
            <a:spLocks/>
          </p:cNvSpPr>
          <p:nvPr/>
        </p:nvSpPr>
        <p:spPr>
          <a:xfrm>
            <a:off x="3749861" y="2029259"/>
            <a:ext cx="752497" cy="30777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Onboarding &amp; requests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BBA54D1-A241-E12F-7D15-30AAA9AB6DF0}"/>
              </a:ext>
            </a:extLst>
          </p:cNvPr>
          <p:cNvSpPr txBox="1">
            <a:spLocks/>
          </p:cNvSpPr>
          <p:nvPr/>
        </p:nvSpPr>
        <p:spPr>
          <a:xfrm>
            <a:off x="6074008" y="2029259"/>
            <a:ext cx="872224" cy="30777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Communi</a:t>
            </a: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-cation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AF0129A5-8C14-2B6A-AAF3-97F58D158A37}"/>
              </a:ext>
            </a:extLst>
          </p:cNvPr>
          <p:cNvSpPr txBox="1">
            <a:spLocks/>
          </p:cNvSpPr>
          <p:nvPr/>
        </p:nvSpPr>
        <p:spPr>
          <a:xfrm>
            <a:off x="6964539" y="2183148"/>
            <a:ext cx="714617" cy="15388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Other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63818323-0BD4-8404-6BF0-65ADA085EC4E}"/>
              </a:ext>
            </a:extLst>
          </p:cNvPr>
          <p:cNvSpPr txBox="1">
            <a:spLocks/>
          </p:cNvSpPr>
          <p:nvPr/>
        </p:nvSpPr>
        <p:spPr>
          <a:xfrm>
            <a:off x="7758823" y="2183148"/>
            <a:ext cx="714617" cy="153888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Total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D867CE8-B415-7794-46F3-9D80C39E81F1}"/>
              </a:ext>
            </a:extLst>
          </p:cNvPr>
          <p:cNvSpPr txBox="1">
            <a:spLocks/>
          </p:cNvSpPr>
          <p:nvPr/>
        </p:nvSpPr>
        <p:spPr>
          <a:xfrm>
            <a:off x="7758823" y="2449335"/>
            <a:ext cx="714617" cy="307777"/>
          </a:xfrm>
          <a:prstGeom prst="rect">
            <a:avLst/>
          </a:prstGeom>
          <a:solidFill>
            <a:srgbClr val="F7D147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48.8%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AD6F504-2243-410E-2671-14DD3A84A7EC}"/>
              </a:ext>
            </a:extLst>
          </p:cNvPr>
          <p:cNvSpPr txBox="1">
            <a:spLocks/>
          </p:cNvSpPr>
          <p:nvPr/>
        </p:nvSpPr>
        <p:spPr>
          <a:xfrm>
            <a:off x="1404579" y="2449335"/>
            <a:ext cx="714617" cy="307777"/>
          </a:xfrm>
          <a:prstGeom prst="rect">
            <a:avLst/>
          </a:prstGeom>
          <a:solidFill>
            <a:srgbClr val="F7D147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16.5%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DC8ED46-93BF-18EF-CD39-6CCCD028D3BC}"/>
              </a:ext>
            </a:extLst>
          </p:cNvPr>
          <p:cNvSpPr txBox="1">
            <a:spLocks/>
          </p:cNvSpPr>
          <p:nvPr/>
        </p:nvSpPr>
        <p:spPr>
          <a:xfrm>
            <a:off x="2198859" y="2449335"/>
            <a:ext cx="714617" cy="307777"/>
          </a:xfrm>
          <a:prstGeom prst="rect">
            <a:avLst/>
          </a:prstGeom>
          <a:solidFill>
            <a:srgbClr val="FCEDB6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10.6%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B43607D-4D3F-6238-EB36-A31EF112DC9A}"/>
              </a:ext>
            </a:extLst>
          </p:cNvPr>
          <p:cNvSpPr txBox="1">
            <a:spLocks/>
          </p:cNvSpPr>
          <p:nvPr/>
        </p:nvSpPr>
        <p:spPr>
          <a:xfrm>
            <a:off x="2993139" y="2449335"/>
            <a:ext cx="714617" cy="307777"/>
          </a:xfrm>
          <a:prstGeom prst="rect">
            <a:avLst/>
          </a:prstGeom>
          <a:solidFill>
            <a:srgbClr val="BFE4CB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6.6%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31CCBB3-D8D0-611C-6A16-8D8EC8B809A3}"/>
              </a:ext>
            </a:extLst>
          </p:cNvPr>
          <p:cNvSpPr txBox="1">
            <a:spLocks/>
          </p:cNvSpPr>
          <p:nvPr/>
        </p:nvSpPr>
        <p:spPr>
          <a:xfrm>
            <a:off x="3787419" y="2449335"/>
            <a:ext cx="714617" cy="307777"/>
          </a:xfrm>
          <a:prstGeom prst="rect">
            <a:avLst/>
          </a:prstGeom>
          <a:solidFill>
            <a:srgbClr val="FDF3C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8.3%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BCE90358-3765-4F40-057B-E04C634E472D}"/>
              </a:ext>
            </a:extLst>
          </p:cNvPr>
          <p:cNvSpPr txBox="1">
            <a:spLocks/>
          </p:cNvSpPr>
          <p:nvPr/>
        </p:nvSpPr>
        <p:spPr>
          <a:xfrm>
            <a:off x="6170259" y="2449335"/>
            <a:ext cx="714617" cy="307777"/>
          </a:xfrm>
          <a:prstGeom prst="rect">
            <a:avLst/>
          </a:prstGeom>
          <a:solidFill>
            <a:srgbClr val="F5F9F9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0.8%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57BEE766-CCCB-F815-5332-4F5783CCC809}"/>
              </a:ext>
            </a:extLst>
          </p:cNvPr>
          <p:cNvSpPr txBox="1">
            <a:spLocks/>
          </p:cNvSpPr>
          <p:nvPr/>
        </p:nvSpPr>
        <p:spPr>
          <a:xfrm>
            <a:off x="6964539" y="2449335"/>
            <a:ext cx="714617" cy="307777"/>
          </a:xfrm>
          <a:prstGeom prst="rect">
            <a:avLst/>
          </a:prstGeom>
          <a:solidFill>
            <a:srgbClr val="F4F9F8"/>
          </a:solidFill>
        </p:spPr>
        <p:txBody>
          <a:bodyPr vert="horz" wrap="square" lIns="7620" tIns="7620" rIns="762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1.2%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C739E76D-2F5B-EBF6-B05C-8C4009D71E32}"/>
              </a:ext>
            </a:extLst>
          </p:cNvPr>
          <p:cNvSpPr txBox="1">
            <a:spLocks/>
          </p:cNvSpPr>
          <p:nvPr/>
        </p:nvSpPr>
        <p:spPr>
          <a:xfrm>
            <a:off x="554736" y="2449335"/>
            <a:ext cx="770180" cy="307777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Internet banking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9F01AB6-F975-3044-E484-B053B0BE06F9}"/>
              </a:ext>
            </a:extLst>
          </p:cNvPr>
          <p:cNvSpPr txBox="1">
            <a:spLocks/>
          </p:cNvSpPr>
          <p:nvPr/>
        </p:nvSpPr>
        <p:spPr>
          <a:xfrm>
            <a:off x="7758823" y="2846320"/>
            <a:ext cx="714617" cy="307777"/>
          </a:xfrm>
          <a:prstGeom prst="rect">
            <a:avLst/>
          </a:prstGeom>
          <a:solidFill>
            <a:srgbClr val="FBE79F"/>
          </a:solidFill>
        </p:spPr>
        <p:txBody>
          <a:bodyPr vert="horz" wrap="square" lIns="1706" tIns="1706" rIns="1706" bIns="0" rtlCol="0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/>
              <a:t>18.8%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984A492-6E95-AB9B-5328-A38ACC5D15E9}"/>
              </a:ext>
            </a:extLst>
          </p:cNvPr>
          <p:cNvSpPr txBox="1">
            <a:spLocks/>
          </p:cNvSpPr>
          <p:nvPr/>
        </p:nvSpPr>
        <p:spPr>
          <a:xfrm>
            <a:off x="1404579" y="2846320"/>
            <a:ext cx="714617" cy="307777"/>
          </a:xfrm>
          <a:prstGeom prst="rect">
            <a:avLst/>
          </a:prstGeom>
          <a:solidFill>
            <a:srgbClr val="EAF5F0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2.0%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6CA6B13-281F-380B-BC2E-63EF545757B9}"/>
              </a:ext>
            </a:extLst>
          </p:cNvPr>
          <p:cNvSpPr txBox="1">
            <a:spLocks/>
          </p:cNvSpPr>
          <p:nvPr/>
        </p:nvSpPr>
        <p:spPr>
          <a:xfrm>
            <a:off x="2198859" y="2846320"/>
            <a:ext cx="714617" cy="307777"/>
          </a:xfrm>
          <a:prstGeom prst="rect">
            <a:avLst/>
          </a:prstGeom>
          <a:solidFill>
            <a:srgbClr val="FAFCFD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0.3%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4EDF478-2B63-FF8A-B434-D06843E00D25}"/>
              </a:ext>
            </a:extLst>
          </p:cNvPr>
          <p:cNvSpPr txBox="1">
            <a:spLocks/>
          </p:cNvSpPr>
          <p:nvPr/>
        </p:nvSpPr>
        <p:spPr>
          <a:xfrm>
            <a:off x="2993139" y="2846320"/>
            <a:ext cx="714617" cy="307777"/>
          </a:xfrm>
          <a:prstGeom prst="rect">
            <a:avLst/>
          </a:prstGeom>
          <a:solidFill>
            <a:srgbClr val="DDF0E5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3.4%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E6A883B5-7166-5CDC-7B3A-DDE9FC3E6D4E}"/>
              </a:ext>
            </a:extLst>
          </p:cNvPr>
          <p:cNvSpPr txBox="1">
            <a:spLocks/>
          </p:cNvSpPr>
          <p:nvPr/>
        </p:nvSpPr>
        <p:spPr>
          <a:xfrm>
            <a:off x="3787419" y="2846320"/>
            <a:ext cx="714617" cy="307777"/>
          </a:xfrm>
          <a:prstGeom prst="rect">
            <a:avLst/>
          </a:prstGeom>
          <a:solidFill>
            <a:srgbClr val="E5F3EB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2.6%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F6FB6F5-650B-75AF-9F46-35E11EB9BAB4}"/>
              </a:ext>
            </a:extLst>
          </p:cNvPr>
          <p:cNvSpPr txBox="1">
            <a:spLocks/>
          </p:cNvSpPr>
          <p:nvPr/>
        </p:nvSpPr>
        <p:spPr>
          <a:xfrm>
            <a:off x="6170259" y="2846320"/>
            <a:ext cx="714617" cy="307777"/>
          </a:xfrm>
          <a:prstGeom prst="rect">
            <a:avLst/>
          </a:prstGeom>
          <a:solidFill>
            <a:srgbClr val="FBFCFE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0.2%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1BCA3329-0FE3-EB3C-2AB3-414D0723618C}"/>
              </a:ext>
            </a:extLst>
          </p:cNvPr>
          <p:cNvSpPr txBox="1">
            <a:spLocks/>
          </p:cNvSpPr>
          <p:nvPr/>
        </p:nvSpPr>
        <p:spPr>
          <a:xfrm>
            <a:off x="6964539" y="2846320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7620" tIns="7620" rIns="762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0.1%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8B802E5-9E1F-4B91-3F51-8072CB44F033}"/>
              </a:ext>
            </a:extLst>
          </p:cNvPr>
          <p:cNvSpPr txBox="1">
            <a:spLocks/>
          </p:cNvSpPr>
          <p:nvPr/>
        </p:nvSpPr>
        <p:spPr>
          <a:xfrm>
            <a:off x="554736" y="2923264"/>
            <a:ext cx="770180" cy="153888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Cards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1C205A90-F904-23F7-2CCF-DDE9E7754354}"/>
              </a:ext>
            </a:extLst>
          </p:cNvPr>
          <p:cNvSpPr txBox="1">
            <a:spLocks/>
          </p:cNvSpPr>
          <p:nvPr/>
        </p:nvSpPr>
        <p:spPr>
          <a:xfrm>
            <a:off x="7758823" y="3243305"/>
            <a:ext cx="714617" cy="307777"/>
          </a:xfrm>
          <a:prstGeom prst="rect">
            <a:avLst/>
          </a:prstGeom>
          <a:solidFill>
            <a:srgbClr val="FDF3CF"/>
          </a:solidFill>
        </p:spPr>
        <p:txBody>
          <a:bodyPr vert="horz" wrap="square" lIns="1706" tIns="1706" rIns="1706" bIns="0" rtlCol="0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/>
              <a:t>12.6%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D609664-16C7-921C-57D8-5682B0CCE4D8}"/>
              </a:ext>
            </a:extLst>
          </p:cNvPr>
          <p:cNvSpPr txBox="1">
            <a:spLocks/>
          </p:cNvSpPr>
          <p:nvPr/>
        </p:nvSpPr>
        <p:spPr>
          <a:xfrm>
            <a:off x="1404579" y="3243305"/>
            <a:ext cx="714617" cy="307777"/>
          </a:xfrm>
          <a:prstGeom prst="rect">
            <a:avLst/>
          </a:prstGeom>
          <a:solidFill>
            <a:srgbClr val="D2EBDA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4.6%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2C62D8C-8CCC-0985-C24D-F6193EA0AE39}"/>
              </a:ext>
            </a:extLst>
          </p:cNvPr>
          <p:cNvSpPr txBox="1">
            <a:spLocks/>
          </p:cNvSpPr>
          <p:nvPr/>
        </p:nvSpPr>
        <p:spPr>
          <a:xfrm>
            <a:off x="2198859" y="3243305"/>
            <a:ext cx="714617" cy="307777"/>
          </a:xfrm>
          <a:prstGeom prst="rect">
            <a:avLst/>
          </a:prstGeom>
          <a:solidFill>
            <a:srgbClr val="E7F4ED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2.3%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CCD6743-867B-0C66-62BE-F7F711B495D1}"/>
              </a:ext>
            </a:extLst>
          </p:cNvPr>
          <p:cNvSpPr txBox="1">
            <a:spLocks/>
          </p:cNvSpPr>
          <p:nvPr/>
        </p:nvSpPr>
        <p:spPr>
          <a:xfrm>
            <a:off x="2993139" y="3243305"/>
            <a:ext cx="714617" cy="307777"/>
          </a:xfrm>
          <a:prstGeom prst="rect">
            <a:avLst/>
          </a:prstGeom>
          <a:solidFill>
            <a:srgbClr val="ECF6F1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1.8%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A7766DA7-987C-ED03-8D4E-BAA9A94C3176}"/>
              </a:ext>
            </a:extLst>
          </p:cNvPr>
          <p:cNvSpPr txBox="1">
            <a:spLocks/>
          </p:cNvSpPr>
          <p:nvPr/>
        </p:nvSpPr>
        <p:spPr>
          <a:xfrm>
            <a:off x="3787419" y="3243305"/>
            <a:ext cx="714617" cy="307777"/>
          </a:xfrm>
          <a:prstGeom prst="rect">
            <a:avLst/>
          </a:prstGeom>
          <a:solidFill>
            <a:srgbClr val="F2F8F7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1.1%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280F8A73-0C95-D24C-028E-F178AF219F18}"/>
              </a:ext>
            </a:extLst>
          </p:cNvPr>
          <p:cNvSpPr txBox="1">
            <a:spLocks/>
          </p:cNvSpPr>
          <p:nvPr/>
        </p:nvSpPr>
        <p:spPr>
          <a:xfrm>
            <a:off x="6170259" y="3243305"/>
            <a:ext cx="714617" cy="307777"/>
          </a:xfrm>
          <a:prstGeom prst="rect">
            <a:avLst/>
          </a:prstGeom>
          <a:solidFill>
            <a:srgbClr val="F9FBFC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0.4%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DDA35890-82BB-282A-DDE2-98200175BFB1}"/>
              </a:ext>
            </a:extLst>
          </p:cNvPr>
          <p:cNvSpPr txBox="1">
            <a:spLocks/>
          </p:cNvSpPr>
          <p:nvPr/>
        </p:nvSpPr>
        <p:spPr>
          <a:xfrm>
            <a:off x="6964539" y="3243305"/>
            <a:ext cx="714617" cy="307777"/>
          </a:xfrm>
          <a:prstGeom prst="rect">
            <a:avLst/>
          </a:prstGeom>
          <a:solidFill>
            <a:srgbClr val="FBFCFE"/>
          </a:solidFill>
        </p:spPr>
        <p:txBody>
          <a:bodyPr vert="horz" wrap="square" lIns="7620" tIns="7620" rIns="762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0.2%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FA6532E-6942-C696-60BE-C69CAFF82BFC}"/>
              </a:ext>
            </a:extLst>
          </p:cNvPr>
          <p:cNvSpPr txBox="1">
            <a:spLocks/>
          </p:cNvSpPr>
          <p:nvPr/>
        </p:nvSpPr>
        <p:spPr>
          <a:xfrm>
            <a:off x="554736" y="3320249"/>
            <a:ext cx="770180" cy="153888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Payments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E18D61F-127A-1BF7-2615-A37E67C077E2}"/>
              </a:ext>
            </a:extLst>
          </p:cNvPr>
          <p:cNvSpPr txBox="1">
            <a:spLocks/>
          </p:cNvSpPr>
          <p:nvPr/>
        </p:nvSpPr>
        <p:spPr>
          <a:xfrm>
            <a:off x="7758823" y="3640290"/>
            <a:ext cx="714617" cy="307777"/>
          </a:xfrm>
          <a:prstGeom prst="rect">
            <a:avLst/>
          </a:prstGeom>
          <a:solidFill>
            <a:srgbClr val="FDF3CF"/>
          </a:solidFill>
        </p:spPr>
        <p:txBody>
          <a:bodyPr vert="horz" wrap="square" lIns="1706" tIns="1706" rIns="1706" bIns="0" rtlCol="0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/>
              <a:t>11.0%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91CF62A-F9AB-EC95-1828-2DCB8DF3772F}"/>
              </a:ext>
            </a:extLst>
          </p:cNvPr>
          <p:cNvSpPr txBox="1">
            <a:spLocks/>
          </p:cNvSpPr>
          <p:nvPr/>
        </p:nvSpPr>
        <p:spPr>
          <a:xfrm>
            <a:off x="1404579" y="3640290"/>
            <a:ext cx="714617" cy="307777"/>
          </a:xfrm>
          <a:prstGeom prst="rect">
            <a:avLst/>
          </a:prstGeom>
          <a:solidFill>
            <a:srgbClr val="D0EAD9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4.8%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E08F8856-B9DB-5BC1-F550-380184C9A958}"/>
              </a:ext>
            </a:extLst>
          </p:cNvPr>
          <p:cNvSpPr txBox="1">
            <a:spLocks/>
          </p:cNvSpPr>
          <p:nvPr/>
        </p:nvSpPr>
        <p:spPr>
          <a:xfrm>
            <a:off x="2198859" y="3640290"/>
            <a:ext cx="714617" cy="307777"/>
          </a:xfrm>
          <a:prstGeom prst="rect">
            <a:avLst/>
          </a:prstGeom>
          <a:solidFill>
            <a:srgbClr val="F0F7F4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1.4%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123258DC-C2A1-0457-27EF-46B29628A435}"/>
              </a:ext>
            </a:extLst>
          </p:cNvPr>
          <p:cNvSpPr txBox="1">
            <a:spLocks/>
          </p:cNvSpPr>
          <p:nvPr/>
        </p:nvSpPr>
        <p:spPr>
          <a:xfrm>
            <a:off x="2993139" y="3640290"/>
            <a:ext cx="714617" cy="307777"/>
          </a:xfrm>
          <a:prstGeom prst="rect">
            <a:avLst/>
          </a:prstGeom>
          <a:solidFill>
            <a:srgbClr val="EFF7F4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1.5%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6E878B8-22ED-4953-A28E-F8B0A8540BE9}"/>
              </a:ext>
            </a:extLst>
          </p:cNvPr>
          <p:cNvSpPr txBox="1">
            <a:spLocks/>
          </p:cNvSpPr>
          <p:nvPr/>
        </p:nvSpPr>
        <p:spPr>
          <a:xfrm>
            <a:off x="3787419" y="3640290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0.0%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BE07BCC4-A4CA-4501-4BC2-7E9F5455C248}"/>
              </a:ext>
            </a:extLst>
          </p:cNvPr>
          <p:cNvSpPr txBox="1">
            <a:spLocks/>
          </p:cNvSpPr>
          <p:nvPr/>
        </p:nvSpPr>
        <p:spPr>
          <a:xfrm>
            <a:off x="6170259" y="3640290"/>
            <a:ext cx="714617" cy="307777"/>
          </a:xfrm>
          <a:prstGeom prst="rect">
            <a:avLst/>
          </a:prstGeom>
          <a:solidFill>
            <a:srgbClr val="F4F9F8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0.9%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0540A2-6EED-9AEB-88AE-C912A86225B9}"/>
              </a:ext>
            </a:extLst>
          </p:cNvPr>
          <p:cNvSpPr txBox="1">
            <a:spLocks/>
          </p:cNvSpPr>
          <p:nvPr/>
        </p:nvSpPr>
        <p:spPr>
          <a:xfrm>
            <a:off x="6964539" y="3640290"/>
            <a:ext cx="714617" cy="307777"/>
          </a:xfrm>
          <a:prstGeom prst="rect">
            <a:avLst/>
          </a:prstGeom>
          <a:solidFill>
            <a:srgbClr val="FBFCFE"/>
          </a:solidFill>
        </p:spPr>
        <p:txBody>
          <a:bodyPr vert="horz" wrap="square" lIns="7620" tIns="7620" rIns="762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0.2%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FC736C49-F0B3-66D7-93AF-3A2D9D442158}"/>
              </a:ext>
            </a:extLst>
          </p:cNvPr>
          <p:cNvSpPr txBox="1">
            <a:spLocks/>
          </p:cNvSpPr>
          <p:nvPr/>
        </p:nvSpPr>
        <p:spPr>
          <a:xfrm>
            <a:off x="554736" y="3717234"/>
            <a:ext cx="770180" cy="153888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Mobile app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10A92AC5-E26F-39B6-DFF8-D8DDA57347C0}"/>
              </a:ext>
            </a:extLst>
          </p:cNvPr>
          <p:cNvSpPr txBox="1">
            <a:spLocks/>
          </p:cNvSpPr>
          <p:nvPr/>
        </p:nvSpPr>
        <p:spPr>
          <a:xfrm>
            <a:off x="7758823" y="4037275"/>
            <a:ext cx="714617" cy="307777"/>
          </a:xfrm>
          <a:prstGeom prst="rect">
            <a:avLst/>
          </a:prstGeom>
          <a:solidFill>
            <a:srgbClr val="F0F7F5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4.9%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A7BB7ED3-6089-E29E-DAF5-D41C0F5095BB}"/>
              </a:ext>
            </a:extLst>
          </p:cNvPr>
          <p:cNvSpPr txBox="1">
            <a:spLocks/>
          </p:cNvSpPr>
          <p:nvPr/>
        </p:nvSpPr>
        <p:spPr>
          <a:xfrm>
            <a:off x="1404579" y="4037275"/>
            <a:ext cx="714617" cy="307777"/>
          </a:xfrm>
          <a:prstGeom prst="rect">
            <a:avLst/>
          </a:prstGeom>
          <a:solidFill>
            <a:srgbClr val="EAF5E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2.0%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0EE89A1D-14D5-81D0-BCEF-6500845D0821}"/>
              </a:ext>
            </a:extLst>
          </p:cNvPr>
          <p:cNvSpPr txBox="1">
            <a:spLocks/>
          </p:cNvSpPr>
          <p:nvPr/>
        </p:nvSpPr>
        <p:spPr>
          <a:xfrm>
            <a:off x="2198859" y="4037275"/>
            <a:ext cx="714617" cy="307777"/>
          </a:xfrm>
          <a:prstGeom prst="rect">
            <a:avLst/>
          </a:prstGeom>
          <a:solidFill>
            <a:srgbClr val="F9FBFC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0.4%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6DC573B0-D822-AB67-8B8C-3A0C58872C26}"/>
              </a:ext>
            </a:extLst>
          </p:cNvPr>
          <p:cNvSpPr txBox="1">
            <a:spLocks/>
          </p:cNvSpPr>
          <p:nvPr/>
        </p:nvSpPr>
        <p:spPr>
          <a:xfrm>
            <a:off x="2993139" y="4037275"/>
            <a:ext cx="714617" cy="307777"/>
          </a:xfrm>
          <a:prstGeom prst="rect">
            <a:avLst/>
          </a:prstGeom>
          <a:solidFill>
            <a:srgbClr val="F7FAFB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0.6%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257CDFE-650D-4764-76F0-2FD49F2A7483}"/>
              </a:ext>
            </a:extLst>
          </p:cNvPr>
          <p:cNvSpPr txBox="1">
            <a:spLocks/>
          </p:cNvSpPr>
          <p:nvPr/>
        </p:nvSpPr>
        <p:spPr>
          <a:xfrm>
            <a:off x="3787419" y="4037275"/>
            <a:ext cx="714617" cy="307777"/>
          </a:xfrm>
          <a:prstGeom prst="rect">
            <a:avLst/>
          </a:prstGeom>
          <a:solidFill>
            <a:srgbClr val="F4F9F8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1.0%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DD1AA80A-90F4-FFDE-E1AA-3CEE08FB0268}"/>
              </a:ext>
            </a:extLst>
          </p:cNvPr>
          <p:cNvSpPr txBox="1">
            <a:spLocks/>
          </p:cNvSpPr>
          <p:nvPr/>
        </p:nvSpPr>
        <p:spPr>
          <a:xfrm>
            <a:off x="6170259" y="4037275"/>
            <a:ext cx="714617" cy="307777"/>
          </a:xfrm>
          <a:prstGeom prst="rect">
            <a:avLst/>
          </a:prstGeom>
          <a:solidFill>
            <a:srgbClr val="FAFBFD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0.3%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D13EFD24-4810-4AA0-C511-5EFDFD37141F}"/>
              </a:ext>
            </a:extLst>
          </p:cNvPr>
          <p:cNvSpPr txBox="1">
            <a:spLocks/>
          </p:cNvSpPr>
          <p:nvPr/>
        </p:nvSpPr>
        <p:spPr>
          <a:xfrm>
            <a:off x="6964539" y="4037275"/>
            <a:ext cx="714617" cy="307777"/>
          </a:xfrm>
          <a:prstGeom prst="rect">
            <a:avLst/>
          </a:prstGeom>
          <a:solidFill>
            <a:srgbClr val="FAFBFD"/>
          </a:solidFill>
        </p:spPr>
        <p:txBody>
          <a:bodyPr vert="horz" wrap="square" lIns="7620" tIns="7620" rIns="762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0.4%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7751336-1676-32BF-7C1B-2EA2BEB251C2}"/>
              </a:ext>
            </a:extLst>
          </p:cNvPr>
          <p:cNvSpPr txBox="1">
            <a:spLocks/>
          </p:cNvSpPr>
          <p:nvPr/>
        </p:nvSpPr>
        <p:spPr>
          <a:xfrm>
            <a:off x="554736" y="4114219"/>
            <a:ext cx="770180" cy="153888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Accounts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BC97EE12-4B24-DA84-015B-AA413EBC56ED}"/>
              </a:ext>
            </a:extLst>
          </p:cNvPr>
          <p:cNvSpPr txBox="1">
            <a:spLocks/>
          </p:cNvSpPr>
          <p:nvPr/>
        </p:nvSpPr>
        <p:spPr>
          <a:xfrm>
            <a:off x="7758823" y="4434260"/>
            <a:ext cx="714617" cy="307777"/>
          </a:xfrm>
          <a:prstGeom prst="rect">
            <a:avLst/>
          </a:prstGeom>
          <a:solidFill>
            <a:srgbClr val="F6FAFA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3.0%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7713996-B8CD-B955-3644-E903181157E1}"/>
              </a:ext>
            </a:extLst>
          </p:cNvPr>
          <p:cNvSpPr txBox="1">
            <a:spLocks/>
          </p:cNvSpPr>
          <p:nvPr/>
        </p:nvSpPr>
        <p:spPr>
          <a:xfrm>
            <a:off x="1404579" y="4434260"/>
            <a:ext cx="714617" cy="307777"/>
          </a:xfrm>
          <a:prstGeom prst="rect">
            <a:avLst/>
          </a:prstGeom>
          <a:solidFill>
            <a:srgbClr val="F7FAFA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0.6%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9E64BD1D-D054-9890-2EDC-644C2AE25CE8}"/>
              </a:ext>
            </a:extLst>
          </p:cNvPr>
          <p:cNvSpPr txBox="1">
            <a:spLocks/>
          </p:cNvSpPr>
          <p:nvPr/>
        </p:nvSpPr>
        <p:spPr>
          <a:xfrm>
            <a:off x="2198859" y="4434260"/>
            <a:ext cx="714617" cy="307777"/>
          </a:xfrm>
          <a:prstGeom prst="rect">
            <a:avLst/>
          </a:prstGeom>
          <a:solidFill>
            <a:srgbClr val="FBFCFE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0.1%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3C5854E6-6AA7-5FE2-B42D-71F1D403824E}"/>
              </a:ext>
            </a:extLst>
          </p:cNvPr>
          <p:cNvSpPr txBox="1">
            <a:spLocks/>
          </p:cNvSpPr>
          <p:nvPr/>
        </p:nvSpPr>
        <p:spPr>
          <a:xfrm>
            <a:off x="2993139" y="4434260"/>
            <a:ext cx="714617" cy="307777"/>
          </a:xfrm>
          <a:prstGeom prst="rect">
            <a:avLst/>
          </a:prstGeom>
          <a:solidFill>
            <a:srgbClr val="F8FBFC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0.5%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7E337B87-B281-D3E2-D4D7-CDF648745F8E}"/>
              </a:ext>
            </a:extLst>
          </p:cNvPr>
          <p:cNvSpPr txBox="1">
            <a:spLocks/>
          </p:cNvSpPr>
          <p:nvPr/>
        </p:nvSpPr>
        <p:spPr>
          <a:xfrm>
            <a:off x="3787419" y="4434260"/>
            <a:ext cx="714617" cy="307777"/>
          </a:xfrm>
          <a:prstGeom prst="rect">
            <a:avLst/>
          </a:prstGeom>
          <a:solidFill>
            <a:srgbClr val="F7FAFB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0.6%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A509500-B960-EC9C-29FA-D958D196F98E}"/>
              </a:ext>
            </a:extLst>
          </p:cNvPr>
          <p:cNvSpPr txBox="1">
            <a:spLocks/>
          </p:cNvSpPr>
          <p:nvPr/>
        </p:nvSpPr>
        <p:spPr>
          <a:xfrm>
            <a:off x="6170259" y="4434260"/>
            <a:ext cx="714617" cy="307777"/>
          </a:xfrm>
          <a:prstGeom prst="rect">
            <a:avLst/>
          </a:prstGeom>
          <a:solidFill>
            <a:srgbClr val="FAFCFE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0.2%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362730EA-0EEA-7CDD-E638-1CE22D7A14C2}"/>
              </a:ext>
            </a:extLst>
          </p:cNvPr>
          <p:cNvSpPr txBox="1">
            <a:spLocks/>
          </p:cNvSpPr>
          <p:nvPr/>
        </p:nvSpPr>
        <p:spPr>
          <a:xfrm>
            <a:off x="6964539" y="4434260"/>
            <a:ext cx="714617" cy="307777"/>
          </a:xfrm>
          <a:prstGeom prst="rect">
            <a:avLst/>
          </a:prstGeom>
          <a:solidFill>
            <a:srgbClr val="FBFCFF"/>
          </a:solidFill>
        </p:spPr>
        <p:txBody>
          <a:bodyPr vert="horz" wrap="square" lIns="7620" tIns="7620" rIns="762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0.6%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17F47839-6D31-0276-DCFA-AC3E981B8840}"/>
              </a:ext>
            </a:extLst>
          </p:cNvPr>
          <p:cNvSpPr txBox="1">
            <a:spLocks/>
          </p:cNvSpPr>
          <p:nvPr/>
        </p:nvSpPr>
        <p:spPr>
          <a:xfrm>
            <a:off x="554736" y="4511204"/>
            <a:ext cx="770180" cy="153888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Loans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C87ECDAE-4CE1-1AFF-BFF5-5F0686060C29}"/>
              </a:ext>
            </a:extLst>
          </p:cNvPr>
          <p:cNvSpPr txBox="1">
            <a:spLocks/>
          </p:cNvSpPr>
          <p:nvPr/>
        </p:nvSpPr>
        <p:spPr>
          <a:xfrm>
            <a:off x="7758823" y="4831245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1.0%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81EAC54A-F70F-166F-F85C-3A580E40120C}"/>
              </a:ext>
            </a:extLst>
          </p:cNvPr>
          <p:cNvSpPr txBox="1">
            <a:spLocks/>
          </p:cNvSpPr>
          <p:nvPr/>
        </p:nvSpPr>
        <p:spPr>
          <a:xfrm>
            <a:off x="1404579" y="4831245"/>
            <a:ext cx="714617" cy="307777"/>
          </a:xfrm>
          <a:prstGeom prst="rect">
            <a:avLst/>
          </a:prstGeom>
          <a:solidFill>
            <a:srgbClr val="FBFCFE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0.2%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0351FD0D-7E1D-6D81-B9B7-5B0A5CF7AA49}"/>
              </a:ext>
            </a:extLst>
          </p:cNvPr>
          <p:cNvSpPr txBox="1">
            <a:spLocks/>
          </p:cNvSpPr>
          <p:nvPr/>
        </p:nvSpPr>
        <p:spPr>
          <a:xfrm>
            <a:off x="2198859" y="4831245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0.1%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6869138B-08C6-8651-D329-35070BB0C6EB}"/>
              </a:ext>
            </a:extLst>
          </p:cNvPr>
          <p:cNvSpPr txBox="1">
            <a:spLocks/>
          </p:cNvSpPr>
          <p:nvPr/>
        </p:nvSpPr>
        <p:spPr>
          <a:xfrm>
            <a:off x="2993139" y="4831245"/>
            <a:ext cx="714617" cy="307777"/>
          </a:xfrm>
          <a:prstGeom prst="rect">
            <a:avLst/>
          </a:prstGeom>
          <a:solidFill>
            <a:srgbClr val="FBFCFE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0.1%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DDD3C5E7-89AE-0F87-A674-F8C4CE2CEFAA}"/>
              </a:ext>
            </a:extLst>
          </p:cNvPr>
          <p:cNvSpPr txBox="1">
            <a:spLocks/>
          </p:cNvSpPr>
          <p:nvPr/>
        </p:nvSpPr>
        <p:spPr>
          <a:xfrm>
            <a:off x="3787419" y="4831245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0.1%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5D80A66F-1B3A-760C-0595-1DE43FD641A4}"/>
              </a:ext>
            </a:extLst>
          </p:cNvPr>
          <p:cNvSpPr txBox="1">
            <a:spLocks/>
          </p:cNvSpPr>
          <p:nvPr/>
        </p:nvSpPr>
        <p:spPr>
          <a:xfrm>
            <a:off x="6170259" y="4831245"/>
            <a:ext cx="714617" cy="307777"/>
          </a:xfrm>
          <a:prstGeom prst="rect">
            <a:avLst/>
          </a:prstGeom>
          <a:solidFill>
            <a:srgbClr val="F9FBFD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0.4%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BC771FF8-BFB0-C9F6-D4C8-A1663F88B369}"/>
              </a:ext>
            </a:extLst>
          </p:cNvPr>
          <p:cNvSpPr txBox="1">
            <a:spLocks/>
          </p:cNvSpPr>
          <p:nvPr/>
        </p:nvSpPr>
        <p:spPr>
          <a:xfrm>
            <a:off x="6964539" y="4831245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7620" tIns="7620" rIns="762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0.1%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05E06A51-D4B8-CF42-E6D1-506F4C3B6D82}"/>
              </a:ext>
            </a:extLst>
          </p:cNvPr>
          <p:cNvSpPr txBox="1">
            <a:spLocks/>
          </p:cNvSpPr>
          <p:nvPr/>
        </p:nvSpPr>
        <p:spPr>
          <a:xfrm>
            <a:off x="554736" y="4831245"/>
            <a:ext cx="770180" cy="307777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Trade finance &amp; other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B97F3363-E701-3E40-B1A1-5F4180BDBE58}"/>
              </a:ext>
            </a:extLst>
          </p:cNvPr>
          <p:cNvSpPr txBox="1">
            <a:spLocks/>
          </p:cNvSpPr>
          <p:nvPr/>
        </p:nvSpPr>
        <p:spPr>
          <a:xfrm>
            <a:off x="7758823" y="5228228"/>
            <a:ext cx="714617" cy="307777"/>
          </a:xfrm>
          <a:prstGeom prst="rect">
            <a:avLst/>
          </a:prstGeom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100.0%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94283463-E3B5-2572-CFFF-33F1C2A3CDDA}"/>
              </a:ext>
            </a:extLst>
          </p:cNvPr>
          <p:cNvSpPr txBox="1">
            <a:spLocks/>
          </p:cNvSpPr>
          <p:nvPr/>
        </p:nvSpPr>
        <p:spPr>
          <a:xfrm>
            <a:off x="1404579" y="5228228"/>
            <a:ext cx="714617" cy="307777"/>
          </a:xfrm>
          <a:prstGeom prst="rect">
            <a:avLst/>
          </a:prstGeom>
          <a:solidFill>
            <a:srgbClr val="F7D147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30.8%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29692BD8-D6BB-5FC1-E7AE-8C389B6E9397}"/>
              </a:ext>
            </a:extLst>
          </p:cNvPr>
          <p:cNvSpPr txBox="1">
            <a:spLocks/>
          </p:cNvSpPr>
          <p:nvPr/>
        </p:nvSpPr>
        <p:spPr>
          <a:xfrm>
            <a:off x="2198859" y="5228228"/>
            <a:ext cx="714617" cy="307777"/>
          </a:xfrm>
          <a:prstGeom prst="rect">
            <a:avLst/>
          </a:prstGeom>
          <a:solidFill>
            <a:srgbClr val="FBE79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15.2%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3257855-AD12-AAAC-3AB0-D384CF0D0069}"/>
              </a:ext>
            </a:extLst>
          </p:cNvPr>
          <p:cNvSpPr txBox="1">
            <a:spLocks/>
          </p:cNvSpPr>
          <p:nvPr/>
        </p:nvSpPr>
        <p:spPr>
          <a:xfrm>
            <a:off x="2993139" y="5228228"/>
            <a:ext cx="714617" cy="307777"/>
          </a:xfrm>
          <a:prstGeom prst="rect">
            <a:avLst/>
          </a:prstGeom>
          <a:solidFill>
            <a:srgbClr val="FCEDB6"/>
          </a:solidFill>
        </p:spPr>
        <p:txBody>
          <a:bodyPr vert="horz" wrap="square" lIns="1706" tIns="1706" rIns="1706" bIns="0" rtlCol="0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/>
              <a:t>14.4%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507ED31-C73C-9855-E11C-EA09640F25C4}"/>
              </a:ext>
            </a:extLst>
          </p:cNvPr>
          <p:cNvSpPr txBox="1">
            <a:spLocks/>
          </p:cNvSpPr>
          <p:nvPr/>
        </p:nvSpPr>
        <p:spPr>
          <a:xfrm>
            <a:off x="3787419" y="5228228"/>
            <a:ext cx="714617" cy="307777"/>
          </a:xfrm>
          <a:prstGeom prst="rect">
            <a:avLst/>
          </a:prstGeom>
          <a:solidFill>
            <a:srgbClr val="FDF3CF"/>
          </a:solidFill>
        </p:spPr>
        <p:txBody>
          <a:bodyPr vert="horz" wrap="square" lIns="1706" tIns="1706" rIns="1706" bIns="0" rtlCol="0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/>
              <a:t>13.7%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E8E082B-9BDB-1D40-2731-E58FE21ED53A}"/>
              </a:ext>
            </a:extLst>
          </p:cNvPr>
          <p:cNvSpPr txBox="1">
            <a:spLocks/>
          </p:cNvSpPr>
          <p:nvPr/>
        </p:nvSpPr>
        <p:spPr>
          <a:xfrm>
            <a:off x="5359937" y="2029259"/>
            <a:ext cx="728238" cy="30777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Authen-tication</a:t>
            </a:r>
            <a:endParaRPr kumimoji="0" lang="en-US" sz="10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7794F4A-33C9-F881-265A-1F97907D8B80}"/>
              </a:ext>
            </a:extLst>
          </p:cNvPr>
          <p:cNvSpPr txBox="1">
            <a:spLocks/>
          </p:cNvSpPr>
          <p:nvPr/>
        </p:nvSpPr>
        <p:spPr>
          <a:xfrm>
            <a:off x="5375979" y="2449335"/>
            <a:ext cx="714617" cy="307777"/>
          </a:xfrm>
          <a:prstGeom prst="rect">
            <a:avLst/>
          </a:prstGeom>
          <a:solidFill>
            <a:srgbClr val="D5ECDD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4.3%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558F47E5-D554-0F82-D7B5-119EFDB1CC7E}"/>
              </a:ext>
            </a:extLst>
          </p:cNvPr>
          <p:cNvSpPr txBox="1">
            <a:spLocks/>
          </p:cNvSpPr>
          <p:nvPr/>
        </p:nvSpPr>
        <p:spPr>
          <a:xfrm>
            <a:off x="5375979" y="2846320"/>
            <a:ext cx="714617" cy="307777"/>
          </a:xfrm>
          <a:prstGeom prst="rect">
            <a:avLst/>
          </a:prstGeom>
          <a:solidFill>
            <a:srgbClr val="EBF5F0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1.9%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A33E25C-5CF9-8BF0-6272-03C4E19E20D3}"/>
              </a:ext>
            </a:extLst>
          </p:cNvPr>
          <p:cNvSpPr txBox="1">
            <a:spLocks/>
          </p:cNvSpPr>
          <p:nvPr/>
        </p:nvSpPr>
        <p:spPr>
          <a:xfrm>
            <a:off x="5375979" y="3243305"/>
            <a:ext cx="714617" cy="307777"/>
          </a:xfrm>
          <a:prstGeom prst="rect">
            <a:avLst/>
          </a:prstGeom>
          <a:solidFill>
            <a:srgbClr val="F8FBFC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0.5%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8F17883-1B5D-EA12-2F2E-9BD441C1358D}"/>
              </a:ext>
            </a:extLst>
          </p:cNvPr>
          <p:cNvSpPr txBox="1">
            <a:spLocks/>
          </p:cNvSpPr>
          <p:nvPr/>
        </p:nvSpPr>
        <p:spPr>
          <a:xfrm>
            <a:off x="5375979" y="3640290"/>
            <a:ext cx="714617" cy="307777"/>
          </a:xfrm>
          <a:prstGeom prst="rect">
            <a:avLst/>
          </a:prstGeom>
          <a:solidFill>
            <a:srgbClr val="EBF6F1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1.8%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2910545-3D42-664A-11B7-F192B53300A8}"/>
              </a:ext>
            </a:extLst>
          </p:cNvPr>
          <p:cNvSpPr txBox="1">
            <a:spLocks/>
          </p:cNvSpPr>
          <p:nvPr/>
        </p:nvSpPr>
        <p:spPr>
          <a:xfrm>
            <a:off x="5375979" y="4037275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0.0%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750ADA74-2216-A7AD-E73E-7E1B1B6EA9C3}"/>
              </a:ext>
            </a:extLst>
          </p:cNvPr>
          <p:cNvSpPr txBox="1">
            <a:spLocks/>
          </p:cNvSpPr>
          <p:nvPr/>
        </p:nvSpPr>
        <p:spPr>
          <a:xfrm>
            <a:off x="5375979" y="4434260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0.0%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2C493868-B454-1513-2989-87E73182AD09}"/>
              </a:ext>
            </a:extLst>
          </p:cNvPr>
          <p:cNvSpPr txBox="1">
            <a:spLocks/>
          </p:cNvSpPr>
          <p:nvPr/>
        </p:nvSpPr>
        <p:spPr>
          <a:xfrm>
            <a:off x="5375979" y="4831245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0.0%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9DE89F80-9725-D472-CE71-85CCC98B7484}"/>
              </a:ext>
            </a:extLst>
          </p:cNvPr>
          <p:cNvSpPr txBox="1">
            <a:spLocks/>
          </p:cNvSpPr>
          <p:nvPr/>
        </p:nvSpPr>
        <p:spPr>
          <a:xfrm>
            <a:off x="5375979" y="5228228"/>
            <a:ext cx="714617" cy="307777"/>
          </a:xfrm>
          <a:prstGeom prst="rect">
            <a:avLst/>
          </a:prstGeom>
          <a:solidFill>
            <a:srgbClr val="FDF3CF"/>
          </a:solidFill>
        </p:spPr>
        <p:txBody>
          <a:bodyPr vert="horz" wrap="square" lIns="1706" tIns="1706" rIns="1706" bIns="0" rtlCol="0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/>
              <a:t>8.7%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A1EC26AA-85FF-2F88-E1C8-17F8A3449D89}"/>
              </a:ext>
            </a:extLst>
          </p:cNvPr>
          <p:cNvSpPr txBox="1">
            <a:spLocks/>
          </p:cNvSpPr>
          <p:nvPr/>
        </p:nvSpPr>
        <p:spPr>
          <a:xfrm>
            <a:off x="4585870" y="2029259"/>
            <a:ext cx="714617" cy="307777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Fees &amp; charges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57817F1-BA68-0D71-A9D0-7B5C9013E9C5}"/>
              </a:ext>
            </a:extLst>
          </p:cNvPr>
          <p:cNvSpPr txBox="1">
            <a:spLocks/>
          </p:cNvSpPr>
          <p:nvPr/>
        </p:nvSpPr>
        <p:spPr>
          <a:xfrm>
            <a:off x="4581699" y="2449335"/>
            <a:ext cx="714617" cy="307777"/>
          </a:xfrm>
          <a:prstGeom prst="rect">
            <a:avLst/>
          </a:prstGeom>
          <a:solidFill>
            <a:srgbClr val="F9FBFC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0.4%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DEEFCBA-73C8-4DD7-AEB1-9A45CDBFA8E8}"/>
              </a:ext>
            </a:extLst>
          </p:cNvPr>
          <p:cNvSpPr txBox="1">
            <a:spLocks/>
          </p:cNvSpPr>
          <p:nvPr/>
        </p:nvSpPr>
        <p:spPr>
          <a:xfrm>
            <a:off x="4581699" y="2846320"/>
            <a:ext cx="714617" cy="307777"/>
          </a:xfrm>
          <a:prstGeom prst="rect">
            <a:avLst/>
          </a:prstGeom>
          <a:solidFill>
            <a:srgbClr val="FDF3C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8.3%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58B530CF-9863-0371-F933-90187B2C3572}"/>
              </a:ext>
            </a:extLst>
          </p:cNvPr>
          <p:cNvSpPr txBox="1">
            <a:spLocks/>
          </p:cNvSpPr>
          <p:nvPr/>
        </p:nvSpPr>
        <p:spPr>
          <a:xfrm>
            <a:off x="4581699" y="3243305"/>
            <a:ext cx="714617" cy="307777"/>
          </a:xfrm>
          <a:prstGeom prst="rect">
            <a:avLst/>
          </a:prstGeom>
          <a:solidFill>
            <a:srgbClr val="EEF7F3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1.5%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C2695B79-1992-BFAA-B7F2-DFD70DEF6DE7}"/>
              </a:ext>
            </a:extLst>
          </p:cNvPr>
          <p:cNvSpPr txBox="1">
            <a:spLocks/>
          </p:cNvSpPr>
          <p:nvPr/>
        </p:nvSpPr>
        <p:spPr>
          <a:xfrm>
            <a:off x="4581699" y="3640290"/>
            <a:ext cx="714617" cy="307777"/>
          </a:xfrm>
          <a:prstGeom prst="rect">
            <a:avLst/>
          </a:prstGeom>
          <a:solidFill>
            <a:srgbClr val="FBFCFE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0.2%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2730D0ED-65B2-139C-34B4-A6B5C61E9CB4}"/>
              </a:ext>
            </a:extLst>
          </p:cNvPr>
          <p:cNvSpPr txBox="1">
            <a:spLocks/>
          </p:cNvSpPr>
          <p:nvPr/>
        </p:nvSpPr>
        <p:spPr>
          <a:xfrm>
            <a:off x="4581699" y="4037275"/>
            <a:ext cx="714617" cy="307777"/>
          </a:xfrm>
          <a:prstGeom prst="rect">
            <a:avLst/>
          </a:prstGeom>
          <a:solidFill>
            <a:srgbClr val="FAFCFD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0.3%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B35A84C4-A7E1-CB29-E253-C0A0E9578DDD}"/>
              </a:ext>
            </a:extLst>
          </p:cNvPr>
          <p:cNvSpPr txBox="1">
            <a:spLocks/>
          </p:cNvSpPr>
          <p:nvPr/>
        </p:nvSpPr>
        <p:spPr>
          <a:xfrm>
            <a:off x="4581699" y="4434260"/>
            <a:ext cx="714617" cy="307777"/>
          </a:xfrm>
          <a:prstGeom prst="rect">
            <a:avLst/>
          </a:prstGeom>
          <a:solidFill>
            <a:srgbClr val="FAFBFD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0.3%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1E6A6FFE-A4E6-46FC-C3FE-30FB83F3D6F4}"/>
              </a:ext>
            </a:extLst>
          </p:cNvPr>
          <p:cNvSpPr txBox="1">
            <a:spLocks/>
          </p:cNvSpPr>
          <p:nvPr/>
        </p:nvSpPr>
        <p:spPr>
          <a:xfrm>
            <a:off x="4581699" y="4831245"/>
            <a:ext cx="714617" cy="307777"/>
          </a:xfrm>
          <a:prstGeom prst="rect">
            <a:avLst/>
          </a:prstGeom>
          <a:solidFill>
            <a:srgbClr val="FCFCFF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0.1%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ED6FBAEB-A932-2DA8-0A0C-C08DA4C3F81D}"/>
              </a:ext>
            </a:extLst>
          </p:cNvPr>
          <p:cNvSpPr txBox="1">
            <a:spLocks/>
          </p:cNvSpPr>
          <p:nvPr/>
        </p:nvSpPr>
        <p:spPr>
          <a:xfrm>
            <a:off x="4581699" y="5228228"/>
            <a:ext cx="714617" cy="307777"/>
          </a:xfrm>
          <a:prstGeom prst="rect">
            <a:avLst/>
          </a:prstGeom>
          <a:solidFill>
            <a:srgbClr val="FDF3CF"/>
          </a:solidFill>
        </p:spPr>
        <p:txBody>
          <a:bodyPr vert="horz" wrap="square" lIns="1706" tIns="1706" rIns="1706" bIns="0" rtlCol="0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 kumimoji="0" sz="10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sz="140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/>
              <a:t>11.2%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9E326D0B-CB97-D1E6-D684-6E00C24A6AA4}"/>
              </a:ext>
            </a:extLst>
          </p:cNvPr>
          <p:cNvSpPr txBox="1">
            <a:spLocks/>
          </p:cNvSpPr>
          <p:nvPr/>
        </p:nvSpPr>
        <p:spPr>
          <a:xfrm>
            <a:off x="6170259" y="5228228"/>
            <a:ext cx="714617" cy="307777"/>
          </a:xfrm>
          <a:prstGeom prst="rect">
            <a:avLst/>
          </a:prstGeom>
          <a:solidFill>
            <a:srgbClr val="F1F8F5"/>
          </a:solidFill>
        </p:spPr>
        <p:txBody>
          <a:bodyPr vert="horz" wrap="square" lIns="1706" tIns="1706" rIns="1706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3.2%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4993566-4046-D3B6-598C-C97C62D04D5B}"/>
              </a:ext>
            </a:extLst>
          </p:cNvPr>
          <p:cNvSpPr txBox="1">
            <a:spLocks/>
          </p:cNvSpPr>
          <p:nvPr/>
        </p:nvSpPr>
        <p:spPr>
          <a:xfrm>
            <a:off x="6964539" y="5228228"/>
            <a:ext cx="714617" cy="307777"/>
          </a:xfrm>
          <a:prstGeom prst="rect">
            <a:avLst/>
          </a:prstGeom>
          <a:solidFill>
            <a:srgbClr val="F8FBFB"/>
          </a:solidFill>
        </p:spPr>
        <p:txBody>
          <a:bodyPr vert="horz" wrap="square" lIns="7620" tIns="7620" rIns="7620" bIns="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2.8%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337773E0-2522-2055-0FB0-991807DEFA63}"/>
              </a:ext>
            </a:extLst>
          </p:cNvPr>
          <p:cNvSpPr txBox="1">
            <a:spLocks/>
          </p:cNvSpPr>
          <p:nvPr/>
        </p:nvSpPr>
        <p:spPr>
          <a:xfrm>
            <a:off x="554736" y="5305172"/>
            <a:ext cx="770180" cy="153888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Total</a:t>
            </a:r>
          </a:p>
        </p:txBody>
      </p: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B0FD1EF5-64D1-A519-CB5C-A89A6DD52310}"/>
              </a:ext>
            </a:extLst>
          </p:cNvPr>
          <p:cNvCxnSpPr>
            <a:cxnSpLocks/>
          </p:cNvCxnSpPr>
          <p:nvPr/>
        </p:nvCxnSpPr>
        <p:spPr>
          <a:xfrm>
            <a:off x="554736" y="6029728"/>
            <a:ext cx="7918704" cy="0"/>
          </a:xfrm>
          <a:prstGeom prst="line">
            <a:avLst/>
          </a:prstGeom>
          <a:ln w="1270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4178A462-FBAB-F4B9-5020-3812E6878144}"/>
              </a:ext>
            </a:extLst>
          </p:cNvPr>
          <p:cNvCxnSpPr>
            <a:cxnSpLocks/>
          </p:cNvCxnSpPr>
          <p:nvPr/>
        </p:nvCxnSpPr>
        <p:spPr>
          <a:xfrm>
            <a:off x="554736" y="2801716"/>
            <a:ext cx="7918704" cy="0"/>
          </a:xfrm>
          <a:prstGeom prst="line">
            <a:avLst/>
          </a:prstGeom>
          <a:ln w="635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7D371F8D-585C-57AB-0184-5F5557F0A004}"/>
              </a:ext>
            </a:extLst>
          </p:cNvPr>
          <p:cNvCxnSpPr>
            <a:cxnSpLocks/>
          </p:cNvCxnSpPr>
          <p:nvPr/>
        </p:nvCxnSpPr>
        <p:spPr>
          <a:xfrm>
            <a:off x="554736" y="3198701"/>
            <a:ext cx="7918704" cy="0"/>
          </a:xfrm>
          <a:prstGeom prst="line">
            <a:avLst/>
          </a:prstGeom>
          <a:ln w="635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Straight Connector 179">
            <a:extLst>
              <a:ext uri="{FF2B5EF4-FFF2-40B4-BE49-F238E27FC236}">
                <a16:creationId xmlns:a16="http://schemas.microsoft.com/office/drawing/2014/main" id="{08991285-EE0C-6EEF-4E4E-7E268C96FB44}"/>
              </a:ext>
            </a:extLst>
          </p:cNvPr>
          <p:cNvCxnSpPr>
            <a:cxnSpLocks/>
          </p:cNvCxnSpPr>
          <p:nvPr/>
        </p:nvCxnSpPr>
        <p:spPr>
          <a:xfrm>
            <a:off x="554736" y="3595686"/>
            <a:ext cx="7918704" cy="0"/>
          </a:xfrm>
          <a:prstGeom prst="line">
            <a:avLst/>
          </a:prstGeom>
          <a:ln w="635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Straight Connector 180">
            <a:extLst>
              <a:ext uri="{FF2B5EF4-FFF2-40B4-BE49-F238E27FC236}">
                <a16:creationId xmlns:a16="http://schemas.microsoft.com/office/drawing/2014/main" id="{A8D11E41-E6C3-A14C-89DE-BDE6222291BA}"/>
              </a:ext>
            </a:extLst>
          </p:cNvPr>
          <p:cNvCxnSpPr>
            <a:cxnSpLocks/>
          </p:cNvCxnSpPr>
          <p:nvPr/>
        </p:nvCxnSpPr>
        <p:spPr>
          <a:xfrm>
            <a:off x="554736" y="3992671"/>
            <a:ext cx="7918704" cy="0"/>
          </a:xfrm>
          <a:prstGeom prst="line">
            <a:avLst/>
          </a:prstGeom>
          <a:ln w="635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Straight Connector 181">
            <a:extLst>
              <a:ext uri="{FF2B5EF4-FFF2-40B4-BE49-F238E27FC236}">
                <a16:creationId xmlns:a16="http://schemas.microsoft.com/office/drawing/2014/main" id="{021DF3D3-1F25-CFC7-943C-65823F7415F9}"/>
              </a:ext>
            </a:extLst>
          </p:cNvPr>
          <p:cNvCxnSpPr>
            <a:cxnSpLocks/>
          </p:cNvCxnSpPr>
          <p:nvPr/>
        </p:nvCxnSpPr>
        <p:spPr>
          <a:xfrm>
            <a:off x="554736" y="4389656"/>
            <a:ext cx="7918704" cy="0"/>
          </a:xfrm>
          <a:prstGeom prst="line">
            <a:avLst/>
          </a:prstGeom>
          <a:ln w="635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Connector 182">
            <a:extLst>
              <a:ext uri="{FF2B5EF4-FFF2-40B4-BE49-F238E27FC236}">
                <a16:creationId xmlns:a16="http://schemas.microsoft.com/office/drawing/2014/main" id="{197838DC-2AD7-8185-9702-C6FED0795D3D}"/>
              </a:ext>
            </a:extLst>
          </p:cNvPr>
          <p:cNvCxnSpPr>
            <a:cxnSpLocks/>
          </p:cNvCxnSpPr>
          <p:nvPr/>
        </p:nvCxnSpPr>
        <p:spPr>
          <a:xfrm>
            <a:off x="554736" y="4786641"/>
            <a:ext cx="7918704" cy="0"/>
          </a:xfrm>
          <a:prstGeom prst="line">
            <a:avLst/>
          </a:prstGeom>
          <a:ln w="635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Straight Connector 183">
            <a:extLst>
              <a:ext uri="{FF2B5EF4-FFF2-40B4-BE49-F238E27FC236}">
                <a16:creationId xmlns:a16="http://schemas.microsoft.com/office/drawing/2014/main" id="{F3C41388-E3B4-FFFE-A721-EB056DA818E5}"/>
              </a:ext>
            </a:extLst>
          </p:cNvPr>
          <p:cNvCxnSpPr>
            <a:cxnSpLocks/>
          </p:cNvCxnSpPr>
          <p:nvPr/>
        </p:nvCxnSpPr>
        <p:spPr>
          <a:xfrm>
            <a:off x="554736" y="5183626"/>
            <a:ext cx="7918704" cy="0"/>
          </a:xfrm>
          <a:prstGeom prst="line">
            <a:avLst/>
          </a:prstGeom>
          <a:ln w="6350" cap="flat">
            <a:solidFill>
              <a:srgbClr val="757575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4839727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9F2D6B-F9E8-227A-8796-0BCE23E83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6" hidden="1">
            <a:extLst>
              <a:ext uri="{FF2B5EF4-FFF2-40B4-BE49-F238E27FC236}">
                <a16:creationId xmlns:a16="http://schemas.microsoft.com/office/drawing/2014/main" id="{99FA80DE-B7C0-3B17-136F-5F28344C053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4" imgW="347" imgH="348" progId="TCLayout.ActiveDocument.1">
                  <p:embed/>
                </p:oleObj>
              </mc:Choice>
              <mc:Fallback>
                <p:oleObj name="think-cell Slide" r:id="rId184" imgW="347" imgH="348" progId="TCLayout.ActiveDocument.1">
                  <p:embed/>
                  <p:pic>
                    <p:nvPicPr>
                      <p:cNvPr id="6" name="Object 6" hidden="1">
                        <a:extLst>
                          <a:ext uri="{FF2B5EF4-FFF2-40B4-BE49-F238E27FC236}">
                            <a16:creationId xmlns:a16="http://schemas.microsoft.com/office/drawing/2014/main" id="{99FA80DE-B7C0-3B17-136F-5F28344C053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8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8" name="Rectangle 87">
            <a:extLst>
              <a:ext uri="{FF2B5EF4-FFF2-40B4-BE49-F238E27FC236}">
                <a16:creationId xmlns:a16="http://schemas.microsoft.com/office/drawing/2014/main" id="{AF619B4B-9C7E-A927-E4C8-C16B368AC558}"/>
              </a:ext>
            </a:extLst>
          </p:cNvPr>
          <p:cNvSpPr>
            <a:spLocks/>
          </p:cNvSpPr>
          <p:nvPr/>
        </p:nvSpPr>
        <p:spPr>
          <a:xfrm>
            <a:off x="5057549" y="1430726"/>
            <a:ext cx="743419" cy="5070943"/>
          </a:xfrm>
          <a:prstGeom prst="rect">
            <a:avLst/>
          </a:prstGeom>
          <a:solidFill>
            <a:schemeClr val="accent3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NZ" sz="1600" err="1">
              <a:solidFill>
                <a:schemeClr val="bg1"/>
              </a:solidFill>
            </a:endParaRPr>
          </a:p>
        </p:txBody>
      </p:sp>
      <p:sp>
        <p:nvSpPr>
          <p:cNvPr id="2" name="2. Slide Title">
            <a:extLst>
              <a:ext uri="{FF2B5EF4-FFF2-40B4-BE49-F238E27FC236}">
                <a16:creationId xmlns:a16="http://schemas.microsoft.com/office/drawing/2014/main" id="{8A46AC0A-742D-2397-4C80-88D82F70246B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4" y="165068"/>
            <a:ext cx="11082528" cy="738664"/>
          </a:xfrm>
        </p:spPr>
        <p:txBody>
          <a:bodyPr vert="horz"/>
          <a:lstStyle/>
          <a:p>
            <a:r>
              <a:rPr lang="en-NZ"/>
              <a:t>Only ABB and PBA provide a comprehensive product offering tailored to SME</a:t>
            </a:r>
            <a:endParaRPr lang="en-NZ">
              <a:solidFill>
                <a:srgbClr val="FF0000"/>
              </a:solidFill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4E189A9-D071-1296-0345-8C9126DC5FA7}"/>
              </a:ext>
            </a:extLst>
          </p:cNvPr>
          <p:cNvCxnSpPr>
            <a:cxnSpLocks/>
          </p:cNvCxnSpPr>
          <p:nvPr/>
        </p:nvCxnSpPr>
        <p:spPr>
          <a:xfrm>
            <a:off x="554734" y="3811474"/>
            <a:ext cx="11080054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923EE99-F02D-2D35-D18F-B61A3511B3AE}"/>
              </a:ext>
            </a:extLst>
          </p:cNvPr>
          <p:cNvCxnSpPr>
            <a:cxnSpLocks/>
          </p:cNvCxnSpPr>
          <p:nvPr/>
        </p:nvCxnSpPr>
        <p:spPr>
          <a:xfrm>
            <a:off x="2083981" y="3519050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34D728F5-903F-2F76-8CC5-3C063D15EEEB}"/>
              </a:ext>
            </a:extLst>
          </p:cNvPr>
          <p:cNvCxnSpPr>
            <a:cxnSpLocks/>
          </p:cNvCxnSpPr>
          <p:nvPr/>
        </p:nvCxnSpPr>
        <p:spPr>
          <a:xfrm>
            <a:off x="2083981" y="2934202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DC4B7A76-D0E2-8DFA-D613-5CB8F28B58AD}"/>
              </a:ext>
            </a:extLst>
          </p:cNvPr>
          <p:cNvCxnSpPr>
            <a:cxnSpLocks/>
          </p:cNvCxnSpPr>
          <p:nvPr/>
        </p:nvCxnSpPr>
        <p:spPr>
          <a:xfrm>
            <a:off x="2083981" y="2349354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190C952D-C3A4-A4EA-20AA-65ECA1B0B05A}"/>
              </a:ext>
            </a:extLst>
          </p:cNvPr>
          <p:cNvCxnSpPr/>
          <p:nvPr/>
        </p:nvCxnSpPr>
        <p:spPr>
          <a:xfrm>
            <a:off x="554734" y="5858442"/>
            <a:ext cx="11080054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4B4312AA-6C09-A887-73F5-927D90CA62B4}"/>
              </a:ext>
            </a:extLst>
          </p:cNvPr>
          <p:cNvCxnSpPr>
            <a:cxnSpLocks/>
          </p:cNvCxnSpPr>
          <p:nvPr/>
        </p:nvCxnSpPr>
        <p:spPr>
          <a:xfrm>
            <a:off x="554734" y="4396322"/>
            <a:ext cx="11080054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59822E72-947A-33FA-A01A-35D3E67276E9}"/>
              </a:ext>
            </a:extLst>
          </p:cNvPr>
          <p:cNvCxnSpPr>
            <a:cxnSpLocks/>
          </p:cNvCxnSpPr>
          <p:nvPr/>
        </p:nvCxnSpPr>
        <p:spPr>
          <a:xfrm>
            <a:off x="2083981" y="4103898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5C3C917D-FBB7-7AE5-01B3-39AB709E6F1A}"/>
              </a:ext>
            </a:extLst>
          </p:cNvPr>
          <p:cNvCxnSpPr>
            <a:cxnSpLocks/>
          </p:cNvCxnSpPr>
          <p:nvPr/>
        </p:nvCxnSpPr>
        <p:spPr>
          <a:xfrm>
            <a:off x="2083981" y="2641778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3. Subtitle">
            <a:extLst>
              <a:ext uri="{FF2B5EF4-FFF2-40B4-BE49-F238E27FC236}">
                <a16:creationId xmlns:a16="http://schemas.microsoft.com/office/drawing/2014/main" id="{A4026F05-B76B-BBF2-794C-E4015E71D801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554736" y="958596"/>
            <a:ext cx="11082528" cy="246221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en-US"/>
              <a:t>Top-10 banks by business segment (loans and deposits). Products offered to SME/Micro specifically</a:t>
            </a:r>
            <a:endParaRPr lang="en-NZ"/>
          </a:p>
        </p:txBody>
      </p: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EE6889BD-844E-D5EF-13D1-6F8E139BDE2C}"/>
              </a:ext>
            </a:extLst>
          </p:cNvPr>
          <p:cNvCxnSpPr>
            <a:cxnSpLocks/>
          </p:cNvCxnSpPr>
          <p:nvPr/>
        </p:nvCxnSpPr>
        <p:spPr>
          <a:xfrm>
            <a:off x="554734" y="3226626"/>
            <a:ext cx="11080054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TextBox 86">
            <a:extLst>
              <a:ext uri="{FF2B5EF4-FFF2-40B4-BE49-F238E27FC236}">
                <a16:creationId xmlns:a16="http://schemas.microsoft.com/office/drawing/2014/main" id="{8D36D06A-D828-0D66-6F2B-8A4C95DB42C5}"/>
              </a:ext>
            </a:extLst>
          </p:cNvPr>
          <p:cNvSpPr txBox="1">
            <a:spLocks/>
          </p:cNvSpPr>
          <p:nvPr/>
        </p:nvSpPr>
        <p:spPr>
          <a:xfrm>
            <a:off x="2083981" y="3572929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</a:rPr>
              <a:t>Leasing</a:t>
            </a:r>
            <a:endParaRPr lang="en-NZ" sz="1200">
              <a:latin typeface="+mn-lt"/>
            </a:endParaRPr>
          </a:p>
        </p:txBody>
      </p: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722A7292-17A7-48B5-B32C-10E9CB8F2A78}"/>
              </a:ext>
            </a:extLst>
          </p:cNvPr>
          <p:cNvCxnSpPr>
            <a:cxnSpLocks/>
          </p:cNvCxnSpPr>
          <p:nvPr/>
        </p:nvCxnSpPr>
        <p:spPr>
          <a:xfrm>
            <a:off x="2083981" y="6150866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5. Source">
            <a:extLst>
              <a:ext uri="{FF2B5EF4-FFF2-40B4-BE49-F238E27FC236}">
                <a16:creationId xmlns:a16="http://schemas.microsoft.com/office/drawing/2014/main" id="{95377552-8F6C-1D0C-09D5-6576D38129C0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554735" y="6501669"/>
            <a:ext cx="7277861" cy="12311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noAutofit/>
          </a:bodyPr>
          <a:lstStyle>
            <a:lvl1pPr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900" dirty="0">
                <a:cs typeface="Arial" panose="020B0604020202020204" pitchFamily="34" charset="0"/>
              </a:defRPr>
            </a:lvl1pPr>
            <a:lvl2pPr marL="228600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800"/>
              <a:t>Source: banks’ websites</a:t>
            </a: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A77BC4B4-7B52-972A-84C1-D1D3B258CCD2}"/>
              </a:ext>
            </a:extLst>
          </p:cNvPr>
          <p:cNvCxnSpPr>
            <a:cxnSpLocks/>
          </p:cNvCxnSpPr>
          <p:nvPr/>
        </p:nvCxnSpPr>
        <p:spPr>
          <a:xfrm>
            <a:off x="2083981" y="4688746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23942CD1-E611-CECC-991A-D63D70598B1F}"/>
              </a:ext>
            </a:extLst>
          </p:cNvPr>
          <p:cNvCxnSpPr>
            <a:cxnSpLocks/>
          </p:cNvCxnSpPr>
          <p:nvPr/>
        </p:nvCxnSpPr>
        <p:spPr>
          <a:xfrm>
            <a:off x="2083981" y="4981170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47A95744-7B7E-10DA-932D-179F42ED74D7}"/>
              </a:ext>
            </a:extLst>
          </p:cNvPr>
          <p:cNvCxnSpPr>
            <a:cxnSpLocks/>
          </p:cNvCxnSpPr>
          <p:nvPr/>
        </p:nvCxnSpPr>
        <p:spPr>
          <a:xfrm>
            <a:off x="2083981" y="5273594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349B14C1-D66B-37A0-FF7B-FE009FD0D2B5}"/>
              </a:ext>
            </a:extLst>
          </p:cNvPr>
          <p:cNvCxnSpPr>
            <a:cxnSpLocks/>
          </p:cNvCxnSpPr>
          <p:nvPr/>
        </p:nvCxnSpPr>
        <p:spPr>
          <a:xfrm>
            <a:off x="2083981" y="5566018"/>
            <a:ext cx="9550807" cy="0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981B43A8-8E8E-6CA6-005A-63113526CDD4}"/>
              </a:ext>
            </a:extLst>
          </p:cNvPr>
          <p:cNvSpPr txBox="1">
            <a:spLocks/>
          </p:cNvSpPr>
          <p:nvPr/>
        </p:nvSpPr>
        <p:spPr>
          <a:xfrm>
            <a:off x="2083981" y="3865353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Letter of credit</a:t>
            </a:r>
          </a:p>
        </p:txBody>
      </p:sp>
      <p:grpSp>
        <p:nvGrpSpPr>
          <p:cNvPr id="131" name="CheckmarkBlue 69">
            <a:extLst>
              <a:ext uri="{FF2B5EF4-FFF2-40B4-BE49-F238E27FC236}">
                <a16:creationId xmlns:a16="http://schemas.microsoft.com/office/drawing/2014/main" id="{0CE8A262-4B3B-3670-3D54-463EDE9BF7D0}"/>
              </a:ext>
            </a:extLst>
          </p:cNvPr>
          <p:cNvGrpSpPr>
            <a:grpSpLocks/>
          </p:cNvGrpSpPr>
          <p:nvPr>
            <p:custDataLst>
              <p:tags r:id="rId5"/>
            </p:custDataLst>
          </p:nvPr>
        </p:nvGrpSpPr>
        <p:grpSpPr>
          <a:xfrm>
            <a:off x="4606594" y="386535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8B9B8CE2-AEE0-F8FF-1650-5C04E5C2346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33" name="Graphic 132">
              <a:extLst>
                <a:ext uri="{FF2B5EF4-FFF2-40B4-BE49-F238E27FC236}">
                  <a16:creationId xmlns:a16="http://schemas.microsoft.com/office/drawing/2014/main" id="{B5077CCA-AE5E-3AEA-3FB8-91AB6A02F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37" name="CheckmarkBlue 69">
            <a:extLst>
              <a:ext uri="{FF2B5EF4-FFF2-40B4-BE49-F238E27FC236}">
                <a16:creationId xmlns:a16="http://schemas.microsoft.com/office/drawing/2014/main" id="{72E76228-2A15-80F6-A3D2-4C1AA5336A86}"/>
              </a:ext>
            </a:extLst>
          </p:cNvPr>
          <p:cNvGrpSpPr>
            <a:grpSpLocks/>
          </p:cNvGrpSpPr>
          <p:nvPr>
            <p:custDataLst>
              <p:tags r:id="rId6"/>
            </p:custDataLst>
          </p:nvPr>
        </p:nvGrpSpPr>
        <p:grpSpPr>
          <a:xfrm>
            <a:off x="5337944" y="386535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D1DFC304-7421-D926-DC69-A83F4D04AE4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39" name="Graphic 138">
              <a:extLst>
                <a:ext uri="{FF2B5EF4-FFF2-40B4-BE49-F238E27FC236}">
                  <a16:creationId xmlns:a16="http://schemas.microsoft.com/office/drawing/2014/main" id="{32C31B0D-03EB-88D9-E5E0-DCD6A4AD47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96ACC7F-8A90-B656-D554-C372ED2EAF23}"/>
              </a:ext>
            </a:extLst>
          </p:cNvPr>
          <p:cNvSpPr txBox="1">
            <a:spLocks/>
          </p:cNvSpPr>
          <p:nvPr/>
        </p:nvSpPr>
        <p:spPr>
          <a:xfrm>
            <a:off x="2083981" y="4157777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Letter of guarantee</a:t>
            </a:r>
          </a:p>
        </p:txBody>
      </p:sp>
      <p:grpSp>
        <p:nvGrpSpPr>
          <p:cNvPr id="134" name="CheckmarkBlue 69">
            <a:extLst>
              <a:ext uri="{FF2B5EF4-FFF2-40B4-BE49-F238E27FC236}">
                <a16:creationId xmlns:a16="http://schemas.microsoft.com/office/drawing/2014/main" id="{BC26088A-A6DD-4078-BA3C-E6A783F95332}"/>
              </a:ext>
            </a:extLst>
          </p:cNvPr>
          <p:cNvGrpSpPr>
            <a:grpSpLocks/>
          </p:cNvGrpSpPr>
          <p:nvPr>
            <p:custDataLst>
              <p:tags r:id="rId7"/>
            </p:custDataLst>
          </p:nvPr>
        </p:nvGrpSpPr>
        <p:grpSpPr>
          <a:xfrm>
            <a:off x="4606594" y="415777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818F7B0B-EEB3-9D51-A833-D9B580DCE50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36" name="Graphic 135">
              <a:extLst>
                <a:ext uri="{FF2B5EF4-FFF2-40B4-BE49-F238E27FC236}">
                  <a16:creationId xmlns:a16="http://schemas.microsoft.com/office/drawing/2014/main" id="{675E7DB9-9544-42DE-EC1F-D57840074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40" name="CheckmarkBlue 69">
            <a:extLst>
              <a:ext uri="{FF2B5EF4-FFF2-40B4-BE49-F238E27FC236}">
                <a16:creationId xmlns:a16="http://schemas.microsoft.com/office/drawing/2014/main" id="{6E0E2F05-4FC0-241C-804A-1421E076B635}"/>
              </a:ext>
            </a:extLst>
          </p:cNvPr>
          <p:cNvGrpSpPr>
            <a:grpSpLocks/>
          </p:cNvGrpSpPr>
          <p:nvPr>
            <p:custDataLst>
              <p:tags r:id="rId8"/>
            </p:custDataLst>
          </p:nvPr>
        </p:nvGrpSpPr>
        <p:grpSpPr>
          <a:xfrm>
            <a:off x="5337944" y="415777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D2E4403A-D8F8-8A19-695D-29E8BE5ABD6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42" name="Graphic 141">
              <a:extLst>
                <a:ext uri="{FF2B5EF4-FFF2-40B4-BE49-F238E27FC236}">
                  <a16:creationId xmlns:a16="http://schemas.microsoft.com/office/drawing/2014/main" id="{17BB31A4-6E64-32F7-9363-BE69B9C3A0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177EB5F-F2BF-DABB-0492-524C12767A7F}"/>
              </a:ext>
            </a:extLst>
          </p:cNvPr>
          <p:cNvSpPr txBox="1">
            <a:spLocks/>
          </p:cNvSpPr>
          <p:nvPr/>
        </p:nvSpPr>
        <p:spPr>
          <a:xfrm>
            <a:off x="2083981" y="2403233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Term loans</a:t>
            </a:r>
          </a:p>
        </p:txBody>
      </p:sp>
      <p:grpSp>
        <p:nvGrpSpPr>
          <p:cNvPr id="119" name="CheckmarkBlue 69">
            <a:extLst>
              <a:ext uri="{FF2B5EF4-FFF2-40B4-BE49-F238E27FC236}">
                <a16:creationId xmlns:a16="http://schemas.microsoft.com/office/drawing/2014/main" id="{0803417F-89A3-5A5E-4C1A-ADE725B74B2A}"/>
              </a:ext>
            </a:extLst>
          </p:cNvPr>
          <p:cNvGrpSpPr>
            <a:grpSpLocks/>
          </p:cNvGrpSpPr>
          <p:nvPr>
            <p:custDataLst>
              <p:tags r:id="rId9"/>
            </p:custDataLst>
          </p:nvPr>
        </p:nvGrpSpPr>
        <p:grpSpPr>
          <a:xfrm>
            <a:off x="4606594" y="240323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23676E4D-90DD-663D-BD67-5D02CCE5CC3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21" name="Graphic 120">
              <a:extLst>
                <a:ext uri="{FF2B5EF4-FFF2-40B4-BE49-F238E27FC236}">
                  <a16:creationId xmlns:a16="http://schemas.microsoft.com/office/drawing/2014/main" id="{40F8235F-D25F-D961-C15A-B38B144D508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55" name="CheckmarkBlue 69">
            <a:extLst>
              <a:ext uri="{FF2B5EF4-FFF2-40B4-BE49-F238E27FC236}">
                <a16:creationId xmlns:a16="http://schemas.microsoft.com/office/drawing/2014/main" id="{6F4BEE63-FCC6-39EB-36C9-5EB497B3B855}"/>
              </a:ext>
            </a:extLst>
          </p:cNvPr>
          <p:cNvGrpSpPr>
            <a:grpSpLocks/>
          </p:cNvGrpSpPr>
          <p:nvPr>
            <p:custDataLst>
              <p:tags r:id="rId10"/>
            </p:custDataLst>
          </p:nvPr>
        </p:nvGrpSpPr>
        <p:grpSpPr>
          <a:xfrm>
            <a:off x="9726049" y="240323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67466996-B4C5-4168-CEBC-4509CD7ADC5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57" name="Graphic 156">
              <a:extLst>
                <a:ext uri="{FF2B5EF4-FFF2-40B4-BE49-F238E27FC236}">
                  <a16:creationId xmlns:a16="http://schemas.microsoft.com/office/drawing/2014/main" id="{70AB00C2-DB50-42FC-D7A7-8E9DA3F670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5B7541D1-C501-DC1E-68FB-E755E5ADFC40}"/>
              </a:ext>
            </a:extLst>
          </p:cNvPr>
          <p:cNvSpPr txBox="1">
            <a:spLocks/>
          </p:cNvSpPr>
          <p:nvPr/>
        </p:nvSpPr>
        <p:spPr>
          <a:xfrm>
            <a:off x="2083981" y="2110809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Working capital loans</a:t>
            </a:r>
          </a:p>
        </p:txBody>
      </p:sp>
      <p:grpSp>
        <p:nvGrpSpPr>
          <p:cNvPr id="113" name="CheckmarkBlue 69">
            <a:extLst>
              <a:ext uri="{FF2B5EF4-FFF2-40B4-BE49-F238E27FC236}">
                <a16:creationId xmlns:a16="http://schemas.microsoft.com/office/drawing/2014/main" id="{A72BAC0B-723C-3AF8-46C9-054D6F4FDE2C}"/>
              </a:ext>
            </a:extLst>
          </p:cNvPr>
          <p:cNvGrpSpPr>
            <a:grpSpLocks/>
          </p:cNvGrpSpPr>
          <p:nvPr>
            <p:custDataLst>
              <p:tags r:id="rId11"/>
            </p:custDataLst>
          </p:nvPr>
        </p:nvGrpSpPr>
        <p:grpSpPr>
          <a:xfrm>
            <a:off x="4606594" y="2110809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FD4E8F10-8B16-CA4E-B21C-264B9E1B942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15" name="Graphic 114">
              <a:extLst>
                <a:ext uri="{FF2B5EF4-FFF2-40B4-BE49-F238E27FC236}">
                  <a16:creationId xmlns:a16="http://schemas.microsoft.com/office/drawing/2014/main" id="{496E8F20-163E-64AD-015F-48F1941A52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43" name="CheckmarkBlue 69">
            <a:extLst>
              <a:ext uri="{FF2B5EF4-FFF2-40B4-BE49-F238E27FC236}">
                <a16:creationId xmlns:a16="http://schemas.microsoft.com/office/drawing/2014/main" id="{6CF5D10C-7AF2-E79B-B3D9-47256E92262B}"/>
              </a:ext>
            </a:extLst>
          </p:cNvPr>
          <p:cNvGrpSpPr>
            <a:grpSpLocks/>
          </p:cNvGrpSpPr>
          <p:nvPr>
            <p:custDataLst>
              <p:tags r:id="rId12"/>
            </p:custDataLst>
          </p:nvPr>
        </p:nvGrpSpPr>
        <p:grpSpPr>
          <a:xfrm>
            <a:off x="5337944" y="2110809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1F480D76-F275-4753-A461-F3604B46E94C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45" name="Graphic 144">
              <a:extLst>
                <a:ext uri="{FF2B5EF4-FFF2-40B4-BE49-F238E27FC236}">
                  <a16:creationId xmlns:a16="http://schemas.microsoft.com/office/drawing/2014/main" id="{457DEC90-E3C3-4B92-4D90-9F39113DCE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46" name="CheckmarkBlue 69">
            <a:extLst>
              <a:ext uri="{FF2B5EF4-FFF2-40B4-BE49-F238E27FC236}">
                <a16:creationId xmlns:a16="http://schemas.microsoft.com/office/drawing/2014/main" id="{D94C1FB1-1708-5142-451B-7E9768C37C28}"/>
              </a:ext>
            </a:extLst>
          </p:cNvPr>
          <p:cNvGrpSpPr>
            <a:grpSpLocks/>
          </p:cNvGrpSpPr>
          <p:nvPr>
            <p:custDataLst>
              <p:tags r:id="rId13"/>
            </p:custDataLst>
          </p:nvPr>
        </p:nvGrpSpPr>
        <p:grpSpPr>
          <a:xfrm>
            <a:off x="8263348" y="2106832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4DA78E-81F5-1624-FA7F-B8D83052969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48" name="Graphic 147">
              <a:extLst>
                <a:ext uri="{FF2B5EF4-FFF2-40B4-BE49-F238E27FC236}">
                  <a16:creationId xmlns:a16="http://schemas.microsoft.com/office/drawing/2014/main" id="{538933E5-5FF4-A43E-312A-70F75D6522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49" name="CheckmarkBlue 69">
            <a:extLst>
              <a:ext uri="{FF2B5EF4-FFF2-40B4-BE49-F238E27FC236}">
                <a16:creationId xmlns:a16="http://schemas.microsoft.com/office/drawing/2014/main" id="{F5FD0521-1311-325C-8044-8F2BBA30D5D9}"/>
              </a:ext>
            </a:extLst>
          </p:cNvPr>
          <p:cNvGrpSpPr>
            <a:grpSpLocks/>
          </p:cNvGrpSpPr>
          <p:nvPr>
            <p:custDataLst>
              <p:tags r:id="rId14"/>
            </p:custDataLst>
          </p:nvPr>
        </p:nvGrpSpPr>
        <p:grpSpPr>
          <a:xfrm>
            <a:off x="8994699" y="2106832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F11A1CCD-5DA6-3972-D6E3-A552FC8F009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51" name="Graphic 150">
              <a:extLst>
                <a:ext uri="{FF2B5EF4-FFF2-40B4-BE49-F238E27FC236}">
                  <a16:creationId xmlns:a16="http://schemas.microsoft.com/office/drawing/2014/main" id="{C56E47D2-A064-8566-B5CF-511E6CBB4F6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52" name="CheckmarkBlue 69">
            <a:extLst>
              <a:ext uri="{FF2B5EF4-FFF2-40B4-BE49-F238E27FC236}">
                <a16:creationId xmlns:a16="http://schemas.microsoft.com/office/drawing/2014/main" id="{D885E339-622C-8BDD-CE83-B00E71DFF984}"/>
              </a:ext>
            </a:extLst>
          </p:cNvPr>
          <p:cNvGrpSpPr>
            <a:grpSpLocks/>
          </p:cNvGrpSpPr>
          <p:nvPr>
            <p:custDataLst>
              <p:tags r:id="rId15"/>
            </p:custDataLst>
          </p:nvPr>
        </p:nvGrpSpPr>
        <p:grpSpPr>
          <a:xfrm>
            <a:off x="9726049" y="2110809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70514415-68D8-7C15-B69E-5191AD0A3E93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54" name="Graphic 153">
              <a:extLst>
                <a:ext uri="{FF2B5EF4-FFF2-40B4-BE49-F238E27FC236}">
                  <a16:creationId xmlns:a16="http://schemas.microsoft.com/office/drawing/2014/main" id="{84576D80-AC8B-7A14-315A-610F0C74D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58" name="CheckmarkBlue 69">
            <a:extLst>
              <a:ext uri="{FF2B5EF4-FFF2-40B4-BE49-F238E27FC236}">
                <a16:creationId xmlns:a16="http://schemas.microsoft.com/office/drawing/2014/main" id="{3E6398AC-8591-5959-7344-A333509182CA}"/>
              </a:ext>
            </a:extLst>
          </p:cNvPr>
          <p:cNvGrpSpPr>
            <a:grpSpLocks/>
          </p:cNvGrpSpPr>
          <p:nvPr>
            <p:custDataLst>
              <p:tags r:id="rId16"/>
            </p:custDataLst>
          </p:nvPr>
        </p:nvGrpSpPr>
        <p:grpSpPr>
          <a:xfrm>
            <a:off x="11188759" y="225867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6F8C968C-52A1-F395-69C5-705CD4BB4D8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60" name="Graphic 159">
              <a:extLst>
                <a:ext uri="{FF2B5EF4-FFF2-40B4-BE49-F238E27FC236}">
                  <a16:creationId xmlns:a16="http://schemas.microsoft.com/office/drawing/2014/main" id="{68913CA6-85C4-61D8-33F6-77281A05DA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B50D993E-A465-2161-1E5A-0057616E4C11}"/>
              </a:ext>
            </a:extLst>
          </p:cNvPr>
          <p:cNvSpPr txBox="1">
            <a:spLocks/>
          </p:cNvSpPr>
          <p:nvPr/>
        </p:nvSpPr>
        <p:spPr>
          <a:xfrm>
            <a:off x="2083981" y="2988081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</a:rPr>
              <a:t>Credit lines / overdrafts</a:t>
            </a:r>
            <a:endParaRPr lang="en-NZ" sz="1200">
              <a:latin typeface="+mn-lt"/>
            </a:endParaRPr>
          </a:p>
        </p:txBody>
      </p:sp>
      <p:grpSp>
        <p:nvGrpSpPr>
          <p:cNvPr id="125" name="CheckmarkBlue 69">
            <a:extLst>
              <a:ext uri="{FF2B5EF4-FFF2-40B4-BE49-F238E27FC236}">
                <a16:creationId xmlns:a16="http://schemas.microsoft.com/office/drawing/2014/main" id="{BF1B364E-2ED4-09B1-97AB-16D9037FA376}"/>
              </a:ext>
            </a:extLst>
          </p:cNvPr>
          <p:cNvGrpSpPr>
            <a:grpSpLocks/>
          </p:cNvGrpSpPr>
          <p:nvPr>
            <p:custDataLst>
              <p:tags r:id="rId17"/>
            </p:custDataLst>
          </p:nvPr>
        </p:nvGrpSpPr>
        <p:grpSpPr>
          <a:xfrm>
            <a:off x="4606594" y="298808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29256534-8767-3E99-86A2-80ABBC87B1B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27" name="Graphic 126">
              <a:extLst>
                <a:ext uri="{FF2B5EF4-FFF2-40B4-BE49-F238E27FC236}">
                  <a16:creationId xmlns:a16="http://schemas.microsoft.com/office/drawing/2014/main" id="{CEDA0FE6-EE78-0084-C0CC-188FAE492E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64" name="CheckmarkBlue 69">
            <a:extLst>
              <a:ext uri="{FF2B5EF4-FFF2-40B4-BE49-F238E27FC236}">
                <a16:creationId xmlns:a16="http://schemas.microsoft.com/office/drawing/2014/main" id="{BB1E4CF2-F9B6-FF01-8279-C3633107ED86}"/>
              </a:ext>
            </a:extLst>
          </p:cNvPr>
          <p:cNvGrpSpPr>
            <a:grpSpLocks/>
          </p:cNvGrpSpPr>
          <p:nvPr>
            <p:custDataLst>
              <p:tags r:id="rId18"/>
            </p:custDataLst>
          </p:nvPr>
        </p:nvGrpSpPr>
        <p:grpSpPr>
          <a:xfrm>
            <a:off x="5337944" y="298808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B7081E7F-FFA9-3691-3708-3AF3C6E0CA5E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66" name="Graphic 165">
              <a:extLst>
                <a:ext uri="{FF2B5EF4-FFF2-40B4-BE49-F238E27FC236}">
                  <a16:creationId xmlns:a16="http://schemas.microsoft.com/office/drawing/2014/main" id="{30A6B3E4-7202-2A22-B6C9-80DF04DA55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97063D27-D1E7-9146-74E1-FD316CC28824}"/>
              </a:ext>
            </a:extLst>
          </p:cNvPr>
          <p:cNvSpPr txBox="1">
            <a:spLocks/>
          </p:cNvSpPr>
          <p:nvPr/>
        </p:nvSpPr>
        <p:spPr>
          <a:xfrm>
            <a:off x="2083981" y="3280505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</a:rPr>
              <a:t>Factoring, invoice finance</a:t>
            </a:r>
            <a:endParaRPr lang="en-NZ" sz="1200">
              <a:latin typeface="+mn-lt"/>
            </a:endParaRPr>
          </a:p>
        </p:txBody>
      </p:sp>
      <p:grpSp>
        <p:nvGrpSpPr>
          <p:cNvPr id="173" name="CheckmarkBlue 69">
            <a:extLst>
              <a:ext uri="{FF2B5EF4-FFF2-40B4-BE49-F238E27FC236}">
                <a16:creationId xmlns:a16="http://schemas.microsoft.com/office/drawing/2014/main" id="{A468F4B2-DFEA-AAD1-A485-3567F6A61AA5}"/>
              </a:ext>
            </a:extLst>
          </p:cNvPr>
          <p:cNvGrpSpPr>
            <a:grpSpLocks/>
          </p:cNvGrpSpPr>
          <p:nvPr>
            <p:custDataLst>
              <p:tags r:id="rId19"/>
            </p:custDataLst>
          </p:nvPr>
        </p:nvGrpSpPr>
        <p:grpSpPr>
          <a:xfrm>
            <a:off x="5337944" y="328050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ABAA5919-5A26-32D3-1008-4F137B69993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75" name="Graphic 174">
              <a:extLst>
                <a:ext uri="{FF2B5EF4-FFF2-40B4-BE49-F238E27FC236}">
                  <a16:creationId xmlns:a16="http://schemas.microsoft.com/office/drawing/2014/main" id="{589825CC-BD35-52AD-46CD-A7BBC75EE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6AC064A7-839E-197B-895C-6DA911319171}"/>
              </a:ext>
            </a:extLst>
          </p:cNvPr>
          <p:cNvSpPr txBox="1">
            <a:spLocks/>
          </p:cNvSpPr>
          <p:nvPr/>
        </p:nvSpPr>
        <p:spPr>
          <a:xfrm>
            <a:off x="2083981" y="5035049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</a:rPr>
              <a:t>Acquiring, POS</a:t>
            </a:r>
            <a:endParaRPr lang="en-NZ" sz="1200">
              <a:latin typeface="+mn-lt"/>
            </a:endParaRPr>
          </a:p>
        </p:txBody>
      </p:sp>
      <p:grpSp>
        <p:nvGrpSpPr>
          <p:cNvPr id="203" name="CheckmarkBlue 69">
            <a:extLst>
              <a:ext uri="{FF2B5EF4-FFF2-40B4-BE49-F238E27FC236}">
                <a16:creationId xmlns:a16="http://schemas.microsoft.com/office/drawing/2014/main" id="{C44E1040-5B0F-6294-D73F-E973463AFAE1}"/>
              </a:ext>
            </a:extLst>
          </p:cNvPr>
          <p:cNvGrpSpPr>
            <a:grpSpLocks/>
          </p:cNvGrpSpPr>
          <p:nvPr>
            <p:custDataLst>
              <p:tags r:id="rId20"/>
            </p:custDataLst>
          </p:nvPr>
        </p:nvGrpSpPr>
        <p:grpSpPr>
          <a:xfrm>
            <a:off x="5337944" y="5035049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DCFD1F7E-F84B-881E-9A8E-BBA661D43BDC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05" name="Graphic 204">
              <a:extLst>
                <a:ext uri="{FF2B5EF4-FFF2-40B4-BE49-F238E27FC236}">
                  <a16:creationId xmlns:a16="http://schemas.microsoft.com/office/drawing/2014/main" id="{37254C52-D49F-C70D-6CDD-D837126BBC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06" name="CheckmarkBlue 69">
            <a:extLst>
              <a:ext uri="{FF2B5EF4-FFF2-40B4-BE49-F238E27FC236}">
                <a16:creationId xmlns:a16="http://schemas.microsoft.com/office/drawing/2014/main" id="{85E74833-6082-D783-01B8-39993B51ED33}"/>
              </a:ext>
            </a:extLst>
          </p:cNvPr>
          <p:cNvGrpSpPr>
            <a:grpSpLocks/>
          </p:cNvGrpSpPr>
          <p:nvPr>
            <p:custDataLst>
              <p:tags r:id="rId21"/>
            </p:custDataLst>
          </p:nvPr>
        </p:nvGrpSpPr>
        <p:grpSpPr>
          <a:xfrm>
            <a:off x="4606594" y="5035049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369C35EB-8DAE-3F0A-9F73-D2482A347FB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08" name="Graphic 207">
              <a:extLst>
                <a:ext uri="{FF2B5EF4-FFF2-40B4-BE49-F238E27FC236}">
                  <a16:creationId xmlns:a16="http://schemas.microsoft.com/office/drawing/2014/main" id="{C959C61E-5EE6-8180-8F97-F6D9B1CCAF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EDE4E582-D170-8CB0-BD01-B81FA11F1718}"/>
              </a:ext>
            </a:extLst>
          </p:cNvPr>
          <p:cNvSpPr txBox="1">
            <a:spLocks/>
          </p:cNvSpPr>
          <p:nvPr/>
        </p:nvSpPr>
        <p:spPr>
          <a:xfrm>
            <a:off x="2083981" y="5912321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Digital banking</a:t>
            </a:r>
          </a:p>
        </p:txBody>
      </p:sp>
      <p:grpSp>
        <p:nvGrpSpPr>
          <p:cNvPr id="209" name="CheckmarkBlue 69">
            <a:extLst>
              <a:ext uri="{FF2B5EF4-FFF2-40B4-BE49-F238E27FC236}">
                <a16:creationId xmlns:a16="http://schemas.microsoft.com/office/drawing/2014/main" id="{5B0D4D34-FBC4-A813-753A-380EA7E690C2}"/>
              </a:ext>
            </a:extLst>
          </p:cNvPr>
          <p:cNvGrpSpPr>
            <a:grpSpLocks/>
          </p:cNvGrpSpPr>
          <p:nvPr>
            <p:custDataLst>
              <p:tags r:id="rId22"/>
            </p:custDataLst>
          </p:nvPr>
        </p:nvGrpSpPr>
        <p:grpSpPr>
          <a:xfrm>
            <a:off x="4606594" y="591232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10" name="Oval 209">
              <a:extLst>
                <a:ext uri="{FF2B5EF4-FFF2-40B4-BE49-F238E27FC236}">
                  <a16:creationId xmlns:a16="http://schemas.microsoft.com/office/drawing/2014/main" id="{ED3DFEB4-2BC0-6F28-7A2B-FECBB748439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11" name="Graphic 210">
              <a:extLst>
                <a:ext uri="{FF2B5EF4-FFF2-40B4-BE49-F238E27FC236}">
                  <a16:creationId xmlns:a16="http://schemas.microsoft.com/office/drawing/2014/main" id="{21E9CC54-7068-B835-1ABE-6058A48F0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81B56076-177D-0518-BC0F-BAB31F62AF0C}"/>
              </a:ext>
            </a:extLst>
          </p:cNvPr>
          <p:cNvSpPr txBox="1">
            <a:spLocks/>
          </p:cNvSpPr>
          <p:nvPr/>
        </p:nvSpPr>
        <p:spPr>
          <a:xfrm>
            <a:off x="2083981" y="4742625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Payments, transfers, FX</a:t>
            </a:r>
          </a:p>
        </p:txBody>
      </p:sp>
      <p:grpSp>
        <p:nvGrpSpPr>
          <p:cNvPr id="185" name="CheckmarkBlue 69">
            <a:extLst>
              <a:ext uri="{FF2B5EF4-FFF2-40B4-BE49-F238E27FC236}">
                <a16:creationId xmlns:a16="http://schemas.microsoft.com/office/drawing/2014/main" id="{0F29FFA4-5E50-A17E-A58F-5A30C4850BBA}"/>
              </a:ext>
            </a:extLst>
          </p:cNvPr>
          <p:cNvGrpSpPr>
            <a:grpSpLocks/>
          </p:cNvGrpSpPr>
          <p:nvPr>
            <p:custDataLst>
              <p:tags r:id="rId23"/>
            </p:custDataLst>
          </p:nvPr>
        </p:nvGrpSpPr>
        <p:grpSpPr>
          <a:xfrm>
            <a:off x="4606594" y="474262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E43C1548-D4B4-9F8C-512F-08C3BE96EF1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87" name="Graphic 186">
              <a:extLst>
                <a:ext uri="{FF2B5EF4-FFF2-40B4-BE49-F238E27FC236}">
                  <a16:creationId xmlns:a16="http://schemas.microsoft.com/office/drawing/2014/main" id="{CA4E184F-7912-2CEE-3C93-0DB36C84A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88" name="CheckmarkBlue 69">
            <a:extLst>
              <a:ext uri="{FF2B5EF4-FFF2-40B4-BE49-F238E27FC236}">
                <a16:creationId xmlns:a16="http://schemas.microsoft.com/office/drawing/2014/main" id="{7052B857-255F-B371-C160-B86AEB8FFF12}"/>
              </a:ext>
            </a:extLst>
          </p:cNvPr>
          <p:cNvGrpSpPr>
            <a:grpSpLocks/>
          </p:cNvGrpSpPr>
          <p:nvPr>
            <p:custDataLst>
              <p:tags r:id="rId24"/>
            </p:custDataLst>
          </p:nvPr>
        </p:nvGrpSpPr>
        <p:grpSpPr>
          <a:xfrm>
            <a:off x="5337944" y="474262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70234A25-8921-97C6-7A77-57E1DB5585C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90" name="Graphic 189">
              <a:extLst>
                <a:ext uri="{FF2B5EF4-FFF2-40B4-BE49-F238E27FC236}">
                  <a16:creationId xmlns:a16="http://schemas.microsoft.com/office/drawing/2014/main" id="{9224DEB7-2771-AC14-C11C-E506B8A093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A2486485-EFCB-AF1D-BC5B-82622FD3FE8F}"/>
              </a:ext>
            </a:extLst>
          </p:cNvPr>
          <p:cNvSpPr txBox="1">
            <a:spLocks/>
          </p:cNvSpPr>
          <p:nvPr/>
        </p:nvSpPr>
        <p:spPr>
          <a:xfrm>
            <a:off x="2083981" y="5327473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</a:rPr>
              <a:t>Payroll</a:t>
            </a:r>
            <a:endParaRPr lang="en-NZ" sz="1200">
              <a:latin typeface="+mn-lt"/>
            </a:endParaRPr>
          </a:p>
        </p:txBody>
      </p:sp>
      <p:grpSp>
        <p:nvGrpSpPr>
          <p:cNvPr id="197" name="CheckmarkBlue 69">
            <a:extLst>
              <a:ext uri="{FF2B5EF4-FFF2-40B4-BE49-F238E27FC236}">
                <a16:creationId xmlns:a16="http://schemas.microsoft.com/office/drawing/2014/main" id="{250DE17E-D3A7-4F10-3FA2-BBB0E108CBCE}"/>
              </a:ext>
            </a:extLst>
          </p:cNvPr>
          <p:cNvGrpSpPr>
            <a:grpSpLocks/>
          </p:cNvGrpSpPr>
          <p:nvPr>
            <p:custDataLst>
              <p:tags r:id="rId25"/>
            </p:custDataLst>
          </p:nvPr>
        </p:nvGrpSpPr>
        <p:grpSpPr>
          <a:xfrm>
            <a:off x="4606594" y="532747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518C0FCA-F3CA-2407-4B3B-D8E59203BEF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99" name="Graphic 198">
              <a:extLst>
                <a:ext uri="{FF2B5EF4-FFF2-40B4-BE49-F238E27FC236}">
                  <a16:creationId xmlns:a16="http://schemas.microsoft.com/office/drawing/2014/main" id="{4CE3085F-82F5-6CCA-3A79-93C6E0846F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00" name="CheckmarkBlue 69">
            <a:extLst>
              <a:ext uri="{FF2B5EF4-FFF2-40B4-BE49-F238E27FC236}">
                <a16:creationId xmlns:a16="http://schemas.microsoft.com/office/drawing/2014/main" id="{4FEC7E49-E63B-E4D0-94AE-65CC9E8A89EF}"/>
              </a:ext>
            </a:extLst>
          </p:cNvPr>
          <p:cNvGrpSpPr>
            <a:grpSpLocks/>
          </p:cNvGrpSpPr>
          <p:nvPr>
            <p:custDataLst>
              <p:tags r:id="rId26"/>
            </p:custDataLst>
          </p:nvPr>
        </p:nvGrpSpPr>
        <p:grpSpPr>
          <a:xfrm>
            <a:off x="5337944" y="532747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3DF14A13-380F-6B88-C534-1679B9A2A6E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02" name="Graphic 201">
              <a:extLst>
                <a:ext uri="{FF2B5EF4-FFF2-40B4-BE49-F238E27FC236}">
                  <a16:creationId xmlns:a16="http://schemas.microsoft.com/office/drawing/2014/main" id="{E731CAEC-2D7A-BFD9-C580-FA8B41AAC9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6A9E08EF-89C3-6B08-926A-9947EE350483}"/>
              </a:ext>
            </a:extLst>
          </p:cNvPr>
          <p:cNvSpPr txBox="1">
            <a:spLocks/>
          </p:cNvSpPr>
          <p:nvPr/>
        </p:nvSpPr>
        <p:spPr>
          <a:xfrm>
            <a:off x="2083981" y="6204753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Non-financial services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599A95C5-20F4-2F66-2A28-BDC68A685814}"/>
              </a:ext>
            </a:extLst>
          </p:cNvPr>
          <p:cNvSpPr txBox="1">
            <a:spLocks/>
          </p:cNvSpPr>
          <p:nvPr/>
        </p:nvSpPr>
        <p:spPr>
          <a:xfrm>
            <a:off x="2083981" y="5619897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</a:rPr>
              <a:t>Cards</a:t>
            </a:r>
            <a:endParaRPr lang="en-NZ" sz="1200">
              <a:latin typeface="+mn-lt"/>
            </a:endParaRPr>
          </a:p>
        </p:txBody>
      </p:sp>
      <p:grpSp>
        <p:nvGrpSpPr>
          <p:cNvPr id="191" name="CheckmarkBlue 69">
            <a:extLst>
              <a:ext uri="{FF2B5EF4-FFF2-40B4-BE49-F238E27FC236}">
                <a16:creationId xmlns:a16="http://schemas.microsoft.com/office/drawing/2014/main" id="{169A3F61-E5F4-9B81-4F51-F14A002799F0}"/>
              </a:ext>
            </a:extLst>
          </p:cNvPr>
          <p:cNvGrpSpPr>
            <a:grpSpLocks/>
          </p:cNvGrpSpPr>
          <p:nvPr>
            <p:custDataLst>
              <p:tags r:id="rId27"/>
            </p:custDataLst>
          </p:nvPr>
        </p:nvGrpSpPr>
        <p:grpSpPr>
          <a:xfrm>
            <a:off x="4606594" y="561989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0071F9A2-3411-8CF2-29E9-8210C27A9E1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93" name="Graphic 192">
              <a:extLst>
                <a:ext uri="{FF2B5EF4-FFF2-40B4-BE49-F238E27FC236}">
                  <a16:creationId xmlns:a16="http://schemas.microsoft.com/office/drawing/2014/main" id="{50E50191-190C-2E8A-2537-F97F43A40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94" name="CheckmarkBlue 69">
            <a:extLst>
              <a:ext uri="{FF2B5EF4-FFF2-40B4-BE49-F238E27FC236}">
                <a16:creationId xmlns:a16="http://schemas.microsoft.com/office/drawing/2014/main" id="{3D5125B0-126D-F412-8FF5-86BB50A29EB8}"/>
              </a:ext>
            </a:extLst>
          </p:cNvPr>
          <p:cNvGrpSpPr>
            <a:grpSpLocks/>
          </p:cNvGrpSpPr>
          <p:nvPr>
            <p:custDataLst>
              <p:tags r:id="rId28"/>
            </p:custDataLst>
          </p:nvPr>
        </p:nvGrpSpPr>
        <p:grpSpPr>
          <a:xfrm>
            <a:off x="5337944" y="561989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A293DD36-C6E6-8ABB-57A6-9E88EE3C2F2E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96" name="Graphic 195">
              <a:extLst>
                <a:ext uri="{FF2B5EF4-FFF2-40B4-BE49-F238E27FC236}">
                  <a16:creationId xmlns:a16="http://schemas.microsoft.com/office/drawing/2014/main" id="{3A622134-84FA-1FAB-9BBD-4EA7A4CED6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76" name="CheckmarkBlue 69">
            <a:extLst>
              <a:ext uri="{FF2B5EF4-FFF2-40B4-BE49-F238E27FC236}">
                <a16:creationId xmlns:a16="http://schemas.microsoft.com/office/drawing/2014/main" id="{1C3D889F-2916-B4EE-3DE9-C32CD8BB904C}"/>
              </a:ext>
            </a:extLst>
          </p:cNvPr>
          <p:cNvGrpSpPr>
            <a:grpSpLocks/>
          </p:cNvGrpSpPr>
          <p:nvPr>
            <p:custDataLst>
              <p:tags r:id="rId29"/>
            </p:custDataLst>
          </p:nvPr>
        </p:nvGrpSpPr>
        <p:grpSpPr>
          <a:xfrm>
            <a:off x="11188759" y="561989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77" name="Oval 276">
              <a:extLst>
                <a:ext uri="{FF2B5EF4-FFF2-40B4-BE49-F238E27FC236}">
                  <a16:creationId xmlns:a16="http://schemas.microsoft.com/office/drawing/2014/main" id="{BD2E1171-99AA-F43A-C1FD-B6649C2BF1B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78" name="Graphic 277">
              <a:extLst>
                <a:ext uri="{FF2B5EF4-FFF2-40B4-BE49-F238E27FC236}">
                  <a16:creationId xmlns:a16="http://schemas.microsoft.com/office/drawing/2014/main" id="{9614D76D-7882-D5FD-12C5-8F9C0699BA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D03D7770-CA84-ED22-D709-9D67B4C5B3E4}"/>
              </a:ext>
            </a:extLst>
          </p:cNvPr>
          <p:cNvSpPr txBox="1">
            <a:spLocks/>
          </p:cNvSpPr>
          <p:nvPr/>
        </p:nvSpPr>
        <p:spPr>
          <a:xfrm>
            <a:off x="2083981" y="4450201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Accounts, deposits</a:t>
            </a:r>
          </a:p>
        </p:txBody>
      </p:sp>
      <p:grpSp>
        <p:nvGrpSpPr>
          <p:cNvPr id="179" name="CheckmarkBlue 69">
            <a:extLst>
              <a:ext uri="{FF2B5EF4-FFF2-40B4-BE49-F238E27FC236}">
                <a16:creationId xmlns:a16="http://schemas.microsoft.com/office/drawing/2014/main" id="{8E049171-C823-562E-96F3-496D95AC6BB4}"/>
              </a:ext>
            </a:extLst>
          </p:cNvPr>
          <p:cNvGrpSpPr>
            <a:grpSpLocks/>
          </p:cNvGrpSpPr>
          <p:nvPr>
            <p:custDataLst>
              <p:tags r:id="rId30"/>
            </p:custDataLst>
          </p:nvPr>
        </p:nvGrpSpPr>
        <p:grpSpPr>
          <a:xfrm>
            <a:off x="4606594" y="445020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596F7540-D332-0DD9-C971-0E29A7A04FC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81" name="Graphic 180">
              <a:extLst>
                <a:ext uri="{FF2B5EF4-FFF2-40B4-BE49-F238E27FC236}">
                  <a16:creationId xmlns:a16="http://schemas.microsoft.com/office/drawing/2014/main" id="{3C135A14-4DEB-1E2E-DD62-C4907B94378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82" name="CheckmarkBlue 69">
            <a:extLst>
              <a:ext uri="{FF2B5EF4-FFF2-40B4-BE49-F238E27FC236}">
                <a16:creationId xmlns:a16="http://schemas.microsoft.com/office/drawing/2014/main" id="{904F891C-1055-8B32-CEE3-BA46897E9095}"/>
              </a:ext>
            </a:extLst>
          </p:cNvPr>
          <p:cNvGrpSpPr>
            <a:grpSpLocks/>
          </p:cNvGrpSpPr>
          <p:nvPr>
            <p:custDataLst>
              <p:tags r:id="rId31"/>
            </p:custDataLst>
          </p:nvPr>
        </p:nvGrpSpPr>
        <p:grpSpPr>
          <a:xfrm>
            <a:off x="5337944" y="445020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03D21472-641C-873E-01DD-05C9F62E33D3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84" name="Graphic 183">
              <a:extLst>
                <a:ext uri="{FF2B5EF4-FFF2-40B4-BE49-F238E27FC236}">
                  <a16:creationId xmlns:a16="http://schemas.microsoft.com/office/drawing/2014/main" id="{E81C1259-EA31-F225-AECD-52C2C4EA42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37" name="CheckmarkBlue 69">
            <a:extLst>
              <a:ext uri="{FF2B5EF4-FFF2-40B4-BE49-F238E27FC236}">
                <a16:creationId xmlns:a16="http://schemas.microsoft.com/office/drawing/2014/main" id="{4F3D86A9-3128-4CDD-9872-0E498C47C572}"/>
              </a:ext>
            </a:extLst>
          </p:cNvPr>
          <p:cNvGrpSpPr>
            <a:grpSpLocks/>
          </p:cNvGrpSpPr>
          <p:nvPr>
            <p:custDataLst>
              <p:tags r:id="rId32"/>
            </p:custDataLst>
          </p:nvPr>
        </p:nvGrpSpPr>
        <p:grpSpPr>
          <a:xfrm>
            <a:off x="8263348" y="445020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38" name="Oval 237">
              <a:extLst>
                <a:ext uri="{FF2B5EF4-FFF2-40B4-BE49-F238E27FC236}">
                  <a16:creationId xmlns:a16="http://schemas.microsoft.com/office/drawing/2014/main" id="{91E2F2A8-E54E-2BD6-8DD4-D224D5988A1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39" name="Graphic 238">
              <a:extLst>
                <a:ext uri="{FF2B5EF4-FFF2-40B4-BE49-F238E27FC236}">
                  <a16:creationId xmlns:a16="http://schemas.microsoft.com/office/drawing/2014/main" id="{641CB433-0228-CB82-4F7D-42BC837FA5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A756990-674C-6794-8F12-14DA8FC9C9C4}"/>
              </a:ext>
            </a:extLst>
          </p:cNvPr>
          <p:cNvSpPr txBox="1">
            <a:spLocks/>
          </p:cNvSpPr>
          <p:nvPr/>
        </p:nvSpPr>
        <p:spPr>
          <a:xfrm>
            <a:off x="2083981" y="2695657"/>
            <a:ext cx="2135302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Micro / express loans</a:t>
            </a:r>
          </a:p>
        </p:txBody>
      </p:sp>
      <p:grpSp>
        <p:nvGrpSpPr>
          <p:cNvPr id="122" name="CheckmarkBlue 69">
            <a:extLst>
              <a:ext uri="{FF2B5EF4-FFF2-40B4-BE49-F238E27FC236}">
                <a16:creationId xmlns:a16="http://schemas.microsoft.com/office/drawing/2014/main" id="{F596AD35-6D8F-2279-6591-1DD6C7DCD89B}"/>
              </a:ext>
            </a:extLst>
          </p:cNvPr>
          <p:cNvGrpSpPr>
            <a:grpSpLocks/>
          </p:cNvGrpSpPr>
          <p:nvPr>
            <p:custDataLst>
              <p:tags r:id="rId33"/>
            </p:custDataLst>
          </p:nvPr>
        </p:nvGrpSpPr>
        <p:grpSpPr>
          <a:xfrm>
            <a:off x="4606594" y="269565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4072179A-57DD-38CA-DA21-BB05BF5AECA5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24" name="Graphic 123">
              <a:extLst>
                <a:ext uri="{FF2B5EF4-FFF2-40B4-BE49-F238E27FC236}">
                  <a16:creationId xmlns:a16="http://schemas.microsoft.com/office/drawing/2014/main" id="{E18F810F-1129-1308-F51B-86F80164BC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76" name="CheckmarkBlue 69">
            <a:extLst>
              <a:ext uri="{FF2B5EF4-FFF2-40B4-BE49-F238E27FC236}">
                <a16:creationId xmlns:a16="http://schemas.microsoft.com/office/drawing/2014/main" id="{6F84E4B2-DD46-A76B-E020-0BBE357FA9CE}"/>
              </a:ext>
            </a:extLst>
          </p:cNvPr>
          <p:cNvGrpSpPr>
            <a:grpSpLocks/>
          </p:cNvGrpSpPr>
          <p:nvPr>
            <p:custDataLst>
              <p:tags r:id="rId34"/>
            </p:custDataLst>
          </p:nvPr>
        </p:nvGrpSpPr>
        <p:grpSpPr>
          <a:xfrm>
            <a:off x="7531996" y="269565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52475434-E2A3-364E-D12D-4BD191DC3DF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78" name="Graphic 177">
              <a:extLst>
                <a:ext uri="{FF2B5EF4-FFF2-40B4-BE49-F238E27FC236}">
                  <a16:creationId xmlns:a16="http://schemas.microsoft.com/office/drawing/2014/main" id="{7798088E-0704-073F-DD04-4017CB2EA5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34" name="CheckmarkBlue 69">
            <a:extLst>
              <a:ext uri="{FF2B5EF4-FFF2-40B4-BE49-F238E27FC236}">
                <a16:creationId xmlns:a16="http://schemas.microsoft.com/office/drawing/2014/main" id="{3C690F52-189B-E9F2-786A-C8D1040153CA}"/>
              </a:ext>
            </a:extLst>
          </p:cNvPr>
          <p:cNvGrpSpPr>
            <a:grpSpLocks/>
          </p:cNvGrpSpPr>
          <p:nvPr>
            <p:custDataLst>
              <p:tags r:id="rId35"/>
            </p:custDataLst>
          </p:nvPr>
        </p:nvGrpSpPr>
        <p:grpSpPr>
          <a:xfrm>
            <a:off x="8263348" y="269565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C202EF6A-CFD5-A456-7502-4C5A78BC9EBC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36" name="Graphic 235">
              <a:extLst>
                <a:ext uri="{FF2B5EF4-FFF2-40B4-BE49-F238E27FC236}">
                  <a16:creationId xmlns:a16="http://schemas.microsoft.com/office/drawing/2014/main" id="{CFD9B26A-0180-B54D-2896-D39B9B705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82" name="CheckmarkBlue 69">
            <a:extLst>
              <a:ext uri="{FF2B5EF4-FFF2-40B4-BE49-F238E27FC236}">
                <a16:creationId xmlns:a16="http://schemas.microsoft.com/office/drawing/2014/main" id="{D8E455BA-E139-2FA5-2AB7-930B91FF1378}"/>
              </a:ext>
            </a:extLst>
          </p:cNvPr>
          <p:cNvGrpSpPr>
            <a:grpSpLocks/>
          </p:cNvGrpSpPr>
          <p:nvPr>
            <p:custDataLst>
              <p:tags r:id="rId36"/>
            </p:custDataLst>
          </p:nvPr>
        </p:nvGrpSpPr>
        <p:grpSpPr>
          <a:xfrm>
            <a:off x="11188759" y="269565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57523FE7-5EC8-A5EA-0212-2109DFCED72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84" name="Graphic 283">
              <a:extLst>
                <a:ext uri="{FF2B5EF4-FFF2-40B4-BE49-F238E27FC236}">
                  <a16:creationId xmlns:a16="http://schemas.microsoft.com/office/drawing/2014/main" id="{18144DC8-3A80-F071-FE46-7FB297397B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95155B57-1BF2-DF9A-D15F-63309DBFDAA1}"/>
              </a:ext>
            </a:extLst>
          </p:cNvPr>
          <p:cNvCxnSpPr/>
          <p:nvPr/>
        </p:nvCxnSpPr>
        <p:spPr>
          <a:xfrm>
            <a:off x="554734" y="2076278"/>
            <a:ext cx="11080054" cy="0"/>
          </a:xfrm>
          <a:prstGeom prst="line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GreyLineSeparatorDefaultVertical 7">
            <a:extLst>
              <a:ext uri="{FF2B5EF4-FFF2-40B4-BE49-F238E27FC236}">
                <a16:creationId xmlns:a16="http://schemas.microsoft.com/office/drawing/2014/main" id="{EF246C05-9D6F-1D4F-0611-8BF27CE93CF7}"/>
              </a:ext>
            </a:extLst>
          </p:cNvPr>
          <p:cNvCxnSpPr>
            <a:cxnSpLocks/>
          </p:cNvCxnSpPr>
          <p:nvPr>
            <p:custDataLst>
              <p:tags r:id="rId37"/>
            </p:custDataLst>
          </p:nvPr>
        </p:nvCxnSpPr>
        <p:spPr>
          <a:xfrm>
            <a:off x="4331597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GreyLineSeparatorDefaultVertical 7">
            <a:extLst>
              <a:ext uri="{FF2B5EF4-FFF2-40B4-BE49-F238E27FC236}">
                <a16:creationId xmlns:a16="http://schemas.microsoft.com/office/drawing/2014/main" id="{30CA1652-6D4B-D486-A71C-ECC05C8AEDDC}"/>
              </a:ext>
            </a:extLst>
          </p:cNvPr>
          <p:cNvCxnSpPr>
            <a:cxnSpLocks/>
          </p:cNvCxnSpPr>
          <p:nvPr>
            <p:custDataLst>
              <p:tags r:id="rId38"/>
            </p:custDataLst>
          </p:nvPr>
        </p:nvCxnSpPr>
        <p:spPr>
          <a:xfrm>
            <a:off x="5062948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GreyLineSeparatorDefaultVertical 7">
            <a:extLst>
              <a:ext uri="{FF2B5EF4-FFF2-40B4-BE49-F238E27FC236}">
                <a16:creationId xmlns:a16="http://schemas.microsoft.com/office/drawing/2014/main" id="{5AEBCF95-F281-7212-02B5-BD6506F5C334}"/>
              </a:ext>
            </a:extLst>
          </p:cNvPr>
          <p:cNvCxnSpPr>
            <a:cxnSpLocks/>
          </p:cNvCxnSpPr>
          <p:nvPr>
            <p:custDataLst>
              <p:tags r:id="rId39"/>
            </p:custDataLst>
          </p:nvPr>
        </p:nvCxnSpPr>
        <p:spPr>
          <a:xfrm>
            <a:off x="10913756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GreyLineSeparatorDefaultVertical 7">
            <a:extLst>
              <a:ext uri="{FF2B5EF4-FFF2-40B4-BE49-F238E27FC236}">
                <a16:creationId xmlns:a16="http://schemas.microsoft.com/office/drawing/2014/main" id="{259B79C9-C508-2DDA-31C4-073059C14394}"/>
              </a:ext>
            </a:extLst>
          </p:cNvPr>
          <p:cNvCxnSpPr>
            <a:cxnSpLocks/>
          </p:cNvCxnSpPr>
          <p:nvPr>
            <p:custDataLst>
              <p:tags r:id="rId40"/>
            </p:custDataLst>
          </p:nvPr>
        </p:nvCxnSpPr>
        <p:spPr>
          <a:xfrm>
            <a:off x="10182405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GreyLineSeparatorDefaultVertical 7">
            <a:extLst>
              <a:ext uri="{FF2B5EF4-FFF2-40B4-BE49-F238E27FC236}">
                <a16:creationId xmlns:a16="http://schemas.microsoft.com/office/drawing/2014/main" id="{81CB144F-405A-1B41-CF0D-48471E5B06B1}"/>
              </a:ext>
            </a:extLst>
          </p:cNvPr>
          <p:cNvCxnSpPr>
            <a:cxnSpLocks/>
          </p:cNvCxnSpPr>
          <p:nvPr>
            <p:custDataLst>
              <p:tags r:id="rId41"/>
            </p:custDataLst>
          </p:nvPr>
        </p:nvCxnSpPr>
        <p:spPr>
          <a:xfrm>
            <a:off x="9451054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GreyLineSeparatorDefaultVertical 7">
            <a:extLst>
              <a:ext uri="{FF2B5EF4-FFF2-40B4-BE49-F238E27FC236}">
                <a16:creationId xmlns:a16="http://schemas.microsoft.com/office/drawing/2014/main" id="{6B634A73-DE7A-FCD9-B48E-BCC9FC98A949}"/>
              </a:ext>
            </a:extLst>
          </p:cNvPr>
          <p:cNvCxnSpPr>
            <a:cxnSpLocks/>
          </p:cNvCxnSpPr>
          <p:nvPr>
            <p:custDataLst>
              <p:tags r:id="rId42"/>
            </p:custDataLst>
          </p:nvPr>
        </p:nvCxnSpPr>
        <p:spPr>
          <a:xfrm>
            <a:off x="8719703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GreyLineSeparatorDefaultVertical 7">
            <a:extLst>
              <a:ext uri="{FF2B5EF4-FFF2-40B4-BE49-F238E27FC236}">
                <a16:creationId xmlns:a16="http://schemas.microsoft.com/office/drawing/2014/main" id="{5125BBEB-BFA7-B7BC-FE28-0C5F36B16FE1}"/>
              </a:ext>
            </a:extLst>
          </p:cNvPr>
          <p:cNvCxnSpPr>
            <a:cxnSpLocks/>
          </p:cNvCxnSpPr>
          <p:nvPr>
            <p:custDataLst>
              <p:tags r:id="rId43"/>
            </p:custDataLst>
          </p:nvPr>
        </p:nvCxnSpPr>
        <p:spPr>
          <a:xfrm>
            <a:off x="7988352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GreyLineSeparatorDefaultVertical 7">
            <a:extLst>
              <a:ext uri="{FF2B5EF4-FFF2-40B4-BE49-F238E27FC236}">
                <a16:creationId xmlns:a16="http://schemas.microsoft.com/office/drawing/2014/main" id="{7C8D4633-7CF8-6133-A6C2-D7E12E25E9C8}"/>
              </a:ext>
            </a:extLst>
          </p:cNvPr>
          <p:cNvCxnSpPr>
            <a:cxnSpLocks/>
          </p:cNvCxnSpPr>
          <p:nvPr>
            <p:custDataLst>
              <p:tags r:id="rId44"/>
            </p:custDataLst>
          </p:nvPr>
        </p:nvCxnSpPr>
        <p:spPr>
          <a:xfrm>
            <a:off x="7257001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GreyLineSeparatorDefaultVertical 7">
            <a:extLst>
              <a:ext uri="{FF2B5EF4-FFF2-40B4-BE49-F238E27FC236}">
                <a16:creationId xmlns:a16="http://schemas.microsoft.com/office/drawing/2014/main" id="{E71E99F5-A9C4-F334-5809-795D547CD700}"/>
              </a:ext>
            </a:extLst>
          </p:cNvPr>
          <p:cNvCxnSpPr>
            <a:cxnSpLocks/>
          </p:cNvCxnSpPr>
          <p:nvPr>
            <p:custDataLst>
              <p:tags r:id="rId45"/>
            </p:custDataLst>
          </p:nvPr>
        </p:nvCxnSpPr>
        <p:spPr>
          <a:xfrm>
            <a:off x="6525650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GreyLineSeparatorDefaultVertical 7">
            <a:extLst>
              <a:ext uri="{FF2B5EF4-FFF2-40B4-BE49-F238E27FC236}">
                <a16:creationId xmlns:a16="http://schemas.microsoft.com/office/drawing/2014/main" id="{FC0D0B58-FCA3-5EF3-8E81-A4B17D93F898}"/>
              </a:ext>
            </a:extLst>
          </p:cNvPr>
          <p:cNvCxnSpPr>
            <a:cxnSpLocks/>
          </p:cNvCxnSpPr>
          <p:nvPr>
            <p:custDataLst>
              <p:tags r:id="rId46"/>
            </p:custDataLst>
          </p:nvPr>
        </p:nvCxnSpPr>
        <p:spPr>
          <a:xfrm>
            <a:off x="5794299" y="1504676"/>
            <a:ext cx="0" cy="4884743"/>
          </a:xfrm>
          <a:prstGeom prst="straightConnector1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3" name="Picture 32">
            <a:extLst>
              <a:ext uri="{FF2B5EF4-FFF2-40B4-BE49-F238E27FC236}">
                <a16:creationId xmlns:a16="http://schemas.microsoft.com/office/drawing/2014/main" id="{A1FF386C-5B45-CBEE-9C13-28DF740B9225}"/>
              </a:ext>
            </a:extLst>
          </p:cNvPr>
          <p:cNvPicPr>
            <a:picLocks noChangeAspect="1"/>
          </p:cNvPicPr>
          <p:nvPr/>
        </p:nvPicPr>
        <p:blipFill>
          <a:blip r:embed="rId187"/>
          <a:srcRect l="-1" r="54534" b="58"/>
          <a:stretch>
            <a:fillRect/>
          </a:stretch>
        </p:blipFill>
        <p:spPr>
          <a:xfrm>
            <a:off x="4546763" y="1750852"/>
            <a:ext cx="301020" cy="299408"/>
          </a:xfrm>
          <a:prstGeom prst="rect">
            <a:avLst/>
          </a:prstGeom>
        </p:spPr>
      </p:pic>
      <p:pic>
        <p:nvPicPr>
          <p:cNvPr id="34" name="Picture 33">
            <a:extLst>
              <a:ext uri="{FF2B5EF4-FFF2-40B4-BE49-F238E27FC236}">
                <a16:creationId xmlns:a16="http://schemas.microsoft.com/office/drawing/2014/main" id="{415F2CD4-8865-A52A-B88D-05B51A890A11}"/>
              </a:ext>
            </a:extLst>
          </p:cNvPr>
          <p:cNvPicPr>
            <a:picLocks noChangeAspect="1"/>
          </p:cNvPicPr>
          <p:nvPr/>
        </p:nvPicPr>
        <p:blipFill rotWithShape="1">
          <a:blip r:embed="rId188"/>
          <a:srcRect r="59434" b="22922"/>
          <a:stretch>
            <a:fillRect/>
          </a:stretch>
        </p:blipFill>
        <p:spPr>
          <a:xfrm>
            <a:off x="5281150" y="1750072"/>
            <a:ext cx="294947" cy="300969"/>
          </a:xfrm>
          <a:prstGeom prst="rect">
            <a:avLst/>
          </a:prstGeom>
        </p:spPr>
      </p:pic>
      <p:pic>
        <p:nvPicPr>
          <p:cNvPr id="35" name="Picture 34">
            <a:extLst>
              <a:ext uri="{FF2B5EF4-FFF2-40B4-BE49-F238E27FC236}">
                <a16:creationId xmlns:a16="http://schemas.microsoft.com/office/drawing/2014/main" id="{61D4DE5D-1F7E-22A6-DCB1-0D50F5877F86}"/>
              </a:ext>
            </a:extLst>
          </p:cNvPr>
          <p:cNvPicPr>
            <a:picLocks noChangeAspect="1"/>
          </p:cNvPicPr>
          <p:nvPr/>
        </p:nvPicPr>
        <p:blipFill>
          <a:blip r:embed="rId189"/>
          <a:srcRect r="82522" b="19983"/>
          <a:stretch>
            <a:fillRect/>
          </a:stretch>
        </p:blipFill>
        <p:spPr>
          <a:xfrm>
            <a:off x="6718149" y="1746611"/>
            <a:ext cx="346353" cy="307890"/>
          </a:xfrm>
          <a:prstGeom prst="rect">
            <a:avLst/>
          </a:prstGeom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728A2F24-852F-3D8F-5AF9-D665CEBA3346}"/>
              </a:ext>
            </a:extLst>
          </p:cNvPr>
          <p:cNvPicPr>
            <a:picLocks noChangeAspect="1"/>
          </p:cNvPicPr>
          <p:nvPr/>
        </p:nvPicPr>
        <p:blipFill>
          <a:blip r:embed="rId190"/>
          <a:srcRect r="76106"/>
          <a:stretch>
            <a:fillRect/>
          </a:stretch>
        </p:blipFill>
        <p:spPr>
          <a:xfrm>
            <a:off x="6009153" y="1744339"/>
            <a:ext cx="301642" cy="312434"/>
          </a:xfrm>
          <a:prstGeom prst="rect">
            <a:avLst/>
          </a:prstGeom>
        </p:spPr>
      </p:pic>
      <p:pic>
        <p:nvPicPr>
          <p:cNvPr id="37" name="Picture 36">
            <a:extLst>
              <a:ext uri="{FF2B5EF4-FFF2-40B4-BE49-F238E27FC236}">
                <a16:creationId xmlns:a16="http://schemas.microsoft.com/office/drawing/2014/main" id="{2C77ED35-32EE-8536-361A-7C0DC2E1A2AF}"/>
              </a:ext>
            </a:extLst>
          </p:cNvPr>
          <p:cNvPicPr>
            <a:picLocks noChangeAspect="1"/>
          </p:cNvPicPr>
          <p:nvPr/>
        </p:nvPicPr>
        <p:blipFill>
          <a:blip r:embed="rId191"/>
          <a:srcRect r="77099"/>
          <a:stretch>
            <a:fillRect/>
          </a:stretch>
        </p:blipFill>
        <p:spPr>
          <a:xfrm>
            <a:off x="10430802" y="1777446"/>
            <a:ext cx="234557" cy="246221"/>
          </a:xfrm>
          <a:prstGeom prst="rect">
            <a:avLst/>
          </a:prstGeom>
        </p:spPr>
      </p:pic>
      <p:pic>
        <p:nvPicPr>
          <p:cNvPr id="38" name="Picture 37">
            <a:extLst>
              <a:ext uri="{FF2B5EF4-FFF2-40B4-BE49-F238E27FC236}">
                <a16:creationId xmlns:a16="http://schemas.microsoft.com/office/drawing/2014/main" id="{C84AD689-66C8-D59E-D6C6-B2F421B2FAD4}"/>
              </a:ext>
            </a:extLst>
          </p:cNvPr>
          <p:cNvPicPr>
            <a:picLocks noChangeAspect="1"/>
          </p:cNvPicPr>
          <p:nvPr/>
        </p:nvPicPr>
        <p:blipFill rotWithShape="1">
          <a:blip r:embed="rId192"/>
          <a:srcRect l="17115" t="40975" r="72715" b="40988"/>
          <a:stretch>
            <a:fillRect/>
          </a:stretch>
        </p:blipFill>
        <p:spPr>
          <a:xfrm>
            <a:off x="8916738" y="1687037"/>
            <a:ext cx="337281" cy="427038"/>
          </a:xfrm>
          <a:prstGeom prst="rect">
            <a:avLst/>
          </a:prstGeom>
        </p:spPr>
      </p:pic>
      <p:pic>
        <p:nvPicPr>
          <p:cNvPr id="39" name="Picture 17" descr="Azer Turk Bank расширяет спектр онлайн-услуг | Banco.az">
            <a:extLst>
              <a:ext uri="{FF2B5EF4-FFF2-40B4-BE49-F238E27FC236}">
                <a16:creationId xmlns:a16="http://schemas.microsoft.com/office/drawing/2014/main" id="{25418D1E-B93B-70D8-936D-412B30D020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0066" y="1763396"/>
            <a:ext cx="407923" cy="2743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" name="Picture 2">
            <a:extLst>
              <a:ext uri="{FF2B5EF4-FFF2-40B4-BE49-F238E27FC236}">
                <a16:creationId xmlns:a16="http://schemas.microsoft.com/office/drawing/2014/main" id="{F7E57EF2-6E54-CD9B-EEFD-3AE5F8A78C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40949" y="1751206"/>
            <a:ext cx="276979" cy="2769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" name="Picture 4" descr="Ziraat Bankasi Logo, symbol, meaning, history, PNG, brand">
            <a:extLst>
              <a:ext uri="{FF2B5EF4-FFF2-40B4-BE49-F238E27FC236}">
                <a16:creationId xmlns:a16="http://schemas.microsoft.com/office/drawing/2014/main" id="{0DEF9E5E-2013-6E31-76C8-080C9DDC50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570" r="33090"/>
          <a:stretch>
            <a:fillRect/>
          </a:stretch>
        </p:blipFill>
        <p:spPr bwMode="auto">
          <a:xfrm>
            <a:off x="9731104" y="1756737"/>
            <a:ext cx="171249" cy="2876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6" descr="Bank Respublika | Baku">
            <a:extLst>
              <a:ext uri="{FF2B5EF4-FFF2-40B4-BE49-F238E27FC236}">
                <a16:creationId xmlns:a16="http://schemas.microsoft.com/office/drawing/2014/main" id="{74A8D9D2-A60A-C0E7-CF47-6A16A8D7BD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75750" y="1753630"/>
            <a:ext cx="293852" cy="293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4" name="TrackerNumBlue 23">
            <a:extLst>
              <a:ext uri="{FF2B5EF4-FFF2-40B4-BE49-F238E27FC236}">
                <a16:creationId xmlns:a16="http://schemas.microsoft.com/office/drawing/2014/main" id="{14A0F250-896D-007A-9DCD-94FCC60E768A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>
          <a:xfrm>
            <a:off x="4408175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24%</a:t>
            </a:r>
          </a:p>
        </p:txBody>
      </p:sp>
      <p:sp>
        <p:nvSpPr>
          <p:cNvPr id="45" name="TrackerNumBlue 23">
            <a:extLst>
              <a:ext uri="{FF2B5EF4-FFF2-40B4-BE49-F238E27FC236}">
                <a16:creationId xmlns:a16="http://schemas.microsoft.com/office/drawing/2014/main" id="{886992FE-1988-B446-2C86-39E7115CAFC3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>
          <a:xfrm>
            <a:off x="5139526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23%</a:t>
            </a:r>
          </a:p>
        </p:txBody>
      </p:sp>
      <p:sp>
        <p:nvSpPr>
          <p:cNvPr id="46" name="TrackerNumBlue 23">
            <a:extLst>
              <a:ext uri="{FF2B5EF4-FFF2-40B4-BE49-F238E27FC236}">
                <a16:creationId xmlns:a16="http://schemas.microsoft.com/office/drawing/2014/main" id="{70106245-FCD7-25F7-10F5-47538468B128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>
          <a:xfrm>
            <a:off x="5870877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18%</a:t>
            </a:r>
          </a:p>
        </p:txBody>
      </p:sp>
      <p:sp>
        <p:nvSpPr>
          <p:cNvPr id="47" name="TrackerNumBlue 23">
            <a:extLst>
              <a:ext uri="{FF2B5EF4-FFF2-40B4-BE49-F238E27FC236}">
                <a16:creationId xmlns:a16="http://schemas.microsoft.com/office/drawing/2014/main" id="{E39F7AB4-66F9-3E33-EF8B-1BCF0FA68022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>
          <a:xfrm>
            <a:off x="6602228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6%</a:t>
            </a:r>
          </a:p>
        </p:txBody>
      </p:sp>
      <p:sp>
        <p:nvSpPr>
          <p:cNvPr id="48" name="TrackerNumBlue 23">
            <a:extLst>
              <a:ext uri="{FF2B5EF4-FFF2-40B4-BE49-F238E27FC236}">
                <a16:creationId xmlns:a16="http://schemas.microsoft.com/office/drawing/2014/main" id="{8E07DA51-4FEC-7151-E3C4-9841FB500430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>
          <a:xfrm>
            <a:off x="7333579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5%</a:t>
            </a:r>
          </a:p>
        </p:txBody>
      </p:sp>
      <p:sp>
        <p:nvSpPr>
          <p:cNvPr id="49" name="TrackerNumBlue 23">
            <a:extLst>
              <a:ext uri="{FF2B5EF4-FFF2-40B4-BE49-F238E27FC236}">
                <a16:creationId xmlns:a16="http://schemas.microsoft.com/office/drawing/2014/main" id="{71A80E29-6962-039F-1A2D-EB7DACE96B28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>
          <a:xfrm>
            <a:off x="8064930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50" name="TrackerNumBlue 23">
            <a:extLst>
              <a:ext uri="{FF2B5EF4-FFF2-40B4-BE49-F238E27FC236}">
                <a16:creationId xmlns:a16="http://schemas.microsoft.com/office/drawing/2014/main" id="{3D0E056C-AA2A-A264-0F79-FB9B1566A94E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>
          <a:xfrm>
            <a:off x="8796281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51" name="TrackerNumBlue 23">
            <a:extLst>
              <a:ext uri="{FF2B5EF4-FFF2-40B4-BE49-F238E27FC236}">
                <a16:creationId xmlns:a16="http://schemas.microsoft.com/office/drawing/2014/main" id="{67F296DF-4B95-118B-CD6B-373A3FEEBC9C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>
          <a:xfrm>
            <a:off x="9527632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52" name="TrackerNumBlue 23">
            <a:extLst>
              <a:ext uri="{FF2B5EF4-FFF2-40B4-BE49-F238E27FC236}">
                <a16:creationId xmlns:a16="http://schemas.microsoft.com/office/drawing/2014/main" id="{D7346A3C-7033-89CE-3A46-EFD15C7D8AE6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>
          <a:xfrm>
            <a:off x="10258983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2%</a:t>
            </a:r>
          </a:p>
        </p:txBody>
      </p:sp>
      <p:sp>
        <p:nvSpPr>
          <p:cNvPr id="84" name="TrackerNumBlue 23">
            <a:extLst>
              <a:ext uri="{FF2B5EF4-FFF2-40B4-BE49-F238E27FC236}">
                <a16:creationId xmlns:a16="http://schemas.microsoft.com/office/drawing/2014/main" id="{45873622-2D98-45C1-F4C9-6C6D04BA2D97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>
          <a:xfrm>
            <a:off x="10990341" y="1504676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2%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0B032C74-3CC7-8CE4-824D-F091F94A9097}"/>
              </a:ext>
            </a:extLst>
          </p:cNvPr>
          <p:cNvSpPr txBox="1">
            <a:spLocks/>
          </p:cNvSpPr>
          <p:nvPr/>
        </p:nvSpPr>
        <p:spPr>
          <a:xfrm>
            <a:off x="1107281" y="2110809"/>
            <a:ext cx="891639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 b="1">
                <a:latin typeface="+mn-lt"/>
              </a:rPr>
              <a:t>Straight loans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6280335A-06AE-1E6D-1957-E7CB516C77A9}"/>
              </a:ext>
            </a:extLst>
          </p:cNvPr>
          <p:cNvSpPr txBox="1">
            <a:spLocks/>
          </p:cNvSpPr>
          <p:nvPr/>
        </p:nvSpPr>
        <p:spPr>
          <a:xfrm>
            <a:off x="1107281" y="3865353"/>
            <a:ext cx="891639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 b="1">
                <a:latin typeface="+mn-lt"/>
              </a:rPr>
              <a:t>Trade finance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593CB59F-C3BD-D6E4-B3F6-195DF5079A70}"/>
              </a:ext>
            </a:extLst>
          </p:cNvPr>
          <p:cNvSpPr txBox="1">
            <a:spLocks/>
          </p:cNvSpPr>
          <p:nvPr/>
        </p:nvSpPr>
        <p:spPr>
          <a:xfrm>
            <a:off x="1107281" y="4450201"/>
            <a:ext cx="891639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 b="1">
                <a:latin typeface="+mn-lt"/>
              </a:rPr>
              <a:t>Cash manage-</a:t>
            </a:r>
            <a:r>
              <a:rPr lang="en-NZ" sz="1200" b="1" err="1">
                <a:latin typeface="+mn-lt"/>
              </a:rPr>
              <a:t>ment</a:t>
            </a:r>
            <a:endParaRPr lang="en-NZ" sz="1200" b="1">
              <a:latin typeface="+mn-lt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912E2E5E-FA03-1484-242E-7CCA60E810F1}"/>
              </a:ext>
            </a:extLst>
          </p:cNvPr>
          <p:cNvSpPr txBox="1">
            <a:spLocks/>
          </p:cNvSpPr>
          <p:nvPr/>
        </p:nvSpPr>
        <p:spPr>
          <a:xfrm>
            <a:off x="1107281" y="5912321"/>
            <a:ext cx="891639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 b="1">
                <a:latin typeface="+mn-lt"/>
              </a:rPr>
              <a:t>Digital &amp; VAS services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53C50EA-2EA7-9579-5B85-D2819187ED16}"/>
              </a:ext>
            </a:extLst>
          </p:cNvPr>
          <p:cNvSpPr txBox="1">
            <a:spLocks/>
          </p:cNvSpPr>
          <p:nvPr/>
        </p:nvSpPr>
        <p:spPr>
          <a:xfrm>
            <a:off x="1107281" y="3280505"/>
            <a:ext cx="891639" cy="3693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 b="1">
                <a:latin typeface="+mn-lt"/>
              </a:rPr>
              <a:t>Specialized finance</a:t>
            </a:r>
          </a:p>
        </p:txBody>
      </p:sp>
      <p:pic>
        <p:nvPicPr>
          <p:cNvPr id="172" name="CustomIcon">
            <a:extLst>
              <a:ext uri="{FF2B5EF4-FFF2-40B4-BE49-F238E27FC236}">
                <a16:creationId xmlns:a16="http://schemas.microsoft.com/office/drawing/2014/main" id="{02547B1F-CCF0-FAC4-C157-080350CEA41C}"/>
              </a:ext>
            </a:extLst>
          </p:cNvPr>
          <p:cNvPicPr>
            <a:picLocks noChangeAspect="1"/>
          </p:cNvPicPr>
          <p:nvPr>
            <p:custDataLst>
              <p:tags r:id="rId57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197"/>
              </a:ext>
            </a:extLst>
          </a:blip>
          <a:stretch>
            <a:fillRect/>
          </a:stretch>
        </p:blipFill>
        <p:spPr>
          <a:xfrm>
            <a:off x="554736" y="2110809"/>
            <a:ext cx="391869" cy="391869"/>
          </a:xfrm>
          <a:prstGeom prst="rect">
            <a:avLst/>
          </a:prstGeom>
        </p:spPr>
      </p:pic>
      <p:pic>
        <p:nvPicPr>
          <p:cNvPr id="218" name="CustomIcon">
            <a:extLst>
              <a:ext uri="{FF2B5EF4-FFF2-40B4-BE49-F238E27FC236}">
                <a16:creationId xmlns:a16="http://schemas.microsoft.com/office/drawing/2014/main" id="{D608477B-96CF-DA64-D4B0-CDF63F47F125}"/>
              </a:ext>
            </a:extLst>
          </p:cNvPr>
          <p:cNvPicPr>
            <a:picLocks noChangeAspect="1"/>
          </p:cNvPicPr>
          <p:nvPr>
            <p:custDataLst>
              <p:tags r:id="rId58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198"/>
              </a:ext>
            </a:extLst>
          </a:blip>
          <a:stretch>
            <a:fillRect/>
          </a:stretch>
        </p:blipFill>
        <p:spPr>
          <a:xfrm>
            <a:off x="554736" y="3280505"/>
            <a:ext cx="391869" cy="391869"/>
          </a:xfrm>
          <a:prstGeom prst="rect">
            <a:avLst/>
          </a:prstGeom>
        </p:spPr>
      </p:pic>
      <p:pic>
        <p:nvPicPr>
          <p:cNvPr id="219" name="CustomIcon">
            <a:extLst>
              <a:ext uri="{FF2B5EF4-FFF2-40B4-BE49-F238E27FC236}">
                <a16:creationId xmlns:a16="http://schemas.microsoft.com/office/drawing/2014/main" id="{1C21031D-9E92-4F45-E026-54654489DE0D}"/>
              </a:ext>
            </a:extLst>
          </p:cNvPr>
          <p:cNvPicPr>
            <a:picLocks noChangeAspect="1"/>
          </p:cNvPicPr>
          <p:nvPr>
            <p:custDataLst>
              <p:tags r:id="rId59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199"/>
              </a:ext>
            </a:extLst>
          </a:blip>
          <a:stretch>
            <a:fillRect/>
          </a:stretch>
        </p:blipFill>
        <p:spPr>
          <a:xfrm>
            <a:off x="554736" y="3865353"/>
            <a:ext cx="391869" cy="391869"/>
          </a:xfrm>
          <a:prstGeom prst="rect">
            <a:avLst/>
          </a:prstGeom>
        </p:spPr>
      </p:pic>
      <p:pic>
        <p:nvPicPr>
          <p:cNvPr id="220" name="CustomIcon">
            <a:extLst>
              <a:ext uri="{FF2B5EF4-FFF2-40B4-BE49-F238E27FC236}">
                <a16:creationId xmlns:a16="http://schemas.microsoft.com/office/drawing/2014/main" id="{01BBA0C5-F586-FF34-FFB1-0139F727B9C9}"/>
              </a:ext>
            </a:extLst>
          </p:cNvPr>
          <p:cNvPicPr>
            <a:picLocks noChangeAspect="1"/>
          </p:cNvPicPr>
          <p:nvPr>
            <p:custDataLst>
              <p:tags r:id="rId60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200"/>
              </a:ext>
            </a:extLst>
          </a:blip>
          <a:stretch>
            <a:fillRect/>
          </a:stretch>
        </p:blipFill>
        <p:spPr>
          <a:xfrm>
            <a:off x="554736" y="4450201"/>
            <a:ext cx="391869" cy="391869"/>
          </a:xfrm>
          <a:prstGeom prst="rect">
            <a:avLst/>
          </a:prstGeom>
        </p:spPr>
      </p:pic>
      <p:pic>
        <p:nvPicPr>
          <p:cNvPr id="222" name="CustomIcon">
            <a:extLst>
              <a:ext uri="{FF2B5EF4-FFF2-40B4-BE49-F238E27FC236}">
                <a16:creationId xmlns:a16="http://schemas.microsoft.com/office/drawing/2014/main" id="{851ED49A-DF5B-EE17-7A6B-2F316924976B}"/>
              </a:ext>
            </a:extLst>
          </p:cNvPr>
          <p:cNvPicPr>
            <a:picLocks noChangeAspect="1"/>
          </p:cNvPicPr>
          <p:nvPr>
            <p:custDataLst>
              <p:tags r:id="rId61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201"/>
              </a:ext>
            </a:extLst>
          </a:blip>
          <a:stretch>
            <a:fillRect/>
          </a:stretch>
        </p:blipFill>
        <p:spPr>
          <a:xfrm>
            <a:off x="554736" y="5912321"/>
            <a:ext cx="391869" cy="391869"/>
          </a:xfrm>
          <a:prstGeom prst="rect">
            <a:avLst/>
          </a:prstGeom>
        </p:spPr>
      </p:pic>
      <p:sp>
        <p:nvSpPr>
          <p:cNvPr id="43" name="TrackerNumBlue 23">
            <a:extLst>
              <a:ext uri="{FF2B5EF4-FFF2-40B4-BE49-F238E27FC236}">
                <a16:creationId xmlns:a16="http://schemas.microsoft.com/office/drawing/2014/main" id="{46CB3AAB-E83E-CFDA-0E84-D744CD884A82}"/>
              </a:ext>
            </a:extLst>
          </p:cNvPr>
          <p:cNvSpPr>
            <a:spLocks/>
          </p:cNvSpPr>
          <p:nvPr>
            <p:custDataLst>
              <p:tags r:id="rId62"/>
            </p:custDataLst>
          </p:nvPr>
        </p:nvSpPr>
        <p:spPr>
          <a:xfrm>
            <a:off x="8778788" y="1222304"/>
            <a:ext cx="578195" cy="209966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cap="sq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>
                <a:solidFill>
                  <a:schemeClr val="tx1"/>
                </a:solidFill>
              </a:rPr>
              <a:t>x%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FEDDBBA-4FEC-5C92-ABA0-6FD201ECB915}"/>
              </a:ext>
            </a:extLst>
          </p:cNvPr>
          <p:cNvSpPr txBox="1"/>
          <p:nvPr/>
        </p:nvSpPr>
        <p:spPr>
          <a:xfrm>
            <a:off x="9451054" y="1229407"/>
            <a:ext cx="2346970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/>
              <a:t>Market share, business segment</a:t>
            </a:r>
          </a:p>
        </p:txBody>
      </p:sp>
      <p:grpSp>
        <p:nvGrpSpPr>
          <p:cNvPr id="23" name="CheckmarkBlue 69">
            <a:extLst>
              <a:ext uri="{FF2B5EF4-FFF2-40B4-BE49-F238E27FC236}">
                <a16:creationId xmlns:a16="http://schemas.microsoft.com/office/drawing/2014/main" id="{8416A5E9-8931-6504-FB74-B90585CBDCFC}"/>
              </a:ext>
            </a:extLst>
          </p:cNvPr>
          <p:cNvGrpSpPr>
            <a:grpSpLocks/>
          </p:cNvGrpSpPr>
          <p:nvPr>
            <p:custDataLst>
              <p:tags r:id="rId63"/>
            </p:custDataLst>
          </p:nvPr>
        </p:nvGrpSpPr>
        <p:grpSpPr>
          <a:xfrm>
            <a:off x="6795487" y="2106832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9157A4E9-1C5C-4F9F-CAB9-5E30C1FFBD2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5" name="Graphic 54">
              <a:extLst>
                <a:ext uri="{FF2B5EF4-FFF2-40B4-BE49-F238E27FC236}">
                  <a16:creationId xmlns:a16="http://schemas.microsoft.com/office/drawing/2014/main" id="{062E04E1-15B0-0806-A505-C1EDEDFED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" name="CheckmarkBlue 69">
            <a:extLst>
              <a:ext uri="{FF2B5EF4-FFF2-40B4-BE49-F238E27FC236}">
                <a16:creationId xmlns:a16="http://schemas.microsoft.com/office/drawing/2014/main" id="{C42868A8-1023-3B67-21A4-6873B47E46C2}"/>
              </a:ext>
            </a:extLst>
          </p:cNvPr>
          <p:cNvGrpSpPr>
            <a:grpSpLocks/>
          </p:cNvGrpSpPr>
          <p:nvPr>
            <p:custDataLst>
              <p:tags r:id="rId64"/>
            </p:custDataLst>
          </p:nvPr>
        </p:nvGrpSpPr>
        <p:grpSpPr>
          <a:xfrm>
            <a:off x="10452242" y="225867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4C23F911-E2D0-F7EE-4AD8-27BB73089DA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8" name="Graphic 57">
              <a:extLst>
                <a:ext uri="{FF2B5EF4-FFF2-40B4-BE49-F238E27FC236}">
                  <a16:creationId xmlns:a16="http://schemas.microsoft.com/office/drawing/2014/main" id="{C3A43B89-9507-200C-C766-68BE1E18A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9" name="CheckmarkBlue 69">
            <a:extLst>
              <a:ext uri="{FF2B5EF4-FFF2-40B4-BE49-F238E27FC236}">
                <a16:creationId xmlns:a16="http://schemas.microsoft.com/office/drawing/2014/main" id="{F36D062A-5F1D-BE73-919F-AA68B0D3CE1E}"/>
              </a:ext>
            </a:extLst>
          </p:cNvPr>
          <p:cNvGrpSpPr>
            <a:grpSpLocks/>
          </p:cNvGrpSpPr>
          <p:nvPr>
            <p:custDataLst>
              <p:tags r:id="rId65"/>
            </p:custDataLst>
          </p:nvPr>
        </p:nvGrpSpPr>
        <p:grpSpPr>
          <a:xfrm>
            <a:off x="6066138" y="269565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CD7F500A-BAF0-70C4-7348-299ECD84FC73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61" name="Graphic 60">
              <a:extLst>
                <a:ext uri="{FF2B5EF4-FFF2-40B4-BE49-F238E27FC236}">
                  <a16:creationId xmlns:a16="http://schemas.microsoft.com/office/drawing/2014/main" id="{546BB9F0-C968-2F96-0EFD-095A1B3A51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62" name="CheckmarkBlue 69">
            <a:extLst>
              <a:ext uri="{FF2B5EF4-FFF2-40B4-BE49-F238E27FC236}">
                <a16:creationId xmlns:a16="http://schemas.microsoft.com/office/drawing/2014/main" id="{45195288-F751-7104-FF5D-D9E658A47417}"/>
              </a:ext>
            </a:extLst>
          </p:cNvPr>
          <p:cNvGrpSpPr>
            <a:grpSpLocks/>
          </p:cNvGrpSpPr>
          <p:nvPr>
            <p:custDataLst>
              <p:tags r:id="rId66"/>
            </p:custDataLst>
          </p:nvPr>
        </p:nvGrpSpPr>
        <p:grpSpPr>
          <a:xfrm>
            <a:off x="6795487" y="269565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33E27563-1EF9-31DF-DD03-B4226370D14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64" name="Graphic 63">
              <a:extLst>
                <a:ext uri="{FF2B5EF4-FFF2-40B4-BE49-F238E27FC236}">
                  <a16:creationId xmlns:a16="http://schemas.microsoft.com/office/drawing/2014/main" id="{E8D8DDAA-CB40-3FBB-4781-316F7F79B4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65" name="CheckmarkBlue 69">
            <a:extLst>
              <a:ext uri="{FF2B5EF4-FFF2-40B4-BE49-F238E27FC236}">
                <a16:creationId xmlns:a16="http://schemas.microsoft.com/office/drawing/2014/main" id="{D767E842-4FDA-F72F-C86B-9263426EE67A}"/>
              </a:ext>
            </a:extLst>
          </p:cNvPr>
          <p:cNvGrpSpPr>
            <a:grpSpLocks/>
          </p:cNvGrpSpPr>
          <p:nvPr>
            <p:custDataLst>
              <p:tags r:id="rId67"/>
            </p:custDataLst>
          </p:nvPr>
        </p:nvGrpSpPr>
        <p:grpSpPr>
          <a:xfrm>
            <a:off x="8994699" y="269565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9388F567-9B0B-558C-2C4D-68099E091A9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55B4E88B-2EC4-D6C8-02F2-7D852D5FAF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71" name="CheckmarkBlue 69">
            <a:extLst>
              <a:ext uri="{FF2B5EF4-FFF2-40B4-BE49-F238E27FC236}">
                <a16:creationId xmlns:a16="http://schemas.microsoft.com/office/drawing/2014/main" id="{E4C3B5EC-49E6-2E9D-8FE7-80885AAFA223}"/>
              </a:ext>
            </a:extLst>
          </p:cNvPr>
          <p:cNvGrpSpPr>
            <a:grpSpLocks/>
          </p:cNvGrpSpPr>
          <p:nvPr>
            <p:custDataLst>
              <p:tags r:id="rId68"/>
            </p:custDataLst>
          </p:nvPr>
        </p:nvGrpSpPr>
        <p:grpSpPr>
          <a:xfrm>
            <a:off x="4609928" y="6204753"/>
            <a:ext cx="181359" cy="181359"/>
            <a:chOff x="1016000" y="1016000"/>
            <a:chExt cx="396228" cy="396228"/>
          </a:xfrm>
          <a:solidFill>
            <a:schemeClr val="bg1">
              <a:lumMod val="75000"/>
            </a:schemeClr>
          </a:solidFill>
        </p:grpSpPr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6763FA57-4971-1F30-76C2-E6A1D3CF357D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73" name="Graphic 72">
              <a:extLst>
                <a:ext uri="{FF2B5EF4-FFF2-40B4-BE49-F238E27FC236}">
                  <a16:creationId xmlns:a16="http://schemas.microsoft.com/office/drawing/2014/main" id="{FC6C261F-E775-0A12-2C58-BF8D63369C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2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74" name="CheckmarkBlue 69">
            <a:extLst>
              <a:ext uri="{FF2B5EF4-FFF2-40B4-BE49-F238E27FC236}">
                <a16:creationId xmlns:a16="http://schemas.microsoft.com/office/drawing/2014/main" id="{E869874F-A216-6F45-3764-E28FE0BFE4A7}"/>
              </a:ext>
            </a:extLst>
          </p:cNvPr>
          <p:cNvGrpSpPr>
            <a:grpSpLocks/>
          </p:cNvGrpSpPr>
          <p:nvPr>
            <p:custDataLst>
              <p:tags r:id="rId69"/>
            </p:custDataLst>
          </p:nvPr>
        </p:nvGrpSpPr>
        <p:grpSpPr>
          <a:xfrm>
            <a:off x="8263348" y="6204753"/>
            <a:ext cx="181359" cy="181359"/>
            <a:chOff x="1016000" y="1016000"/>
            <a:chExt cx="396228" cy="396228"/>
          </a:xfrm>
          <a:solidFill>
            <a:schemeClr val="bg1">
              <a:lumMod val="75000"/>
            </a:schemeClr>
          </a:solidFill>
        </p:grpSpPr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5F7AAC98-6E1D-A062-AA3C-3A9F28633D3D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76" name="Graphic 75">
              <a:extLst>
                <a:ext uri="{FF2B5EF4-FFF2-40B4-BE49-F238E27FC236}">
                  <a16:creationId xmlns:a16="http://schemas.microsoft.com/office/drawing/2014/main" id="{B134B0B8-FE0E-CA29-08C1-AEC30D9C012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2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2" name="CheckmarkBlue 69">
            <a:extLst>
              <a:ext uri="{FF2B5EF4-FFF2-40B4-BE49-F238E27FC236}">
                <a16:creationId xmlns:a16="http://schemas.microsoft.com/office/drawing/2014/main" id="{14425F4E-222B-9ADE-08AC-AFC118C4C404}"/>
              </a:ext>
            </a:extLst>
          </p:cNvPr>
          <p:cNvGrpSpPr>
            <a:grpSpLocks/>
          </p:cNvGrpSpPr>
          <p:nvPr>
            <p:custDataLst>
              <p:tags r:id="rId70"/>
            </p:custDataLst>
          </p:nvPr>
        </p:nvGrpSpPr>
        <p:grpSpPr>
          <a:xfrm>
            <a:off x="8263348" y="239777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24A13300-B2D1-863B-D6F2-15A25C47C7F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78" name="Graphic 77">
              <a:extLst>
                <a:ext uri="{FF2B5EF4-FFF2-40B4-BE49-F238E27FC236}">
                  <a16:creationId xmlns:a16="http://schemas.microsoft.com/office/drawing/2014/main" id="{EFE18FDB-BF3D-5476-A57E-F4AD713466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79" name="CheckmarkBlue 69">
            <a:extLst>
              <a:ext uri="{FF2B5EF4-FFF2-40B4-BE49-F238E27FC236}">
                <a16:creationId xmlns:a16="http://schemas.microsoft.com/office/drawing/2014/main" id="{C4AF4A06-532B-C335-1502-27BD434F62F2}"/>
              </a:ext>
            </a:extLst>
          </p:cNvPr>
          <p:cNvGrpSpPr>
            <a:grpSpLocks/>
          </p:cNvGrpSpPr>
          <p:nvPr>
            <p:custDataLst>
              <p:tags r:id="rId71"/>
            </p:custDataLst>
          </p:nvPr>
        </p:nvGrpSpPr>
        <p:grpSpPr>
          <a:xfrm>
            <a:off x="8994699" y="239777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183B555E-E42C-D81A-BCD9-0EF901A1B56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81" name="Graphic 80">
              <a:extLst>
                <a:ext uri="{FF2B5EF4-FFF2-40B4-BE49-F238E27FC236}">
                  <a16:creationId xmlns:a16="http://schemas.microsoft.com/office/drawing/2014/main" id="{DF78EC4E-300B-43FE-1F39-C1A617C170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82" name="CheckmarkBlue 69">
            <a:extLst>
              <a:ext uri="{FF2B5EF4-FFF2-40B4-BE49-F238E27FC236}">
                <a16:creationId xmlns:a16="http://schemas.microsoft.com/office/drawing/2014/main" id="{84364F52-574F-0A77-5B37-6EA56113B76F}"/>
              </a:ext>
            </a:extLst>
          </p:cNvPr>
          <p:cNvGrpSpPr>
            <a:grpSpLocks/>
          </p:cNvGrpSpPr>
          <p:nvPr>
            <p:custDataLst>
              <p:tags r:id="rId72"/>
            </p:custDataLst>
          </p:nvPr>
        </p:nvGrpSpPr>
        <p:grpSpPr>
          <a:xfrm>
            <a:off x="6795487" y="239777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9F6EEAE3-4457-E167-9FF4-58BEE56E717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86" name="Graphic 85">
              <a:extLst>
                <a:ext uri="{FF2B5EF4-FFF2-40B4-BE49-F238E27FC236}">
                  <a16:creationId xmlns:a16="http://schemas.microsoft.com/office/drawing/2014/main" id="{5983DE9C-F873-39EF-2B74-B0D97FAD4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89" name="CheckmarkBlue 69">
            <a:extLst>
              <a:ext uri="{FF2B5EF4-FFF2-40B4-BE49-F238E27FC236}">
                <a16:creationId xmlns:a16="http://schemas.microsoft.com/office/drawing/2014/main" id="{F4EA9FDE-A4E9-318C-BAC7-A4D3FCF6D6FE}"/>
              </a:ext>
            </a:extLst>
          </p:cNvPr>
          <p:cNvGrpSpPr>
            <a:grpSpLocks/>
          </p:cNvGrpSpPr>
          <p:nvPr>
            <p:custDataLst>
              <p:tags r:id="rId73"/>
            </p:custDataLst>
          </p:nvPr>
        </p:nvGrpSpPr>
        <p:grpSpPr>
          <a:xfrm>
            <a:off x="3424657" y="123160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5DAEB599-5ED9-6EFD-5FD0-E2F50D72339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91" name="Graphic 90">
              <a:extLst>
                <a:ext uri="{FF2B5EF4-FFF2-40B4-BE49-F238E27FC236}">
                  <a16:creationId xmlns:a16="http://schemas.microsoft.com/office/drawing/2014/main" id="{A07CB04D-00B7-F0E1-37EE-BB3E978338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3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09214AE2-9ECB-F6C6-6FFE-7B939A69F783}"/>
              </a:ext>
            </a:extLst>
          </p:cNvPr>
          <p:cNvSpPr txBox="1">
            <a:spLocks/>
          </p:cNvSpPr>
          <p:nvPr/>
        </p:nvSpPr>
        <p:spPr>
          <a:xfrm>
            <a:off x="3659223" y="1223248"/>
            <a:ext cx="1188560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Offered to SME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AE56BEB-11AB-77CC-13DE-BAF151DAEABD}"/>
              </a:ext>
            </a:extLst>
          </p:cNvPr>
          <p:cNvSpPr txBox="1">
            <a:spLocks/>
          </p:cNvSpPr>
          <p:nvPr/>
        </p:nvSpPr>
        <p:spPr>
          <a:xfrm>
            <a:off x="6888286" y="1223248"/>
            <a:ext cx="587464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Limited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4379A80F-B301-7621-2B93-1E8C5D4AFE5E}"/>
              </a:ext>
            </a:extLst>
          </p:cNvPr>
          <p:cNvSpPr txBox="1">
            <a:spLocks/>
          </p:cNvSpPr>
          <p:nvPr/>
        </p:nvSpPr>
        <p:spPr>
          <a:xfrm>
            <a:off x="7769601" y="1223248"/>
            <a:ext cx="873523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Not offered</a:t>
            </a:r>
          </a:p>
        </p:txBody>
      </p:sp>
      <p:grpSp>
        <p:nvGrpSpPr>
          <p:cNvPr id="95" name="XBlue 74">
            <a:extLst>
              <a:ext uri="{FF2B5EF4-FFF2-40B4-BE49-F238E27FC236}">
                <a16:creationId xmlns:a16="http://schemas.microsoft.com/office/drawing/2014/main" id="{EA410FF8-AB07-C7BA-F3F5-CF85AF9B3EC6}"/>
              </a:ext>
            </a:extLst>
          </p:cNvPr>
          <p:cNvGrpSpPr>
            <a:grpSpLocks/>
          </p:cNvGrpSpPr>
          <p:nvPr>
            <p:custDataLst>
              <p:tags r:id="rId74"/>
            </p:custDataLst>
          </p:nvPr>
        </p:nvGrpSpPr>
        <p:grpSpPr>
          <a:xfrm>
            <a:off x="7535035" y="1231601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9C4F767F-5594-597A-7D8A-11F335B645B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10" name="Graphic 109">
              <a:extLst>
                <a:ext uri="{FF2B5EF4-FFF2-40B4-BE49-F238E27FC236}">
                  <a16:creationId xmlns:a16="http://schemas.microsoft.com/office/drawing/2014/main" id="{778966A5-D36F-05F2-89FF-F354672246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11" name="CheckmarkBlue 69">
            <a:extLst>
              <a:ext uri="{FF2B5EF4-FFF2-40B4-BE49-F238E27FC236}">
                <a16:creationId xmlns:a16="http://schemas.microsoft.com/office/drawing/2014/main" id="{BADA4619-85C7-C01A-2C56-9DAF46CAB804}"/>
              </a:ext>
            </a:extLst>
          </p:cNvPr>
          <p:cNvGrpSpPr>
            <a:grpSpLocks/>
          </p:cNvGrpSpPr>
          <p:nvPr>
            <p:custDataLst>
              <p:tags r:id="rId75"/>
            </p:custDataLst>
          </p:nvPr>
        </p:nvGrpSpPr>
        <p:grpSpPr>
          <a:xfrm>
            <a:off x="6653719" y="1231601"/>
            <a:ext cx="181359" cy="181359"/>
            <a:chOff x="1016000" y="1016000"/>
            <a:chExt cx="396228" cy="396228"/>
          </a:xfrm>
          <a:solidFill>
            <a:schemeClr val="bg1">
              <a:lumMod val="75000"/>
            </a:schemeClr>
          </a:solidFill>
        </p:grpSpPr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6E7BF051-1DBE-6519-BEEE-7A3EDA189B5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16" name="Graphic 115">
              <a:extLst>
                <a:ext uri="{FF2B5EF4-FFF2-40B4-BE49-F238E27FC236}">
                  <a16:creationId xmlns:a16="http://schemas.microsoft.com/office/drawing/2014/main" id="{584307B6-04FD-F3F7-4035-EE5A2A9885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2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18" name="CheckmarkBlue 69">
            <a:extLst>
              <a:ext uri="{FF2B5EF4-FFF2-40B4-BE49-F238E27FC236}">
                <a16:creationId xmlns:a16="http://schemas.microsoft.com/office/drawing/2014/main" id="{371568C3-BA40-61D0-0392-2B968FFB53B2}"/>
              </a:ext>
            </a:extLst>
          </p:cNvPr>
          <p:cNvGrpSpPr>
            <a:grpSpLocks/>
          </p:cNvGrpSpPr>
          <p:nvPr>
            <p:custDataLst>
              <p:tags r:id="rId76"/>
            </p:custDataLst>
          </p:nvPr>
        </p:nvGrpSpPr>
        <p:grpSpPr>
          <a:xfrm>
            <a:off x="4811222" y="1231601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251832B3-BEB3-0EDA-A19D-F760824123E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29" name="Graphic 128">
              <a:extLst>
                <a:ext uri="{FF2B5EF4-FFF2-40B4-BE49-F238E27FC236}">
                  <a16:creationId xmlns:a16="http://schemas.microsoft.com/office/drawing/2014/main" id="{ADE669F6-A07E-3668-6F0C-D67FBD2C2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EBBEAB6F-4D4D-1313-0ADA-9313CEA4E530}"/>
              </a:ext>
            </a:extLst>
          </p:cNvPr>
          <p:cNvSpPr txBox="1">
            <a:spLocks/>
          </p:cNvSpPr>
          <p:nvPr/>
        </p:nvSpPr>
        <p:spPr>
          <a:xfrm>
            <a:off x="5045788" y="1218925"/>
            <a:ext cx="1625587" cy="18466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NZ" sz="1200">
                <a:latin typeface="+mn-lt"/>
              </a:rPr>
              <a:t>Part of corporate offer</a:t>
            </a:r>
          </a:p>
        </p:txBody>
      </p:sp>
      <p:grpSp>
        <p:nvGrpSpPr>
          <p:cNvPr id="215" name="XBlue 74">
            <a:extLst>
              <a:ext uri="{FF2B5EF4-FFF2-40B4-BE49-F238E27FC236}">
                <a16:creationId xmlns:a16="http://schemas.microsoft.com/office/drawing/2014/main" id="{1CA8E078-9300-DC1A-A235-0BC3BA983896}"/>
              </a:ext>
            </a:extLst>
          </p:cNvPr>
          <p:cNvGrpSpPr>
            <a:grpSpLocks/>
          </p:cNvGrpSpPr>
          <p:nvPr>
            <p:custDataLst>
              <p:tags r:id="rId77"/>
            </p:custDataLst>
          </p:nvPr>
        </p:nvGrpSpPr>
        <p:grpSpPr>
          <a:xfrm>
            <a:off x="4606593" y="357399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A32FB00C-353C-E90E-3D61-82B11630FAE5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17" name="Graphic 216">
              <a:extLst>
                <a:ext uri="{FF2B5EF4-FFF2-40B4-BE49-F238E27FC236}">
                  <a16:creationId xmlns:a16="http://schemas.microsoft.com/office/drawing/2014/main" id="{3B5C535D-2E0A-3BE8-E3C6-40F9761114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21" name="XBlue 74">
            <a:extLst>
              <a:ext uri="{FF2B5EF4-FFF2-40B4-BE49-F238E27FC236}">
                <a16:creationId xmlns:a16="http://schemas.microsoft.com/office/drawing/2014/main" id="{567DA854-3572-0DDB-CE06-2D8106BBF664}"/>
              </a:ext>
            </a:extLst>
          </p:cNvPr>
          <p:cNvGrpSpPr>
            <a:grpSpLocks/>
          </p:cNvGrpSpPr>
          <p:nvPr>
            <p:custDataLst>
              <p:tags r:id="rId78"/>
            </p:custDataLst>
          </p:nvPr>
        </p:nvGrpSpPr>
        <p:grpSpPr>
          <a:xfrm>
            <a:off x="5332785" y="357399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AD825E97-2B09-1E49-20F9-F6A57F6B5B5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24" name="Graphic 223">
              <a:extLst>
                <a:ext uri="{FF2B5EF4-FFF2-40B4-BE49-F238E27FC236}">
                  <a16:creationId xmlns:a16="http://schemas.microsoft.com/office/drawing/2014/main" id="{F1E04EE4-F2F4-AE86-14E4-F122ADEE2D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31" name="CheckmarkBlue 69">
            <a:extLst>
              <a:ext uri="{FF2B5EF4-FFF2-40B4-BE49-F238E27FC236}">
                <a16:creationId xmlns:a16="http://schemas.microsoft.com/office/drawing/2014/main" id="{B2D9ADCF-CECD-B629-13AC-4D5D898B0C35}"/>
              </a:ext>
            </a:extLst>
          </p:cNvPr>
          <p:cNvGrpSpPr>
            <a:grpSpLocks/>
          </p:cNvGrpSpPr>
          <p:nvPr>
            <p:custDataLst>
              <p:tags r:id="rId79"/>
            </p:custDataLst>
          </p:nvPr>
        </p:nvGrpSpPr>
        <p:grpSpPr>
          <a:xfrm>
            <a:off x="5337944" y="240323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0C490748-F98B-E66E-B9AA-8A6F01F80B1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33" name="Graphic 232">
              <a:extLst>
                <a:ext uri="{FF2B5EF4-FFF2-40B4-BE49-F238E27FC236}">
                  <a16:creationId xmlns:a16="http://schemas.microsoft.com/office/drawing/2014/main" id="{28D1053B-D0EF-EFD8-BA0E-DDC33F38BB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43" name="CheckmarkBlue 69">
            <a:extLst>
              <a:ext uri="{FF2B5EF4-FFF2-40B4-BE49-F238E27FC236}">
                <a16:creationId xmlns:a16="http://schemas.microsoft.com/office/drawing/2014/main" id="{155ADB02-123C-B7D4-6623-E0866DF3F75D}"/>
              </a:ext>
            </a:extLst>
          </p:cNvPr>
          <p:cNvGrpSpPr>
            <a:grpSpLocks/>
          </p:cNvGrpSpPr>
          <p:nvPr>
            <p:custDataLst>
              <p:tags r:id="rId80"/>
            </p:custDataLst>
          </p:nvPr>
        </p:nvGrpSpPr>
        <p:grpSpPr>
          <a:xfrm>
            <a:off x="6066138" y="2110809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44" name="Oval 243">
              <a:extLst>
                <a:ext uri="{FF2B5EF4-FFF2-40B4-BE49-F238E27FC236}">
                  <a16:creationId xmlns:a16="http://schemas.microsoft.com/office/drawing/2014/main" id="{19AE5F04-A9D0-3358-4253-2DBB2373AD5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45" name="Graphic 244">
              <a:extLst>
                <a:ext uri="{FF2B5EF4-FFF2-40B4-BE49-F238E27FC236}">
                  <a16:creationId xmlns:a16="http://schemas.microsoft.com/office/drawing/2014/main" id="{815FDC07-0C89-A044-8FC2-A7217C36BA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46" name="CheckmarkBlue 69">
            <a:extLst>
              <a:ext uri="{FF2B5EF4-FFF2-40B4-BE49-F238E27FC236}">
                <a16:creationId xmlns:a16="http://schemas.microsoft.com/office/drawing/2014/main" id="{5B7931EC-3DEF-699A-6B7F-1A8F77819C9A}"/>
              </a:ext>
            </a:extLst>
          </p:cNvPr>
          <p:cNvGrpSpPr>
            <a:grpSpLocks/>
          </p:cNvGrpSpPr>
          <p:nvPr>
            <p:custDataLst>
              <p:tags r:id="rId81"/>
            </p:custDataLst>
          </p:nvPr>
        </p:nvGrpSpPr>
        <p:grpSpPr>
          <a:xfrm>
            <a:off x="6066138" y="561989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551108E0-6EF0-7618-E5B3-D66F7903845D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48" name="Graphic 247">
              <a:extLst>
                <a:ext uri="{FF2B5EF4-FFF2-40B4-BE49-F238E27FC236}">
                  <a16:creationId xmlns:a16="http://schemas.microsoft.com/office/drawing/2014/main" id="{499B5B38-D1C5-FAFD-A2EA-9EE2431B5D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49" name="CheckmarkBlue 69">
            <a:extLst>
              <a:ext uri="{FF2B5EF4-FFF2-40B4-BE49-F238E27FC236}">
                <a16:creationId xmlns:a16="http://schemas.microsoft.com/office/drawing/2014/main" id="{09231700-EC28-B7DD-2B06-330064EFF870}"/>
              </a:ext>
            </a:extLst>
          </p:cNvPr>
          <p:cNvGrpSpPr>
            <a:grpSpLocks/>
          </p:cNvGrpSpPr>
          <p:nvPr>
            <p:custDataLst>
              <p:tags r:id="rId82"/>
            </p:custDataLst>
          </p:nvPr>
        </p:nvGrpSpPr>
        <p:grpSpPr>
          <a:xfrm>
            <a:off x="6066138" y="240323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72E69575-542F-29AE-92AB-DE254FC02E25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51" name="Graphic 250">
              <a:extLst>
                <a:ext uri="{FF2B5EF4-FFF2-40B4-BE49-F238E27FC236}">
                  <a16:creationId xmlns:a16="http://schemas.microsoft.com/office/drawing/2014/main" id="{567D2F44-6370-58C1-6158-319D41DE84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52" name="CheckmarkBlue 69">
            <a:extLst>
              <a:ext uri="{FF2B5EF4-FFF2-40B4-BE49-F238E27FC236}">
                <a16:creationId xmlns:a16="http://schemas.microsoft.com/office/drawing/2014/main" id="{0706BCD8-915F-6607-2C2B-47FF897E392A}"/>
              </a:ext>
            </a:extLst>
          </p:cNvPr>
          <p:cNvGrpSpPr>
            <a:grpSpLocks/>
          </p:cNvGrpSpPr>
          <p:nvPr>
            <p:custDataLst>
              <p:tags r:id="rId83"/>
            </p:custDataLst>
          </p:nvPr>
        </p:nvGrpSpPr>
        <p:grpSpPr>
          <a:xfrm>
            <a:off x="7531996" y="225867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53" name="Oval 252">
              <a:extLst>
                <a:ext uri="{FF2B5EF4-FFF2-40B4-BE49-F238E27FC236}">
                  <a16:creationId xmlns:a16="http://schemas.microsoft.com/office/drawing/2014/main" id="{2EFD7E33-4776-0E47-812F-1B858BA5D6C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54" name="Graphic 253">
              <a:extLst>
                <a:ext uri="{FF2B5EF4-FFF2-40B4-BE49-F238E27FC236}">
                  <a16:creationId xmlns:a16="http://schemas.microsoft.com/office/drawing/2014/main" id="{73A77484-5109-EDC8-E84C-B6E654F04F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57" name="XBlue 74">
            <a:extLst>
              <a:ext uri="{FF2B5EF4-FFF2-40B4-BE49-F238E27FC236}">
                <a16:creationId xmlns:a16="http://schemas.microsoft.com/office/drawing/2014/main" id="{6B3FEBE7-87D4-2144-F90D-75AC87A1C895}"/>
              </a:ext>
            </a:extLst>
          </p:cNvPr>
          <p:cNvGrpSpPr>
            <a:grpSpLocks/>
          </p:cNvGrpSpPr>
          <p:nvPr>
            <p:custDataLst>
              <p:tags r:id="rId84"/>
            </p:custDataLst>
          </p:nvPr>
        </p:nvGrpSpPr>
        <p:grpSpPr>
          <a:xfrm>
            <a:off x="9726048" y="269731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3293AFF-37DC-79F9-28DA-80AB4662EE1C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59" name="Graphic 258">
              <a:extLst>
                <a:ext uri="{FF2B5EF4-FFF2-40B4-BE49-F238E27FC236}">
                  <a16:creationId xmlns:a16="http://schemas.microsoft.com/office/drawing/2014/main" id="{9FE59009-7082-9C58-FFEB-F2D68F03C9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60" name="XBlue 74">
            <a:extLst>
              <a:ext uri="{FF2B5EF4-FFF2-40B4-BE49-F238E27FC236}">
                <a16:creationId xmlns:a16="http://schemas.microsoft.com/office/drawing/2014/main" id="{0106C866-C985-D0B3-04CB-99E14902F63A}"/>
              </a:ext>
            </a:extLst>
          </p:cNvPr>
          <p:cNvGrpSpPr>
            <a:grpSpLocks/>
          </p:cNvGrpSpPr>
          <p:nvPr>
            <p:custDataLst>
              <p:tags r:id="rId85"/>
            </p:custDataLst>
          </p:nvPr>
        </p:nvGrpSpPr>
        <p:grpSpPr>
          <a:xfrm>
            <a:off x="10454601" y="269731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261" name="Oval 260">
              <a:extLst>
                <a:ext uri="{FF2B5EF4-FFF2-40B4-BE49-F238E27FC236}">
                  <a16:creationId xmlns:a16="http://schemas.microsoft.com/office/drawing/2014/main" id="{D6C6ACAB-FE24-B43C-EB9F-38E5C926DD7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62" name="Graphic 261">
              <a:extLst>
                <a:ext uri="{FF2B5EF4-FFF2-40B4-BE49-F238E27FC236}">
                  <a16:creationId xmlns:a16="http://schemas.microsoft.com/office/drawing/2014/main" id="{9167C39C-4CD3-494B-EADD-2A42F26BD8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68" name="CheckmarkBlue 69">
            <a:extLst>
              <a:ext uri="{FF2B5EF4-FFF2-40B4-BE49-F238E27FC236}">
                <a16:creationId xmlns:a16="http://schemas.microsoft.com/office/drawing/2014/main" id="{245FD9FE-C304-65E4-557D-55C158614F04}"/>
              </a:ext>
            </a:extLst>
          </p:cNvPr>
          <p:cNvGrpSpPr>
            <a:grpSpLocks/>
          </p:cNvGrpSpPr>
          <p:nvPr>
            <p:custDataLst>
              <p:tags r:id="rId86"/>
            </p:custDataLst>
          </p:nvPr>
        </p:nvGrpSpPr>
        <p:grpSpPr>
          <a:xfrm>
            <a:off x="6795487" y="2991754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269" name="Oval 268">
              <a:extLst>
                <a:ext uri="{FF2B5EF4-FFF2-40B4-BE49-F238E27FC236}">
                  <a16:creationId xmlns:a16="http://schemas.microsoft.com/office/drawing/2014/main" id="{0E706C49-7B0D-61FB-2C95-D9656F6FB81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70" name="Graphic 269">
              <a:extLst>
                <a:ext uri="{FF2B5EF4-FFF2-40B4-BE49-F238E27FC236}">
                  <a16:creationId xmlns:a16="http://schemas.microsoft.com/office/drawing/2014/main" id="{F85D8E99-4AD7-4F07-7A15-0811997662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71" name="CheckmarkBlue 69">
            <a:extLst>
              <a:ext uri="{FF2B5EF4-FFF2-40B4-BE49-F238E27FC236}">
                <a16:creationId xmlns:a16="http://schemas.microsoft.com/office/drawing/2014/main" id="{F1247E7D-FF5D-A97F-8EC7-B23954E27846}"/>
              </a:ext>
            </a:extLst>
          </p:cNvPr>
          <p:cNvGrpSpPr>
            <a:grpSpLocks/>
          </p:cNvGrpSpPr>
          <p:nvPr>
            <p:custDataLst>
              <p:tags r:id="rId87"/>
            </p:custDataLst>
          </p:nvPr>
        </p:nvGrpSpPr>
        <p:grpSpPr>
          <a:xfrm>
            <a:off x="7531996" y="2991754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272" name="Oval 271">
              <a:extLst>
                <a:ext uri="{FF2B5EF4-FFF2-40B4-BE49-F238E27FC236}">
                  <a16:creationId xmlns:a16="http://schemas.microsoft.com/office/drawing/2014/main" id="{A13110EB-00BB-7C68-C627-BEEE55456A0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73" name="Graphic 272">
              <a:extLst>
                <a:ext uri="{FF2B5EF4-FFF2-40B4-BE49-F238E27FC236}">
                  <a16:creationId xmlns:a16="http://schemas.microsoft.com/office/drawing/2014/main" id="{0CCA644D-F0C3-19C1-80E3-EF32A6B6B5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74" name="CheckmarkBlue 69">
            <a:extLst>
              <a:ext uri="{FF2B5EF4-FFF2-40B4-BE49-F238E27FC236}">
                <a16:creationId xmlns:a16="http://schemas.microsoft.com/office/drawing/2014/main" id="{687FF893-CFD5-4481-FD7F-D1382146550B}"/>
              </a:ext>
            </a:extLst>
          </p:cNvPr>
          <p:cNvGrpSpPr>
            <a:grpSpLocks/>
          </p:cNvGrpSpPr>
          <p:nvPr>
            <p:custDataLst>
              <p:tags r:id="rId88"/>
            </p:custDataLst>
          </p:nvPr>
        </p:nvGrpSpPr>
        <p:grpSpPr>
          <a:xfrm>
            <a:off x="8263348" y="2991754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275" name="Oval 274">
              <a:extLst>
                <a:ext uri="{FF2B5EF4-FFF2-40B4-BE49-F238E27FC236}">
                  <a16:creationId xmlns:a16="http://schemas.microsoft.com/office/drawing/2014/main" id="{C0ACD12C-C2E3-1A14-8C1C-D3FD3D0408EE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85" name="Graphic 284">
              <a:extLst>
                <a:ext uri="{FF2B5EF4-FFF2-40B4-BE49-F238E27FC236}">
                  <a16:creationId xmlns:a16="http://schemas.microsoft.com/office/drawing/2014/main" id="{A39761D0-EABD-93E9-338D-00BFDEA30C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86" name="CheckmarkBlue 69">
            <a:extLst>
              <a:ext uri="{FF2B5EF4-FFF2-40B4-BE49-F238E27FC236}">
                <a16:creationId xmlns:a16="http://schemas.microsoft.com/office/drawing/2014/main" id="{E76DD5E6-8BF8-DDA3-61DF-1AC516F48DCA}"/>
              </a:ext>
            </a:extLst>
          </p:cNvPr>
          <p:cNvGrpSpPr>
            <a:grpSpLocks/>
          </p:cNvGrpSpPr>
          <p:nvPr>
            <p:custDataLst>
              <p:tags r:id="rId89"/>
            </p:custDataLst>
          </p:nvPr>
        </p:nvGrpSpPr>
        <p:grpSpPr>
          <a:xfrm>
            <a:off x="8994699" y="298808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04153DE2-A664-C889-C1B4-9A7B37C4B49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88" name="Graphic 287">
              <a:extLst>
                <a:ext uri="{FF2B5EF4-FFF2-40B4-BE49-F238E27FC236}">
                  <a16:creationId xmlns:a16="http://schemas.microsoft.com/office/drawing/2014/main" id="{2767D470-D821-4B81-7D71-65C882CBCD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89" name="CheckmarkBlue 69">
            <a:extLst>
              <a:ext uri="{FF2B5EF4-FFF2-40B4-BE49-F238E27FC236}">
                <a16:creationId xmlns:a16="http://schemas.microsoft.com/office/drawing/2014/main" id="{23E09EE1-E9D4-EAE5-82C8-B544F6358ACA}"/>
              </a:ext>
            </a:extLst>
          </p:cNvPr>
          <p:cNvGrpSpPr>
            <a:grpSpLocks/>
          </p:cNvGrpSpPr>
          <p:nvPr>
            <p:custDataLst>
              <p:tags r:id="rId90"/>
            </p:custDataLst>
          </p:nvPr>
        </p:nvGrpSpPr>
        <p:grpSpPr>
          <a:xfrm>
            <a:off x="9726048" y="2991754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290" name="Oval 289">
              <a:extLst>
                <a:ext uri="{FF2B5EF4-FFF2-40B4-BE49-F238E27FC236}">
                  <a16:creationId xmlns:a16="http://schemas.microsoft.com/office/drawing/2014/main" id="{938617C5-C2AB-FF14-E5F3-A621ADF1410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91" name="Graphic 290">
              <a:extLst>
                <a:ext uri="{FF2B5EF4-FFF2-40B4-BE49-F238E27FC236}">
                  <a16:creationId xmlns:a16="http://schemas.microsoft.com/office/drawing/2014/main" id="{DD6F2E66-B405-3CF5-DA70-D4A558CADA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92" name="CheckmarkBlue 69">
            <a:extLst>
              <a:ext uri="{FF2B5EF4-FFF2-40B4-BE49-F238E27FC236}">
                <a16:creationId xmlns:a16="http://schemas.microsoft.com/office/drawing/2014/main" id="{2C5C8D01-AB75-8CDC-CFD9-5E897628B696}"/>
              </a:ext>
            </a:extLst>
          </p:cNvPr>
          <p:cNvGrpSpPr>
            <a:grpSpLocks/>
          </p:cNvGrpSpPr>
          <p:nvPr>
            <p:custDataLst>
              <p:tags r:id="rId91"/>
            </p:custDataLst>
          </p:nvPr>
        </p:nvGrpSpPr>
        <p:grpSpPr>
          <a:xfrm>
            <a:off x="10454601" y="2991754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454C8362-19FB-28F3-BE99-0D8D90BB986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94" name="Graphic 293">
              <a:extLst>
                <a:ext uri="{FF2B5EF4-FFF2-40B4-BE49-F238E27FC236}">
                  <a16:creationId xmlns:a16="http://schemas.microsoft.com/office/drawing/2014/main" id="{BCECE984-9F4F-563E-7160-A101F7A9AB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95" name="CheckmarkBlue 69">
            <a:extLst>
              <a:ext uri="{FF2B5EF4-FFF2-40B4-BE49-F238E27FC236}">
                <a16:creationId xmlns:a16="http://schemas.microsoft.com/office/drawing/2014/main" id="{733B4049-B856-AD89-CAFF-2630629CC204}"/>
              </a:ext>
            </a:extLst>
          </p:cNvPr>
          <p:cNvGrpSpPr>
            <a:grpSpLocks/>
          </p:cNvGrpSpPr>
          <p:nvPr>
            <p:custDataLst>
              <p:tags r:id="rId92"/>
            </p:custDataLst>
          </p:nvPr>
        </p:nvGrpSpPr>
        <p:grpSpPr>
          <a:xfrm>
            <a:off x="11188759" y="2991754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39B8A87A-DC0B-168E-B83E-1434056FA36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97" name="Graphic 296">
              <a:extLst>
                <a:ext uri="{FF2B5EF4-FFF2-40B4-BE49-F238E27FC236}">
                  <a16:creationId xmlns:a16="http://schemas.microsoft.com/office/drawing/2014/main" id="{854C1484-A47A-DE35-003C-0696AE3FA1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98" name="CheckmarkBlue 69">
            <a:extLst>
              <a:ext uri="{FF2B5EF4-FFF2-40B4-BE49-F238E27FC236}">
                <a16:creationId xmlns:a16="http://schemas.microsoft.com/office/drawing/2014/main" id="{93CABA09-0CAF-42EE-DBB2-52AB52C6687D}"/>
              </a:ext>
            </a:extLst>
          </p:cNvPr>
          <p:cNvGrpSpPr>
            <a:grpSpLocks/>
          </p:cNvGrpSpPr>
          <p:nvPr>
            <p:custDataLst>
              <p:tags r:id="rId93"/>
            </p:custDataLst>
          </p:nvPr>
        </p:nvGrpSpPr>
        <p:grpSpPr>
          <a:xfrm>
            <a:off x="4606594" y="328050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38876CC5-93FE-9EC2-6546-841D2BAB6C4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00" name="Graphic 299">
              <a:extLst>
                <a:ext uri="{FF2B5EF4-FFF2-40B4-BE49-F238E27FC236}">
                  <a16:creationId xmlns:a16="http://schemas.microsoft.com/office/drawing/2014/main" id="{5711370E-1825-385B-4240-255D4F8DD8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01" name="XBlue 74">
            <a:extLst>
              <a:ext uri="{FF2B5EF4-FFF2-40B4-BE49-F238E27FC236}">
                <a16:creationId xmlns:a16="http://schemas.microsoft.com/office/drawing/2014/main" id="{E40D6548-D3F0-5875-F819-081836171DB4}"/>
              </a:ext>
            </a:extLst>
          </p:cNvPr>
          <p:cNvGrpSpPr>
            <a:grpSpLocks/>
          </p:cNvGrpSpPr>
          <p:nvPr>
            <p:custDataLst>
              <p:tags r:id="rId94"/>
            </p:custDataLst>
          </p:nvPr>
        </p:nvGrpSpPr>
        <p:grpSpPr>
          <a:xfrm>
            <a:off x="6800646" y="3280505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AE82367D-1B74-8D99-867D-6F0E2299B24D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03" name="Graphic 302">
              <a:extLst>
                <a:ext uri="{FF2B5EF4-FFF2-40B4-BE49-F238E27FC236}">
                  <a16:creationId xmlns:a16="http://schemas.microsoft.com/office/drawing/2014/main" id="{FA8CAF71-6EBF-86A0-777A-59F6C3F044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04" name="XBlue 74">
            <a:extLst>
              <a:ext uri="{FF2B5EF4-FFF2-40B4-BE49-F238E27FC236}">
                <a16:creationId xmlns:a16="http://schemas.microsoft.com/office/drawing/2014/main" id="{F230B01C-3B5E-8874-F17E-0DC29781B083}"/>
              </a:ext>
            </a:extLst>
          </p:cNvPr>
          <p:cNvGrpSpPr>
            <a:grpSpLocks/>
          </p:cNvGrpSpPr>
          <p:nvPr>
            <p:custDataLst>
              <p:tags r:id="rId95"/>
            </p:custDataLst>
          </p:nvPr>
        </p:nvGrpSpPr>
        <p:grpSpPr>
          <a:xfrm>
            <a:off x="8994699" y="3280505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05" name="Oval 304">
              <a:extLst>
                <a:ext uri="{FF2B5EF4-FFF2-40B4-BE49-F238E27FC236}">
                  <a16:creationId xmlns:a16="http://schemas.microsoft.com/office/drawing/2014/main" id="{B5619F2C-BE9B-9BC9-657A-1974D5EA12F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06" name="Graphic 305">
              <a:extLst>
                <a:ext uri="{FF2B5EF4-FFF2-40B4-BE49-F238E27FC236}">
                  <a16:creationId xmlns:a16="http://schemas.microsoft.com/office/drawing/2014/main" id="{E882A5D0-A489-5FD8-3F3B-2CE44037E0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07" name="XBlue 74">
            <a:extLst>
              <a:ext uri="{FF2B5EF4-FFF2-40B4-BE49-F238E27FC236}">
                <a16:creationId xmlns:a16="http://schemas.microsoft.com/office/drawing/2014/main" id="{B4A70D5C-3FFA-D53C-24AF-AE2C3C90EAAE}"/>
              </a:ext>
            </a:extLst>
          </p:cNvPr>
          <p:cNvGrpSpPr>
            <a:grpSpLocks/>
          </p:cNvGrpSpPr>
          <p:nvPr>
            <p:custDataLst>
              <p:tags r:id="rId96"/>
            </p:custDataLst>
          </p:nvPr>
        </p:nvGrpSpPr>
        <p:grpSpPr>
          <a:xfrm>
            <a:off x="11188759" y="3280505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08" name="Oval 307">
              <a:extLst>
                <a:ext uri="{FF2B5EF4-FFF2-40B4-BE49-F238E27FC236}">
                  <a16:creationId xmlns:a16="http://schemas.microsoft.com/office/drawing/2014/main" id="{F4A79883-62F8-3874-E328-06BDBCF89103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09" name="Graphic 308">
              <a:extLst>
                <a:ext uri="{FF2B5EF4-FFF2-40B4-BE49-F238E27FC236}">
                  <a16:creationId xmlns:a16="http://schemas.microsoft.com/office/drawing/2014/main" id="{41650C0B-5BB2-8E6C-0902-2F5A4A4F1A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13" name="CheckmarkBlue 69">
            <a:extLst>
              <a:ext uri="{FF2B5EF4-FFF2-40B4-BE49-F238E27FC236}">
                <a16:creationId xmlns:a16="http://schemas.microsoft.com/office/drawing/2014/main" id="{88304146-590B-EA38-EFAE-DC94AEC8E7E4}"/>
              </a:ext>
            </a:extLst>
          </p:cNvPr>
          <p:cNvGrpSpPr>
            <a:grpSpLocks/>
          </p:cNvGrpSpPr>
          <p:nvPr>
            <p:custDataLst>
              <p:tags r:id="rId97"/>
            </p:custDataLst>
          </p:nvPr>
        </p:nvGrpSpPr>
        <p:grpSpPr>
          <a:xfrm>
            <a:off x="7531996" y="328050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E137ABA0-BEAE-7E1B-B026-583AB3CC13E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15" name="Graphic 314">
              <a:extLst>
                <a:ext uri="{FF2B5EF4-FFF2-40B4-BE49-F238E27FC236}">
                  <a16:creationId xmlns:a16="http://schemas.microsoft.com/office/drawing/2014/main" id="{E0A46AE5-49F7-2F89-4DB9-13B6E2235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16" name="CheckmarkBlue 69">
            <a:extLst>
              <a:ext uri="{FF2B5EF4-FFF2-40B4-BE49-F238E27FC236}">
                <a16:creationId xmlns:a16="http://schemas.microsoft.com/office/drawing/2014/main" id="{7A27C920-4FC5-5F54-D3EE-D2176DEB6054}"/>
              </a:ext>
            </a:extLst>
          </p:cNvPr>
          <p:cNvGrpSpPr>
            <a:grpSpLocks/>
          </p:cNvGrpSpPr>
          <p:nvPr>
            <p:custDataLst>
              <p:tags r:id="rId98"/>
            </p:custDataLst>
          </p:nvPr>
        </p:nvGrpSpPr>
        <p:grpSpPr>
          <a:xfrm>
            <a:off x="8263348" y="328050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17" name="Oval 316">
              <a:extLst>
                <a:ext uri="{FF2B5EF4-FFF2-40B4-BE49-F238E27FC236}">
                  <a16:creationId xmlns:a16="http://schemas.microsoft.com/office/drawing/2014/main" id="{2770DEE3-3870-EFA6-0FFA-DD8A7DC79E4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18" name="Graphic 317">
              <a:extLst>
                <a:ext uri="{FF2B5EF4-FFF2-40B4-BE49-F238E27FC236}">
                  <a16:creationId xmlns:a16="http://schemas.microsoft.com/office/drawing/2014/main" id="{9B30401C-937D-AD36-72E6-AD7CBF432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19" name="CheckmarkBlue 69">
            <a:extLst>
              <a:ext uri="{FF2B5EF4-FFF2-40B4-BE49-F238E27FC236}">
                <a16:creationId xmlns:a16="http://schemas.microsoft.com/office/drawing/2014/main" id="{1D11FAC7-C5B6-BC81-6100-48E05032E44C}"/>
              </a:ext>
            </a:extLst>
          </p:cNvPr>
          <p:cNvGrpSpPr>
            <a:grpSpLocks/>
          </p:cNvGrpSpPr>
          <p:nvPr>
            <p:custDataLst>
              <p:tags r:id="rId99"/>
            </p:custDataLst>
          </p:nvPr>
        </p:nvGrpSpPr>
        <p:grpSpPr>
          <a:xfrm>
            <a:off x="9726048" y="328050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20" name="Oval 319">
              <a:extLst>
                <a:ext uri="{FF2B5EF4-FFF2-40B4-BE49-F238E27FC236}">
                  <a16:creationId xmlns:a16="http://schemas.microsoft.com/office/drawing/2014/main" id="{06830724-ECEF-F1DE-C5A2-2C11E5EBDA8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21" name="Graphic 320">
              <a:extLst>
                <a:ext uri="{FF2B5EF4-FFF2-40B4-BE49-F238E27FC236}">
                  <a16:creationId xmlns:a16="http://schemas.microsoft.com/office/drawing/2014/main" id="{4FDE56E6-B612-20D1-AFC4-71F43DF00B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22" name="CheckmarkBlue 69">
            <a:extLst>
              <a:ext uri="{FF2B5EF4-FFF2-40B4-BE49-F238E27FC236}">
                <a16:creationId xmlns:a16="http://schemas.microsoft.com/office/drawing/2014/main" id="{7B9EE010-C65A-961A-6A5F-FD14D905E3F3}"/>
              </a:ext>
            </a:extLst>
          </p:cNvPr>
          <p:cNvGrpSpPr>
            <a:grpSpLocks/>
          </p:cNvGrpSpPr>
          <p:nvPr>
            <p:custDataLst>
              <p:tags r:id="rId100"/>
            </p:custDataLst>
          </p:nvPr>
        </p:nvGrpSpPr>
        <p:grpSpPr>
          <a:xfrm>
            <a:off x="10454601" y="328050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328E825D-10CB-20E9-DA2E-74D22D2FA13C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24" name="Graphic 323">
              <a:extLst>
                <a:ext uri="{FF2B5EF4-FFF2-40B4-BE49-F238E27FC236}">
                  <a16:creationId xmlns:a16="http://schemas.microsoft.com/office/drawing/2014/main" id="{F0893F45-C138-3CE3-6B85-30A094349B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25" name="XBlue 74">
            <a:extLst>
              <a:ext uri="{FF2B5EF4-FFF2-40B4-BE49-F238E27FC236}">
                <a16:creationId xmlns:a16="http://schemas.microsoft.com/office/drawing/2014/main" id="{2191C0EF-2DA0-4699-44F8-F1F76030E0AE}"/>
              </a:ext>
            </a:extLst>
          </p:cNvPr>
          <p:cNvGrpSpPr>
            <a:grpSpLocks/>
          </p:cNvGrpSpPr>
          <p:nvPr>
            <p:custDataLst>
              <p:tags r:id="rId101"/>
            </p:custDataLst>
          </p:nvPr>
        </p:nvGrpSpPr>
        <p:grpSpPr>
          <a:xfrm>
            <a:off x="6800646" y="357399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26" name="Oval 325">
              <a:extLst>
                <a:ext uri="{FF2B5EF4-FFF2-40B4-BE49-F238E27FC236}">
                  <a16:creationId xmlns:a16="http://schemas.microsoft.com/office/drawing/2014/main" id="{9C779069-39CE-4BFD-61ED-13001181741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27" name="Graphic 326">
              <a:extLst>
                <a:ext uri="{FF2B5EF4-FFF2-40B4-BE49-F238E27FC236}">
                  <a16:creationId xmlns:a16="http://schemas.microsoft.com/office/drawing/2014/main" id="{A5F984E6-5C48-3FA7-9AF4-9855577D27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28" name="XBlue 74">
            <a:extLst>
              <a:ext uri="{FF2B5EF4-FFF2-40B4-BE49-F238E27FC236}">
                <a16:creationId xmlns:a16="http://schemas.microsoft.com/office/drawing/2014/main" id="{240E8C29-9CC3-FACE-CAFE-25033A478995}"/>
              </a:ext>
            </a:extLst>
          </p:cNvPr>
          <p:cNvGrpSpPr>
            <a:grpSpLocks/>
          </p:cNvGrpSpPr>
          <p:nvPr>
            <p:custDataLst>
              <p:tags r:id="rId102"/>
            </p:custDataLst>
          </p:nvPr>
        </p:nvGrpSpPr>
        <p:grpSpPr>
          <a:xfrm>
            <a:off x="7531997" y="357399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29" name="Oval 328">
              <a:extLst>
                <a:ext uri="{FF2B5EF4-FFF2-40B4-BE49-F238E27FC236}">
                  <a16:creationId xmlns:a16="http://schemas.microsoft.com/office/drawing/2014/main" id="{1A6D218C-22D5-E359-37F9-41684E28F5C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30" name="Graphic 329">
              <a:extLst>
                <a:ext uri="{FF2B5EF4-FFF2-40B4-BE49-F238E27FC236}">
                  <a16:creationId xmlns:a16="http://schemas.microsoft.com/office/drawing/2014/main" id="{01FA46EB-5FA1-A366-EDE8-B5283DC78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31" name="XBlue 74">
            <a:extLst>
              <a:ext uri="{FF2B5EF4-FFF2-40B4-BE49-F238E27FC236}">
                <a16:creationId xmlns:a16="http://schemas.microsoft.com/office/drawing/2014/main" id="{F4D35BC0-5661-B1F1-B9BB-EE8FCB61BD2D}"/>
              </a:ext>
            </a:extLst>
          </p:cNvPr>
          <p:cNvGrpSpPr>
            <a:grpSpLocks/>
          </p:cNvGrpSpPr>
          <p:nvPr>
            <p:custDataLst>
              <p:tags r:id="rId103"/>
            </p:custDataLst>
          </p:nvPr>
        </p:nvGrpSpPr>
        <p:grpSpPr>
          <a:xfrm>
            <a:off x="8263348" y="357399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794BAAE8-F53E-DFC6-7C25-771EE98DBEE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33" name="Graphic 332">
              <a:extLst>
                <a:ext uri="{FF2B5EF4-FFF2-40B4-BE49-F238E27FC236}">
                  <a16:creationId xmlns:a16="http://schemas.microsoft.com/office/drawing/2014/main" id="{56F55A2A-D5B6-B99B-BF4C-6743AFA3AD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34" name="XBlue 74">
            <a:extLst>
              <a:ext uri="{FF2B5EF4-FFF2-40B4-BE49-F238E27FC236}">
                <a16:creationId xmlns:a16="http://schemas.microsoft.com/office/drawing/2014/main" id="{E672EDD6-F2AB-789A-82D5-E1E6A0C8DF52}"/>
              </a:ext>
            </a:extLst>
          </p:cNvPr>
          <p:cNvGrpSpPr>
            <a:grpSpLocks/>
          </p:cNvGrpSpPr>
          <p:nvPr>
            <p:custDataLst>
              <p:tags r:id="rId104"/>
            </p:custDataLst>
          </p:nvPr>
        </p:nvGrpSpPr>
        <p:grpSpPr>
          <a:xfrm>
            <a:off x="8994699" y="357399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B1DF90E8-02A7-78E0-7716-BF8F9C394D15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36" name="Graphic 335">
              <a:extLst>
                <a:ext uri="{FF2B5EF4-FFF2-40B4-BE49-F238E27FC236}">
                  <a16:creationId xmlns:a16="http://schemas.microsoft.com/office/drawing/2014/main" id="{67351D89-7C58-0280-7406-7D45A3EC41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37" name="XBlue 74">
            <a:extLst>
              <a:ext uri="{FF2B5EF4-FFF2-40B4-BE49-F238E27FC236}">
                <a16:creationId xmlns:a16="http://schemas.microsoft.com/office/drawing/2014/main" id="{3AF44852-07BE-23E2-9711-ED0F4A6476CE}"/>
              </a:ext>
            </a:extLst>
          </p:cNvPr>
          <p:cNvGrpSpPr>
            <a:grpSpLocks/>
          </p:cNvGrpSpPr>
          <p:nvPr>
            <p:custDataLst>
              <p:tags r:id="rId105"/>
            </p:custDataLst>
          </p:nvPr>
        </p:nvGrpSpPr>
        <p:grpSpPr>
          <a:xfrm>
            <a:off x="9726050" y="357399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38" name="Oval 337">
              <a:extLst>
                <a:ext uri="{FF2B5EF4-FFF2-40B4-BE49-F238E27FC236}">
                  <a16:creationId xmlns:a16="http://schemas.microsoft.com/office/drawing/2014/main" id="{A2E62AED-85AB-8BAB-576C-AE53FDBF7B2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39" name="Graphic 338">
              <a:extLst>
                <a:ext uri="{FF2B5EF4-FFF2-40B4-BE49-F238E27FC236}">
                  <a16:creationId xmlns:a16="http://schemas.microsoft.com/office/drawing/2014/main" id="{05DD6202-2118-3EEF-0411-1D630F3D7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40" name="XBlue 74">
            <a:extLst>
              <a:ext uri="{FF2B5EF4-FFF2-40B4-BE49-F238E27FC236}">
                <a16:creationId xmlns:a16="http://schemas.microsoft.com/office/drawing/2014/main" id="{350B3C40-CF3C-5040-43B9-10045B46E708}"/>
              </a:ext>
            </a:extLst>
          </p:cNvPr>
          <p:cNvGrpSpPr>
            <a:grpSpLocks/>
          </p:cNvGrpSpPr>
          <p:nvPr>
            <p:custDataLst>
              <p:tags r:id="rId106"/>
            </p:custDataLst>
          </p:nvPr>
        </p:nvGrpSpPr>
        <p:grpSpPr>
          <a:xfrm>
            <a:off x="10457401" y="357399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41" name="Oval 340">
              <a:extLst>
                <a:ext uri="{FF2B5EF4-FFF2-40B4-BE49-F238E27FC236}">
                  <a16:creationId xmlns:a16="http://schemas.microsoft.com/office/drawing/2014/main" id="{F18BE447-D159-D189-E7AA-E6F6893021D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42" name="Graphic 341">
              <a:extLst>
                <a:ext uri="{FF2B5EF4-FFF2-40B4-BE49-F238E27FC236}">
                  <a16:creationId xmlns:a16="http://schemas.microsoft.com/office/drawing/2014/main" id="{DCE46737-B413-E1A9-D3F5-2195017B15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43" name="XBlue 74">
            <a:extLst>
              <a:ext uri="{FF2B5EF4-FFF2-40B4-BE49-F238E27FC236}">
                <a16:creationId xmlns:a16="http://schemas.microsoft.com/office/drawing/2014/main" id="{ABC56670-4C9D-BFAB-4CDC-15AE4D932E6A}"/>
              </a:ext>
            </a:extLst>
          </p:cNvPr>
          <p:cNvGrpSpPr>
            <a:grpSpLocks/>
          </p:cNvGrpSpPr>
          <p:nvPr>
            <p:custDataLst>
              <p:tags r:id="rId107"/>
            </p:custDataLst>
          </p:nvPr>
        </p:nvGrpSpPr>
        <p:grpSpPr>
          <a:xfrm>
            <a:off x="11188759" y="3573990"/>
            <a:ext cx="181359" cy="181359"/>
            <a:chOff x="1016000" y="1016000"/>
            <a:chExt cx="396228" cy="396228"/>
          </a:xfrm>
          <a:solidFill>
            <a:srgbClr val="C00000"/>
          </a:solidFill>
        </p:grpSpPr>
        <p:sp>
          <p:nvSpPr>
            <p:cNvPr id="344" name="Oval 343">
              <a:extLst>
                <a:ext uri="{FF2B5EF4-FFF2-40B4-BE49-F238E27FC236}">
                  <a16:creationId xmlns:a16="http://schemas.microsoft.com/office/drawing/2014/main" id="{2CEFD788-94AB-3DFF-94E1-F14A3537BE9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45" name="Graphic 344">
              <a:extLst>
                <a:ext uri="{FF2B5EF4-FFF2-40B4-BE49-F238E27FC236}">
                  <a16:creationId xmlns:a16="http://schemas.microsoft.com/office/drawing/2014/main" id="{DD4BF75D-17E0-5922-F005-3F630F425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4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52" name="CheckmarkBlue 69">
            <a:extLst>
              <a:ext uri="{FF2B5EF4-FFF2-40B4-BE49-F238E27FC236}">
                <a16:creationId xmlns:a16="http://schemas.microsoft.com/office/drawing/2014/main" id="{E15F22C7-05A2-005A-CEF5-03672544FA42}"/>
              </a:ext>
            </a:extLst>
          </p:cNvPr>
          <p:cNvGrpSpPr>
            <a:grpSpLocks/>
          </p:cNvGrpSpPr>
          <p:nvPr>
            <p:custDataLst>
              <p:tags r:id="rId108"/>
            </p:custDataLst>
          </p:nvPr>
        </p:nvGrpSpPr>
        <p:grpSpPr>
          <a:xfrm>
            <a:off x="6795487" y="38653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FE6DB45A-A7CC-0D19-5C8D-BF7499A39BD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54" name="Graphic 353">
              <a:extLst>
                <a:ext uri="{FF2B5EF4-FFF2-40B4-BE49-F238E27FC236}">
                  <a16:creationId xmlns:a16="http://schemas.microsoft.com/office/drawing/2014/main" id="{C2282DEA-1CCE-CC9F-8A83-F4392F314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55" name="CheckmarkBlue 69">
            <a:extLst>
              <a:ext uri="{FF2B5EF4-FFF2-40B4-BE49-F238E27FC236}">
                <a16:creationId xmlns:a16="http://schemas.microsoft.com/office/drawing/2014/main" id="{C464ABCE-FF8A-BE40-0CEC-FBA0BDFED8CF}"/>
              </a:ext>
            </a:extLst>
          </p:cNvPr>
          <p:cNvGrpSpPr>
            <a:grpSpLocks/>
          </p:cNvGrpSpPr>
          <p:nvPr>
            <p:custDataLst>
              <p:tags r:id="rId109"/>
            </p:custDataLst>
          </p:nvPr>
        </p:nvGrpSpPr>
        <p:grpSpPr>
          <a:xfrm>
            <a:off x="7531996" y="38653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904C947C-6E6D-C5D2-A81C-A5FC41BDC7B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57" name="Graphic 356">
              <a:extLst>
                <a:ext uri="{FF2B5EF4-FFF2-40B4-BE49-F238E27FC236}">
                  <a16:creationId xmlns:a16="http://schemas.microsoft.com/office/drawing/2014/main" id="{5D2D948C-FEA0-F76C-9EE9-CB572C3F9E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58" name="CheckmarkBlue 69">
            <a:extLst>
              <a:ext uri="{FF2B5EF4-FFF2-40B4-BE49-F238E27FC236}">
                <a16:creationId xmlns:a16="http://schemas.microsoft.com/office/drawing/2014/main" id="{376FAEFD-D801-D343-760B-F97B9981EF0F}"/>
              </a:ext>
            </a:extLst>
          </p:cNvPr>
          <p:cNvGrpSpPr>
            <a:grpSpLocks/>
          </p:cNvGrpSpPr>
          <p:nvPr>
            <p:custDataLst>
              <p:tags r:id="rId110"/>
            </p:custDataLst>
          </p:nvPr>
        </p:nvGrpSpPr>
        <p:grpSpPr>
          <a:xfrm>
            <a:off x="8263348" y="38653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AF1506B3-E4DC-09DB-65EF-7043CA247F2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60" name="Graphic 359">
              <a:extLst>
                <a:ext uri="{FF2B5EF4-FFF2-40B4-BE49-F238E27FC236}">
                  <a16:creationId xmlns:a16="http://schemas.microsoft.com/office/drawing/2014/main" id="{94A0FCE1-50FA-BE00-8F63-B67C6D962C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61" name="CheckmarkBlue 69">
            <a:extLst>
              <a:ext uri="{FF2B5EF4-FFF2-40B4-BE49-F238E27FC236}">
                <a16:creationId xmlns:a16="http://schemas.microsoft.com/office/drawing/2014/main" id="{20B400E1-D0D2-C706-6D67-B1C414F54D7C}"/>
              </a:ext>
            </a:extLst>
          </p:cNvPr>
          <p:cNvGrpSpPr>
            <a:grpSpLocks/>
          </p:cNvGrpSpPr>
          <p:nvPr>
            <p:custDataLst>
              <p:tags r:id="rId111"/>
            </p:custDataLst>
          </p:nvPr>
        </p:nvGrpSpPr>
        <p:grpSpPr>
          <a:xfrm>
            <a:off x="9726048" y="38653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62" name="Oval 361">
              <a:extLst>
                <a:ext uri="{FF2B5EF4-FFF2-40B4-BE49-F238E27FC236}">
                  <a16:creationId xmlns:a16="http://schemas.microsoft.com/office/drawing/2014/main" id="{91C09E72-B82D-1644-D117-FFE75329392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63" name="Graphic 362">
              <a:extLst>
                <a:ext uri="{FF2B5EF4-FFF2-40B4-BE49-F238E27FC236}">
                  <a16:creationId xmlns:a16="http://schemas.microsoft.com/office/drawing/2014/main" id="{61CFC5C3-9D8C-AD41-22B0-DE2A0559C0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64" name="CheckmarkBlue 69">
            <a:extLst>
              <a:ext uri="{FF2B5EF4-FFF2-40B4-BE49-F238E27FC236}">
                <a16:creationId xmlns:a16="http://schemas.microsoft.com/office/drawing/2014/main" id="{F22CE981-AFD8-9657-33F0-75A6D33F081F}"/>
              </a:ext>
            </a:extLst>
          </p:cNvPr>
          <p:cNvGrpSpPr>
            <a:grpSpLocks/>
          </p:cNvGrpSpPr>
          <p:nvPr>
            <p:custDataLst>
              <p:tags r:id="rId112"/>
            </p:custDataLst>
          </p:nvPr>
        </p:nvGrpSpPr>
        <p:grpSpPr>
          <a:xfrm>
            <a:off x="10454601" y="38653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C73C35D3-49E6-26DC-F5FD-A75A933A0EF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66" name="Graphic 365">
              <a:extLst>
                <a:ext uri="{FF2B5EF4-FFF2-40B4-BE49-F238E27FC236}">
                  <a16:creationId xmlns:a16="http://schemas.microsoft.com/office/drawing/2014/main" id="{B5BFA8B1-0527-E60D-1B07-55FA87DF2C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67" name="CheckmarkBlue 69">
            <a:extLst>
              <a:ext uri="{FF2B5EF4-FFF2-40B4-BE49-F238E27FC236}">
                <a16:creationId xmlns:a16="http://schemas.microsoft.com/office/drawing/2014/main" id="{A9C1207B-DEA8-41D5-B1A2-EAE7C7A732EE}"/>
              </a:ext>
            </a:extLst>
          </p:cNvPr>
          <p:cNvGrpSpPr>
            <a:grpSpLocks/>
          </p:cNvGrpSpPr>
          <p:nvPr>
            <p:custDataLst>
              <p:tags r:id="rId113"/>
            </p:custDataLst>
          </p:nvPr>
        </p:nvGrpSpPr>
        <p:grpSpPr>
          <a:xfrm>
            <a:off x="11188759" y="38653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2FC4EAC1-18A2-4EBF-AE65-FF83EC10357E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69" name="Graphic 368">
              <a:extLst>
                <a:ext uri="{FF2B5EF4-FFF2-40B4-BE49-F238E27FC236}">
                  <a16:creationId xmlns:a16="http://schemas.microsoft.com/office/drawing/2014/main" id="{17E5BEB5-0DF3-9B28-F055-1876426088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70" name="CheckmarkBlue 69">
            <a:extLst>
              <a:ext uri="{FF2B5EF4-FFF2-40B4-BE49-F238E27FC236}">
                <a16:creationId xmlns:a16="http://schemas.microsoft.com/office/drawing/2014/main" id="{C45E611B-E953-2FBB-5294-B120CC5A08BD}"/>
              </a:ext>
            </a:extLst>
          </p:cNvPr>
          <p:cNvGrpSpPr>
            <a:grpSpLocks/>
          </p:cNvGrpSpPr>
          <p:nvPr>
            <p:custDataLst>
              <p:tags r:id="rId114"/>
            </p:custDataLst>
          </p:nvPr>
        </p:nvGrpSpPr>
        <p:grpSpPr>
          <a:xfrm>
            <a:off x="8994699" y="38653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92ED4DF1-EA0C-9C6F-97D9-5DB1617B4FA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72" name="Graphic 371">
              <a:extLst>
                <a:ext uri="{FF2B5EF4-FFF2-40B4-BE49-F238E27FC236}">
                  <a16:creationId xmlns:a16="http://schemas.microsoft.com/office/drawing/2014/main" id="{96B5B516-A3BF-4B94-413F-8BCA1DFD6C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76" name="CheckmarkBlue 69">
            <a:extLst>
              <a:ext uri="{FF2B5EF4-FFF2-40B4-BE49-F238E27FC236}">
                <a16:creationId xmlns:a16="http://schemas.microsoft.com/office/drawing/2014/main" id="{8F5EF208-4837-0898-DD07-8F737E59CB57}"/>
              </a:ext>
            </a:extLst>
          </p:cNvPr>
          <p:cNvGrpSpPr>
            <a:grpSpLocks/>
          </p:cNvGrpSpPr>
          <p:nvPr>
            <p:custDataLst>
              <p:tags r:id="rId115"/>
            </p:custDataLst>
          </p:nvPr>
        </p:nvGrpSpPr>
        <p:grpSpPr>
          <a:xfrm>
            <a:off x="6795487" y="415777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730AFBD0-236A-19E1-2D28-B759262C694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78" name="Graphic 377">
              <a:extLst>
                <a:ext uri="{FF2B5EF4-FFF2-40B4-BE49-F238E27FC236}">
                  <a16:creationId xmlns:a16="http://schemas.microsoft.com/office/drawing/2014/main" id="{1949445B-EC30-F0F8-0C87-C97656F5CD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79" name="CheckmarkBlue 69">
            <a:extLst>
              <a:ext uri="{FF2B5EF4-FFF2-40B4-BE49-F238E27FC236}">
                <a16:creationId xmlns:a16="http://schemas.microsoft.com/office/drawing/2014/main" id="{C2864703-5A66-FE48-2312-A06F8402368B}"/>
              </a:ext>
            </a:extLst>
          </p:cNvPr>
          <p:cNvGrpSpPr>
            <a:grpSpLocks/>
          </p:cNvGrpSpPr>
          <p:nvPr>
            <p:custDataLst>
              <p:tags r:id="rId116"/>
            </p:custDataLst>
          </p:nvPr>
        </p:nvGrpSpPr>
        <p:grpSpPr>
          <a:xfrm>
            <a:off x="7531996" y="415777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3DBB3B22-5DA0-AB59-F62C-7F66552D186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81" name="Graphic 380">
              <a:extLst>
                <a:ext uri="{FF2B5EF4-FFF2-40B4-BE49-F238E27FC236}">
                  <a16:creationId xmlns:a16="http://schemas.microsoft.com/office/drawing/2014/main" id="{FB9BF7BC-4D87-33A9-F01F-BFA03C38C2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82" name="CheckmarkBlue 69">
            <a:extLst>
              <a:ext uri="{FF2B5EF4-FFF2-40B4-BE49-F238E27FC236}">
                <a16:creationId xmlns:a16="http://schemas.microsoft.com/office/drawing/2014/main" id="{F89515AC-F4C9-3D08-6A01-84D1B4D8E1C1}"/>
              </a:ext>
            </a:extLst>
          </p:cNvPr>
          <p:cNvGrpSpPr>
            <a:grpSpLocks/>
          </p:cNvGrpSpPr>
          <p:nvPr>
            <p:custDataLst>
              <p:tags r:id="rId117"/>
            </p:custDataLst>
          </p:nvPr>
        </p:nvGrpSpPr>
        <p:grpSpPr>
          <a:xfrm>
            <a:off x="8263348" y="415777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E7D6DF15-19AE-21EC-D302-DD14D8BB138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84" name="Graphic 383">
              <a:extLst>
                <a:ext uri="{FF2B5EF4-FFF2-40B4-BE49-F238E27FC236}">
                  <a16:creationId xmlns:a16="http://schemas.microsoft.com/office/drawing/2014/main" id="{2871320F-49E6-1FB6-A543-924173586D6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85" name="CheckmarkBlue 69">
            <a:extLst>
              <a:ext uri="{FF2B5EF4-FFF2-40B4-BE49-F238E27FC236}">
                <a16:creationId xmlns:a16="http://schemas.microsoft.com/office/drawing/2014/main" id="{A78DA61F-8456-6641-45BF-005DE8763A47}"/>
              </a:ext>
            </a:extLst>
          </p:cNvPr>
          <p:cNvGrpSpPr>
            <a:grpSpLocks/>
          </p:cNvGrpSpPr>
          <p:nvPr>
            <p:custDataLst>
              <p:tags r:id="rId118"/>
            </p:custDataLst>
          </p:nvPr>
        </p:nvGrpSpPr>
        <p:grpSpPr>
          <a:xfrm>
            <a:off x="9726048" y="415777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A219A9D0-BA38-76ED-E7E7-77EEBEBD802E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87" name="Graphic 386">
              <a:extLst>
                <a:ext uri="{FF2B5EF4-FFF2-40B4-BE49-F238E27FC236}">
                  <a16:creationId xmlns:a16="http://schemas.microsoft.com/office/drawing/2014/main" id="{ACBB354C-465B-185F-0C82-FE42F2EBF7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88" name="CheckmarkBlue 69">
            <a:extLst>
              <a:ext uri="{FF2B5EF4-FFF2-40B4-BE49-F238E27FC236}">
                <a16:creationId xmlns:a16="http://schemas.microsoft.com/office/drawing/2014/main" id="{E71AC1BB-9C88-561C-DFF2-A8ACDC4986EB}"/>
              </a:ext>
            </a:extLst>
          </p:cNvPr>
          <p:cNvGrpSpPr>
            <a:grpSpLocks/>
          </p:cNvGrpSpPr>
          <p:nvPr>
            <p:custDataLst>
              <p:tags r:id="rId119"/>
            </p:custDataLst>
          </p:nvPr>
        </p:nvGrpSpPr>
        <p:grpSpPr>
          <a:xfrm>
            <a:off x="10454601" y="415777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89" name="Oval 388">
              <a:extLst>
                <a:ext uri="{FF2B5EF4-FFF2-40B4-BE49-F238E27FC236}">
                  <a16:creationId xmlns:a16="http://schemas.microsoft.com/office/drawing/2014/main" id="{3690399C-BD3F-29BA-11CC-B682E791ACF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90" name="Graphic 389">
              <a:extLst>
                <a:ext uri="{FF2B5EF4-FFF2-40B4-BE49-F238E27FC236}">
                  <a16:creationId xmlns:a16="http://schemas.microsoft.com/office/drawing/2014/main" id="{AD6BF2D0-E5B1-5F2E-4CDE-B48EA8A452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91" name="CheckmarkBlue 69">
            <a:extLst>
              <a:ext uri="{FF2B5EF4-FFF2-40B4-BE49-F238E27FC236}">
                <a16:creationId xmlns:a16="http://schemas.microsoft.com/office/drawing/2014/main" id="{5F2E416D-31BF-E345-B1C7-B0A4F35C4195}"/>
              </a:ext>
            </a:extLst>
          </p:cNvPr>
          <p:cNvGrpSpPr>
            <a:grpSpLocks/>
          </p:cNvGrpSpPr>
          <p:nvPr>
            <p:custDataLst>
              <p:tags r:id="rId120"/>
            </p:custDataLst>
          </p:nvPr>
        </p:nvGrpSpPr>
        <p:grpSpPr>
          <a:xfrm>
            <a:off x="11188759" y="415777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55DB630F-A4CE-3FC2-7973-4F896BFB8A0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93" name="Graphic 392">
              <a:extLst>
                <a:ext uri="{FF2B5EF4-FFF2-40B4-BE49-F238E27FC236}">
                  <a16:creationId xmlns:a16="http://schemas.microsoft.com/office/drawing/2014/main" id="{4068AA2A-9DE7-9049-7B0F-0BDE35DF2C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94" name="CheckmarkBlue 69">
            <a:extLst>
              <a:ext uri="{FF2B5EF4-FFF2-40B4-BE49-F238E27FC236}">
                <a16:creationId xmlns:a16="http://schemas.microsoft.com/office/drawing/2014/main" id="{3DB3A46C-8CF2-D262-CD00-0BC2916AA65E}"/>
              </a:ext>
            </a:extLst>
          </p:cNvPr>
          <p:cNvGrpSpPr>
            <a:grpSpLocks/>
          </p:cNvGrpSpPr>
          <p:nvPr>
            <p:custDataLst>
              <p:tags r:id="rId121"/>
            </p:custDataLst>
          </p:nvPr>
        </p:nvGrpSpPr>
        <p:grpSpPr>
          <a:xfrm>
            <a:off x="8994699" y="415777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9B9C2461-56D3-7057-2FD4-1309A59D674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96" name="Graphic 395">
              <a:extLst>
                <a:ext uri="{FF2B5EF4-FFF2-40B4-BE49-F238E27FC236}">
                  <a16:creationId xmlns:a16="http://schemas.microsoft.com/office/drawing/2014/main" id="{37CD7C55-0DAA-0721-874A-DC8906E7F7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397" name="CheckmarkBlue 69">
            <a:extLst>
              <a:ext uri="{FF2B5EF4-FFF2-40B4-BE49-F238E27FC236}">
                <a16:creationId xmlns:a16="http://schemas.microsoft.com/office/drawing/2014/main" id="{5B133A25-F9D4-CE58-9125-2C566351A1B1}"/>
              </a:ext>
            </a:extLst>
          </p:cNvPr>
          <p:cNvGrpSpPr>
            <a:grpSpLocks/>
          </p:cNvGrpSpPr>
          <p:nvPr>
            <p:custDataLst>
              <p:tags r:id="rId122"/>
            </p:custDataLst>
          </p:nvPr>
        </p:nvGrpSpPr>
        <p:grpSpPr>
          <a:xfrm>
            <a:off x="6066138" y="4450201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81BDB59E-0489-7DA9-944E-96B913C64D3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399" name="Graphic 398">
              <a:extLst>
                <a:ext uri="{FF2B5EF4-FFF2-40B4-BE49-F238E27FC236}">
                  <a16:creationId xmlns:a16="http://schemas.microsoft.com/office/drawing/2014/main" id="{9D732E38-C9E4-90C9-7AA1-B29565DA81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00" name="CheckmarkBlue 69">
            <a:extLst>
              <a:ext uri="{FF2B5EF4-FFF2-40B4-BE49-F238E27FC236}">
                <a16:creationId xmlns:a16="http://schemas.microsoft.com/office/drawing/2014/main" id="{67AFF533-7462-76DC-AB3B-EA49E8E724E5}"/>
              </a:ext>
            </a:extLst>
          </p:cNvPr>
          <p:cNvGrpSpPr>
            <a:grpSpLocks/>
          </p:cNvGrpSpPr>
          <p:nvPr>
            <p:custDataLst>
              <p:tags r:id="rId123"/>
            </p:custDataLst>
          </p:nvPr>
        </p:nvGrpSpPr>
        <p:grpSpPr>
          <a:xfrm>
            <a:off x="6795487" y="4450201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976E6AFB-2E28-BD0A-1686-37945586E39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02" name="Graphic 401">
              <a:extLst>
                <a:ext uri="{FF2B5EF4-FFF2-40B4-BE49-F238E27FC236}">
                  <a16:creationId xmlns:a16="http://schemas.microsoft.com/office/drawing/2014/main" id="{2D8EED92-3512-74B7-E12E-E4446DEB1F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03" name="CheckmarkBlue 69">
            <a:extLst>
              <a:ext uri="{FF2B5EF4-FFF2-40B4-BE49-F238E27FC236}">
                <a16:creationId xmlns:a16="http://schemas.microsoft.com/office/drawing/2014/main" id="{41EB394C-9D2D-D608-2AF0-9DEE46ADBA04}"/>
              </a:ext>
            </a:extLst>
          </p:cNvPr>
          <p:cNvGrpSpPr>
            <a:grpSpLocks/>
          </p:cNvGrpSpPr>
          <p:nvPr>
            <p:custDataLst>
              <p:tags r:id="rId124"/>
            </p:custDataLst>
          </p:nvPr>
        </p:nvGrpSpPr>
        <p:grpSpPr>
          <a:xfrm>
            <a:off x="7531996" y="4450201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E1FDCC30-2636-DE96-67CA-A319FA433A3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05" name="Graphic 404">
              <a:extLst>
                <a:ext uri="{FF2B5EF4-FFF2-40B4-BE49-F238E27FC236}">
                  <a16:creationId xmlns:a16="http://schemas.microsoft.com/office/drawing/2014/main" id="{1FAE28EA-5C7F-2DC8-D465-A61A689641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06" name="CheckmarkBlue 69">
            <a:extLst>
              <a:ext uri="{FF2B5EF4-FFF2-40B4-BE49-F238E27FC236}">
                <a16:creationId xmlns:a16="http://schemas.microsoft.com/office/drawing/2014/main" id="{2016907E-1B9B-944B-9344-8A48533AEECB}"/>
              </a:ext>
            </a:extLst>
          </p:cNvPr>
          <p:cNvGrpSpPr>
            <a:grpSpLocks/>
          </p:cNvGrpSpPr>
          <p:nvPr>
            <p:custDataLst>
              <p:tags r:id="rId125"/>
            </p:custDataLst>
          </p:nvPr>
        </p:nvGrpSpPr>
        <p:grpSpPr>
          <a:xfrm>
            <a:off x="9726048" y="4450201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8FE52833-B0D2-4A39-64CF-D5D6DA379CA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08" name="Graphic 407">
              <a:extLst>
                <a:ext uri="{FF2B5EF4-FFF2-40B4-BE49-F238E27FC236}">
                  <a16:creationId xmlns:a16="http://schemas.microsoft.com/office/drawing/2014/main" id="{F5583E51-D03B-CB7F-9E84-9E2FF65326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09" name="CheckmarkBlue 69">
            <a:extLst>
              <a:ext uri="{FF2B5EF4-FFF2-40B4-BE49-F238E27FC236}">
                <a16:creationId xmlns:a16="http://schemas.microsoft.com/office/drawing/2014/main" id="{D7E95F5B-ACE7-E9C8-B43F-C1F22658E90C}"/>
              </a:ext>
            </a:extLst>
          </p:cNvPr>
          <p:cNvGrpSpPr>
            <a:grpSpLocks/>
          </p:cNvGrpSpPr>
          <p:nvPr>
            <p:custDataLst>
              <p:tags r:id="rId126"/>
            </p:custDataLst>
          </p:nvPr>
        </p:nvGrpSpPr>
        <p:grpSpPr>
          <a:xfrm>
            <a:off x="10454601" y="4450201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0418B279-2F9D-9001-AC51-B3DAD4B6E2AD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11" name="Graphic 410">
              <a:extLst>
                <a:ext uri="{FF2B5EF4-FFF2-40B4-BE49-F238E27FC236}">
                  <a16:creationId xmlns:a16="http://schemas.microsoft.com/office/drawing/2014/main" id="{B75E032A-814B-C1D7-4716-25097926C4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15" name="CheckmarkBlue 69">
            <a:extLst>
              <a:ext uri="{FF2B5EF4-FFF2-40B4-BE49-F238E27FC236}">
                <a16:creationId xmlns:a16="http://schemas.microsoft.com/office/drawing/2014/main" id="{FBAAB889-28B4-681D-F77A-8431BF2D6520}"/>
              </a:ext>
            </a:extLst>
          </p:cNvPr>
          <p:cNvGrpSpPr>
            <a:grpSpLocks/>
          </p:cNvGrpSpPr>
          <p:nvPr>
            <p:custDataLst>
              <p:tags r:id="rId127"/>
            </p:custDataLst>
          </p:nvPr>
        </p:nvGrpSpPr>
        <p:grpSpPr>
          <a:xfrm>
            <a:off x="8994699" y="4450201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16" name="Oval 415">
              <a:extLst>
                <a:ext uri="{FF2B5EF4-FFF2-40B4-BE49-F238E27FC236}">
                  <a16:creationId xmlns:a16="http://schemas.microsoft.com/office/drawing/2014/main" id="{E705ED75-5052-6381-1C56-58F7ED9856D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17" name="Graphic 416">
              <a:extLst>
                <a:ext uri="{FF2B5EF4-FFF2-40B4-BE49-F238E27FC236}">
                  <a16:creationId xmlns:a16="http://schemas.microsoft.com/office/drawing/2014/main" id="{5345BB82-B92A-0294-F209-4D3DB04E72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21" name="CheckmarkBlue 69">
            <a:extLst>
              <a:ext uri="{FF2B5EF4-FFF2-40B4-BE49-F238E27FC236}">
                <a16:creationId xmlns:a16="http://schemas.microsoft.com/office/drawing/2014/main" id="{883E22EB-37D2-C266-7218-4EB457CE9CA2}"/>
              </a:ext>
            </a:extLst>
          </p:cNvPr>
          <p:cNvGrpSpPr>
            <a:grpSpLocks/>
          </p:cNvGrpSpPr>
          <p:nvPr>
            <p:custDataLst>
              <p:tags r:id="rId128"/>
            </p:custDataLst>
          </p:nvPr>
        </p:nvGrpSpPr>
        <p:grpSpPr>
          <a:xfrm>
            <a:off x="11188759" y="445020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422" name="Oval 421">
              <a:extLst>
                <a:ext uri="{FF2B5EF4-FFF2-40B4-BE49-F238E27FC236}">
                  <a16:creationId xmlns:a16="http://schemas.microsoft.com/office/drawing/2014/main" id="{3269E409-8CAF-99B1-CA0B-5F7C4AD2184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23" name="Graphic 422">
              <a:extLst>
                <a:ext uri="{FF2B5EF4-FFF2-40B4-BE49-F238E27FC236}">
                  <a16:creationId xmlns:a16="http://schemas.microsoft.com/office/drawing/2014/main" id="{9EE0468D-86B5-E979-B1FE-DCAF272B06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24" name="CheckmarkBlue 69">
            <a:extLst>
              <a:ext uri="{FF2B5EF4-FFF2-40B4-BE49-F238E27FC236}">
                <a16:creationId xmlns:a16="http://schemas.microsoft.com/office/drawing/2014/main" id="{16A886A4-D7CA-30B2-0EF8-43BA092253F1}"/>
              </a:ext>
            </a:extLst>
          </p:cNvPr>
          <p:cNvGrpSpPr>
            <a:grpSpLocks/>
          </p:cNvGrpSpPr>
          <p:nvPr>
            <p:custDataLst>
              <p:tags r:id="rId129"/>
            </p:custDataLst>
          </p:nvPr>
        </p:nvGrpSpPr>
        <p:grpSpPr>
          <a:xfrm>
            <a:off x="6066138" y="474262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25" name="Oval 424">
              <a:extLst>
                <a:ext uri="{FF2B5EF4-FFF2-40B4-BE49-F238E27FC236}">
                  <a16:creationId xmlns:a16="http://schemas.microsoft.com/office/drawing/2014/main" id="{0E32EF52-D65E-8633-06ED-6A4A91066DE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26" name="Graphic 425">
              <a:extLst>
                <a:ext uri="{FF2B5EF4-FFF2-40B4-BE49-F238E27FC236}">
                  <a16:creationId xmlns:a16="http://schemas.microsoft.com/office/drawing/2014/main" id="{EC73B354-6F30-0CDF-083D-A6E4EEDF22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27" name="CheckmarkBlue 69">
            <a:extLst>
              <a:ext uri="{FF2B5EF4-FFF2-40B4-BE49-F238E27FC236}">
                <a16:creationId xmlns:a16="http://schemas.microsoft.com/office/drawing/2014/main" id="{E23875B2-872D-D65D-5FBF-3BA1E9C31378}"/>
              </a:ext>
            </a:extLst>
          </p:cNvPr>
          <p:cNvGrpSpPr>
            <a:grpSpLocks/>
          </p:cNvGrpSpPr>
          <p:nvPr>
            <p:custDataLst>
              <p:tags r:id="rId130"/>
            </p:custDataLst>
          </p:nvPr>
        </p:nvGrpSpPr>
        <p:grpSpPr>
          <a:xfrm>
            <a:off x="6795487" y="474262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5D94DC62-449C-74F9-252F-87EEEF28F56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29" name="Graphic 428">
              <a:extLst>
                <a:ext uri="{FF2B5EF4-FFF2-40B4-BE49-F238E27FC236}">
                  <a16:creationId xmlns:a16="http://schemas.microsoft.com/office/drawing/2014/main" id="{D95FFA3C-276C-F3A6-A035-F7E8D6F67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30" name="CheckmarkBlue 69">
            <a:extLst>
              <a:ext uri="{FF2B5EF4-FFF2-40B4-BE49-F238E27FC236}">
                <a16:creationId xmlns:a16="http://schemas.microsoft.com/office/drawing/2014/main" id="{947DD606-3072-CB4F-6FD8-98451BA533A0}"/>
              </a:ext>
            </a:extLst>
          </p:cNvPr>
          <p:cNvGrpSpPr>
            <a:grpSpLocks/>
          </p:cNvGrpSpPr>
          <p:nvPr>
            <p:custDataLst>
              <p:tags r:id="rId131"/>
            </p:custDataLst>
          </p:nvPr>
        </p:nvGrpSpPr>
        <p:grpSpPr>
          <a:xfrm>
            <a:off x="7531996" y="474262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2C92C10D-B55E-EC22-944E-50BB008C5E4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32" name="Graphic 431">
              <a:extLst>
                <a:ext uri="{FF2B5EF4-FFF2-40B4-BE49-F238E27FC236}">
                  <a16:creationId xmlns:a16="http://schemas.microsoft.com/office/drawing/2014/main" id="{E116BE9E-4B8A-2680-9497-B94D11FA9C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33" name="CheckmarkBlue 69">
            <a:extLst>
              <a:ext uri="{FF2B5EF4-FFF2-40B4-BE49-F238E27FC236}">
                <a16:creationId xmlns:a16="http://schemas.microsoft.com/office/drawing/2014/main" id="{A39DB495-4175-D703-99D7-CDB8D097B526}"/>
              </a:ext>
            </a:extLst>
          </p:cNvPr>
          <p:cNvGrpSpPr>
            <a:grpSpLocks/>
          </p:cNvGrpSpPr>
          <p:nvPr>
            <p:custDataLst>
              <p:tags r:id="rId132"/>
            </p:custDataLst>
          </p:nvPr>
        </p:nvGrpSpPr>
        <p:grpSpPr>
          <a:xfrm>
            <a:off x="8263348" y="474262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4F26B909-C447-FE3A-1A85-255EF2C25AC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35" name="Graphic 434">
              <a:extLst>
                <a:ext uri="{FF2B5EF4-FFF2-40B4-BE49-F238E27FC236}">
                  <a16:creationId xmlns:a16="http://schemas.microsoft.com/office/drawing/2014/main" id="{EC553125-F2AB-7725-C95C-63292B77DA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36" name="CheckmarkBlue 69">
            <a:extLst>
              <a:ext uri="{FF2B5EF4-FFF2-40B4-BE49-F238E27FC236}">
                <a16:creationId xmlns:a16="http://schemas.microsoft.com/office/drawing/2014/main" id="{2747CA33-B470-6F7D-B434-8859D0499476}"/>
              </a:ext>
            </a:extLst>
          </p:cNvPr>
          <p:cNvGrpSpPr>
            <a:grpSpLocks/>
          </p:cNvGrpSpPr>
          <p:nvPr>
            <p:custDataLst>
              <p:tags r:id="rId133"/>
            </p:custDataLst>
          </p:nvPr>
        </p:nvGrpSpPr>
        <p:grpSpPr>
          <a:xfrm>
            <a:off x="9726048" y="474262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A36858C3-563F-6093-C238-2576E99ED8F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38" name="Graphic 437">
              <a:extLst>
                <a:ext uri="{FF2B5EF4-FFF2-40B4-BE49-F238E27FC236}">
                  <a16:creationId xmlns:a16="http://schemas.microsoft.com/office/drawing/2014/main" id="{E1C21E67-F0E8-93F9-8805-781714C33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39" name="CheckmarkBlue 69">
            <a:extLst>
              <a:ext uri="{FF2B5EF4-FFF2-40B4-BE49-F238E27FC236}">
                <a16:creationId xmlns:a16="http://schemas.microsoft.com/office/drawing/2014/main" id="{7E338A7F-2C0D-E81D-E8F2-E615F068020A}"/>
              </a:ext>
            </a:extLst>
          </p:cNvPr>
          <p:cNvGrpSpPr>
            <a:grpSpLocks/>
          </p:cNvGrpSpPr>
          <p:nvPr>
            <p:custDataLst>
              <p:tags r:id="rId134"/>
            </p:custDataLst>
          </p:nvPr>
        </p:nvGrpSpPr>
        <p:grpSpPr>
          <a:xfrm>
            <a:off x="10454601" y="474262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2655C793-81CE-2E62-8EB5-51E33A3CEF95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41" name="Graphic 440">
              <a:extLst>
                <a:ext uri="{FF2B5EF4-FFF2-40B4-BE49-F238E27FC236}">
                  <a16:creationId xmlns:a16="http://schemas.microsoft.com/office/drawing/2014/main" id="{F2364562-09C6-1F7D-5F0A-7A28EB2E23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42" name="CheckmarkBlue 69">
            <a:extLst>
              <a:ext uri="{FF2B5EF4-FFF2-40B4-BE49-F238E27FC236}">
                <a16:creationId xmlns:a16="http://schemas.microsoft.com/office/drawing/2014/main" id="{52F5F23E-4161-89D2-77D3-B35DDF0ED0CE}"/>
              </a:ext>
            </a:extLst>
          </p:cNvPr>
          <p:cNvGrpSpPr>
            <a:grpSpLocks/>
          </p:cNvGrpSpPr>
          <p:nvPr>
            <p:custDataLst>
              <p:tags r:id="rId135"/>
            </p:custDataLst>
          </p:nvPr>
        </p:nvGrpSpPr>
        <p:grpSpPr>
          <a:xfrm>
            <a:off x="11188759" y="474262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43" name="Oval 442">
              <a:extLst>
                <a:ext uri="{FF2B5EF4-FFF2-40B4-BE49-F238E27FC236}">
                  <a16:creationId xmlns:a16="http://schemas.microsoft.com/office/drawing/2014/main" id="{0CB52427-45E4-E2DC-E5CF-CF22514C97ED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44" name="Graphic 443">
              <a:extLst>
                <a:ext uri="{FF2B5EF4-FFF2-40B4-BE49-F238E27FC236}">
                  <a16:creationId xmlns:a16="http://schemas.microsoft.com/office/drawing/2014/main" id="{63CE9F21-5943-5844-123A-C07AACDF4D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45" name="CheckmarkBlue 69">
            <a:extLst>
              <a:ext uri="{FF2B5EF4-FFF2-40B4-BE49-F238E27FC236}">
                <a16:creationId xmlns:a16="http://schemas.microsoft.com/office/drawing/2014/main" id="{43EA0213-F631-2C83-31ED-13D4129B02EC}"/>
              </a:ext>
            </a:extLst>
          </p:cNvPr>
          <p:cNvGrpSpPr>
            <a:grpSpLocks/>
          </p:cNvGrpSpPr>
          <p:nvPr>
            <p:custDataLst>
              <p:tags r:id="rId136"/>
            </p:custDataLst>
          </p:nvPr>
        </p:nvGrpSpPr>
        <p:grpSpPr>
          <a:xfrm>
            <a:off x="8994699" y="4742625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1B7594D5-D151-4919-5D9C-4B5F01C640F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47" name="Graphic 446">
              <a:extLst>
                <a:ext uri="{FF2B5EF4-FFF2-40B4-BE49-F238E27FC236}">
                  <a16:creationId xmlns:a16="http://schemas.microsoft.com/office/drawing/2014/main" id="{AD86B4F8-F271-44FC-5B17-FE1C48478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48" name="CheckmarkBlue 69">
            <a:extLst>
              <a:ext uri="{FF2B5EF4-FFF2-40B4-BE49-F238E27FC236}">
                <a16:creationId xmlns:a16="http://schemas.microsoft.com/office/drawing/2014/main" id="{3543D114-A37C-1B6D-A373-CC8580676DA5}"/>
              </a:ext>
            </a:extLst>
          </p:cNvPr>
          <p:cNvGrpSpPr>
            <a:grpSpLocks/>
          </p:cNvGrpSpPr>
          <p:nvPr>
            <p:custDataLst>
              <p:tags r:id="rId137"/>
            </p:custDataLst>
          </p:nvPr>
        </p:nvGrpSpPr>
        <p:grpSpPr>
          <a:xfrm>
            <a:off x="6066138" y="532747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AE1DC7FB-A41C-0AFE-BD5F-B008A0F42A9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50" name="Graphic 449">
              <a:extLst>
                <a:ext uri="{FF2B5EF4-FFF2-40B4-BE49-F238E27FC236}">
                  <a16:creationId xmlns:a16="http://schemas.microsoft.com/office/drawing/2014/main" id="{01B4066B-E5D8-09B6-5FEA-3F3193C046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51" name="CheckmarkBlue 69">
            <a:extLst>
              <a:ext uri="{FF2B5EF4-FFF2-40B4-BE49-F238E27FC236}">
                <a16:creationId xmlns:a16="http://schemas.microsoft.com/office/drawing/2014/main" id="{7CF805A6-4C37-3A8F-A726-4F5452A9AD8F}"/>
              </a:ext>
            </a:extLst>
          </p:cNvPr>
          <p:cNvGrpSpPr>
            <a:grpSpLocks/>
          </p:cNvGrpSpPr>
          <p:nvPr>
            <p:custDataLst>
              <p:tags r:id="rId138"/>
            </p:custDataLst>
          </p:nvPr>
        </p:nvGrpSpPr>
        <p:grpSpPr>
          <a:xfrm>
            <a:off x="6795487" y="5035049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C7E56898-D6AE-4DD3-FA88-600FEB20BB3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53" name="Graphic 452">
              <a:extLst>
                <a:ext uri="{FF2B5EF4-FFF2-40B4-BE49-F238E27FC236}">
                  <a16:creationId xmlns:a16="http://schemas.microsoft.com/office/drawing/2014/main" id="{DC211E0E-2C65-F422-276A-05E0021AA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54" name="CheckmarkBlue 69">
            <a:extLst>
              <a:ext uri="{FF2B5EF4-FFF2-40B4-BE49-F238E27FC236}">
                <a16:creationId xmlns:a16="http://schemas.microsoft.com/office/drawing/2014/main" id="{DF40C40A-29DC-813B-BD91-87AA0258C60D}"/>
              </a:ext>
            </a:extLst>
          </p:cNvPr>
          <p:cNvGrpSpPr>
            <a:grpSpLocks/>
          </p:cNvGrpSpPr>
          <p:nvPr>
            <p:custDataLst>
              <p:tags r:id="rId139"/>
            </p:custDataLst>
          </p:nvPr>
        </p:nvGrpSpPr>
        <p:grpSpPr>
          <a:xfrm>
            <a:off x="7531996" y="5035049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B65520D8-9C5B-806D-4E2B-FFE67684418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56" name="Graphic 455">
              <a:extLst>
                <a:ext uri="{FF2B5EF4-FFF2-40B4-BE49-F238E27FC236}">
                  <a16:creationId xmlns:a16="http://schemas.microsoft.com/office/drawing/2014/main" id="{8397D820-005C-2D91-879A-21F386600E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57" name="CheckmarkBlue 69">
            <a:extLst>
              <a:ext uri="{FF2B5EF4-FFF2-40B4-BE49-F238E27FC236}">
                <a16:creationId xmlns:a16="http://schemas.microsoft.com/office/drawing/2014/main" id="{67AF24F3-DA48-1DF3-C422-68D2F1D847B0}"/>
              </a:ext>
            </a:extLst>
          </p:cNvPr>
          <p:cNvGrpSpPr>
            <a:grpSpLocks/>
          </p:cNvGrpSpPr>
          <p:nvPr>
            <p:custDataLst>
              <p:tags r:id="rId140"/>
            </p:custDataLst>
          </p:nvPr>
        </p:nvGrpSpPr>
        <p:grpSpPr>
          <a:xfrm>
            <a:off x="8263348" y="5035049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37359E0E-E93C-9780-3F4C-30C7BACF33B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59" name="Graphic 458">
              <a:extLst>
                <a:ext uri="{FF2B5EF4-FFF2-40B4-BE49-F238E27FC236}">
                  <a16:creationId xmlns:a16="http://schemas.microsoft.com/office/drawing/2014/main" id="{C90848D6-CC59-0B71-593E-BE02B2113B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60" name="CheckmarkBlue 69">
            <a:extLst>
              <a:ext uri="{FF2B5EF4-FFF2-40B4-BE49-F238E27FC236}">
                <a16:creationId xmlns:a16="http://schemas.microsoft.com/office/drawing/2014/main" id="{0490DCB9-830B-3B23-E323-308C4BF8AA9F}"/>
              </a:ext>
            </a:extLst>
          </p:cNvPr>
          <p:cNvGrpSpPr>
            <a:grpSpLocks/>
          </p:cNvGrpSpPr>
          <p:nvPr>
            <p:custDataLst>
              <p:tags r:id="rId141"/>
            </p:custDataLst>
          </p:nvPr>
        </p:nvGrpSpPr>
        <p:grpSpPr>
          <a:xfrm>
            <a:off x="9726048" y="5035049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62438C55-2A60-72B2-DF4F-66CA477D29F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62" name="Graphic 461">
              <a:extLst>
                <a:ext uri="{FF2B5EF4-FFF2-40B4-BE49-F238E27FC236}">
                  <a16:creationId xmlns:a16="http://schemas.microsoft.com/office/drawing/2014/main" id="{A632DC39-1793-81C5-290D-9FBBCE0A0C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63" name="CheckmarkBlue 69">
            <a:extLst>
              <a:ext uri="{FF2B5EF4-FFF2-40B4-BE49-F238E27FC236}">
                <a16:creationId xmlns:a16="http://schemas.microsoft.com/office/drawing/2014/main" id="{4452B787-E085-4BD0-22A3-61C0C12152EF}"/>
              </a:ext>
            </a:extLst>
          </p:cNvPr>
          <p:cNvGrpSpPr>
            <a:grpSpLocks/>
          </p:cNvGrpSpPr>
          <p:nvPr>
            <p:custDataLst>
              <p:tags r:id="rId142"/>
            </p:custDataLst>
          </p:nvPr>
        </p:nvGrpSpPr>
        <p:grpSpPr>
          <a:xfrm>
            <a:off x="10454601" y="5035049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6E2DC17E-1B7B-494D-C1BA-FCA6D25A58C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65" name="Graphic 464">
              <a:extLst>
                <a:ext uri="{FF2B5EF4-FFF2-40B4-BE49-F238E27FC236}">
                  <a16:creationId xmlns:a16="http://schemas.microsoft.com/office/drawing/2014/main" id="{C1D693F3-F8D2-D21B-E079-58E5DDAA66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66" name="CheckmarkBlue 69">
            <a:extLst>
              <a:ext uri="{FF2B5EF4-FFF2-40B4-BE49-F238E27FC236}">
                <a16:creationId xmlns:a16="http://schemas.microsoft.com/office/drawing/2014/main" id="{18E3C107-5736-FE42-6DF7-A1BC602AF4F1}"/>
              </a:ext>
            </a:extLst>
          </p:cNvPr>
          <p:cNvGrpSpPr>
            <a:grpSpLocks/>
          </p:cNvGrpSpPr>
          <p:nvPr>
            <p:custDataLst>
              <p:tags r:id="rId143"/>
            </p:custDataLst>
          </p:nvPr>
        </p:nvGrpSpPr>
        <p:grpSpPr>
          <a:xfrm>
            <a:off x="11188759" y="5035049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391DA71D-DA28-49A3-D8EA-6A97FD60B56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68" name="Graphic 467">
              <a:extLst>
                <a:ext uri="{FF2B5EF4-FFF2-40B4-BE49-F238E27FC236}">
                  <a16:creationId xmlns:a16="http://schemas.microsoft.com/office/drawing/2014/main" id="{1CE96947-FBD9-41F2-20FD-CB1376506E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69" name="CheckmarkBlue 69">
            <a:extLst>
              <a:ext uri="{FF2B5EF4-FFF2-40B4-BE49-F238E27FC236}">
                <a16:creationId xmlns:a16="http://schemas.microsoft.com/office/drawing/2014/main" id="{54ADDB90-72F6-5DBA-CBCD-1BB848EA37C9}"/>
              </a:ext>
            </a:extLst>
          </p:cNvPr>
          <p:cNvGrpSpPr>
            <a:grpSpLocks/>
          </p:cNvGrpSpPr>
          <p:nvPr>
            <p:custDataLst>
              <p:tags r:id="rId144"/>
            </p:custDataLst>
          </p:nvPr>
        </p:nvGrpSpPr>
        <p:grpSpPr>
          <a:xfrm>
            <a:off x="8994699" y="5035049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70" name="Oval 469">
              <a:extLst>
                <a:ext uri="{FF2B5EF4-FFF2-40B4-BE49-F238E27FC236}">
                  <a16:creationId xmlns:a16="http://schemas.microsoft.com/office/drawing/2014/main" id="{6F4744D4-AB8B-85AC-54BF-3D842C0ECBA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71" name="Graphic 470">
              <a:extLst>
                <a:ext uri="{FF2B5EF4-FFF2-40B4-BE49-F238E27FC236}">
                  <a16:creationId xmlns:a16="http://schemas.microsoft.com/office/drawing/2014/main" id="{7D0E9755-E6DE-80C9-558D-1AFB228074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75" name="CheckmarkBlue 69">
            <a:extLst>
              <a:ext uri="{FF2B5EF4-FFF2-40B4-BE49-F238E27FC236}">
                <a16:creationId xmlns:a16="http://schemas.microsoft.com/office/drawing/2014/main" id="{BA0DA1AD-F4A6-5ADE-C7FC-66F007854D50}"/>
              </a:ext>
            </a:extLst>
          </p:cNvPr>
          <p:cNvGrpSpPr>
            <a:grpSpLocks/>
          </p:cNvGrpSpPr>
          <p:nvPr>
            <p:custDataLst>
              <p:tags r:id="rId145"/>
            </p:custDataLst>
          </p:nvPr>
        </p:nvGrpSpPr>
        <p:grpSpPr>
          <a:xfrm>
            <a:off x="6795487" y="532747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76" name="Oval 475">
              <a:extLst>
                <a:ext uri="{FF2B5EF4-FFF2-40B4-BE49-F238E27FC236}">
                  <a16:creationId xmlns:a16="http://schemas.microsoft.com/office/drawing/2014/main" id="{9FB0E838-D8AA-1BD1-52C9-D13B7EF44CE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77" name="Graphic 476">
              <a:extLst>
                <a:ext uri="{FF2B5EF4-FFF2-40B4-BE49-F238E27FC236}">
                  <a16:creationId xmlns:a16="http://schemas.microsoft.com/office/drawing/2014/main" id="{28F8D166-CED9-E4A9-E66A-7A1913E987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78" name="CheckmarkBlue 69">
            <a:extLst>
              <a:ext uri="{FF2B5EF4-FFF2-40B4-BE49-F238E27FC236}">
                <a16:creationId xmlns:a16="http://schemas.microsoft.com/office/drawing/2014/main" id="{670537EB-535E-A616-E5F6-7FAD18DE7AEE}"/>
              </a:ext>
            </a:extLst>
          </p:cNvPr>
          <p:cNvGrpSpPr>
            <a:grpSpLocks/>
          </p:cNvGrpSpPr>
          <p:nvPr>
            <p:custDataLst>
              <p:tags r:id="rId146"/>
            </p:custDataLst>
          </p:nvPr>
        </p:nvGrpSpPr>
        <p:grpSpPr>
          <a:xfrm>
            <a:off x="7531996" y="532747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79" name="Oval 478">
              <a:extLst>
                <a:ext uri="{FF2B5EF4-FFF2-40B4-BE49-F238E27FC236}">
                  <a16:creationId xmlns:a16="http://schemas.microsoft.com/office/drawing/2014/main" id="{DD59F364-1481-1E4E-149E-96C18CD83ABC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80" name="Graphic 479">
              <a:extLst>
                <a:ext uri="{FF2B5EF4-FFF2-40B4-BE49-F238E27FC236}">
                  <a16:creationId xmlns:a16="http://schemas.microsoft.com/office/drawing/2014/main" id="{EE65B3F8-E6F4-42AB-190E-12BE06F05C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81" name="CheckmarkBlue 69">
            <a:extLst>
              <a:ext uri="{FF2B5EF4-FFF2-40B4-BE49-F238E27FC236}">
                <a16:creationId xmlns:a16="http://schemas.microsoft.com/office/drawing/2014/main" id="{526CFF55-F8E6-29B7-9D1C-396574234CA8}"/>
              </a:ext>
            </a:extLst>
          </p:cNvPr>
          <p:cNvGrpSpPr>
            <a:grpSpLocks/>
          </p:cNvGrpSpPr>
          <p:nvPr>
            <p:custDataLst>
              <p:tags r:id="rId147"/>
            </p:custDataLst>
          </p:nvPr>
        </p:nvGrpSpPr>
        <p:grpSpPr>
          <a:xfrm>
            <a:off x="8263348" y="532747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82" name="Oval 481">
              <a:extLst>
                <a:ext uri="{FF2B5EF4-FFF2-40B4-BE49-F238E27FC236}">
                  <a16:creationId xmlns:a16="http://schemas.microsoft.com/office/drawing/2014/main" id="{11DA430E-F762-9C2E-BDE1-FBB4CEFEB70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83" name="Graphic 482">
              <a:extLst>
                <a:ext uri="{FF2B5EF4-FFF2-40B4-BE49-F238E27FC236}">
                  <a16:creationId xmlns:a16="http://schemas.microsoft.com/office/drawing/2014/main" id="{B7E06638-1E92-6041-B9EB-0A7EABCDE7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84" name="CheckmarkBlue 69">
            <a:extLst>
              <a:ext uri="{FF2B5EF4-FFF2-40B4-BE49-F238E27FC236}">
                <a16:creationId xmlns:a16="http://schemas.microsoft.com/office/drawing/2014/main" id="{41303DBC-65D8-B307-0D2C-1CCD1D753D55}"/>
              </a:ext>
            </a:extLst>
          </p:cNvPr>
          <p:cNvGrpSpPr>
            <a:grpSpLocks/>
          </p:cNvGrpSpPr>
          <p:nvPr>
            <p:custDataLst>
              <p:tags r:id="rId148"/>
            </p:custDataLst>
          </p:nvPr>
        </p:nvGrpSpPr>
        <p:grpSpPr>
          <a:xfrm>
            <a:off x="9726048" y="532747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85" name="Oval 484">
              <a:extLst>
                <a:ext uri="{FF2B5EF4-FFF2-40B4-BE49-F238E27FC236}">
                  <a16:creationId xmlns:a16="http://schemas.microsoft.com/office/drawing/2014/main" id="{D3901908-1474-DB4B-20FC-3C99B9E4B73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86" name="Graphic 485">
              <a:extLst>
                <a:ext uri="{FF2B5EF4-FFF2-40B4-BE49-F238E27FC236}">
                  <a16:creationId xmlns:a16="http://schemas.microsoft.com/office/drawing/2014/main" id="{E45406FD-F831-439F-2C11-9C0A7E34AE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87" name="CheckmarkBlue 69">
            <a:extLst>
              <a:ext uri="{FF2B5EF4-FFF2-40B4-BE49-F238E27FC236}">
                <a16:creationId xmlns:a16="http://schemas.microsoft.com/office/drawing/2014/main" id="{D27202C7-E89F-8FA3-A9C8-13FD2C393C53}"/>
              </a:ext>
            </a:extLst>
          </p:cNvPr>
          <p:cNvGrpSpPr>
            <a:grpSpLocks/>
          </p:cNvGrpSpPr>
          <p:nvPr>
            <p:custDataLst>
              <p:tags r:id="rId149"/>
            </p:custDataLst>
          </p:nvPr>
        </p:nvGrpSpPr>
        <p:grpSpPr>
          <a:xfrm>
            <a:off x="10454601" y="532747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D2A99E7A-1809-254F-5F87-144577AE19E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89" name="Graphic 488">
              <a:extLst>
                <a:ext uri="{FF2B5EF4-FFF2-40B4-BE49-F238E27FC236}">
                  <a16:creationId xmlns:a16="http://schemas.microsoft.com/office/drawing/2014/main" id="{EB05D514-EFB6-D883-F4D1-DA11D5A43E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90" name="CheckmarkBlue 69">
            <a:extLst>
              <a:ext uri="{FF2B5EF4-FFF2-40B4-BE49-F238E27FC236}">
                <a16:creationId xmlns:a16="http://schemas.microsoft.com/office/drawing/2014/main" id="{64A08101-0AE9-ABBC-DF29-72786A7C56AD}"/>
              </a:ext>
            </a:extLst>
          </p:cNvPr>
          <p:cNvGrpSpPr>
            <a:grpSpLocks/>
          </p:cNvGrpSpPr>
          <p:nvPr>
            <p:custDataLst>
              <p:tags r:id="rId150"/>
            </p:custDataLst>
          </p:nvPr>
        </p:nvGrpSpPr>
        <p:grpSpPr>
          <a:xfrm>
            <a:off x="11188759" y="532747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91" name="Oval 490">
              <a:extLst>
                <a:ext uri="{FF2B5EF4-FFF2-40B4-BE49-F238E27FC236}">
                  <a16:creationId xmlns:a16="http://schemas.microsoft.com/office/drawing/2014/main" id="{25886407-9E61-C6DD-D845-69D95C413F4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92" name="Graphic 491">
              <a:extLst>
                <a:ext uri="{FF2B5EF4-FFF2-40B4-BE49-F238E27FC236}">
                  <a16:creationId xmlns:a16="http://schemas.microsoft.com/office/drawing/2014/main" id="{6BC5E46A-3423-3431-129B-167DC1FE5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93" name="CheckmarkBlue 69">
            <a:extLst>
              <a:ext uri="{FF2B5EF4-FFF2-40B4-BE49-F238E27FC236}">
                <a16:creationId xmlns:a16="http://schemas.microsoft.com/office/drawing/2014/main" id="{75F12449-C876-B900-7A53-910ED5786487}"/>
              </a:ext>
            </a:extLst>
          </p:cNvPr>
          <p:cNvGrpSpPr>
            <a:grpSpLocks/>
          </p:cNvGrpSpPr>
          <p:nvPr>
            <p:custDataLst>
              <p:tags r:id="rId151"/>
            </p:custDataLst>
          </p:nvPr>
        </p:nvGrpSpPr>
        <p:grpSpPr>
          <a:xfrm>
            <a:off x="8994699" y="532747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94" name="Oval 493">
              <a:extLst>
                <a:ext uri="{FF2B5EF4-FFF2-40B4-BE49-F238E27FC236}">
                  <a16:creationId xmlns:a16="http://schemas.microsoft.com/office/drawing/2014/main" id="{842AA09F-A371-68A6-7BF4-4F529717621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95" name="Graphic 494">
              <a:extLst>
                <a:ext uri="{FF2B5EF4-FFF2-40B4-BE49-F238E27FC236}">
                  <a16:creationId xmlns:a16="http://schemas.microsoft.com/office/drawing/2014/main" id="{5A99F446-5C84-C007-F830-8BC2F19E295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96" name="CheckmarkBlue 69">
            <a:extLst>
              <a:ext uri="{FF2B5EF4-FFF2-40B4-BE49-F238E27FC236}">
                <a16:creationId xmlns:a16="http://schemas.microsoft.com/office/drawing/2014/main" id="{B5EAE53E-3A44-8E4A-E6BA-3D71CAF7FF1F}"/>
              </a:ext>
            </a:extLst>
          </p:cNvPr>
          <p:cNvGrpSpPr>
            <a:grpSpLocks/>
          </p:cNvGrpSpPr>
          <p:nvPr>
            <p:custDataLst>
              <p:tags r:id="rId152"/>
            </p:custDataLst>
          </p:nvPr>
        </p:nvGrpSpPr>
        <p:grpSpPr>
          <a:xfrm>
            <a:off x="6795487" y="561989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97" name="Oval 496">
              <a:extLst>
                <a:ext uri="{FF2B5EF4-FFF2-40B4-BE49-F238E27FC236}">
                  <a16:creationId xmlns:a16="http://schemas.microsoft.com/office/drawing/2014/main" id="{3DE7D6A3-752E-0B39-488C-EF5325DD3A7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498" name="Graphic 497">
              <a:extLst>
                <a:ext uri="{FF2B5EF4-FFF2-40B4-BE49-F238E27FC236}">
                  <a16:creationId xmlns:a16="http://schemas.microsoft.com/office/drawing/2014/main" id="{3B66766F-05A0-6D15-B10E-8478CF59C3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499" name="CheckmarkBlue 69">
            <a:extLst>
              <a:ext uri="{FF2B5EF4-FFF2-40B4-BE49-F238E27FC236}">
                <a16:creationId xmlns:a16="http://schemas.microsoft.com/office/drawing/2014/main" id="{B85F5AFD-09D0-6197-D68E-050B309BD306}"/>
              </a:ext>
            </a:extLst>
          </p:cNvPr>
          <p:cNvGrpSpPr>
            <a:grpSpLocks/>
          </p:cNvGrpSpPr>
          <p:nvPr>
            <p:custDataLst>
              <p:tags r:id="rId153"/>
            </p:custDataLst>
          </p:nvPr>
        </p:nvGrpSpPr>
        <p:grpSpPr>
          <a:xfrm>
            <a:off x="7531996" y="561989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00" name="Oval 499">
              <a:extLst>
                <a:ext uri="{FF2B5EF4-FFF2-40B4-BE49-F238E27FC236}">
                  <a16:creationId xmlns:a16="http://schemas.microsoft.com/office/drawing/2014/main" id="{C2309026-61C7-0077-3279-0994E99174B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01" name="Graphic 500">
              <a:extLst>
                <a:ext uri="{FF2B5EF4-FFF2-40B4-BE49-F238E27FC236}">
                  <a16:creationId xmlns:a16="http://schemas.microsoft.com/office/drawing/2014/main" id="{36EE1150-B371-AC0E-CFC2-B47553C3C9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02" name="CheckmarkBlue 69">
            <a:extLst>
              <a:ext uri="{FF2B5EF4-FFF2-40B4-BE49-F238E27FC236}">
                <a16:creationId xmlns:a16="http://schemas.microsoft.com/office/drawing/2014/main" id="{D529D313-6922-A12F-D948-E5C4DCFBC65F}"/>
              </a:ext>
            </a:extLst>
          </p:cNvPr>
          <p:cNvGrpSpPr>
            <a:grpSpLocks/>
          </p:cNvGrpSpPr>
          <p:nvPr>
            <p:custDataLst>
              <p:tags r:id="rId154"/>
            </p:custDataLst>
          </p:nvPr>
        </p:nvGrpSpPr>
        <p:grpSpPr>
          <a:xfrm>
            <a:off x="8263348" y="561989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03" name="Oval 502">
              <a:extLst>
                <a:ext uri="{FF2B5EF4-FFF2-40B4-BE49-F238E27FC236}">
                  <a16:creationId xmlns:a16="http://schemas.microsoft.com/office/drawing/2014/main" id="{2DFE1EE6-BA82-D7C7-48D5-0C346FD431E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04" name="Graphic 503">
              <a:extLst>
                <a:ext uri="{FF2B5EF4-FFF2-40B4-BE49-F238E27FC236}">
                  <a16:creationId xmlns:a16="http://schemas.microsoft.com/office/drawing/2014/main" id="{66F62BE1-4006-4B5F-4BD7-30C112A57D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05" name="CheckmarkBlue 69">
            <a:extLst>
              <a:ext uri="{FF2B5EF4-FFF2-40B4-BE49-F238E27FC236}">
                <a16:creationId xmlns:a16="http://schemas.microsoft.com/office/drawing/2014/main" id="{7A00EF20-F5A6-2539-B5DA-A32838E0EDEC}"/>
              </a:ext>
            </a:extLst>
          </p:cNvPr>
          <p:cNvGrpSpPr>
            <a:grpSpLocks/>
          </p:cNvGrpSpPr>
          <p:nvPr>
            <p:custDataLst>
              <p:tags r:id="rId155"/>
            </p:custDataLst>
          </p:nvPr>
        </p:nvGrpSpPr>
        <p:grpSpPr>
          <a:xfrm>
            <a:off x="9726048" y="561989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06" name="Oval 505">
              <a:extLst>
                <a:ext uri="{FF2B5EF4-FFF2-40B4-BE49-F238E27FC236}">
                  <a16:creationId xmlns:a16="http://schemas.microsoft.com/office/drawing/2014/main" id="{323BC3E8-CD6E-CFFA-0EA7-3FD1F38EAC4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07" name="Graphic 506">
              <a:extLst>
                <a:ext uri="{FF2B5EF4-FFF2-40B4-BE49-F238E27FC236}">
                  <a16:creationId xmlns:a16="http://schemas.microsoft.com/office/drawing/2014/main" id="{BFAA55BC-B3B7-1817-A96F-EEC9FBABE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08" name="CheckmarkBlue 69">
            <a:extLst>
              <a:ext uri="{FF2B5EF4-FFF2-40B4-BE49-F238E27FC236}">
                <a16:creationId xmlns:a16="http://schemas.microsoft.com/office/drawing/2014/main" id="{1EC12AD9-6DC4-2AE9-EAC1-B854F427D41C}"/>
              </a:ext>
            </a:extLst>
          </p:cNvPr>
          <p:cNvGrpSpPr>
            <a:grpSpLocks/>
          </p:cNvGrpSpPr>
          <p:nvPr>
            <p:custDataLst>
              <p:tags r:id="rId156"/>
            </p:custDataLst>
          </p:nvPr>
        </p:nvGrpSpPr>
        <p:grpSpPr>
          <a:xfrm>
            <a:off x="10454601" y="561989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09" name="Oval 508">
              <a:extLst>
                <a:ext uri="{FF2B5EF4-FFF2-40B4-BE49-F238E27FC236}">
                  <a16:creationId xmlns:a16="http://schemas.microsoft.com/office/drawing/2014/main" id="{109CD2FF-4417-7CF2-5EE7-6A9A58DACA2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10" name="Graphic 509">
              <a:extLst>
                <a:ext uri="{FF2B5EF4-FFF2-40B4-BE49-F238E27FC236}">
                  <a16:creationId xmlns:a16="http://schemas.microsoft.com/office/drawing/2014/main" id="{626D149E-0B1C-1DFA-0715-D856B8DA4D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11" name="CheckmarkBlue 69">
            <a:extLst>
              <a:ext uri="{FF2B5EF4-FFF2-40B4-BE49-F238E27FC236}">
                <a16:creationId xmlns:a16="http://schemas.microsoft.com/office/drawing/2014/main" id="{2D83B9B2-0BFB-3345-4364-58597B6D4164}"/>
              </a:ext>
            </a:extLst>
          </p:cNvPr>
          <p:cNvGrpSpPr>
            <a:grpSpLocks/>
          </p:cNvGrpSpPr>
          <p:nvPr>
            <p:custDataLst>
              <p:tags r:id="rId157"/>
            </p:custDataLst>
          </p:nvPr>
        </p:nvGrpSpPr>
        <p:grpSpPr>
          <a:xfrm>
            <a:off x="8994699" y="5619897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DEDB5446-FB57-365A-7828-A6DEBBB6C7A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13" name="Graphic 512">
              <a:extLst>
                <a:ext uri="{FF2B5EF4-FFF2-40B4-BE49-F238E27FC236}">
                  <a16:creationId xmlns:a16="http://schemas.microsoft.com/office/drawing/2014/main" id="{2BE8FAEA-20DB-6FF5-28F4-25D82266C1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14" name="CheckmarkBlue 69">
            <a:extLst>
              <a:ext uri="{FF2B5EF4-FFF2-40B4-BE49-F238E27FC236}">
                <a16:creationId xmlns:a16="http://schemas.microsoft.com/office/drawing/2014/main" id="{0B518CA3-239D-7DE5-8947-8506B156BBE0}"/>
              </a:ext>
            </a:extLst>
          </p:cNvPr>
          <p:cNvGrpSpPr>
            <a:grpSpLocks/>
          </p:cNvGrpSpPr>
          <p:nvPr>
            <p:custDataLst>
              <p:tags r:id="rId158"/>
            </p:custDataLst>
          </p:nvPr>
        </p:nvGrpSpPr>
        <p:grpSpPr>
          <a:xfrm>
            <a:off x="6066138" y="5913382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15" name="Oval 514">
              <a:extLst>
                <a:ext uri="{FF2B5EF4-FFF2-40B4-BE49-F238E27FC236}">
                  <a16:creationId xmlns:a16="http://schemas.microsoft.com/office/drawing/2014/main" id="{F1906D27-3954-242F-D34A-5D188EA6A1E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16" name="Graphic 515">
              <a:extLst>
                <a:ext uri="{FF2B5EF4-FFF2-40B4-BE49-F238E27FC236}">
                  <a16:creationId xmlns:a16="http://schemas.microsoft.com/office/drawing/2014/main" id="{74F058F2-DD46-142F-B270-5A819D3705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17" name="CheckmarkBlue 69">
            <a:extLst>
              <a:ext uri="{FF2B5EF4-FFF2-40B4-BE49-F238E27FC236}">
                <a16:creationId xmlns:a16="http://schemas.microsoft.com/office/drawing/2014/main" id="{4105A7C1-0B60-9262-343E-78FAAB5675A5}"/>
              </a:ext>
            </a:extLst>
          </p:cNvPr>
          <p:cNvGrpSpPr>
            <a:grpSpLocks/>
          </p:cNvGrpSpPr>
          <p:nvPr>
            <p:custDataLst>
              <p:tags r:id="rId159"/>
            </p:custDataLst>
          </p:nvPr>
        </p:nvGrpSpPr>
        <p:grpSpPr>
          <a:xfrm>
            <a:off x="6795487" y="5913382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18" name="Oval 517">
              <a:extLst>
                <a:ext uri="{FF2B5EF4-FFF2-40B4-BE49-F238E27FC236}">
                  <a16:creationId xmlns:a16="http://schemas.microsoft.com/office/drawing/2014/main" id="{8CC3404F-ECC3-D9FF-848E-038A5AE1EE6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19" name="Graphic 518">
              <a:extLst>
                <a:ext uri="{FF2B5EF4-FFF2-40B4-BE49-F238E27FC236}">
                  <a16:creationId xmlns:a16="http://schemas.microsoft.com/office/drawing/2014/main" id="{B879A293-C40C-A1F8-1ECB-90A1F1BE60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20" name="CheckmarkBlue 69">
            <a:extLst>
              <a:ext uri="{FF2B5EF4-FFF2-40B4-BE49-F238E27FC236}">
                <a16:creationId xmlns:a16="http://schemas.microsoft.com/office/drawing/2014/main" id="{B9DCAF66-073F-DF2B-84C8-2E7623015DF8}"/>
              </a:ext>
            </a:extLst>
          </p:cNvPr>
          <p:cNvGrpSpPr>
            <a:grpSpLocks/>
          </p:cNvGrpSpPr>
          <p:nvPr>
            <p:custDataLst>
              <p:tags r:id="rId160"/>
            </p:custDataLst>
          </p:nvPr>
        </p:nvGrpSpPr>
        <p:grpSpPr>
          <a:xfrm>
            <a:off x="7531996" y="5913382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21" name="Oval 520">
              <a:extLst>
                <a:ext uri="{FF2B5EF4-FFF2-40B4-BE49-F238E27FC236}">
                  <a16:creationId xmlns:a16="http://schemas.microsoft.com/office/drawing/2014/main" id="{DC9CA6ED-7AF1-E1FA-2077-B270C58FC13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22" name="Graphic 521">
              <a:extLst>
                <a:ext uri="{FF2B5EF4-FFF2-40B4-BE49-F238E27FC236}">
                  <a16:creationId xmlns:a16="http://schemas.microsoft.com/office/drawing/2014/main" id="{D962F739-EF2A-5201-26D5-B599EB4FAC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23" name="CheckmarkBlue 69">
            <a:extLst>
              <a:ext uri="{FF2B5EF4-FFF2-40B4-BE49-F238E27FC236}">
                <a16:creationId xmlns:a16="http://schemas.microsoft.com/office/drawing/2014/main" id="{97526BBB-983E-AEE7-9671-518E739DE5C6}"/>
              </a:ext>
            </a:extLst>
          </p:cNvPr>
          <p:cNvGrpSpPr>
            <a:grpSpLocks/>
          </p:cNvGrpSpPr>
          <p:nvPr>
            <p:custDataLst>
              <p:tags r:id="rId161"/>
            </p:custDataLst>
          </p:nvPr>
        </p:nvGrpSpPr>
        <p:grpSpPr>
          <a:xfrm>
            <a:off x="8263348" y="5913382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24" name="Oval 523">
              <a:extLst>
                <a:ext uri="{FF2B5EF4-FFF2-40B4-BE49-F238E27FC236}">
                  <a16:creationId xmlns:a16="http://schemas.microsoft.com/office/drawing/2014/main" id="{0CE66ED9-5EEB-DAC1-DF8C-6B5014C33F0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25" name="Graphic 524">
              <a:extLst>
                <a:ext uri="{FF2B5EF4-FFF2-40B4-BE49-F238E27FC236}">
                  <a16:creationId xmlns:a16="http://schemas.microsoft.com/office/drawing/2014/main" id="{06388EBB-C216-343F-92F3-90F213B8D7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26" name="CheckmarkBlue 69">
            <a:extLst>
              <a:ext uri="{FF2B5EF4-FFF2-40B4-BE49-F238E27FC236}">
                <a16:creationId xmlns:a16="http://schemas.microsoft.com/office/drawing/2014/main" id="{E5236828-FF14-7280-06E4-07162E721D78}"/>
              </a:ext>
            </a:extLst>
          </p:cNvPr>
          <p:cNvGrpSpPr>
            <a:grpSpLocks/>
          </p:cNvGrpSpPr>
          <p:nvPr>
            <p:custDataLst>
              <p:tags r:id="rId162"/>
            </p:custDataLst>
          </p:nvPr>
        </p:nvGrpSpPr>
        <p:grpSpPr>
          <a:xfrm>
            <a:off x="9726048" y="5913382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27" name="Oval 526">
              <a:extLst>
                <a:ext uri="{FF2B5EF4-FFF2-40B4-BE49-F238E27FC236}">
                  <a16:creationId xmlns:a16="http://schemas.microsoft.com/office/drawing/2014/main" id="{EB8ECF9C-56A0-5559-BC7A-763B75A90113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28" name="Graphic 527">
              <a:extLst>
                <a:ext uri="{FF2B5EF4-FFF2-40B4-BE49-F238E27FC236}">
                  <a16:creationId xmlns:a16="http://schemas.microsoft.com/office/drawing/2014/main" id="{0FDA00F2-3E2F-932D-F3CF-5BAAADBD66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29" name="CheckmarkBlue 69">
            <a:extLst>
              <a:ext uri="{FF2B5EF4-FFF2-40B4-BE49-F238E27FC236}">
                <a16:creationId xmlns:a16="http://schemas.microsoft.com/office/drawing/2014/main" id="{AF10725F-8903-0E84-DCFA-3C3A173FFC84}"/>
              </a:ext>
            </a:extLst>
          </p:cNvPr>
          <p:cNvGrpSpPr>
            <a:grpSpLocks/>
          </p:cNvGrpSpPr>
          <p:nvPr>
            <p:custDataLst>
              <p:tags r:id="rId163"/>
            </p:custDataLst>
          </p:nvPr>
        </p:nvGrpSpPr>
        <p:grpSpPr>
          <a:xfrm>
            <a:off x="10454601" y="5913382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30" name="Oval 529">
              <a:extLst>
                <a:ext uri="{FF2B5EF4-FFF2-40B4-BE49-F238E27FC236}">
                  <a16:creationId xmlns:a16="http://schemas.microsoft.com/office/drawing/2014/main" id="{98D6002A-D5C2-2313-9FB2-05722B94916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31" name="Graphic 530">
              <a:extLst>
                <a:ext uri="{FF2B5EF4-FFF2-40B4-BE49-F238E27FC236}">
                  <a16:creationId xmlns:a16="http://schemas.microsoft.com/office/drawing/2014/main" id="{A8F16EB2-C830-964C-FD0D-3DE4D62E0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32" name="CheckmarkBlue 69">
            <a:extLst>
              <a:ext uri="{FF2B5EF4-FFF2-40B4-BE49-F238E27FC236}">
                <a16:creationId xmlns:a16="http://schemas.microsoft.com/office/drawing/2014/main" id="{89D7AD6D-26F9-076E-A432-AEDCA6DC2D10}"/>
              </a:ext>
            </a:extLst>
          </p:cNvPr>
          <p:cNvGrpSpPr>
            <a:grpSpLocks/>
          </p:cNvGrpSpPr>
          <p:nvPr>
            <p:custDataLst>
              <p:tags r:id="rId164"/>
            </p:custDataLst>
          </p:nvPr>
        </p:nvGrpSpPr>
        <p:grpSpPr>
          <a:xfrm>
            <a:off x="11188759" y="5913382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33" name="Oval 532">
              <a:extLst>
                <a:ext uri="{FF2B5EF4-FFF2-40B4-BE49-F238E27FC236}">
                  <a16:creationId xmlns:a16="http://schemas.microsoft.com/office/drawing/2014/main" id="{C47B4F0D-B8F8-1E19-B52F-1F0123349D3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34" name="Graphic 533">
              <a:extLst>
                <a:ext uri="{FF2B5EF4-FFF2-40B4-BE49-F238E27FC236}">
                  <a16:creationId xmlns:a16="http://schemas.microsoft.com/office/drawing/2014/main" id="{A7677261-9520-9FF9-3900-05D15148ED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35" name="CheckmarkBlue 69">
            <a:extLst>
              <a:ext uri="{FF2B5EF4-FFF2-40B4-BE49-F238E27FC236}">
                <a16:creationId xmlns:a16="http://schemas.microsoft.com/office/drawing/2014/main" id="{C07572BD-90B6-3756-7710-7F311590D9D0}"/>
              </a:ext>
            </a:extLst>
          </p:cNvPr>
          <p:cNvGrpSpPr>
            <a:grpSpLocks/>
          </p:cNvGrpSpPr>
          <p:nvPr>
            <p:custDataLst>
              <p:tags r:id="rId165"/>
            </p:custDataLst>
          </p:nvPr>
        </p:nvGrpSpPr>
        <p:grpSpPr>
          <a:xfrm>
            <a:off x="8994699" y="5913382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2B555D09-A752-A1F1-6167-AB4C528331E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37" name="Graphic 536">
              <a:extLst>
                <a:ext uri="{FF2B5EF4-FFF2-40B4-BE49-F238E27FC236}">
                  <a16:creationId xmlns:a16="http://schemas.microsoft.com/office/drawing/2014/main" id="{C3A2839C-4C56-5A86-B479-6C61ACA99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38" name="CheckmarkBlue 69">
            <a:extLst>
              <a:ext uri="{FF2B5EF4-FFF2-40B4-BE49-F238E27FC236}">
                <a16:creationId xmlns:a16="http://schemas.microsoft.com/office/drawing/2014/main" id="{10830BE6-1A08-FD5C-0AFC-63F143EB62C9}"/>
              </a:ext>
            </a:extLst>
          </p:cNvPr>
          <p:cNvGrpSpPr>
            <a:grpSpLocks/>
          </p:cNvGrpSpPr>
          <p:nvPr>
            <p:custDataLst>
              <p:tags r:id="rId166"/>
            </p:custDataLst>
          </p:nvPr>
        </p:nvGrpSpPr>
        <p:grpSpPr>
          <a:xfrm>
            <a:off x="6066138" y="62047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39" name="Oval 538">
              <a:extLst>
                <a:ext uri="{FF2B5EF4-FFF2-40B4-BE49-F238E27FC236}">
                  <a16:creationId xmlns:a16="http://schemas.microsoft.com/office/drawing/2014/main" id="{D59EE4EC-8959-313D-9673-160FA85FB75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40" name="Graphic 539">
              <a:extLst>
                <a:ext uri="{FF2B5EF4-FFF2-40B4-BE49-F238E27FC236}">
                  <a16:creationId xmlns:a16="http://schemas.microsoft.com/office/drawing/2014/main" id="{F0A91E42-3FAD-6A52-847B-3099900B8D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41" name="CheckmarkBlue 69">
            <a:extLst>
              <a:ext uri="{FF2B5EF4-FFF2-40B4-BE49-F238E27FC236}">
                <a16:creationId xmlns:a16="http://schemas.microsoft.com/office/drawing/2014/main" id="{F66DA7A5-B708-6772-627F-32CAB345DC22}"/>
              </a:ext>
            </a:extLst>
          </p:cNvPr>
          <p:cNvGrpSpPr>
            <a:grpSpLocks/>
          </p:cNvGrpSpPr>
          <p:nvPr>
            <p:custDataLst>
              <p:tags r:id="rId167"/>
            </p:custDataLst>
          </p:nvPr>
        </p:nvGrpSpPr>
        <p:grpSpPr>
          <a:xfrm>
            <a:off x="6795487" y="62047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42" name="Oval 541">
              <a:extLst>
                <a:ext uri="{FF2B5EF4-FFF2-40B4-BE49-F238E27FC236}">
                  <a16:creationId xmlns:a16="http://schemas.microsoft.com/office/drawing/2014/main" id="{2EFD3B1F-4055-4AD1-9A35-ADFC649FEDA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43" name="Graphic 542">
              <a:extLst>
                <a:ext uri="{FF2B5EF4-FFF2-40B4-BE49-F238E27FC236}">
                  <a16:creationId xmlns:a16="http://schemas.microsoft.com/office/drawing/2014/main" id="{D1987856-0F54-E1ED-F1D9-AB89062A3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44" name="CheckmarkBlue 69">
            <a:extLst>
              <a:ext uri="{FF2B5EF4-FFF2-40B4-BE49-F238E27FC236}">
                <a16:creationId xmlns:a16="http://schemas.microsoft.com/office/drawing/2014/main" id="{72E25800-6018-D107-9605-BC1747C529DB}"/>
              </a:ext>
            </a:extLst>
          </p:cNvPr>
          <p:cNvGrpSpPr>
            <a:grpSpLocks/>
          </p:cNvGrpSpPr>
          <p:nvPr>
            <p:custDataLst>
              <p:tags r:id="rId168"/>
            </p:custDataLst>
          </p:nvPr>
        </p:nvGrpSpPr>
        <p:grpSpPr>
          <a:xfrm>
            <a:off x="7531996" y="62047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7AFCD871-229B-F969-4254-530A40EFFE8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46" name="Graphic 545">
              <a:extLst>
                <a:ext uri="{FF2B5EF4-FFF2-40B4-BE49-F238E27FC236}">
                  <a16:creationId xmlns:a16="http://schemas.microsoft.com/office/drawing/2014/main" id="{469C9902-19ED-4C19-8737-2E4DB8D41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47" name="CheckmarkBlue 69">
            <a:extLst>
              <a:ext uri="{FF2B5EF4-FFF2-40B4-BE49-F238E27FC236}">
                <a16:creationId xmlns:a16="http://schemas.microsoft.com/office/drawing/2014/main" id="{95DB736E-9A61-F6BD-A23D-8E4818636EB4}"/>
              </a:ext>
            </a:extLst>
          </p:cNvPr>
          <p:cNvGrpSpPr>
            <a:grpSpLocks/>
          </p:cNvGrpSpPr>
          <p:nvPr>
            <p:custDataLst>
              <p:tags r:id="rId169"/>
            </p:custDataLst>
          </p:nvPr>
        </p:nvGrpSpPr>
        <p:grpSpPr>
          <a:xfrm>
            <a:off x="9726048" y="62047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D1A725F1-65A6-0DC2-D674-C7A18F9A6035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49" name="Graphic 548">
              <a:extLst>
                <a:ext uri="{FF2B5EF4-FFF2-40B4-BE49-F238E27FC236}">
                  <a16:creationId xmlns:a16="http://schemas.microsoft.com/office/drawing/2014/main" id="{FB1FCB19-774B-7890-2997-9A5C704750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50" name="CheckmarkBlue 69">
            <a:extLst>
              <a:ext uri="{FF2B5EF4-FFF2-40B4-BE49-F238E27FC236}">
                <a16:creationId xmlns:a16="http://schemas.microsoft.com/office/drawing/2014/main" id="{28C85558-6163-25A9-C73D-0457D724D162}"/>
              </a:ext>
            </a:extLst>
          </p:cNvPr>
          <p:cNvGrpSpPr>
            <a:grpSpLocks/>
          </p:cNvGrpSpPr>
          <p:nvPr>
            <p:custDataLst>
              <p:tags r:id="rId170"/>
            </p:custDataLst>
          </p:nvPr>
        </p:nvGrpSpPr>
        <p:grpSpPr>
          <a:xfrm>
            <a:off x="10454601" y="62047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51" name="Oval 550">
              <a:extLst>
                <a:ext uri="{FF2B5EF4-FFF2-40B4-BE49-F238E27FC236}">
                  <a16:creationId xmlns:a16="http://schemas.microsoft.com/office/drawing/2014/main" id="{F4518900-512D-D39D-4AA6-7A4DD0509AF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52" name="Graphic 551">
              <a:extLst>
                <a:ext uri="{FF2B5EF4-FFF2-40B4-BE49-F238E27FC236}">
                  <a16:creationId xmlns:a16="http://schemas.microsoft.com/office/drawing/2014/main" id="{80E008C5-11C4-80D7-971C-C0EF5F2485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53" name="CheckmarkBlue 69">
            <a:extLst>
              <a:ext uri="{FF2B5EF4-FFF2-40B4-BE49-F238E27FC236}">
                <a16:creationId xmlns:a16="http://schemas.microsoft.com/office/drawing/2014/main" id="{8CDEA997-387A-5131-7C57-689F2C12FD6C}"/>
              </a:ext>
            </a:extLst>
          </p:cNvPr>
          <p:cNvGrpSpPr>
            <a:grpSpLocks/>
          </p:cNvGrpSpPr>
          <p:nvPr>
            <p:custDataLst>
              <p:tags r:id="rId171"/>
            </p:custDataLst>
          </p:nvPr>
        </p:nvGrpSpPr>
        <p:grpSpPr>
          <a:xfrm>
            <a:off x="11188759" y="62047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BD8BD87D-52E0-2B1A-6CC1-20AACC5DE98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55" name="Graphic 554">
              <a:extLst>
                <a:ext uri="{FF2B5EF4-FFF2-40B4-BE49-F238E27FC236}">
                  <a16:creationId xmlns:a16="http://schemas.microsoft.com/office/drawing/2014/main" id="{6F4860D8-32BB-B8B0-B833-1C79DE2C56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56" name="CheckmarkBlue 69">
            <a:extLst>
              <a:ext uri="{FF2B5EF4-FFF2-40B4-BE49-F238E27FC236}">
                <a16:creationId xmlns:a16="http://schemas.microsoft.com/office/drawing/2014/main" id="{0A5C6D02-7BA2-0DBC-809E-B1B3044DCBB8}"/>
              </a:ext>
            </a:extLst>
          </p:cNvPr>
          <p:cNvGrpSpPr>
            <a:grpSpLocks/>
          </p:cNvGrpSpPr>
          <p:nvPr>
            <p:custDataLst>
              <p:tags r:id="rId172"/>
            </p:custDataLst>
          </p:nvPr>
        </p:nvGrpSpPr>
        <p:grpSpPr>
          <a:xfrm>
            <a:off x="8994699" y="6204753"/>
            <a:ext cx="181359" cy="181359"/>
            <a:chOff x="1016000" y="1016000"/>
            <a:chExt cx="396228" cy="396228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57" name="Oval 556">
              <a:extLst>
                <a:ext uri="{FF2B5EF4-FFF2-40B4-BE49-F238E27FC236}">
                  <a16:creationId xmlns:a16="http://schemas.microsoft.com/office/drawing/2014/main" id="{AFE79BC6-AFBC-DE39-F844-E79E628BB519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solidFill>
                <a:schemeClr val="bg1">
                  <a:lumMod val="5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58" name="Graphic 557">
              <a:extLst>
                <a:ext uri="{FF2B5EF4-FFF2-40B4-BE49-F238E27FC236}">
                  <a16:creationId xmlns:a16="http://schemas.microsoft.com/office/drawing/2014/main" id="{F0AA4024-B7E2-77A6-372E-078ABCF9CF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5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17" name="CheckmarkBlue 69">
            <a:extLst>
              <a:ext uri="{FF2B5EF4-FFF2-40B4-BE49-F238E27FC236}">
                <a16:creationId xmlns:a16="http://schemas.microsoft.com/office/drawing/2014/main" id="{980B2C29-C840-D2DF-D89E-3B3B9E8C7C03}"/>
              </a:ext>
            </a:extLst>
          </p:cNvPr>
          <p:cNvGrpSpPr>
            <a:grpSpLocks/>
          </p:cNvGrpSpPr>
          <p:nvPr>
            <p:custDataLst>
              <p:tags r:id="rId173"/>
            </p:custDataLst>
          </p:nvPr>
        </p:nvGrpSpPr>
        <p:grpSpPr>
          <a:xfrm>
            <a:off x="5337944" y="5912321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C4105EBF-0ACE-E7C6-488E-060442F4D8EC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60" name="Graphic 559">
              <a:extLst>
                <a:ext uri="{FF2B5EF4-FFF2-40B4-BE49-F238E27FC236}">
                  <a16:creationId xmlns:a16="http://schemas.microsoft.com/office/drawing/2014/main" id="{64CCEF59-0FEC-FD46-E1FC-A192D6023A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1" name="CheckmarkBlue 69">
            <a:extLst>
              <a:ext uri="{FF2B5EF4-FFF2-40B4-BE49-F238E27FC236}">
                <a16:creationId xmlns:a16="http://schemas.microsoft.com/office/drawing/2014/main" id="{BFD7244A-C277-30EA-CC92-C2DE778A3036}"/>
              </a:ext>
            </a:extLst>
          </p:cNvPr>
          <p:cNvGrpSpPr>
            <a:grpSpLocks/>
          </p:cNvGrpSpPr>
          <p:nvPr>
            <p:custDataLst>
              <p:tags r:id="rId174"/>
            </p:custDataLst>
          </p:nvPr>
        </p:nvGrpSpPr>
        <p:grpSpPr>
          <a:xfrm>
            <a:off x="5337944" y="620474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562" name="Oval 561">
              <a:extLst>
                <a:ext uri="{FF2B5EF4-FFF2-40B4-BE49-F238E27FC236}">
                  <a16:creationId xmlns:a16="http://schemas.microsoft.com/office/drawing/2014/main" id="{ADF9D08C-B232-7847-5007-804489F2E31A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63" name="Graphic 562">
              <a:extLst>
                <a:ext uri="{FF2B5EF4-FFF2-40B4-BE49-F238E27FC236}">
                  <a16:creationId xmlns:a16="http://schemas.microsoft.com/office/drawing/2014/main" id="{9615FF12-748B-E296-FF86-354456D37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4" name="CheckmarkBlue 69">
            <a:extLst>
              <a:ext uri="{FF2B5EF4-FFF2-40B4-BE49-F238E27FC236}">
                <a16:creationId xmlns:a16="http://schemas.microsoft.com/office/drawing/2014/main" id="{DE96ABD7-5F46-EC00-304D-629B1393C440}"/>
              </a:ext>
            </a:extLst>
          </p:cNvPr>
          <p:cNvGrpSpPr>
            <a:grpSpLocks/>
          </p:cNvGrpSpPr>
          <p:nvPr>
            <p:custDataLst>
              <p:tags r:id="rId175"/>
            </p:custDataLst>
          </p:nvPr>
        </p:nvGrpSpPr>
        <p:grpSpPr>
          <a:xfrm>
            <a:off x="6066138" y="5035049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565" name="Oval 564">
              <a:extLst>
                <a:ext uri="{FF2B5EF4-FFF2-40B4-BE49-F238E27FC236}">
                  <a16:creationId xmlns:a16="http://schemas.microsoft.com/office/drawing/2014/main" id="{E195EB27-1D43-BA4D-382D-71C8D168C27D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66" name="Graphic 565">
              <a:extLst>
                <a:ext uri="{FF2B5EF4-FFF2-40B4-BE49-F238E27FC236}">
                  <a16:creationId xmlns:a16="http://schemas.microsoft.com/office/drawing/2014/main" id="{E2D19E3D-CD34-6229-477F-8C306EF62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3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67" name="CheckmarkBlue 69">
            <a:extLst>
              <a:ext uri="{FF2B5EF4-FFF2-40B4-BE49-F238E27FC236}">
                <a16:creationId xmlns:a16="http://schemas.microsoft.com/office/drawing/2014/main" id="{1F5AB627-A234-9C0C-3313-5544D188E34A}"/>
              </a:ext>
            </a:extLst>
          </p:cNvPr>
          <p:cNvGrpSpPr>
            <a:grpSpLocks/>
          </p:cNvGrpSpPr>
          <p:nvPr>
            <p:custDataLst>
              <p:tags r:id="rId176"/>
            </p:custDataLst>
          </p:nvPr>
        </p:nvGrpSpPr>
        <p:grpSpPr>
          <a:xfrm>
            <a:off x="6066138" y="3280505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568" name="Oval 567">
              <a:extLst>
                <a:ext uri="{FF2B5EF4-FFF2-40B4-BE49-F238E27FC236}">
                  <a16:creationId xmlns:a16="http://schemas.microsoft.com/office/drawing/2014/main" id="{7F9EC3A6-2B99-7C4E-C126-D41489C4BF8F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69" name="Graphic 568">
              <a:extLst>
                <a:ext uri="{FF2B5EF4-FFF2-40B4-BE49-F238E27FC236}">
                  <a16:creationId xmlns:a16="http://schemas.microsoft.com/office/drawing/2014/main" id="{C16CCF2F-C0E5-67A1-1BFE-D9FC0756F2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3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70" name="CheckmarkBlue 69">
            <a:extLst>
              <a:ext uri="{FF2B5EF4-FFF2-40B4-BE49-F238E27FC236}">
                <a16:creationId xmlns:a16="http://schemas.microsoft.com/office/drawing/2014/main" id="{A70D6517-AD30-721B-EEDC-8F858B8BAEB6}"/>
              </a:ext>
            </a:extLst>
          </p:cNvPr>
          <p:cNvGrpSpPr>
            <a:grpSpLocks/>
          </p:cNvGrpSpPr>
          <p:nvPr>
            <p:custDataLst>
              <p:tags r:id="rId177"/>
            </p:custDataLst>
          </p:nvPr>
        </p:nvGrpSpPr>
        <p:grpSpPr>
          <a:xfrm>
            <a:off x="6066138" y="3573990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FBBD4C4D-DD9C-7952-D241-1D3CF94E37B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72" name="Graphic 571">
              <a:extLst>
                <a:ext uri="{FF2B5EF4-FFF2-40B4-BE49-F238E27FC236}">
                  <a16:creationId xmlns:a16="http://schemas.microsoft.com/office/drawing/2014/main" id="{884CC501-B726-CF96-AE0F-0AC31768CC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3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573" name="CheckmarkBlue 69">
            <a:extLst>
              <a:ext uri="{FF2B5EF4-FFF2-40B4-BE49-F238E27FC236}">
                <a16:creationId xmlns:a16="http://schemas.microsoft.com/office/drawing/2014/main" id="{C643E2B8-C61A-FB33-568E-CD2D603FDBE2}"/>
              </a:ext>
            </a:extLst>
          </p:cNvPr>
          <p:cNvGrpSpPr>
            <a:grpSpLocks/>
          </p:cNvGrpSpPr>
          <p:nvPr>
            <p:custDataLst>
              <p:tags r:id="rId178"/>
            </p:custDataLst>
          </p:nvPr>
        </p:nvGrpSpPr>
        <p:grpSpPr>
          <a:xfrm>
            <a:off x="5337944" y="268329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1CE903F6-5706-8BD5-0EAC-DD4DD03DAC9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575" name="Graphic 574">
              <a:extLst>
                <a:ext uri="{FF2B5EF4-FFF2-40B4-BE49-F238E27FC236}">
                  <a16:creationId xmlns:a16="http://schemas.microsoft.com/office/drawing/2014/main" id="{7C2C061E-763C-475D-0839-07203D6B4E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6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61" name="CheckmarkBlue 69">
            <a:extLst>
              <a:ext uri="{FF2B5EF4-FFF2-40B4-BE49-F238E27FC236}">
                <a16:creationId xmlns:a16="http://schemas.microsoft.com/office/drawing/2014/main" id="{B3942906-01B8-56E4-3A1F-899B5FFC6D45}"/>
              </a:ext>
            </a:extLst>
          </p:cNvPr>
          <p:cNvGrpSpPr>
            <a:grpSpLocks/>
          </p:cNvGrpSpPr>
          <p:nvPr>
            <p:custDataLst>
              <p:tags r:id="rId179"/>
            </p:custDataLst>
          </p:nvPr>
        </p:nvGrpSpPr>
        <p:grpSpPr>
          <a:xfrm>
            <a:off x="6066138" y="3865353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BC0DE3E0-695A-CCDD-B231-7C5594528246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163" name="Graphic 162">
              <a:extLst>
                <a:ext uri="{FF2B5EF4-FFF2-40B4-BE49-F238E27FC236}">
                  <a16:creationId xmlns:a16="http://schemas.microsoft.com/office/drawing/2014/main" id="{757FEB4C-2829-481E-4EBB-99F0EEA1A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3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12" name="CheckmarkBlue 69">
            <a:extLst>
              <a:ext uri="{FF2B5EF4-FFF2-40B4-BE49-F238E27FC236}">
                <a16:creationId xmlns:a16="http://schemas.microsoft.com/office/drawing/2014/main" id="{3EE08455-AEC6-F988-95F3-105DE2745C39}"/>
              </a:ext>
            </a:extLst>
          </p:cNvPr>
          <p:cNvGrpSpPr>
            <a:grpSpLocks/>
          </p:cNvGrpSpPr>
          <p:nvPr>
            <p:custDataLst>
              <p:tags r:id="rId180"/>
            </p:custDataLst>
          </p:nvPr>
        </p:nvGrpSpPr>
        <p:grpSpPr>
          <a:xfrm>
            <a:off x="6066138" y="4157777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2382DE7C-DB64-D396-DFA7-47DB8DD729FB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14" name="Graphic 213">
              <a:extLst>
                <a:ext uri="{FF2B5EF4-FFF2-40B4-BE49-F238E27FC236}">
                  <a16:creationId xmlns:a16="http://schemas.microsoft.com/office/drawing/2014/main" id="{8055BF9F-CD6D-8396-1FEA-97F170DB68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3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225" name="CheckmarkBlue 69">
            <a:extLst>
              <a:ext uri="{FF2B5EF4-FFF2-40B4-BE49-F238E27FC236}">
                <a16:creationId xmlns:a16="http://schemas.microsoft.com/office/drawing/2014/main" id="{5478C0FB-918D-5742-4947-FD0799DDB0A5}"/>
              </a:ext>
            </a:extLst>
          </p:cNvPr>
          <p:cNvGrpSpPr>
            <a:grpSpLocks/>
          </p:cNvGrpSpPr>
          <p:nvPr>
            <p:custDataLst>
              <p:tags r:id="rId181"/>
            </p:custDataLst>
          </p:nvPr>
        </p:nvGrpSpPr>
        <p:grpSpPr>
          <a:xfrm>
            <a:off x="6066138" y="2991754"/>
            <a:ext cx="181359" cy="181359"/>
            <a:chOff x="1016000" y="1016000"/>
            <a:chExt cx="396228" cy="396228"/>
          </a:xfrm>
          <a:solidFill>
            <a:schemeClr val="accent2"/>
          </a:solidFill>
        </p:grpSpPr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1F98EEC2-4708-8025-52B0-0FD24B616E1D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NZ" sz="1200" b="1" err="1">
                <a:solidFill>
                  <a:schemeClr val="bg1"/>
                </a:solidFill>
              </a:endParaRPr>
            </a:p>
          </p:txBody>
        </p:sp>
        <p:pic>
          <p:nvPicPr>
            <p:cNvPr id="227" name="Graphic 226">
              <a:extLst>
                <a:ext uri="{FF2B5EF4-FFF2-40B4-BE49-F238E27FC236}">
                  <a16:creationId xmlns:a16="http://schemas.microsoft.com/office/drawing/2014/main" id="{AE1E8C72-5131-9252-78F8-C642EC5CBB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3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498317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1ADFE0-3180-5621-2F77-E97D04E69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6" hidden="1">
            <a:extLst>
              <a:ext uri="{FF2B5EF4-FFF2-40B4-BE49-F238E27FC236}">
                <a16:creationId xmlns:a16="http://schemas.microsoft.com/office/drawing/2014/main" id="{39600085-0555-1EA3-4B24-ECD5A7113E3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1408258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606" imgH="608" progId="TCLayout.ActiveDocument.1">
                  <p:embed/>
                </p:oleObj>
              </mc:Choice>
              <mc:Fallback>
                <p:oleObj name="think-cell Slide" r:id="rId6" imgW="606" imgH="608" progId="TCLayout.ActiveDocument.1">
                  <p:embed/>
                  <p:pic>
                    <p:nvPicPr>
                      <p:cNvPr id="6" name="Object 6" hidden="1">
                        <a:extLst>
                          <a:ext uri="{FF2B5EF4-FFF2-40B4-BE49-F238E27FC236}">
                            <a16:creationId xmlns:a16="http://schemas.microsoft.com/office/drawing/2014/main" id="{39600085-0555-1EA3-4B24-ECD5A7113E3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46F17F8A-67FA-6854-A159-2297D5EDFE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4" y="534400"/>
            <a:ext cx="11082528" cy="369332"/>
          </a:xfrm>
        </p:spPr>
        <p:txBody>
          <a:bodyPr vert="horz"/>
          <a:lstStyle/>
          <a:p>
            <a:fld id="{01F12C98-77F1-4D80-AD57-1633368C578A}" type="datetime'Contents'">
              <a:rPr lang="en-US" altLang="en-US" smtClean="0">
                <a:effectLst/>
              </a:rPr>
              <a:pPr/>
              <a:t>Contents</a:t>
            </a:fld>
            <a:endParaRPr lang="en-US"/>
          </a:p>
        </p:txBody>
      </p:sp>
      <p:sp>
        <p:nvSpPr>
          <p:cNvPr id="8" name="1. On-page tracker">
            <a:extLst>
              <a:ext uri="{FF2B5EF4-FFF2-40B4-BE49-F238E27FC236}">
                <a16:creationId xmlns:a16="http://schemas.microsoft.com/office/drawing/2014/main" id="{CBC65591-F5E1-02F4-9C3E-6586B116834A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2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ext Placeholder 4">
            <a:hlinkClick r:id="rId8" action="ppaction://hlinksldjump"/>
            <a:extLst>
              <a:ext uri="{FF2B5EF4-FFF2-40B4-BE49-F238E27FC236}">
                <a16:creationId xmlns:a16="http://schemas.microsoft.com/office/drawing/2014/main" id="{14CCEEC0-7C1C-2616-8C05-2F568A9FE7B4}"/>
              </a:ext>
            </a:extLst>
          </p:cNvPr>
          <p:cNvSpPr>
            <a:spLocks noGrp="1"/>
          </p:cNvSpPr>
          <p:nvPr>
            <p:custDataLst>
              <p:tags r:id="rId3"/>
            </p:custDataLst>
          </p:nvPr>
        </p:nvSpPr>
        <p:spPr bwMode="auto">
          <a:xfrm>
            <a:off x="4594225" y="3073400"/>
            <a:ext cx="3003550" cy="355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71438" tIns="71438" rIns="0" bIns="71438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>
                <a:solidFill>
                  <a:schemeClr val="bg1"/>
                </a:solidFill>
                <a:latin typeface="+mn-lt"/>
              </a:rPr>
              <a:t>Commercial and SME baselining</a:t>
            </a:r>
            <a:endParaRPr lang="en-US">
              <a:solidFill>
                <a:schemeClr val="bg1"/>
              </a:solidFill>
              <a:latin typeface="+mn-lt"/>
            </a:endParaRPr>
          </a:p>
        </p:txBody>
      </p:sp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77476870-D65B-A34C-20CC-7EED44EA9FE1}"/>
              </a:ext>
            </a:extLst>
          </p:cNvPr>
          <p:cNvSpPr>
            <a:spLocks noGrp="1"/>
          </p:cNvSpPr>
          <p:nvPr>
            <p:custDataLst>
              <p:tags r:id="rId4"/>
            </p:custDataLst>
          </p:nvPr>
        </p:nvSpPr>
        <p:spPr bwMode="auto">
          <a:xfrm>
            <a:off x="4594224" y="3429000"/>
            <a:ext cx="3003550" cy="3556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71438" tIns="71438" rIns="0" bIns="71438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b="1">
                <a:solidFill>
                  <a:schemeClr val="bg1"/>
                </a:solidFill>
                <a:latin typeface="+mn-lt"/>
              </a:rPr>
              <a:t>Global best practices</a:t>
            </a:r>
            <a:endParaRPr lang="en-US" b="1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13818894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6" hidden="1">
            <a:extLst>
              <a:ext uri="{FF2B5EF4-FFF2-40B4-BE49-F238E27FC236}">
                <a16:creationId xmlns:a16="http://schemas.microsoft.com/office/drawing/2014/main" id="{332994B1-271D-D9E9-1B53-EA8A117E40F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473" imgH="476" progId="TCLayout.ActiveDocument.1">
                  <p:embed/>
                </p:oleObj>
              </mc:Choice>
              <mc:Fallback>
                <p:oleObj name="think-cell Slide" r:id="rId8" imgW="473" imgH="476" progId="TCLayout.ActiveDocument.1">
                  <p:embed/>
                  <p:pic>
                    <p:nvPicPr>
                      <p:cNvPr id="8" name="Object 6" hidden="1">
                        <a:extLst>
                          <a:ext uri="{FF2B5EF4-FFF2-40B4-BE49-F238E27FC236}">
                            <a16:creationId xmlns:a16="http://schemas.microsoft.com/office/drawing/2014/main" id="{332994B1-271D-D9E9-1B53-EA8A117E40F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AF1E37B6-4001-0BB9-8DAC-BBB9CBA7D2A3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5" y="447776"/>
            <a:ext cx="11082528" cy="738664"/>
          </a:xfrm>
        </p:spPr>
        <p:txBody>
          <a:bodyPr vert="horz"/>
          <a:lstStyle/>
          <a:p>
            <a:r>
              <a:rPr lang="en-US"/>
              <a:t>These SME banking trends are no longer differentiators in 2026 – their absence is a deal-breaker</a:t>
            </a:r>
          </a:p>
        </p:txBody>
      </p:sp>
      <p:sp>
        <p:nvSpPr>
          <p:cNvPr id="29" name="1. On-page tracker">
            <a:extLst>
              <a:ext uri="{FF2B5EF4-FFF2-40B4-BE49-F238E27FC236}">
                <a16:creationId xmlns:a16="http://schemas.microsoft.com/office/drawing/2014/main" id="{966496DF-40A0-F7CA-8598-8AFA570E164B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3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8D13DF8B-3DBB-3AB2-6433-472F6D2971E1}"/>
              </a:ext>
            </a:extLst>
          </p:cNvPr>
          <p:cNvSpPr>
            <a:spLocks/>
          </p:cNvSpPr>
          <p:nvPr/>
        </p:nvSpPr>
        <p:spPr>
          <a:xfrm>
            <a:off x="583228" y="1336527"/>
            <a:ext cx="1956970" cy="525780"/>
          </a:xfrm>
          <a:prstGeom prst="roundRect">
            <a:avLst>
              <a:gd name="adj" fmla="val 11454"/>
            </a:avLst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600">
                <a:solidFill>
                  <a:schemeClr val="tx1"/>
                </a:solidFill>
                <a:cs typeface="Arial" panose="020B0604020202020204" pitchFamily="34" charset="0"/>
              </a:rPr>
              <a:t>Acquire &amp; onboard instantly</a:t>
            </a:r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AD281D58-912F-3D73-6941-5EDB9B64DCE3}"/>
              </a:ext>
            </a:extLst>
          </p:cNvPr>
          <p:cNvSpPr>
            <a:spLocks/>
          </p:cNvSpPr>
          <p:nvPr/>
        </p:nvSpPr>
        <p:spPr>
          <a:xfrm>
            <a:off x="583228" y="2747835"/>
            <a:ext cx="1956970" cy="525780"/>
          </a:xfrm>
          <a:prstGeom prst="roundRect">
            <a:avLst>
              <a:gd name="adj" fmla="val 11932"/>
            </a:avLst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600">
                <a:solidFill>
                  <a:schemeClr val="tx1"/>
                </a:solidFill>
                <a:cs typeface="Arial" panose="020B0604020202020204" pitchFamily="34" charset="0"/>
              </a:rPr>
              <a:t>Serve daily through mobile-first channels</a:t>
            </a: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F34C63D1-304C-6B81-72E5-418215D5B3E3}"/>
              </a:ext>
            </a:extLst>
          </p:cNvPr>
          <p:cNvSpPr>
            <a:spLocks/>
          </p:cNvSpPr>
          <p:nvPr/>
        </p:nvSpPr>
        <p:spPr>
          <a:xfrm>
            <a:off x="547688" y="4248262"/>
            <a:ext cx="1956970" cy="817245"/>
          </a:xfrm>
          <a:prstGeom prst="round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600">
                <a:solidFill>
                  <a:schemeClr val="tx1"/>
                </a:solidFill>
                <a:cs typeface="Arial" panose="020B0604020202020204" pitchFamily="34" charset="0"/>
              </a:rPr>
              <a:t>Manage business finances in one place</a:t>
            </a:r>
          </a:p>
        </p:txBody>
      </p:sp>
      <p:cxnSp>
        <p:nvCxnSpPr>
          <p:cNvPr id="37" name="LineBasicDefault 37">
            <a:extLst>
              <a:ext uri="{FF2B5EF4-FFF2-40B4-BE49-F238E27FC236}">
                <a16:creationId xmlns:a16="http://schemas.microsoft.com/office/drawing/2014/main" id="{CF2014F7-08E1-99E7-DF5E-46D7D19B3D50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>
          <a:xfrm>
            <a:off x="583228" y="2665776"/>
            <a:ext cx="11082526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LineBasicDefault 37">
            <a:extLst>
              <a:ext uri="{FF2B5EF4-FFF2-40B4-BE49-F238E27FC236}">
                <a16:creationId xmlns:a16="http://schemas.microsoft.com/office/drawing/2014/main" id="{E4F346F4-3378-29E6-41C6-FFFF669501EE}"/>
              </a:ext>
            </a:extLst>
          </p:cNvPr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554736" y="4210096"/>
            <a:ext cx="11082526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8E45A206-A4E6-FE98-9AA1-C7B2DA42264B}"/>
              </a:ext>
            </a:extLst>
          </p:cNvPr>
          <p:cNvSpPr txBox="1"/>
          <p:nvPr/>
        </p:nvSpPr>
        <p:spPr>
          <a:xfrm>
            <a:off x="2719201" y="4248262"/>
            <a:ext cx="7501245" cy="69249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defPPr>
              <a:defRPr lang="en-US"/>
            </a:defPPr>
            <a:lvl1pPr marL="285750" lvl="0" indent="-28575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sz="1600" b="1">
                <a:latin typeface="Aptos" panose="020B0004020202020204" pitchFamily="34" charset="0"/>
                <a:ea typeface="Aptos" panose="020B0004020202020204" pitchFamily="34" charset="0"/>
                <a:cs typeface="Aptos" panose="020B00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500" b="1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GB" b="0"/>
              <a:t>SMEs expect a </a:t>
            </a:r>
            <a:r>
              <a:rPr lang="en-GB"/>
              <a:t>single place </a:t>
            </a:r>
            <a:r>
              <a:rPr lang="en-GB" b="0"/>
              <a:t>to manage accounts, payroll, invoicing, and payments with a real-time view of cash flow and overall business performance — not separate logins for separate products</a:t>
            </a:r>
            <a:endParaRPr lang="az-Latn-AZ" b="0"/>
          </a:p>
        </p:txBody>
      </p:sp>
      <p:pic>
        <p:nvPicPr>
          <p:cNvPr id="42" name="Picture 2">
            <a:extLst>
              <a:ext uri="{FF2B5EF4-FFF2-40B4-BE49-F238E27FC236}">
                <a16:creationId xmlns:a16="http://schemas.microsoft.com/office/drawing/2014/main" id="{73F9B6FE-7AB9-554F-7642-0B26FBB20E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358575" y="4283956"/>
            <a:ext cx="845718" cy="2276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2" descr="Revolut Business Review 2026 - Coincub">
            <a:extLst>
              <a:ext uri="{FF2B5EF4-FFF2-40B4-BE49-F238E27FC236}">
                <a16:creationId xmlns:a16="http://schemas.microsoft.com/office/drawing/2014/main" id="{3FDAF4F8-5036-B0A3-AD41-1CFBE1D582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09282" y="4670669"/>
            <a:ext cx="722333" cy="318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C8DB4F5D-4CC4-5880-3331-BF28AFDA7613}"/>
              </a:ext>
            </a:extLst>
          </p:cNvPr>
          <p:cNvSpPr txBox="1"/>
          <p:nvPr/>
        </p:nvSpPr>
        <p:spPr>
          <a:xfrm>
            <a:off x="2601404" y="2747835"/>
            <a:ext cx="6980383" cy="142346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GB" sz="1500" b="1"/>
              <a:t>Mobile app </a:t>
            </a:r>
            <a:r>
              <a:rPr lang="en-GB" sz="1500"/>
              <a:t>usage has </a:t>
            </a:r>
            <a:r>
              <a:rPr lang="en-GB" sz="1500" b="1"/>
              <a:t>overtaken online banking </a:t>
            </a:r>
            <a:r>
              <a:rPr lang="en-GB" sz="1500"/>
              <a:t>in most markets; over half of UK SMEs (54%), with Canada and the US close behind at 45%, and Malaysia leading at 60%, now use mobile banking apps weekly</a:t>
            </a:r>
          </a:p>
          <a:p>
            <a:pPr lvl="1"/>
            <a:r>
              <a:rPr lang="en-GB" sz="1500" b="1"/>
              <a:t>The app is increasingly the relationship</a:t>
            </a:r>
            <a:r>
              <a:rPr lang="en-GB" sz="1500"/>
              <a:t>: Accenture frames it as the "heart of the relationship" with around 150 interactions per year — a large untapped opportunity to convert these touchpoints into advisory moments</a:t>
            </a:r>
            <a:endParaRPr lang="az-Latn-AZ" sz="1500"/>
          </a:p>
        </p:txBody>
      </p:sp>
      <p:pic>
        <p:nvPicPr>
          <p:cNvPr id="3078" name="Picture 6" descr="Monzo simplifies Making Tax Digital with built-in tax filing tool, powered  by Sage - Accounting Insight News">
            <a:extLst>
              <a:ext uri="{FF2B5EF4-FFF2-40B4-BE49-F238E27FC236}">
                <a16:creationId xmlns:a16="http://schemas.microsoft.com/office/drawing/2014/main" id="{95B908FA-22F5-1AFC-075C-A6667FA1BE6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45" t="35632" r="52700" b="35938"/>
          <a:stretch>
            <a:fillRect/>
          </a:stretch>
        </p:blipFill>
        <p:spPr bwMode="auto">
          <a:xfrm>
            <a:off x="10240778" y="2873649"/>
            <a:ext cx="838080" cy="3429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14" descr="DBS Bank – Logos Download">
            <a:extLst>
              <a:ext uri="{FF2B5EF4-FFF2-40B4-BE49-F238E27FC236}">
                <a16:creationId xmlns:a16="http://schemas.microsoft.com/office/drawing/2014/main" id="{D22CD891-76C0-36E9-B6FD-30BC5BED13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80674" y="3382341"/>
            <a:ext cx="905822" cy="3184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E3E5CAAF-3925-73AC-6834-B187EEE427A4}"/>
              </a:ext>
            </a:extLst>
          </p:cNvPr>
          <p:cNvSpPr txBox="1"/>
          <p:nvPr/>
        </p:nvSpPr>
        <p:spPr>
          <a:xfrm>
            <a:off x="2601404" y="1336527"/>
            <a:ext cx="7501245" cy="11926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defPPr>
              <a:defRPr lang="en-US"/>
            </a:defPPr>
            <a:lvl1pPr marL="285750" lvl="0" indent="-28575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sz="1600" b="1">
                <a:latin typeface="Aptos" panose="020B0004020202020204" pitchFamily="34" charset="0"/>
                <a:ea typeface="Aptos" panose="020B0004020202020204" pitchFamily="34" charset="0"/>
                <a:cs typeface="Aptos" panose="020B00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GB" sz="1500" b="1"/>
              <a:t>KYC automation </a:t>
            </a:r>
            <a:r>
              <a:rPr lang="en-GB" sz="1500"/>
              <a:t>has reduced onboarding times by over 60% in some regions, and SMEs now expect business-account opening to be measured in minutes, not days</a:t>
            </a:r>
          </a:p>
          <a:p>
            <a:pPr lvl="1"/>
            <a:r>
              <a:rPr lang="en-GB" sz="1500" b="1"/>
              <a:t>Fintech</a:t>
            </a:r>
            <a:r>
              <a:rPr lang="en-GB" sz="1500"/>
              <a:t> adoption among SMEs is driven primarily by </a:t>
            </a:r>
            <a:r>
              <a:rPr lang="en-GB" sz="1500" b="1"/>
              <a:t>frictionless onboarding</a:t>
            </a:r>
            <a:r>
              <a:rPr lang="en-GB" sz="1500"/>
              <a:t>, strong digital capabilities and constant innovation — in 2025, half of UK SMEs (49%) held a business banking product with a fintech</a:t>
            </a:r>
            <a:endParaRPr lang="az-Latn-AZ" sz="1500"/>
          </a:p>
        </p:txBody>
      </p:sp>
      <p:pic>
        <p:nvPicPr>
          <p:cNvPr id="3076" name="Picture 4" descr="Starling Bank from State of Open: The UK in 2021 Phase Two - OpenUK">
            <a:extLst>
              <a:ext uri="{FF2B5EF4-FFF2-40B4-BE49-F238E27FC236}">
                <a16:creationId xmlns:a16="http://schemas.microsoft.com/office/drawing/2014/main" id="{6E7AB07A-F338-6190-9F36-616AEAD7078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722" t="12842" r="13884" b="12687"/>
          <a:stretch>
            <a:fillRect/>
          </a:stretch>
        </p:blipFill>
        <p:spPr bwMode="auto">
          <a:xfrm>
            <a:off x="10382491" y="1336527"/>
            <a:ext cx="949124" cy="5092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Tide (financial service) - Wikipedia">
            <a:extLst>
              <a:ext uri="{FF2B5EF4-FFF2-40B4-BE49-F238E27FC236}">
                <a16:creationId xmlns:a16="http://schemas.microsoft.com/office/drawing/2014/main" id="{5C1498CF-5DC0-4E26-3D50-6852899BE6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02649" y="1816693"/>
            <a:ext cx="791178" cy="7911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2" name="Picture 10" descr="Kaspi.kz — Википедия">
            <a:extLst>
              <a:ext uri="{FF2B5EF4-FFF2-40B4-BE49-F238E27FC236}">
                <a16:creationId xmlns:a16="http://schemas.microsoft.com/office/drawing/2014/main" id="{5697E9E2-3CAD-EDDA-F92C-221A15FB84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82691" y="1816693"/>
            <a:ext cx="627927" cy="6279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DBAECABC-00EE-33EB-4114-7A3AE8833312}"/>
              </a:ext>
            </a:extLst>
          </p:cNvPr>
          <p:cNvSpPr>
            <a:spLocks/>
          </p:cNvSpPr>
          <p:nvPr/>
        </p:nvSpPr>
        <p:spPr>
          <a:xfrm>
            <a:off x="554736" y="5325612"/>
            <a:ext cx="1956970" cy="525780"/>
          </a:xfrm>
          <a:prstGeom prst="roundRect">
            <a:avLst>
              <a:gd name="adj" fmla="val 11346"/>
            </a:avLst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</a:pPr>
            <a:r>
              <a:rPr lang="en-US" sz="1600">
                <a:solidFill>
                  <a:schemeClr val="tx1"/>
                </a:solidFill>
                <a:cs typeface="Arial" panose="020B0604020202020204" pitchFamily="34" charset="0"/>
              </a:rPr>
              <a:t>Build trust through visible security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CB01909-EF66-6F3C-D31C-5EBD98A00D17}"/>
              </a:ext>
            </a:extLst>
          </p:cNvPr>
          <p:cNvSpPr txBox="1"/>
          <p:nvPr/>
        </p:nvSpPr>
        <p:spPr>
          <a:xfrm>
            <a:off x="2719201" y="5325612"/>
            <a:ext cx="7501245" cy="9848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defPPr>
              <a:defRPr lang="en-US"/>
            </a:defPPr>
            <a:lvl1pPr marL="285750" lvl="0" indent="-28575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sz="1600" b="1">
                <a:latin typeface="Aptos" panose="020B0004020202020204" pitchFamily="34" charset="0"/>
                <a:ea typeface="Aptos" panose="020B0004020202020204" pitchFamily="34" charset="0"/>
                <a:cs typeface="Aptos" panose="020B00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500" b="1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GB" sz="1600" b="0">
                <a:ea typeface="Aptos" panose="020B0004020202020204" pitchFamily="34" charset="0"/>
                <a:cs typeface="Aptos" panose="020B0004020202020204" pitchFamily="34" charset="0"/>
              </a:rPr>
              <a:t>With 1 in 4 SMEs in the UK (24%) and Canada (23%), and over a third in Australia (36%), now ranking </a:t>
            </a:r>
            <a:r>
              <a:rPr lang="en-GB" sz="1600">
                <a:ea typeface="Aptos" panose="020B0004020202020204" pitchFamily="34" charset="0"/>
                <a:cs typeface="Aptos" panose="020B0004020202020204" pitchFamily="34" charset="0"/>
              </a:rPr>
              <a:t>cybersecurity</a:t>
            </a:r>
            <a:r>
              <a:rPr lang="en-GB" sz="1600" b="0">
                <a:ea typeface="Aptos" panose="020B0004020202020204" pitchFamily="34" charset="0"/>
                <a:cs typeface="Aptos" panose="020B0004020202020204" pitchFamily="34" charset="0"/>
              </a:rPr>
              <a:t> as their top business challenge, banks are productising security itself as a confidence-building feature rather than a back-office function</a:t>
            </a:r>
            <a:endParaRPr lang="az-Latn-AZ" b="0"/>
          </a:p>
        </p:txBody>
      </p:sp>
      <p:cxnSp>
        <p:nvCxnSpPr>
          <p:cNvPr id="41" name="LineBasicDefault 37">
            <a:extLst>
              <a:ext uri="{FF2B5EF4-FFF2-40B4-BE49-F238E27FC236}">
                <a16:creationId xmlns:a16="http://schemas.microsoft.com/office/drawing/2014/main" id="{57881F44-A223-CF9A-9CCC-56EDD2470DAC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554736" y="5283245"/>
            <a:ext cx="11082526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84" name="Picture 12" descr="Allica Bank | Like your business bank again">
            <a:extLst>
              <a:ext uri="{FF2B5EF4-FFF2-40B4-BE49-F238E27FC236}">
                <a16:creationId xmlns:a16="http://schemas.microsoft.com/office/drawing/2014/main" id="{AAA061A6-7EB8-A84C-AB21-508F1E65DF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80674" y="5598708"/>
            <a:ext cx="1322166" cy="1762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3782794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3" name="Object 6" hidden="1">
            <a:extLst>
              <a:ext uri="{FF2B5EF4-FFF2-40B4-BE49-F238E27FC236}">
                <a16:creationId xmlns:a16="http://schemas.microsoft.com/office/drawing/2014/main" id="{5FE54450-285F-D865-2D0C-9291588E008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484" imgH="484" progId="TCLayout.ActiveDocument.1">
                  <p:embed/>
                </p:oleObj>
              </mc:Choice>
              <mc:Fallback>
                <p:oleObj name="think-cell Slide" r:id="rId18" imgW="484" imgH="484" progId="TCLayout.ActiveDocument.1">
                  <p:embed/>
                  <p:pic>
                    <p:nvPicPr>
                      <p:cNvPr id="123" name="Object 6" hidden="1">
                        <a:extLst>
                          <a:ext uri="{FF2B5EF4-FFF2-40B4-BE49-F238E27FC236}">
                            <a16:creationId xmlns:a16="http://schemas.microsoft.com/office/drawing/2014/main" id="{5FE54450-285F-D865-2D0C-9291588E008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Shape 3"/>
          <p:cNvSpPr/>
          <p:nvPr/>
        </p:nvSpPr>
        <p:spPr>
          <a:xfrm>
            <a:off x="9995457" y="522167"/>
            <a:ext cx="100584" cy="100584"/>
          </a:xfrm>
          <a:prstGeom prst="ellipse">
            <a:avLst/>
          </a:prstGeom>
          <a:solidFill>
            <a:srgbClr val="E3AB08"/>
          </a:solidFill>
          <a:ln w="12700">
            <a:solidFill>
              <a:srgbClr val="E3AB08"/>
            </a:solidFill>
            <a:prstDash val="solid"/>
          </a:ln>
        </p:spPr>
        <p:txBody>
          <a:bodyPr/>
          <a:lstStyle/>
          <a:p>
            <a:endParaRPr lang="en-US" sz="1000"/>
          </a:p>
        </p:txBody>
      </p:sp>
      <p:sp>
        <p:nvSpPr>
          <p:cNvPr id="6" name="Text 4"/>
          <p:cNvSpPr>
            <a:spLocks/>
          </p:cNvSpPr>
          <p:nvPr/>
        </p:nvSpPr>
        <p:spPr>
          <a:xfrm>
            <a:off x="10187481" y="495515"/>
            <a:ext cx="607539" cy="153888"/>
          </a:xfrm>
          <a:prstGeom prst="rect">
            <a:avLst/>
          </a:prstGeom>
          <a:noFill/>
          <a:ln/>
        </p:spPr>
        <p:txBody>
          <a:bodyPr wrap="none" lIns="0" tIns="0" rIns="0" bIns="0" rtlCol="0" anchor="ctr">
            <a:spAutoFit/>
          </a:bodyPr>
          <a:lstStyle/>
          <a:p>
            <a:pPr marL="0" indent="0">
              <a:buNone/>
            </a:pP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Acquisition</a:t>
            </a:r>
            <a:endParaRPr lang="en-US" sz="1000"/>
          </a:p>
        </p:txBody>
      </p:sp>
      <p:sp>
        <p:nvSpPr>
          <p:cNvPr id="7" name="Shape 5"/>
          <p:cNvSpPr/>
          <p:nvPr/>
        </p:nvSpPr>
        <p:spPr>
          <a:xfrm>
            <a:off x="9995457" y="686759"/>
            <a:ext cx="100584" cy="100584"/>
          </a:xfrm>
          <a:prstGeom prst="ellipse">
            <a:avLst/>
          </a:prstGeom>
          <a:solidFill>
            <a:srgbClr val="0A6947"/>
          </a:solidFill>
          <a:ln w="12700">
            <a:solidFill>
              <a:srgbClr val="0A6947"/>
            </a:solidFill>
            <a:prstDash val="solid"/>
          </a:ln>
        </p:spPr>
        <p:txBody>
          <a:bodyPr/>
          <a:lstStyle/>
          <a:p>
            <a:endParaRPr lang="en-US" sz="1000"/>
          </a:p>
        </p:txBody>
      </p:sp>
      <p:sp>
        <p:nvSpPr>
          <p:cNvPr id="8" name="Text 6"/>
          <p:cNvSpPr>
            <a:spLocks/>
          </p:cNvSpPr>
          <p:nvPr/>
        </p:nvSpPr>
        <p:spPr>
          <a:xfrm>
            <a:off x="10187481" y="660107"/>
            <a:ext cx="485710" cy="153888"/>
          </a:xfrm>
          <a:prstGeom prst="rect">
            <a:avLst/>
          </a:prstGeom>
          <a:noFill/>
          <a:ln/>
        </p:spPr>
        <p:txBody>
          <a:bodyPr wrap="none" lIns="0" tIns="0" rIns="0" bIns="0" rtlCol="0" anchor="ctr">
            <a:spAutoFit/>
          </a:bodyPr>
          <a:lstStyle/>
          <a:p>
            <a:pPr marL="0" indent="0">
              <a:buNone/>
            </a:pP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Lending </a:t>
            </a:r>
            <a:endParaRPr lang="en-US" sz="1000"/>
          </a:p>
        </p:txBody>
      </p:sp>
      <p:sp>
        <p:nvSpPr>
          <p:cNvPr id="9" name="Shape 7"/>
          <p:cNvSpPr/>
          <p:nvPr/>
        </p:nvSpPr>
        <p:spPr>
          <a:xfrm>
            <a:off x="10892933" y="526851"/>
            <a:ext cx="100584" cy="100584"/>
          </a:xfrm>
          <a:prstGeom prst="ellipse">
            <a:avLst/>
          </a:prstGeom>
          <a:solidFill>
            <a:srgbClr val="9C9C9C"/>
          </a:solidFill>
          <a:ln w="12700">
            <a:solidFill>
              <a:srgbClr val="9C9C9C"/>
            </a:solidFill>
            <a:prstDash val="solid"/>
          </a:ln>
        </p:spPr>
        <p:txBody>
          <a:bodyPr/>
          <a:lstStyle/>
          <a:p>
            <a:endParaRPr lang="en-US" sz="1000"/>
          </a:p>
        </p:txBody>
      </p:sp>
      <p:sp>
        <p:nvSpPr>
          <p:cNvPr id="10" name="Text 8"/>
          <p:cNvSpPr>
            <a:spLocks/>
          </p:cNvSpPr>
          <p:nvPr/>
        </p:nvSpPr>
        <p:spPr>
          <a:xfrm>
            <a:off x="11084957" y="500199"/>
            <a:ext cx="549831" cy="153888"/>
          </a:xfrm>
          <a:prstGeom prst="rect">
            <a:avLst/>
          </a:prstGeom>
          <a:noFill/>
          <a:ln/>
        </p:spPr>
        <p:txBody>
          <a:bodyPr wrap="none" lIns="0" tIns="0" rIns="0" bIns="0" rtlCol="0" anchor="ctr">
            <a:spAutoFit/>
          </a:bodyPr>
          <a:lstStyle/>
          <a:p>
            <a:pPr marL="0" indent="0">
              <a:buNone/>
            </a:pP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Payments</a:t>
            </a:r>
            <a:endParaRPr lang="en-US" sz="1000"/>
          </a:p>
        </p:txBody>
      </p:sp>
      <p:sp>
        <p:nvSpPr>
          <p:cNvPr id="11" name="Shape 9"/>
          <p:cNvSpPr/>
          <p:nvPr/>
        </p:nvSpPr>
        <p:spPr>
          <a:xfrm>
            <a:off x="10892933" y="691443"/>
            <a:ext cx="100584" cy="100584"/>
          </a:xfrm>
          <a:prstGeom prst="ellipse">
            <a:avLst/>
          </a:prstGeom>
          <a:solidFill>
            <a:srgbClr val="3E82A0"/>
          </a:solidFill>
          <a:ln w="12700">
            <a:solidFill>
              <a:srgbClr val="3E82A0"/>
            </a:solidFill>
            <a:prstDash val="solid"/>
          </a:ln>
        </p:spPr>
        <p:txBody>
          <a:bodyPr/>
          <a:lstStyle/>
          <a:p>
            <a:endParaRPr lang="en-US" sz="1000"/>
          </a:p>
        </p:txBody>
      </p:sp>
      <p:sp>
        <p:nvSpPr>
          <p:cNvPr id="12" name="Text 10"/>
          <p:cNvSpPr>
            <a:spLocks/>
          </p:cNvSpPr>
          <p:nvPr/>
        </p:nvSpPr>
        <p:spPr>
          <a:xfrm>
            <a:off x="11084957" y="664791"/>
            <a:ext cx="543418" cy="153888"/>
          </a:xfrm>
          <a:prstGeom prst="rect">
            <a:avLst/>
          </a:prstGeom>
          <a:noFill/>
          <a:ln/>
        </p:spPr>
        <p:txBody>
          <a:bodyPr wrap="none" lIns="0" tIns="0" rIns="0" bIns="0" rtlCol="0" anchor="ctr">
            <a:spAutoFit/>
          </a:bodyPr>
          <a:lstStyle/>
          <a:p>
            <a:pPr marL="0" indent="0">
              <a:buNone/>
            </a:pP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Retention</a:t>
            </a:r>
            <a:endParaRPr lang="en-US" sz="1000"/>
          </a:p>
        </p:txBody>
      </p:sp>
      <p:sp>
        <p:nvSpPr>
          <p:cNvPr id="25" name="Shape 23"/>
          <p:cNvSpPr>
            <a:spLocks/>
          </p:cNvSpPr>
          <p:nvPr/>
        </p:nvSpPr>
        <p:spPr>
          <a:xfrm>
            <a:off x="1117833" y="1907430"/>
            <a:ext cx="10529550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26" name="Shape 24"/>
          <p:cNvSpPr>
            <a:spLocks/>
          </p:cNvSpPr>
          <p:nvPr/>
        </p:nvSpPr>
        <p:spPr>
          <a:xfrm>
            <a:off x="554734" y="2329090"/>
            <a:ext cx="11082528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27" name="Shape 25"/>
          <p:cNvSpPr>
            <a:spLocks/>
          </p:cNvSpPr>
          <p:nvPr/>
        </p:nvSpPr>
        <p:spPr>
          <a:xfrm>
            <a:off x="1117833" y="2732341"/>
            <a:ext cx="10529550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28" name="Shape 26"/>
          <p:cNvSpPr>
            <a:spLocks/>
          </p:cNvSpPr>
          <p:nvPr/>
        </p:nvSpPr>
        <p:spPr>
          <a:xfrm>
            <a:off x="1117833" y="3127871"/>
            <a:ext cx="10529550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29" name="Shape 27"/>
          <p:cNvSpPr>
            <a:spLocks/>
          </p:cNvSpPr>
          <p:nvPr/>
        </p:nvSpPr>
        <p:spPr>
          <a:xfrm>
            <a:off x="1117833" y="3526038"/>
            <a:ext cx="10529550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30" name="Shape 28"/>
          <p:cNvSpPr>
            <a:spLocks/>
          </p:cNvSpPr>
          <p:nvPr/>
        </p:nvSpPr>
        <p:spPr>
          <a:xfrm>
            <a:off x="1117833" y="3924206"/>
            <a:ext cx="10529550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31" name="Shape 29"/>
          <p:cNvSpPr>
            <a:spLocks/>
          </p:cNvSpPr>
          <p:nvPr/>
        </p:nvSpPr>
        <p:spPr>
          <a:xfrm>
            <a:off x="1117833" y="4389527"/>
            <a:ext cx="10529550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32" name="Shape 30"/>
          <p:cNvSpPr>
            <a:spLocks/>
          </p:cNvSpPr>
          <p:nvPr/>
        </p:nvSpPr>
        <p:spPr>
          <a:xfrm>
            <a:off x="554734" y="5301220"/>
            <a:ext cx="11082528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33" name="Shape 31"/>
          <p:cNvSpPr>
            <a:spLocks/>
          </p:cNvSpPr>
          <p:nvPr/>
        </p:nvSpPr>
        <p:spPr>
          <a:xfrm>
            <a:off x="1117833" y="5692556"/>
            <a:ext cx="10529550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34" name="Shape 32"/>
          <p:cNvSpPr>
            <a:spLocks/>
          </p:cNvSpPr>
          <p:nvPr/>
        </p:nvSpPr>
        <p:spPr>
          <a:xfrm>
            <a:off x="1117833" y="6086588"/>
            <a:ext cx="10529550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105" name="Text 103"/>
          <p:cNvSpPr/>
          <p:nvPr/>
        </p:nvSpPr>
        <p:spPr>
          <a:xfrm>
            <a:off x="11868912" y="6517589"/>
            <a:ext cx="109728" cy="914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650">
                <a:solidFill>
                  <a:srgbClr val="141414"/>
                </a:solidFill>
                <a:latin typeface="Arial" pitchFamily="34" charset="0"/>
                <a:ea typeface="Arial" pitchFamily="34" charset="-122"/>
                <a:cs typeface="Arial" pitchFamily="34" charset="-120"/>
              </a:rPr>
              <a:t>1</a:t>
            </a:r>
            <a:endParaRPr lang="en-US" sz="650"/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682DC87E-8EC0-BAD6-EA7F-7D169468280D}"/>
              </a:ext>
            </a:extLst>
          </p:cNvPr>
          <p:cNvSpPr>
            <a:spLocks/>
          </p:cNvSpPr>
          <p:nvPr/>
        </p:nvSpPr>
        <p:spPr>
          <a:xfrm>
            <a:off x="554734" y="2381282"/>
            <a:ext cx="494434" cy="2876961"/>
          </a:xfrm>
          <a:prstGeom prst="roundRect">
            <a:avLst/>
          </a:prstGeom>
          <a:solidFill>
            <a:srgbClr val="111918">
              <a:lumMod val="50000"/>
              <a:lumOff val="50000"/>
            </a:srgbClr>
          </a:solidFill>
          <a:ln w="63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Incumbent moves</a:t>
            </a:r>
          </a:p>
        </p:txBody>
      </p:sp>
      <p:sp>
        <p:nvSpPr>
          <p:cNvPr id="111" name="Rectangle: Rounded Corners 110">
            <a:extLst>
              <a:ext uri="{FF2B5EF4-FFF2-40B4-BE49-F238E27FC236}">
                <a16:creationId xmlns:a16="http://schemas.microsoft.com/office/drawing/2014/main" id="{DFE4AB54-B25E-B375-4A9B-DC231B2C3862}"/>
              </a:ext>
            </a:extLst>
          </p:cNvPr>
          <p:cNvSpPr>
            <a:spLocks/>
          </p:cNvSpPr>
          <p:nvPr/>
        </p:nvSpPr>
        <p:spPr>
          <a:xfrm>
            <a:off x="554734" y="5337362"/>
            <a:ext cx="494434" cy="1137141"/>
          </a:xfrm>
          <a:prstGeom prst="roundRect">
            <a:avLst/>
          </a:prstGeom>
          <a:solidFill>
            <a:srgbClr val="111918">
              <a:lumMod val="25000"/>
              <a:lumOff val="75000"/>
            </a:srgbClr>
          </a:solidFill>
          <a:ln w="63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Enablers</a:t>
            </a: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C451A25B-60C0-0B70-4576-3D7EC1CB5604}"/>
              </a:ext>
            </a:extLst>
          </p:cNvPr>
          <p:cNvSpPr>
            <a:spLocks/>
          </p:cNvSpPr>
          <p:nvPr/>
        </p:nvSpPr>
        <p:spPr>
          <a:xfrm>
            <a:off x="554734" y="1383005"/>
            <a:ext cx="494434" cy="912330"/>
          </a:xfrm>
          <a:prstGeom prst="roundRect">
            <a:avLst/>
          </a:prstGeom>
          <a:solidFill>
            <a:srgbClr val="0A5637"/>
          </a:solidFill>
          <a:ln w="63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Game Changers</a:t>
            </a:r>
          </a:p>
        </p:txBody>
      </p:sp>
      <p:cxnSp>
        <p:nvCxnSpPr>
          <p:cNvPr id="113" name="LineBasicStrong 47">
            <a:extLst>
              <a:ext uri="{FF2B5EF4-FFF2-40B4-BE49-F238E27FC236}">
                <a16:creationId xmlns:a16="http://schemas.microsoft.com/office/drawing/2014/main" id="{6768022D-4C62-45E0-CC2A-AFB3B1E1243C}"/>
              </a:ext>
            </a:extLst>
          </p:cNvPr>
          <p:cNvCxnSpPr>
            <a:cxnSpLocks/>
          </p:cNvCxnSpPr>
          <p:nvPr>
            <p:custDataLst>
              <p:tags r:id="rId2"/>
            </p:custDataLst>
          </p:nvPr>
        </p:nvCxnSpPr>
        <p:spPr>
          <a:xfrm>
            <a:off x="554734" y="1330686"/>
            <a:ext cx="11082528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387533CC-4A55-5698-71D2-D6A312869AC3}"/>
              </a:ext>
            </a:extLst>
          </p:cNvPr>
          <p:cNvSpPr txBox="1">
            <a:spLocks/>
          </p:cNvSpPr>
          <p:nvPr/>
        </p:nvSpPr>
        <p:spPr>
          <a:xfrm>
            <a:off x="3933271" y="1107779"/>
            <a:ext cx="4867301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73063" marR="0" lvl="0" indent="-373063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Description of success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A78EB105-D894-676D-FB41-582CA0E212CF}"/>
              </a:ext>
            </a:extLst>
          </p:cNvPr>
          <p:cNvSpPr txBox="1">
            <a:spLocks/>
          </p:cNvSpPr>
          <p:nvPr/>
        </p:nvSpPr>
        <p:spPr>
          <a:xfrm>
            <a:off x="1862672" y="1107779"/>
            <a:ext cx="1941618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73063" marR="0" lvl="0" indent="-373063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Anchors of success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101DF22B-8CB3-12A8-C5E3-2447A9D9C0CF}"/>
              </a:ext>
            </a:extLst>
          </p:cNvPr>
          <p:cNvSpPr txBox="1">
            <a:spLocks/>
          </p:cNvSpPr>
          <p:nvPr/>
        </p:nvSpPr>
        <p:spPr>
          <a:xfrm>
            <a:off x="9035143" y="1107779"/>
            <a:ext cx="2602119" cy="184666"/>
          </a:xfrm>
          <a:prstGeom prst="rect">
            <a:avLst/>
          </a:prstGeom>
        </p:spPr>
        <p:txBody>
          <a:bodyPr vert="horz" wrap="square" lIns="0" tIns="0" rIns="0" bIns="0" rtlCol="0" anchor="b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73063" marR="0" lvl="0" indent="-373063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200" b="1" i="0" u="none" strike="noStrike" kern="1200" cap="none" spc="0" normalizeH="0" baseline="0" noProof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Best case examples</a:t>
            </a:r>
          </a:p>
        </p:txBody>
      </p:sp>
      <p:pic>
        <p:nvPicPr>
          <p:cNvPr id="117" name="Graphic 116">
            <a:extLst>
              <a:ext uri="{FF2B5EF4-FFF2-40B4-BE49-F238E27FC236}">
                <a16:creationId xmlns:a16="http://schemas.microsoft.com/office/drawing/2014/main" id="{7EE02F11-2354-E799-D918-68AAEBF54AE6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1862672" y="984668"/>
            <a:ext cx="307777" cy="307777"/>
          </a:xfrm>
          <a:prstGeom prst="rect">
            <a:avLst/>
          </a:prstGeom>
        </p:spPr>
      </p:pic>
      <p:pic>
        <p:nvPicPr>
          <p:cNvPr id="118" name="Graphic 117">
            <a:extLst>
              <a:ext uri="{FF2B5EF4-FFF2-40B4-BE49-F238E27FC236}">
                <a16:creationId xmlns:a16="http://schemas.microsoft.com/office/drawing/2014/main" id="{C8279B87-C346-9776-41DF-ACDD6F989E60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9035143" y="984668"/>
            <a:ext cx="307777" cy="307777"/>
          </a:xfrm>
          <a:prstGeom prst="rect">
            <a:avLst/>
          </a:prstGeom>
        </p:spPr>
      </p:pic>
      <p:pic>
        <p:nvPicPr>
          <p:cNvPr id="119" name="Graphic 118">
            <a:extLst>
              <a:ext uri="{FF2B5EF4-FFF2-40B4-BE49-F238E27FC236}">
                <a16:creationId xmlns:a16="http://schemas.microsoft.com/office/drawing/2014/main" id="{C30CB939-2783-70A6-4DAF-96C91594C59F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3933271" y="984668"/>
            <a:ext cx="307777" cy="307777"/>
          </a:xfrm>
          <a:prstGeom prst="rect">
            <a:avLst/>
          </a:prstGeom>
        </p:spPr>
      </p:pic>
      <p:sp>
        <p:nvSpPr>
          <p:cNvPr id="120" name="Title 119">
            <a:extLst>
              <a:ext uri="{FF2B5EF4-FFF2-40B4-BE49-F238E27FC236}">
                <a16:creationId xmlns:a16="http://schemas.microsoft.com/office/drawing/2014/main" id="{90874350-0D4C-19F3-8E37-F8C3921D6A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4" y="309736"/>
            <a:ext cx="11082528" cy="30777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>
            <a:spAutoFit/>
          </a:bodyPr>
          <a:lstStyle/>
          <a:p>
            <a:r>
              <a:rPr lang="en-US" sz="2000">
                <a:latin typeface="+mj-lt"/>
                <a:ea typeface="Georgia" pitchFamily="34" charset="-122"/>
                <a:cs typeface="Georgia" pitchFamily="34" charset="-120"/>
              </a:rPr>
              <a:t>Global and regional banks investing in SME banking extensively</a:t>
            </a:r>
            <a:endParaRPr lang="en-US" sz="2000">
              <a:latin typeface="+mj-lt"/>
            </a:endParaRPr>
          </a:p>
        </p:txBody>
      </p:sp>
      <p:sp>
        <p:nvSpPr>
          <p:cNvPr id="122" name="1. On-page tracker">
            <a:extLst>
              <a:ext uri="{FF2B5EF4-FFF2-40B4-BE49-F238E27FC236}">
                <a16:creationId xmlns:a16="http://schemas.microsoft.com/office/drawing/2014/main" id="{FF34B7E1-6FBE-C596-ED70-A826CB026663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3"/>
            </p:custDataLst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latin typeface="+mn-lt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878851C8-585B-7BFE-1F68-C78A451E4694}"/>
              </a:ext>
            </a:extLst>
          </p:cNvPr>
          <p:cNvSpPr txBox="1">
            <a:spLocks/>
          </p:cNvSpPr>
          <p:nvPr/>
        </p:nvSpPr>
        <p:spPr>
          <a:xfrm>
            <a:off x="9995457" y="312188"/>
            <a:ext cx="1477969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1" i="0" u="none" strike="noStrike" kern="1200" cap="none" spc="0" normalizeH="0" baseline="0" noProof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+mn-lt"/>
                <a:ea typeface="Tahoma" panose="020B0604030504040204" pitchFamily="34" charset="0"/>
                <a:cs typeface="Tahoma" panose="020B0604030504040204" pitchFamily="34" charset="0"/>
              </a:rPr>
              <a:t>Immediately effecting:</a:t>
            </a:r>
          </a:p>
        </p:txBody>
      </p:sp>
      <p:sp>
        <p:nvSpPr>
          <p:cNvPr id="45" name="Text 43"/>
          <p:cNvSpPr>
            <a:spLocks/>
          </p:cNvSpPr>
          <p:nvPr/>
        </p:nvSpPr>
        <p:spPr>
          <a:xfrm>
            <a:off x="1862672" y="1383005"/>
            <a:ext cx="1941618" cy="461921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Ecosystem-led value chain banking</a:t>
            </a: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 by leveraging anchor counterparties and supplier data</a:t>
            </a:r>
            <a:endParaRPr lang="en-US" sz="1000"/>
          </a:p>
        </p:txBody>
      </p:sp>
      <p:sp>
        <p:nvSpPr>
          <p:cNvPr id="46" name="Text 44"/>
          <p:cNvSpPr>
            <a:spLocks/>
          </p:cNvSpPr>
          <p:nvPr/>
        </p:nvSpPr>
        <p:spPr>
          <a:xfrm>
            <a:off x="3933271" y="1383005"/>
            <a:ext cx="4867301" cy="461972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r>
              <a:rPr lang="en-US" sz="1000"/>
              <a:t>SME proposition built around anchor buyers, suppliers, marketplaces or platforms, using verified trade flows, invoices, purchase orders and payment history to originate, onboard, underwrite and cross-sell SMEs</a:t>
            </a:r>
          </a:p>
        </p:txBody>
      </p:sp>
      <p:pic>
        <p:nvPicPr>
          <p:cNvPr id="138" name="Picture 137">
            <a:extLst>
              <a:ext uri="{FF2B5EF4-FFF2-40B4-BE49-F238E27FC236}">
                <a16:creationId xmlns:a16="http://schemas.microsoft.com/office/drawing/2014/main" id="{86D11C99-65D0-FF1C-7B7B-3343ED53291D}"/>
              </a:ext>
            </a:extLst>
          </p:cNvPr>
          <p:cNvPicPr>
            <a:picLocks noChangeAspect="1"/>
          </p:cNvPicPr>
          <p:nvPr/>
        </p:nvPicPr>
        <p:blipFill>
          <a:blip r:embed="rId23"/>
          <a:srcRect l="12007" t="26662" r="12007" b="26662"/>
          <a:stretch>
            <a:fillRect/>
          </a:stretch>
        </p:blipFill>
        <p:spPr>
          <a:xfrm>
            <a:off x="10838969" y="1408834"/>
            <a:ext cx="808414" cy="177625"/>
          </a:xfrm>
          <a:prstGeom prst="rect">
            <a:avLst/>
          </a:prstGeom>
        </p:spPr>
      </p:pic>
      <p:pic>
        <p:nvPicPr>
          <p:cNvPr id="144" name="Picture 2" descr="BBVA | The digital bank of the 21st century">
            <a:extLst>
              <a:ext uri="{FF2B5EF4-FFF2-40B4-BE49-F238E27FC236}">
                <a16:creationId xmlns:a16="http://schemas.microsoft.com/office/drawing/2014/main" id="{E2D5774D-DF00-39D1-380B-FBEB5078ED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64856" y="1654775"/>
            <a:ext cx="464610" cy="1388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2" name="Picture 151">
            <a:extLst>
              <a:ext uri="{FF2B5EF4-FFF2-40B4-BE49-F238E27FC236}">
                <a16:creationId xmlns:a16="http://schemas.microsoft.com/office/drawing/2014/main" id="{3A0DD7A7-CACA-78A3-7FE2-996A3EE79E75}"/>
              </a:ext>
            </a:extLst>
          </p:cNvPr>
          <p:cNvPicPr>
            <a:picLocks/>
          </p:cNvPicPr>
          <p:nvPr/>
        </p:nvPicPr>
        <p:blipFill>
          <a:blip r:embed="rId25"/>
          <a:stretch>
            <a:fillRect/>
          </a:stretch>
        </p:blipFill>
        <p:spPr>
          <a:xfrm>
            <a:off x="9844080" y="1393237"/>
            <a:ext cx="320273" cy="208818"/>
          </a:xfrm>
          <a:prstGeom prst="rect">
            <a:avLst/>
          </a:prstGeom>
        </p:spPr>
      </p:pic>
      <p:pic>
        <p:nvPicPr>
          <p:cNvPr id="153" name="Picture 152">
            <a:extLst>
              <a:ext uri="{FF2B5EF4-FFF2-40B4-BE49-F238E27FC236}">
                <a16:creationId xmlns:a16="http://schemas.microsoft.com/office/drawing/2014/main" id="{F542FD34-B1EF-4E9F-E494-CABA80F12136}"/>
              </a:ext>
            </a:extLst>
          </p:cNvPr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0262997" y="1383470"/>
            <a:ext cx="477327" cy="228352"/>
          </a:xfrm>
          <a:prstGeom prst="rect">
            <a:avLst/>
          </a:prstGeom>
        </p:spPr>
      </p:pic>
      <p:pic>
        <p:nvPicPr>
          <p:cNvPr id="155" name="Picture 154">
            <a:extLst>
              <a:ext uri="{FF2B5EF4-FFF2-40B4-BE49-F238E27FC236}">
                <a16:creationId xmlns:a16="http://schemas.microsoft.com/office/drawing/2014/main" id="{75285A83-5670-D195-9285-D617E9A08046}"/>
              </a:ext>
            </a:extLst>
          </p:cNvPr>
          <p:cNvPicPr>
            <a:picLocks noChangeAspect="1"/>
          </p:cNvPicPr>
          <p:nvPr/>
        </p:nvPicPr>
        <p:blipFill>
          <a:blip r:embed="rId27"/>
          <a:srcRect l="4249" t="28584" r="4249" b="29257"/>
          <a:stretch>
            <a:fillRect/>
          </a:stretch>
        </p:blipFill>
        <p:spPr>
          <a:xfrm>
            <a:off x="9650481" y="1609043"/>
            <a:ext cx="554330" cy="255413"/>
          </a:xfrm>
          <a:prstGeom prst="rect">
            <a:avLst/>
          </a:prstGeom>
        </p:spPr>
      </p:pic>
      <p:pic>
        <p:nvPicPr>
          <p:cNvPr id="156" name="Picture 155">
            <a:extLst>
              <a:ext uri="{FF2B5EF4-FFF2-40B4-BE49-F238E27FC236}">
                <a16:creationId xmlns:a16="http://schemas.microsoft.com/office/drawing/2014/main" id="{C75E2691-FF55-37C9-2411-B2ACB56ED779}"/>
              </a:ext>
            </a:extLst>
          </p:cNvPr>
          <p:cNvPicPr>
            <a:picLocks/>
          </p:cNvPicPr>
          <p:nvPr/>
        </p:nvPicPr>
        <p:blipFill>
          <a:blip r:embed="rId28"/>
          <a:srcRect t="21307" b="21307"/>
          <a:stretch>
            <a:fillRect/>
          </a:stretch>
        </p:blipFill>
        <p:spPr>
          <a:xfrm>
            <a:off x="9035143" y="1383005"/>
            <a:ext cx="710293" cy="229282"/>
          </a:xfrm>
          <a:prstGeom prst="rect">
            <a:avLst/>
          </a:prstGeom>
        </p:spPr>
      </p:pic>
      <p:sp>
        <p:nvSpPr>
          <p:cNvPr id="51" name="Text 49"/>
          <p:cNvSpPr>
            <a:spLocks/>
          </p:cNvSpPr>
          <p:nvPr/>
        </p:nvSpPr>
        <p:spPr>
          <a:xfrm>
            <a:off x="1862672" y="1950404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Beyond-banking ecosystem</a:t>
            </a: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 / “business-in-a-box”</a:t>
            </a:r>
            <a:endParaRPr lang="en-US" sz="1000"/>
          </a:p>
        </p:txBody>
      </p:sp>
      <p:sp>
        <p:nvSpPr>
          <p:cNvPr id="52" name="Text 50"/>
          <p:cNvSpPr>
            <a:spLocks/>
          </p:cNvSpPr>
          <p:nvPr/>
        </p:nvSpPr>
        <p:spPr>
          <a:xfrm>
            <a:off x="3933271" y="1950404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Integrated SME operating platform combining banking with formation, accounting, invoicing, tax, payroll, legal, e-commerce, marketplace access and advisory services</a:t>
            </a:r>
            <a:endParaRPr lang="en-US" sz="1000"/>
          </a:p>
        </p:txBody>
      </p:sp>
      <p:pic>
        <p:nvPicPr>
          <p:cNvPr id="1026" name="Picture 2" descr="Welcome to RBC Personal Banking - RBC Royal Bank">
            <a:extLst>
              <a:ext uri="{FF2B5EF4-FFF2-40B4-BE49-F238E27FC236}">
                <a16:creationId xmlns:a16="http://schemas.microsoft.com/office/drawing/2014/main" id="{0D08B50B-361C-E995-9673-18AD7A49BB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14365" y="1956812"/>
            <a:ext cx="286827" cy="332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NatWest - Wikipedia, la enciclopedia libre">
            <a:extLst>
              <a:ext uri="{FF2B5EF4-FFF2-40B4-BE49-F238E27FC236}">
                <a16:creationId xmlns:a16="http://schemas.microsoft.com/office/drawing/2014/main" id="{807195E7-214E-9912-3B26-96D6C63272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35143" y="1950404"/>
            <a:ext cx="312776" cy="3449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2" name="Text 60"/>
          <p:cNvSpPr>
            <a:spLocks/>
          </p:cNvSpPr>
          <p:nvPr/>
        </p:nvSpPr>
        <p:spPr>
          <a:xfrm>
            <a:off x="1862672" y="2775315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Data-led instant working capital</a:t>
            </a:r>
            <a:endParaRPr lang="en-US" sz="1000"/>
          </a:p>
        </p:txBody>
      </p:sp>
      <p:sp>
        <p:nvSpPr>
          <p:cNvPr id="63" name="Text 61"/>
          <p:cNvSpPr>
            <a:spLocks/>
          </p:cNvSpPr>
          <p:nvPr/>
        </p:nvSpPr>
        <p:spPr>
          <a:xfrm>
            <a:off x="3933271" y="2775315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r>
              <a:rPr lang="en-US" sz="1000"/>
              <a:t>Pre-approved and dynamically sized working-capital limits using transaction, POS, invoice, tax, accounting, registry and behavioral data from ecosystem sources</a:t>
            </a:r>
          </a:p>
        </p:txBody>
      </p:sp>
      <p:pic>
        <p:nvPicPr>
          <p:cNvPr id="179" name="Picture 178" descr="Archivo:UOB Logo.svg - Wikipedia, la enciclopedia libre">
            <a:extLst>
              <a:ext uri="{FF2B5EF4-FFF2-40B4-BE49-F238E27FC236}">
                <a16:creationId xmlns:a16="http://schemas.microsoft.com/office/drawing/2014/main" id="{AD03B3DB-CF42-D096-97E2-4513D8F3FA6A}"/>
              </a:ext>
            </a:extLst>
          </p:cNvPr>
          <p:cNvPicPr>
            <a:picLocks/>
          </p:cNvPicPr>
          <p:nvPr/>
        </p:nvPicPr>
        <p:blipFill>
          <a:blip r:embed="rId31"/>
          <a:stretch>
            <a:fillRect/>
          </a:stretch>
        </p:blipFill>
        <p:spPr>
          <a:xfrm>
            <a:off x="9035143" y="2790468"/>
            <a:ext cx="707290" cy="198977"/>
          </a:xfrm>
          <a:prstGeom prst="rect">
            <a:avLst/>
          </a:prstGeom>
        </p:spPr>
      </p:pic>
      <p:pic>
        <p:nvPicPr>
          <p:cNvPr id="180" name="Picture 179">
            <a:extLst>
              <a:ext uri="{FF2B5EF4-FFF2-40B4-BE49-F238E27FC236}">
                <a16:creationId xmlns:a16="http://schemas.microsoft.com/office/drawing/2014/main" id="{4B3BB5B2-6615-4416-7C1E-6B03F975FEFE}"/>
              </a:ext>
            </a:extLst>
          </p:cNvPr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0094801" y="2775780"/>
            <a:ext cx="477327" cy="228352"/>
          </a:xfrm>
          <a:prstGeom prst="rect">
            <a:avLst/>
          </a:prstGeom>
        </p:spPr>
      </p:pic>
      <p:pic>
        <p:nvPicPr>
          <p:cNvPr id="181" name="Picture 180">
            <a:extLst>
              <a:ext uri="{FF2B5EF4-FFF2-40B4-BE49-F238E27FC236}">
                <a16:creationId xmlns:a16="http://schemas.microsoft.com/office/drawing/2014/main" id="{25D34A4A-E672-5926-B0BF-1B0109783C07}"/>
              </a:ext>
            </a:extLst>
          </p:cNvPr>
          <p:cNvPicPr>
            <a:picLocks/>
          </p:cNvPicPr>
          <p:nvPr/>
        </p:nvPicPr>
        <p:blipFill>
          <a:blip r:embed="rId28"/>
          <a:srcRect t="21307" b="21307"/>
          <a:stretch>
            <a:fillRect/>
          </a:stretch>
        </p:blipFill>
        <p:spPr>
          <a:xfrm>
            <a:off x="10924495" y="2775315"/>
            <a:ext cx="710293" cy="229282"/>
          </a:xfrm>
          <a:prstGeom prst="rect">
            <a:avLst/>
          </a:prstGeom>
        </p:spPr>
      </p:pic>
      <p:sp>
        <p:nvSpPr>
          <p:cNvPr id="68" name="Text 66"/>
          <p:cNvSpPr>
            <a:spLocks/>
          </p:cNvSpPr>
          <p:nvPr/>
        </p:nvSpPr>
        <p:spPr>
          <a:xfrm>
            <a:off x="1862672" y="3170845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Cash-flow intelligence</a:t>
            </a: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 / CFO-lite tools</a:t>
            </a:r>
            <a:endParaRPr lang="en-US" sz="1000"/>
          </a:p>
        </p:txBody>
      </p:sp>
      <p:sp>
        <p:nvSpPr>
          <p:cNvPr id="69" name="Text 67"/>
          <p:cNvSpPr>
            <a:spLocks/>
          </p:cNvSpPr>
          <p:nvPr/>
        </p:nvSpPr>
        <p:spPr>
          <a:xfrm>
            <a:off x="3933271" y="3170845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Client-facing cash-flow tools that forecast liquidity, monitor receivables and payables, flag expense or funding risks, and recommend next-best actions for SME owners</a:t>
            </a:r>
            <a:endParaRPr lang="en-US" sz="1000"/>
          </a:p>
        </p:txBody>
      </p:sp>
      <p:pic>
        <p:nvPicPr>
          <p:cNvPr id="1032" name="Picture 8" descr="Lloyds Bank investment platform review - Which?">
            <a:extLst>
              <a:ext uri="{FF2B5EF4-FFF2-40B4-BE49-F238E27FC236}">
                <a16:creationId xmlns:a16="http://schemas.microsoft.com/office/drawing/2014/main" id="{6A121647-AA1D-BDAA-1532-29B140F72E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35143" y="3184770"/>
            <a:ext cx="568737" cy="2843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2" name="Picture 181">
            <a:extLst>
              <a:ext uri="{FF2B5EF4-FFF2-40B4-BE49-F238E27FC236}">
                <a16:creationId xmlns:a16="http://schemas.microsoft.com/office/drawing/2014/main" id="{370894F1-0D14-6456-4D46-724D74A4F76A}"/>
              </a:ext>
            </a:extLst>
          </p:cNvPr>
          <p:cNvPicPr>
            <a:picLocks/>
          </p:cNvPicPr>
          <p:nvPr/>
        </p:nvPicPr>
        <p:blipFill>
          <a:blip r:embed="rId28"/>
          <a:srcRect t="21307" b="21307"/>
          <a:stretch>
            <a:fillRect/>
          </a:stretch>
        </p:blipFill>
        <p:spPr>
          <a:xfrm>
            <a:off x="9915951" y="3212314"/>
            <a:ext cx="710293" cy="229282"/>
          </a:xfrm>
          <a:prstGeom prst="rect">
            <a:avLst/>
          </a:prstGeom>
        </p:spPr>
      </p:pic>
      <p:pic>
        <p:nvPicPr>
          <p:cNvPr id="1034" name="Picture 10" descr="Bank of America anuncia los resultados financieros del tercer trimestre de  2025">
            <a:extLst>
              <a:ext uri="{FF2B5EF4-FFF2-40B4-BE49-F238E27FC236}">
                <a16:creationId xmlns:a16="http://schemas.microsoft.com/office/drawing/2014/main" id="{02A24637-6D87-C180-41F7-0F1BC467A8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38315" y="3170845"/>
            <a:ext cx="571775" cy="31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" name="Text 72"/>
          <p:cNvSpPr>
            <a:spLocks/>
          </p:cNvSpPr>
          <p:nvPr/>
        </p:nvSpPr>
        <p:spPr>
          <a:xfrm>
            <a:off x="1862672" y="3569013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Supply-chain finance </a:t>
            </a: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product expansion</a:t>
            </a:r>
            <a:endParaRPr lang="en-US" sz="1000"/>
          </a:p>
        </p:txBody>
      </p:sp>
      <p:sp>
        <p:nvSpPr>
          <p:cNvPr id="75" name="Text 73"/>
          <p:cNvSpPr>
            <a:spLocks/>
          </p:cNvSpPr>
          <p:nvPr/>
        </p:nvSpPr>
        <p:spPr>
          <a:xfrm>
            <a:off x="3933271" y="3569012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r>
              <a:rPr lang="en-US" sz="1000"/>
              <a:t>Broader anchor-led supply-chain finance suite covering reverse factoring, approved-payables finance, dynamic discounting, distributor finance</a:t>
            </a:r>
          </a:p>
        </p:txBody>
      </p:sp>
      <p:pic>
        <p:nvPicPr>
          <p:cNvPr id="183" name="Picture 10" descr="Bank of America anuncia los resultados financieros del tercer trimestre de  2025">
            <a:extLst>
              <a:ext uri="{FF2B5EF4-FFF2-40B4-BE49-F238E27FC236}">
                <a16:creationId xmlns:a16="http://schemas.microsoft.com/office/drawing/2014/main" id="{41FCFB9E-C411-634B-6E2E-B2141FABE2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07607" y="3569013"/>
            <a:ext cx="571775" cy="31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6" name="Picture 12" descr="Chase Bank | Midtown East">
            <a:extLst>
              <a:ext uri="{FF2B5EF4-FFF2-40B4-BE49-F238E27FC236}">
                <a16:creationId xmlns:a16="http://schemas.microsoft.com/office/drawing/2014/main" id="{794BD1CA-F17A-6702-3A14-3D19BE8EC42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6625" b="33641"/>
          <a:stretch>
            <a:fillRect/>
          </a:stretch>
        </p:blipFill>
        <p:spPr bwMode="auto">
          <a:xfrm>
            <a:off x="9035144" y="3600168"/>
            <a:ext cx="628959" cy="2499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8" name="Picture 14" descr="OCBC Bank Malaysia - Personal Banking, Business Banking, Wealth Management">
            <a:extLst>
              <a:ext uri="{FF2B5EF4-FFF2-40B4-BE49-F238E27FC236}">
                <a16:creationId xmlns:a16="http://schemas.microsoft.com/office/drawing/2014/main" id="{E9668123-625E-6F67-88BC-6B419F23F7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25801" y="3615269"/>
            <a:ext cx="820109" cy="2197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" name="Text 78"/>
          <p:cNvSpPr>
            <a:spLocks/>
          </p:cNvSpPr>
          <p:nvPr/>
        </p:nvSpPr>
        <p:spPr>
          <a:xfrm>
            <a:off x="1862672" y="3967180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Segment-specific packs</a:t>
            </a: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 and verticalization</a:t>
            </a:r>
            <a:endParaRPr lang="en-US" sz="1000"/>
          </a:p>
        </p:txBody>
      </p:sp>
      <p:sp>
        <p:nvSpPr>
          <p:cNvPr id="81" name="Text 79"/>
          <p:cNvSpPr>
            <a:spLocks/>
          </p:cNvSpPr>
          <p:nvPr/>
        </p:nvSpPr>
        <p:spPr>
          <a:xfrm>
            <a:off x="3933271" y="3967180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Tailored propositions, pricing, onboarding, advice and credit policies for archetypes such as sole traders, merchants, exporters and e-commerce sellers</a:t>
            </a:r>
            <a:endParaRPr lang="en-US" sz="1000"/>
          </a:p>
        </p:txBody>
      </p:sp>
      <p:pic>
        <p:nvPicPr>
          <p:cNvPr id="184" name="Picture 183">
            <a:extLst>
              <a:ext uri="{FF2B5EF4-FFF2-40B4-BE49-F238E27FC236}">
                <a16:creationId xmlns:a16="http://schemas.microsoft.com/office/drawing/2014/main" id="{FB631F38-4321-69BD-AF14-3EA5989DEC66}"/>
              </a:ext>
            </a:extLst>
          </p:cNvPr>
          <p:cNvPicPr>
            <a:picLocks/>
          </p:cNvPicPr>
          <p:nvPr/>
        </p:nvPicPr>
        <p:blipFill>
          <a:blip r:embed="rId28"/>
          <a:srcRect t="21307" b="21307"/>
          <a:stretch>
            <a:fillRect/>
          </a:stretch>
        </p:blipFill>
        <p:spPr>
          <a:xfrm>
            <a:off x="9000268" y="4042225"/>
            <a:ext cx="710293" cy="229282"/>
          </a:xfrm>
          <a:prstGeom prst="rect">
            <a:avLst/>
          </a:prstGeom>
        </p:spPr>
      </p:pic>
      <p:pic>
        <p:nvPicPr>
          <p:cNvPr id="185" name="Picture 184">
            <a:extLst>
              <a:ext uri="{FF2B5EF4-FFF2-40B4-BE49-F238E27FC236}">
                <a16:creationId xmlns:a16="http://schemas.microsoft.com/office/drawing/2014/main" id="{4B862CD8-E493-10C2-3E0D-C8E22643B2B0}"/>
              </a:ext>
            </a:extLst>
          </p:cNvPr>
          <p:cNvPicPr>
            <a:picLocks noChangeAspect="1"/>
          </p:cNvPicPr>
          <p:nvPr/>
        </p:nvPicPr>
        <p:blipFill>
          <a:blip r:embed="rId23"/>
          <a:srcRect l="12007" t="26662" r="12007" b="26662"/>
          <a:stretch>
            <a:fillRect/>
          </a:stretch>
        </p:blipFill>
        <p:spPr>
          <a:xfrm>
            <a:off x="9954877" y="4068054"/>
            <a:ext cx="808414" cy="177625"/>
          </a:xfrm>
          <a:prstGeom prst="rect">
            <a:avLst/>
          </a:prstGeom>
        </p:spPr>
      </p:pic>
      <p:sp>
        <p:nvSpPr>
          <p:cNvPr id="56" name="Text 54"/>
          <p:cNvSpPr>
            <a:spLocks/>
          </p:cNvSpPr>
          <p:nvPr/>
        </p:nvSpPr>
        <p:spPr>
          <a:xfrm>
            <a:off x="1862672" y="2381283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Frictionless digital onboarding</a:t>
            </a: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 and activation</a:t>
            </a:r>
            <a:endParaRPr lang="en-US" sz="1000"/>
          </a:p>
        </p:txBody>
      </p:sp>
      <p:sp>
        <p:nvSpPr>
          <p:cNvPr id="57" name="Text 55"/>
          <p:cNvSpPr>
            <a:spLocks/>
          </p:cNvSpPr>
          <p:nvPr/>
        </p:nvSpPr>
        <p:spPr>
          <a:xfrm>
            <a:off x="3933271" y="2381283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r>
              <a:rPr lang="en-US" sz="1000"/>
              <a:t>Fully digitized account opening, KYC, document submission and first-product activation</a:t>
            </a:r>
          </a:p>
        </p:txBody>
      </p:sp>
      <p:pic>
        <p:nvPicPr>
          <p:cNvPr id="1030" name="Picture 6" descr="Qatar National Bank (Q.P.S.C.) (United Kingdom) - Bank Profile">
            <a:extLst>
              <a:ext uri="{FF2B5EF4-FFF2-40B4-BE49-F238E27FC236}">
                <a16:creationId xmlns:a16="http://schemas.microsoft.com/office/drawing/2014/main" id="{F3057A87-78B4-1949-03D9-89D3070EC6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35143" y="2381283"/>
            <a:ext cx="712985" cy="2364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7" name="Picture 176" descr="Archivo:UOB Logo.svg - Wikipedia, la enciclopedia libre">
            <a:extLst>
              <a:ext uri="{FF2B5EF4-FFF2-40B4-BE49-F238E27FC236}">
                <a16:creationId xmlns:a16="http://schemas.microsoft.com/office/drawing/2014/main" id="{CE8A5CCB-2FE8-2A45-9278-20E96148FD2B}"/>
              </a:ext>
            </a:extLst>
          </p:cNvPr>
          <p:cNvPicPr>
            <a:picLocks/>
          </p:cNvPicPr>
          <p:nvPr/>
        </p:nvPicPr>
        <p:blipFill>
          <a:blip r:embed="rId31"/>
          <a:stretch>
            <a:fillRect/>
          </a:stretch>
        </p:blipFill>
        <p:spPr>
          <a:xfrm>
            <a:off x="9956387" y="2400015"/>
            <a:ext cx="707290" cy="198977"/>
          </a:xfrm>
          <a:prstGeom prst="rect">
            <a:avLst/>
          </a:prstGeom>
        </p:spPr>
      </p:pic>
      <p:pic>
        <p:nvPicPr>
          <p:cNvPr id="178" name="Picture 177" descr="French FinTech Qonto valued at $4.98bn | FinTech Alliance">
            <a:extLst>
              <a:ext uri="{FF2B5EF4-FFF2-40B4-BE49-F238E27FC236}">
                <a16:creationId xmlns:a16="http://schemas.microsoft.com/office/drawing/2014/main" id="{71B54B41-EC01-D042-D73D-9C15DFA9228C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871937" y="2395872"/>
            <a:ext cx="775446" cy="207262"/>
          </a:xfrm>
          <a:prstGeom prst="rect">
            <a:avLst/>
          </a:prstGeom>
        </p:spPr>
      </p:pic>
      <p:sp>
        <p:nvSpPr>
          <p:cNvPr id="85" name="Text 83"/>
          <p:cNvSpPr>
            <a:spLocks/>
          </p:cNvSpPr>
          <p:nvPr/>
        </p:nvSpPr>
        <p:spPr>
          <a:xfrm>
            <a:off x="1862672" y="4432501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Growth advisory, education</a:t>
            </a: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 and communities</a:t>
            </a:r>
            <a:endParaRPr lang="en-US" sz="1000"/>
          </a:p>
        </p:txBody>
      </p:sp>
      <p:sp>
        <p:nvSpPr>
          <p:cNvPr id="86" name="Text 84"/>
          <p:cNvSpPr>
            <a:spLocks/>
          </p:cNvSpPr>
          <p:nvPr/>
        </p:nvSpPr>
        <p:spPr>
          <a:xfrm>
            <a:off x="3933271" y="4432501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r>
              <a:rPr lang="en-US" sz="1000"/>
              <a:t>Relationship-deepening model offering training, coaching, expert access, peer communities, sector insights and partner referrals to support SME growth</a:t>
            </a:r>
          </a:p>
        </p:txBody>
      </p:sp>
      <p:pic>
        <p:nvPicPr>
          <p:cNvPr id="187" name="Picture 4" descr="NatWest - Wikipedia, la enciclopedia libre">
            <a:extLst>
              <a:ext uri="{FF2B5EF4-FFF2-40B4-BE49-F238E27FC236}">
                <a16:creationId xmlns:a16="http://schemas.microsoft.com/office/drawing/2014/main" id="{65843A52-C809-B3AD-CBC8-7613A5446B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35144" y="4442258"/>
            <a:ext cx="312776" cy="3449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8" name="Picture 187" descr="Wells Fargo - Wikipedia">
            <a:extLst>
              <a:ext uri="{FF2B5EF4-FFF2-40B4-BE49-F238E27FC236}">
                <a16:creationId xmlns:a16="http://schemas.microsoft.com/office/drawing/2014/main" id="{16965E55-106D-463A-EFF7-014150FC6D90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9796123" y="4432501"/>
            <a:ext cx="364446" cy="364446"/>
          </a:xfrm>
          <a:prstGeom prst="rect">
            <a:avLst/>
          </a:prstGeom>
        </p:spPr>
      </p:pic>
      <p:sp>
        <p:nvSpPr>
          <p:cNvPr id="96" name="Text 94"/>
          <p:cNvSpPr>
            <a:spLocks/>
          </p:cNvSpPr>
          <p:nvPr/>
        </p:nvSpPr>
        <p:spPr>
          <a:xfrm>
            <a:off x="1862672" y="5735530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AI / straight-through risk</a:t>
            </a: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 and service factory</a:t>
            </a:r>
            <a:endParaRPr lang="en-US" sz="1000"/>
          </a:p>
        </p:txBody>
      </p:sp>
      <p:sp>
        <p:nvSpPr>
          <p:cNvPr id="97" name="Text 95"/>
          <p:cNvSpPr>
            <a:spLocks/>
          </p:cNvSpPr>
          <p:nvPr/>
        </p:nvSpPr>
        <p:spPr>
          <a:xfrm>
            <a:off x="3933271" y="5735530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r>
              <a:rPr lang="en-US" sz="1000"/>
              <a:t>Automated operating model for onboarding, KYC, document processing, eligibility checks, credit decisioning, with human intervention only for exceptions</a:t>
            </a:r>
          </a:p>
        </p:txBody>
      </p:sp>
      <p:pic>
        <p:nvPicPr>
          <p:cNvPr id="1025" name="Picture 1024">
            <a:extLst>
              <a:ext uri="{FF2B5EF4-FFF2-40B4-BE49-F238E27FC236}">
                <a16:creationId xmlns:a16="http://schemas.microsoft.com/office/drawing/2014/main" id="{FA9B08B0-0954-97AE-FFC4-65BFC5FB9656}"/>
              </a:ext>
            </a:extLst>
          </p:cNvPr>
          <p:cNvPicPr>
            <a:picLocks/>
          </p:cNvPicPr>
          <p:nvPr/>
        </p:nvPicPr>
        <p:blipFill>
          <a:blip r:embed="rId28"/>
          <a:srcRect t="21307" b="21307"/>
          <a:stretch>
            <a:fillRect/>
          </a:stretch>
        </p:blipFill>
        <p:spPr>
          <a:xfrm>
            <a:off x="9000268" y="5758732"/>
            <a:ext cx="710293" cy="229282"/>
          </a:xfrm>
          <a:prstGeom prst="rect">
            <a:avLst/>
          </a:prstGeom>
        </p:spPr>
      </p:pic>
      <p:pic>
        <p:nvPicPr>
          <p:cNvPr id="1027" name="Picture 1026">
            <a:extLst>
              <a:ext uri="{FF2B5EF4-FFF2-40B4-BE49-F238E27FC236}">
                <a16:creationId xmlns:a16="http://schemas.microsoft.com/office/drawing/2014/main" id="{A55AA6B5-4CEF-8645-3680-8F6F2AAA6603}"/>
              </a:ext>
            </a:extLst>
          </p:cNvPr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757655" y="5759197"/>
            <a:ext cx="477327" cy="228352"/>
          </a:xfrm>
          <a:prstGeom prst="rect">
            <a:avLst/>
          </a:prstGeom>
        </p:spPr>
      </p:pic>
      <p:pic>
        <p:nvPicPr>
          <p:cNvPr id="1029" name="Picture 1028">
            <a:extLst>
              <a:ext uri="{FF2B5EF4-FFF2-40B4-BE49-F238E27FC236}">
                <a16:creationId xmlns:a16="http://schemas.microsoft.com/office/drawing/2014/main" id="{FDBFF519-9A27-C4C0-D645-D882DE50865F}"/>
              </a:ext>
            </a:extLst>
          </p:cNvPr>
          <p:cNvPicPr>
            <a:picLocks noChangeAspect="1"/>
          </p:cNvPicPr>
          <p:nvPr/>
        </p:nvPicPr>
        <p:blipFill>
          <a:blip r:embed="rId27"/>
          <a:srcRect l="4249" t="28584" r="4249" b="29257"/>
          <a:stretch>
            <a:fillRect/>
          </a:stretch>
        </p:blipFill>
        <p:spPr>
          <a:xfrm>
            <a:off x="10282076" y="5735530"/>
            <a:ext cx="598328" cy="275686"/>
          </a:xfrm>
          <a:prstGeom prst="rect">
            <a:avLst/>
          </a:prstGeom>
        </p:spPr>
      </p:pic>
      <p:pic>
        <p:nvPicPr>
          <p:cNvPr id="1031" name="Picture 1030" descr="Archivo:UOB Logo.svg - Wikipedia, la enciclopedia libre">
            <a:extLst>
              <a:ext uri="{FF2B5EF4-FFF2-40B4-BE49-F238E27FC236}">
                <a16:creationId xmlns:a16="http://schemas.microsoft.com/office/drawing/2014/main" id="{06B0801C-0EB0-F20C-3563-A94EB3B48ED4}"/>
              </a:ext>
            </a:extLst>
          </p:cNvPr>
          <p:cNvPicPr>
            <a:picLocks/>
          </p:cNvPicPr>
          <p:nvPr/>
        </p:nvPicPr>
        <p:blipFill>
          <a:blip r:embed="rId31"/>
          <a:stretch>
            <a:fillRect/>
          </a:stretch>
        </p:blipFill>
        <p:spPr>
          <a:xfrm>
            <a:off x="10927498" y="5773884"/>
            <a:ext cx="707290" cy="198977"/>
          </a:xfrm>
          <a:prstGeom prst="rect">
            <a:avLst/>
          </a:prstGeom>
        </p:spPr>
      </p:pic>
      <p:sp>
        <p:nvSpPr>
          <p:cNvPr id="91" name="Text 89"/>
          <p:cNvSpPr>
            <a:spLocks/>
          </p:cNvSpPr>
          <p:nvPr/>
        </p:nvSpPr>
        <p:spPr>
          <a:xfrm>
            <a:off x="1862672" y="5337363"/>
            <a:ext cx="1941618" cy="154145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Unified SME data layer</a:t>
            </a:r>
            <a:endParaRPr lang="en-US" sz="1000"/>
          </a:p>
        </p:txBody>
      </p:sp>
      <p:sp>
        <p:nvSpPr>
          <p:cNvPr id="92" name="Text 90"/>
          <p:cNvSpPr>
            <a:spLocks/>
          </p:cNvSpPr>
          <p:nvPr/>
        </p:nvSpPr>
        <p:spPr>
          <a:xfrm>
            <a:off x="3933271" y="5337362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Single SME profile built from banking, accounting, e-invoicing, POS, tax, registry, bureau and ownership data, powering personalization, credit and servicing</a:t>
            </a:r>
            <a:endParaRPr lang="en-US" sz="1000"/>
          </a:p>
        </p:txBody>
      </p:sp>
      <p:pic>
        <p:nvPicPr>
          <p:cNvPr id="189" name="Picture 188">
            <a:extLst>
              <a:ext uri="{FF2B5EF4-FFF2-40B4-BE49-F238E27FC236}">
                <a16:creationId xmlns:a16="http://schemas.microsoft.com/office/drawing/2014/main" id="{1877BA79-1CA9-9426-076B-D5005DB70FEA}"/>
              </a:ext>
            </a:extLst>
          </p:cNvPr>
          <p:cNvPicPr>
            <a:picLocks/>
          </p:cNvPicPr>
          <p:nvPr/>
        </p:nvPicPr>
        <p:blipFill>
          <a:blip r:embed="rId28"/>
          <a:srcRect t="21307" b="21307"/>
          <a:stretch>
            <a:fillRect/>
          </a:stretch>
        </p:blipFill>
        <p:spPr>
          <a:xfrm>
            <a:off x="9000268" y="5378832"/>
            <a:ext cx="710293" cy="229282"/>
          </a:xfrm>
          <a:prstGeom prst="rect">
            <a:avLst/>
          </a:prstGeom>
        </p:spPr>
      </p:pic>
      <p:pic>
        <p:nvPicPr>
          <p:cNvPr id="190" name="Picture 8" descr="Lloyds Bank investment platform review - Which?">
            <a:extLst>
              <a:ext uri="{FF2B5EF4-FFF2-40B4-BE49-F238E27FC236}">
                <a16:creationId xmlns:a16="http://schemas.microsoft.com/office/drawing/2014/main" id="{AE9125F4-3DBF-5CD3-3BF1-24C7814F6A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36036" y="5351288"/>
            <a:ext cx="568737" cy="2843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1" name="Picture 10" descr="Bank of America anuncia los resultados financieros del tercer trimestre de  2025">
            <a:extLst>
              <a:ext uri="{FF2B5EF4-FFF2-40B4-BE49-F238E27FC236}">
                <a16:creationId xmlns:a16="http://schemas.microsoft.com/office/drawing/2014/main" id="{0F71BCE3-BFDE-0CB1-C335-375471E887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30248" y="5337363"/>
            <a:ext cx="571775" cy="31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" name="Picture 1023" descr="Archivo:UOB Logo.svg - Wikipedia, la enciclopedia libre">
            <a:extLst>
              <a:ext uri="{FF2B5EF4-FFF2-40B4-BE49-F238E27FC236}">
                <a16:creationId xmlns:a16="http://schemas.microsoft.com/office/drawing/2014/main" id="{BC618A9B-9E9B-81D3-1609-77FACA9EF117}"/>
              </a:ext>
            </a:extLst>
          </p:cNvPr>
          <p:cNvPicPr>
            <a:picLocks/>
          </p:cNvPicPr>
          <p:nvPr/>
        </p:nvPicPr>
        <p:blipFill>
          <a:blip r:embed="rId31"/>
          <a:stretch>
            <a:fillRect/>
          </a:stretch>
        </p:blipFill>
        <p:spPr>
          <a:xfrm>
            <a:off x="10927498" y="5393984"/>
            <a:ext cx="707290" cy="198977"/>
          </a:xfrm>
          <a:prstGeom prst="rect">
            <a:avLst/>
          </a:prstGeom>
        </p:spPr>
      </p:pic>
      <p:sp>
        <p:nvSpPr>
          <p:cNvPr id="41" name="Shape 39"/>
          <p:cNvSpPr>
            <a:spLocks/>
          </p:cNvSpPr>
          <p:nvPr/>
        </p:nvSpPr>
        <p:spPr>
          <a:xfrm>
            <a:off x="1152291" y="1383005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42" name="Shape 40"/>
          <p:cNvSpPr>
            <a:spLocks/>
          </p:cNvSpPr>
          <p:nvPr/>
        </p:nvSpPr>
        <p:spPr>
          <a:xfrm>
            <a:off x="1322252" y="1383005"/>
            <a:ext cx="138866" cy="138866"/>
          </a:xfrm>
          <a:prstGeom prst="ellipse">
            <a:avLst/>
          </a:prstGeom>
          <a:solidFill>
            <a:srgbClr val="0A6947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43" name="Shape 41"/>
          <p:cNvSpPr>
            <a:spLocks/>
          </p:cNvSpPr>
          <p:nvPr/>
        </p:nvSpPr>
        <p:spPr>
          <a:xfrm>
            <a:off x="1152291" y="1553721"/>
            <a:ext cx="138866" cy="138866"/>
          </a:xfrm>
          <a:prstGeom prst="ellipse">
            <a:avLst/>
          </a:prstGeom>
          <a:solidFill>
            <a:srgbClr val="9C9C9C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44" name="Shape 42"/>
          <p:cNvSpPr>
            <a:spLocks/>
          </p:cNvSpPr>
          <p:nvPr/>
        </p:nvSpPr>
        <p:spPr>
          <a:xfrm>
            <a:off x="1322252" y="1553721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48" name="Shape 46"/>
          <p:cNvSpPr>
            <a:spLocks/>
          </p:cNvSpPr>
          <p:nvPr/>
        </p:nvSpPr>
        <p:spPr>
          <a:xfrm>
            <a:off x="1152291" y="1950404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49" name="Shape 47"/>
          <p:cNvSpPr>
            <a:spLocks/>
          </p:cNvSpPr>
          <p:nvPr/>
        </p:nvSpPr>
        <p:spPr>
          <a:xfrm>
            <a:off x="1322252" y="2035762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50" name="Shape 48"/>
          <p:cNvSpPr>
            <a:spLocks/>
          </p:cNvSpPr>
          <p:nvPr/>
        </p:nvSpPr>
        <p:spPr>
          <a:xfrm>
            <a:off x="1152291" y="2121120"/>
            <a:ext cx="138866" cy="138866"/>
          </a:xfrm>
          <a:prstGeom prst="ellipse">
            <a:avLst/>
          </a:prstGeom>
          <a:solidFill>
            <a:srgbClr val="9C9C9C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59" name="Shape 57"/>
          <p:cNvSpPr>
            <a:spLocks/>
          </p:cNvSpPr>
          <p:nvPr/>
        </p:nvSpPr>
        <p:spPr>
          <a:xfrm>
            <a:off x="1152291" y="2775315"/>
            <a:ext cx="138866" cy="138866"/>
          </a:xfrm>
          <a:prstGeom prst="ellipse">
            <a:avLst/>
          </a:prstGeom>
          <a:solidFill>
            <a:srgbClr val="0A6947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60" name="Shape 58"/>
          <p:cNvSpPr>
            <a:spLocks/>
          </p:cNvSpPr>
          <p:nvPr/>
        </p:nvSpPr>
        <p:spPr>
          <a:xfrm>
            <a:off x="1322252" y="2860673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61" name="Shape 59"/>
          <p:cNvSpPr>
            <a:spLocks/>
          </p:cNvSpPr>
          <p:nvPr/>
        </p:nvSpPr>
        <p:spPr>
          <a:xfrm>
            <a:off x="1152291" y="2946031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65" name="Shape 63"/>
          <p:cNvSpPr>
            <a:spLocks/>
          </p:cNvSpPr>
          <p:nvPr/>
        </p:nvSpPr>
        <p:spPr>
          <a:xfrm>
            <a:off x="1152291" y="3170845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66" name="Shape 64"/>
          <p:cNvSpPr>
            <a:spLocks/>
          </p:cNvSpPr>
          <p:nvPr/>
        </p:nvSpPr>
        <p:spPr>
          <a:xfrm>
            <a:off x="1322252" y="3256203"/>
            <a:ext cx="138866" cy="138866"/>
          </a:xfrm>
          <a:prstGeom prst="ellipse">
            <a:avLst/>
          </a:prstGeom>
          <a:solidFill>
            <a:srgbClr val="0A6947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67" name="Shape 65"/>
          <p:cNvSpPr>
            <a:spLocks/>
          </p:cNvSpPr>
          <p:nvPr/>
        </p:nvSpPr>
        <p:spPr>
          <a:xfrm>
            <a:off x="1152291" y="3341561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71" name="Shape 69"/>
          <p:cNvSpPr>
            <a:spLocks/>
          </p:cNvSpPr>
          <p:nvPr/>
        </p:nvSpPr>
        <p:spPr>
          <a:xfrm>
            <a:off x="1152291" y="3569013"/>
            <a:ext cx="138866" cy="138866"/>
          </a:xfrm>
          <a:prstGeom prst="ellipse">
            <a:avLst/>
          </a:prstGeom>
          <a:solidFill>
            <a:srgbClr val="9C9C9C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72" name="Shape 70"/>
          <p:cNvSpPr>
            <a:spLocks/>
          </p:cNvSpPr>
          <p:nvPr/>
        </p:nvSpPr>
        <p:spPr>
          <a:xfrm>
            <a:off x="1322252" y="3654371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73" name="Shape 71"/>
          <p:cNvSpPr>
            <a:spLocks/>
          </p:cNvSpPr>
          <p:nvPr/>
        </p:nvSpPr>
        <p:spPr>
          <a:xfrm>
            <a:off x="1152291" y="3739729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77" name="Shape 75"/>
          <p:cNvSpPr>
            <a:spLocks/>
          </p:cNvSpPr>
          <p:nvPr/>
        </p:nvSpPr>
        <p:spPr>
          <a:xfrm>
            <a:off x="1152291" y="3967180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78" name="Shape 76"/>
          <p:cNvSpPr>
            <a:spLocks/>
          </p:cNvSpPr>
          <p:nvPr/>
        </p:nvSpPr>
        <p:spPr>
          <a:xfrm>
            <a:off x="1322252" y="4052538"/>
            <a:ext cx="138866" cy="138866"/>
          </a:xfrm>
          <a:prstGeom prst="ellipse">
            <a:avLst/>
          </a:prstGeom>
          <a:solidFill>
            <a:srgbClr val="0A6947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79" name="Shape 77"/>
          <p:cNvSpPr>
            <a:spLocks/>
          </p:cNvSpPr>
          <p:nvPr/>
        </p:nvSpPr>
        <p:spPr>
          <a:xfrm>
            <a:off x="1152291" y="4137896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54" name="Shape 52"/>
          <p:cNvSpPr>
            <a:spLocks/>
          </p:cNvSpPr>
          <p:nvPr/>
        </p:nvSpPr>
        <p:spPr>
          <a:xfrm>
            <a:off x="1152291" y="2381283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55" name="Shape 53"/>
          <p:cNvSpPr>
            <a:spLocks/>
          </p:cNvSpPr>
          <p:nvPr/>
        </p:nvSpPr>
        <p:spPr>
          <a:xfrm>
            <a:off x="1322252" y="2381283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83" name="Shape 81"/>
          <p:cNvSpPr>
            <a:spLocks/>
          </p:cNvSpPr>
          <p:nvPr/>
        </p:nvSpPr>
        <p:spPr>
          <a:xfrm>
            <a:off x="1152291" y="4432501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84" name="Shape 82"/>
          <p:cNvSpPr>
            <a:spLocks/>
          </p:cNvSpPr>
          <p:nvPr/>
        </p:nvSpPr>
        <p:spPr>
          <a:xfrm>
            <a:off x="1322252" y="4432501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94" name="Shape 92"/>
          <p:cNvSpPr>
            <a:spLocks/>
          </p:cNvSpPr>
          <p:nvPr/>
        </p:nvSpPr>
        <p:spPr>
          <a:xfrm>
            <a:off x="1152291" y="5796490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95" name="Shape 93"/>
          <p:cNvSpPr>
            <a:spLocks/>
          </p:cNvSpPr>
          <p:nvPr/>
        </p:nvSpPr>
        <p:spPr>
          <a:xfrm>
            <a:off x="1322252" y="5796490"/>
            <a:ext cx="138866" cy="138866"/>
          </a:xfrm>
          <a:prstGeom prst="ellipse">
            <a:avLst/>
          </a:prstGeom>
          <a:solidFill>
            <a:srgbClr val="0A6947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88" name="Shape 86"/>
          <p:cNvSpPr>
            <a:spLocks/>
          </p:cNvSpPr>
          <p:nvPr/>
        </p:nvSpPr>
        <p:spPr>
          <a:xfrm>
            <a:off x="1152291" y="5337363"/>
            <a:ext cx="138866" cy="138866"/>
          </a:xfrm>
          <a:prstGeom prst="ellipse">
            <a:avLst/>
          </a:prstGeom>
          <a:solidFill>
            <a:srgbClr val="0A6947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89" name="Shape 87"/>
          <p:cNvSpPr>
            <a:spLocks/>
          </p:cNvSpPr>
          <p:nvPr/>
        </p:nvSpPr>
        <p:spPr>
          <a:xfrm>
            <a:off x="1322252" y="5422721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90" name="Shape 88"/>
          <p:cNvSpPr>
            <a:spLocks/>
          </p:cNvSpPr>
          <p:nvPr/>
        </p:nvSpPr>
        <p:spPr>
          <a:xfrm>
            <a:off x="1152291" y="5508079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99" name="Shape 97"/>
          <p:cNvSpPr>
            <a:spLocks/>
          </p:cNvSpPr>
          <p:nvPr/>
        </p:nvSpPr>
        <p:spPr>
          <a:xfrm>
            <a:off x="1152291" y="6129572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100" name="Shape 98"/>
          <p:cNvSpPr>
            <a:spLocks/>
          </p:cNvSpPr>
          <p:nvPr/>
        </p:nvSpPr>
        <p:spPr>
          <a:xfrm>
            <a:off x="1322252" y="6214930"/>
            <a:ext cx="138866" cy="138866"/>
          </a:xfrm>
          <a:prstGeom prst="ellipse">
            <a:avLst/>
          </a:prstGeom>
          <a:solidFill>
            <a:srgbClr val="3E82A0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101" name="Shape 99"/>
          <p:cNvSpPr>
            <a:spLocks/>
          </p:cNvSpPr>
          <p:nvPr/>
        </p:nvSpPr>
        <p:spPr>
          <a:xfrm>
            <a:off x="1152291" y="6300288"/>
            <a:ext cx="138866" cy="138866"/>
          </a:xfrm>
          <a:prstGeom prst="ellipse">
            <a:avLst/>
          </a:prstGeom>
          <a:solidFill>
            <a:srgbClr val="0A6947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102" name="Text 100"/>
          <p:cNvSpPr>
            <a:spLocks/>
          </p:cNvSpPr>
          <p:nvPr/>
        </p:nvSpPr>
        <p:spPr>
          <a:xfrm>
            <a:off x="1862672" y="6129572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Hybrid digital + relationship-manager model</a:t>
            </a:r>
            <a:endParaRPr lang="en-US" sz="1000"/>
          </a:p>
        </p:txBody>
      </p:sp>
      <p:sp>
        <p:nvSpPr>
          <p:cNvPr id="103" name="Text 101"/>
          <p:cNvSpPr>
            <a:spLocks/>
          </p:cNvSpPr>
          <p:nvPr/>
        </p:nvSpPr>
        <p:spPr>
          <a:xfrm>
            <a:off x="3933271" y="6129572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rgbClr val="141414"/>
                </a:solidFill>
                <a:ea typeface="Arial" pitchFamily="34" charset="-122"/>
                <a:cs typeface="Arial" pitchFamily="34" charset="-120"/>
              </a:rPr>
              <a:t>Digital self-service for simple needs, with analytics-enabled RMs covering complex SMEs, next-best actions, churn risk and cross-sell opportunities</a:t>
            </a:r>
            <a:endParaRPr lang="en-US" sz="1000"/>
          </a:p>
        </p:txBody>
      </p:sp>
      <p:pic>
        <p:nvPicPr>
          <p:cNvPr id="1033" name="Picture 1032">
            <a:extLst>
              <a:ext uri="{FF2B5EF4-FFF2-40B4-BE49-F238E27FC236}">
                <a16:creationId xmlns:a16="http://schemas.microsoft.com/office/drawing/2014/main" id="{783C2B72-9820-D1D0-FCE3-6C1C13292FEB}"/>
              </a:ext>
            </a:extLst>
          </p:cNvPr>
          <p:cNvPicPr>
            <a:picLocks/>
          </p:cNvPicPr>
          <p:nvPr/>
        </p:nvPicPr>
        <p:blipFill>
          <a:blip r:embed="rId28"/>
          <a:srcRect t="21307" b="21307"/>
          <a:stretch>
            <a:fillRect/>
          </a:stretch>
        </p:blipFill>
        <p:spPr>
          <a:xfrm>
            <a:off x="9000268" y="6187397"/>
            <a:ext cx="710293" cy="229282"/>
          </a:xfrm>
          <a:prstGeom prst="rect">
            <a:avLst/>
          </a:prstGeom>
        </p:spPr>
      </p:pic>
      <p:pic>
        <p:nvPicPr>
          <p:cNvPr id="1035" name="Picture 1034">
            <a:extLst>
              <a:ext uri="{FF2B5EF4-FFF2-40B4-BE49-F238E27FC236}">
                <a16:creationId xmlns:a16="http://schemas.microsoft.com/office/drawing/2014/main" id="{39029E5A-19D3-AD0D-7251-4AC1281595D4}"/>
              </a:ext>
            </a:extLst>
          </p:cNvPr>
          <p:cNvPicPr>
            <a:picLocks noChangeAspect="1"/>
          </p:cNvPicPr>
          <p:nvPr/>
        </p:nvPicPr>
        <p:blipFill>
          <a:blip r:embed="rId23"/>
          <a:srcRect l="12007" t="26662" r="12007" b="26662"/>
          <a:stretch>
            <a:fillRect/>
          </a:stretch>
        </p:blipFill>
        <p:spPr>
          <a:xfrm>
            <a:off x="9788661" y="6213225"/>
            <a:ext cx="808414" cy="177625"/>
          </a:xfrm>
          <a:prstGeom prst="rect">
            <a:avLst/>
          </a:prstGeom>
        </p:spPr>
      </p:pic>
      <p:pic>
        <p:nvPicPr>
          <p:cNvPr id="1037" name="Picture 4" descr="NatWest - Wikipedia, la enciclopedia libre">
            <a:extLst>
              <a:ext uri="{FF2B5EF4-FFF2-40B4-BE49-F238E27FC236}">
                <a16:creationId xmlns:a16="http://schemas.microsoft.com/office/drawing/2014/main" id="{E1D7636E-C1A8-66B2-3DAE-0199C7464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175" y="6129572"/>
            <a:ext cx="312776" cy="3449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9" name="Picture 8" descr="Lloyds Bank investment platform review - Which?">
            <a:extLst>
              <a:ext uri="{FF2B5EF4-FFF2-40B4-BE49-F238E27FC236}">
                <a16:creationId xmlns:a16="http://schemas.microsoft.com/office/drawing/2014/main" id="{1DB70696-5CD4-1E51-7F6C-C3036219C3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66051" y="6159853"/>
            <a:ext cx="568737" cy="2843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Shape 29">
            <a:extLst>
              <a:ext uri="{FF2B5EF4-FFF2-40B4-BE49-F238E27FC236}">
                <a16:creationId xmlns:a16="http://schemas.microsoft.com/office/drawing/2014/main" id="{E7917BBB-F26F-D650-FA2C-DBC00A62C1DA}"/>
              </a:ext>
            </a:extLst>
          </p:cNvPr>
          <p:cNvSpPr>
            <a:spLocks/>
          </p:cNvSpPr>
          <p:nvPr/>
        </p:nvSpPr>
        <p:spPr>
          <a:xfrm>
            <a:off x="1117833" y="4858819"/>
            <a:ext cx="10529550" cy="0"/>
          </a:xfrm>
          <a:prstGeom prst="line">
            <a:avLst/>
          </a:prstGeom>
          <a:noFill/>
          <a:ln w="6350">
            <a:solidFill>
              <a:srgbClr val="B7B7B7"/>
            </a:solidFill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18" name="Text 83">
            <a:extLst>
              <a:ext uri="{FF2B5EF4-FFF2-40B4-BE49-F238E27FC236}">
                <a16:creationId xmlns:a16="http://schemas.microsoft.com/office/drawing/2014/main" id="{C3EF71C5-6F23-202D-D4E6-2763A3BD19A1}"/>
              </a:ext>
            </a:extLst>
          </p:cNvPr>
          <p:cNvSpPr>
            <a:spLocks/>
          </p:cNvSpPr>
          <p:nvPr/>
        </p:nvSpPr>
        <p:spPr>
          <a:xfrm>
            <a:off x="1862672" y="4901793"/>
            <a:ext cx="1941618" cy="308033"/>
          </a:xfrm>
          <a:prstGeom prst="rect">
            <a:avLst/>
          </a:prstGeom>
          <a:noFill/>
          <a:ln/>
        </p:spPr>
        <p:txBody>
          <a:bodyPr wrap="square" lIns="127" tIns="127" rIns="127" bIns="127" rtlCol="0" anchor="ctr">
            <a:spAutoFit/>
          </a:bodyPr>
          <a:lstStyle/>
          <a:p>
            <a:r>
              <a:rPr lang="en-US" sz="1000"/>
              <a:t>Regional and </a:t>
            </a:r>
            <a:r>
              <a:rPr lang="en-US" sz="1000" b="1"/>
              <a:t>state-backed SME growth corridors</a:t>
            </a:r>
          </a:p>
        </p:txBody>
      </p:sp>
      <p:sp>
        <p:nvSpPr>
          <p:cNvPr id="19" name="Text 84">
            <a:extLst>
              <a:ext uri="{FF2B5EF4-FFF2-40B4-BE49-F238E27FC236}">
                <a16:creationId xmlns:a16="http://schemas.microsoft.com/office/drawing/2014/main" id="{2FDFAE0F-97E1-DA47-9669-C2B3D1A0E76F}"/>
              </a:ext>
            </a:extLst>
          </p:cNvPr>
          <p:cNvSpPr>
            <a:spLocks/>
          </p:cNvSpPr>
          <p:nvPr/>
        </p:nvSpPr>
        <p:spPr>
          <a:xfrm>
            <a:off x="3933271" y="4901793"/>
            <a:ext cx="4867301" cy="308084"/>
          </a:xfrm>
          <a:prstGeom prst="rect">
            <a:avLst/>
          </a:prstGeom>
          <a:noFill/>
          <a:ln/>
        </p:spPr>
        <p:txBody>
          <a:bodyPr wrap="square" lIns="152" tIns="152" rIns="152" bIns="152" rtlCol="0" anchor="ctr">
            <a:noAutofit/>
          </a:bodyPr>
          <a:lstStyle/>
          <a:p>
            <a:r>
              <a:rPr lang="en-US" sz="1000"/>
              <a:t>Targeted propositions for priority regions, economic zones, sectors or cross-border corridors, supported by state funds, guarantees, co-lending schemes</a:t>
            </a:r>
          </a:p>
        </p:txBody>
      </p:sp>
      <p:pic>
        <p:nvPicPr>
          <p:cNvPr id="20" name="Picture 4" descr="NatWest - Wikipedia, la enciclopedia libre">
            <a:extLst>
              <a:ext uri="{FF2B5EF4-FFF2-40B4-BE49-F238E27FC236}">
                <a16:creationId xmlns:a16="http://schemas.microsoft.com/office/drawing/2014/main" id="{9A300DC6-C2DD-892A-7D74-18319D9FA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37106" y="4911550"/>
            <a:ext cx="312776" cy="3449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" name="Shape 57">
            <a:extLst>
              <a:ext uri="{FF2B5EF4-FFF2-40B4-BE49-F238E27FC236}">
                <a16:creationId xmlns:a16="http://schemas.microsoft.com/office/drawing/2014/main" id="{4AE68928-3170-C2AC-46AE-301F626F0CA3}"/>
              </a:ext>
            </a:extLst>
          </p:cNvPr>
          <p:cNvSpPr>
            <a:spLocks/>
          </p:cNvSpPr>
          <p:nvPr/>
        </p:nvSpPr>
        <p:spPr>
          <a:xfrm>
            <a:off x="1152291" y="4893801"/>
            <a:ext cx="138866" cy="138866"/>
          </a:xfrm>
          <a:prstGeom prst="ellipse">
            <a:avLst/>
          </a:prstGeom>
          <a:solidFill>
            <a:srgbClr val="0A6947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37" name="Shape 58">
            <a:extLst>
              <a:ext uri="{FF2B5EF4-FFF2-40B4-BE49-F238E27FC236}">
                <a16:creationId xmlns:a16="http://schemas.microsoft.com/office/drawing/2014/main" id="{BAADD2C4-F9A7-66A0-1FA0-08052345F14E}"/>
              </a:ext>
            </a:extLst>
          </p:cNvPr>
          <p:cNvSpPr>
            <a:spLocks/>
          </p:cNvSpPr>
          <p:nvPr/>
        </p:nvSpPr>
        <p:spPr>
          <a:xfrm>
            <a:off x="1322252" y="4979159"/>
            <a:ext cx="138866" cy="138866"/>
          </a:xfrm>
          <a:prstGeom prst="ellipse">
            <a:avLst/>
          </a:prstGeom>
          <a:solidFill>
            <a:srgbClr val="E3AB08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sp>
        <p:nvSpPr>
          <p:cNvPr id="39" name="Shape 69">
            <a:extLst>
              <a:ext uri="{FF2B5EF4-FFF2-40B4-BE49-F238E27FC236}">
                <a16:creationId xmlns:a16="http://schemas.microsoft.com/office/drawing/2014/main" id="{82668D47-C22D-4EBC-08C3-B3F6B090A038}"/>
              </a:ext>
            </a:extLst>
          </p:cNvPr>
          <p:cNvSpPr>
            <a:spLocks/>
          </p:cNvSpPr>
          <p:nvPr/>
        </p:nvSpPr>
        <p:spPr>
          <a:xfrm>
            <a:off x="1152291" y="5064517"/>
            <a:ext cx="138866" cy="138866"/>
          </a:xfrm>
          <a:prstGeom prst="ellipse">
            <a:avLst/>
          </a:prstGeom>
          <a:solidFill>
            <a:srgbClr val="9C9C9C"/>
          </a:solidFill>
          <a:ln w="12700">
            <a:noFill/>
            <a:prstDash val="solid"/>
          </a:ln>
        </p:spPr>
        <p:txBody>
          <a:bodyPr>
            <a:noAutofit/>
          </a:bodyPr>
          <a:lstStyle/>
          <a:p>
            <a:endParaRPr lang="en-US"/>
          </a:p>
        </p:txBody>
      </p:sp>
      <p:pic>
        <p:nvPicPr>
          <p:cNvPr id="40" name="Picture 39">
            <a:extLst>
              <a:ext uri="{FF2B5EF4-FFF2-40B4-BE49-F238E27FC236}">
                <a16:creationId xmlns:a16="http://schemas.microsoft.com/office/drawing/2014/main" id="{8F96EA49-872D-C321-2DD0-BD3F9AB52893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9000268" y="4968924"/>
            <a:ext cx="865333" cy="243590"/>
          </a:xfrm>
          <a:prstGeom prst="rect">
            <a:avLst/>
          </a:prstGeom>
        </p:spPr>
      </p:pic>
      <p:pic>
        <p:nvPicPr>
          <p:cNvPr id="47" name="Picture 2">
            <a:extLst>
              <a:ext uri="{FF2B5EF4-FFF2-40B4-BE49-F238E27FC236}">
                <a16:creationId xmlns:a16="http://schemas.microsoft.com/office/drawing/2014/main" id="{E9A45132-80C9-AD3C-0E03-3D65961B3F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45749" y="4931690"/>
            <a:ext cx="933684" cy="2523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5" name="TrackerNumBlue 35">
            <a:extLst>
              <a:ext uri="{FF2B5EF4-FFF2-40B4-BE49-F238E27FC236}">
                <a16:creationId xmlns:a16="http://schemas.microsoft.com/office/drawing/2014/main" id="{9197B54B-6AAA-056B-3FDA-289FB2A4B32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533468" y="1444903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6350" cap="sq" cmpd="sng" algn="ctr">
                <a:solidFill>
                  <a:schemeClr val="accent1"/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26" name="TrackerNumBlue 35">
            <a:extLst>
              <a:ext uri="{FF2B5EF4-FFF2-40B4-BE49-F238E27FC236}">
                <a16:creationId xmlns:a16="http://schemas.microsoft.com/office/drawing/2014/main" id="{D1B70D77-13CB-F09D-F5E3-190D8A804098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533468" y="2448080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>
                <a:solidFill>
                  <a:schemeClr val="bg1"/>
                </a:solidFill>
              </a:rPr>
              <a:t>3</a:t>
            </a:r>
            <a:endParaRPr lang="en-US" sz="1100">
              <a:solidFill>
                <a:schemeClr val="bg1"/>
              </a:solidFill>
            </a:endParaRPr>
          </a:p>
        </p:txBody>
      </p:sp>
      <p:sp>
        <p:nvSpPr>
          <p:cNvPr id="127" name="TrackerNumBlue 35">
            <a:extLst>
              <a:ext uri="{FF2B5EF4-FFF2-40B4-BE49-F238E27FC236}">
                <a16:creationId xmlns:a16="http://schemas.microsoft.com/office/drawing/2014/main" id="{3D7CBB0D-E744-6DE2-7399-A2F84C0A4552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533468" y="3213368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>
                <a:solidFill>
                  <a:schemeClr val="bg1"/>
                </a:solidFill>
              </a:rPr>
              <a:t>5</a:t>
            </a:r>
            <a:endParaRPr lang="en-US" sz="1100" err="1">
              <a:solidFill>
                <a:schemeClr val="bg1"/>
              </a:solidFill>
            </a:endParaRPr>
          </a:p>
        </p:txBody>
      </p:sp>
      <p:sp>
        <p:nvSpPr>
          <p:cNvPr id="128" name="TrackerNumBlue 35">
            <a:extLst>
              <a:ext uri="{FF2B5EF4-FFF2-40B4-BE49-F238E27FC236}">
                <a16:creationId xmlns:a16="http://schemas.microsoft.com/office/drawing/2014/main" id="{3493BE94-C10D-881A-DC98-69C31107140D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533468" y="3627470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>
                <a:solidFill>
                  <a:schemeClr val="bg1"/>
                </a:solidFill>
              </a:rPr>
              <a:t>6</a:t>
            </a:r>
            <a:endParaRPr lang="en-US" sz="1100">
              <a:solidFill>
                <a:schemeClr val="bg1"/>
              </a:solidFill>
            </a:endParaRPr>
          </a:p>
        </p:txBody>
      </p:sp>
      <p:sp>
        <p:nvSpPr>
          <p:cNvPr id="129" name="TrackerNumBlue 35">
            <a:extLst>
              <a:ext uri="{FF2B5EF4-FFF2-40B4-BE49-F238E27FC236}">
                <a16:creationId xmlns:a16="http://schemas.microsoft.com/office/drawing/2014/main" id="{655D3F26-1B91-099D-F5F0-8E1511928418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1533468" y="4074896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>
                <a:solidFill>
                  <a:schemeClr val="bg1"/>
                </a:solidFill>
              </a:rPr>
              <a:t>7</a:t>
            </a:r>
            <a:endParaRPr lang="en-US" sz="1100" err="1">
              <a:solidFill>
                <a:schemeClr val="bg1"/>
              </a:solidFill>
            </a:endParaRPr>
          </a:p>
        </p:txBody>
      </p:sp>
      <p:sp>
        <p:nvSpPr>
          <p:cNvPr id="131" name="TrackerNumBlue 35">
            <a:extLst>
              <a:ext uri="{FF2B5EF4-FFF2-40B4-BE49-F238E27FC236}">
                <a16:creationId xmlns:a16="http://schemas.microsoft.com/office/drawing/2014/main" id="{29A028DF-1CD4-3A59-F6BE-66689C9098B7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1533468" y="4511658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>
                <a:solidFill>
                  <a:schemeClr val="bg1"/>
                </a:solidFill>
              </a:rPr>
              <a:t>8</a:t>
            </a:r>
            <a:endParaRPr lang="en-US" sz="1100">
              <a:solidFill>
                <a:schemeClr val="bg1"/>
              </a:solidFill>
            </a:endParaRPr>
          </a:p>
        </p:txBody>
      </p:sp>
      <p:sp>
        <p:nvSpPr>
          <p:cNvPr id="132" name="TrackerNumBlue 35">
            <a:extLst>
              <a:ext uri="{FF2B5EF4-FFF2-40B4-BE49-F238E27FC236}">
                <a16:creationId xmlns:a16="http://schemas.microsoft.com/office/drawing/2014/main" id="{4CFC2085-668E-489D-86FC-274954705DEE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1533468" y="4969991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>
                <a:solidFill>
                  <a:schemeClr val="bg1"/>
                </a:solidFill>
              </a:rPr>
              <a:t>9</a:t>
            </a:r>
            <a:endParaRPr lang="en-US" sz="1100">
              <a:solidFill>
                <a:schemeClr val="bg1"/>
              </a:solidFill>
            </a:endParaRPr>
          </a:p>
        </p:txBody>
      </p:sp>
      <p:sp>
        <p:nvSpPr>
          <p:cNvPr id="133" name="TrackerNumBlue 35">
            <a:extLst>
              <a:ext uri="{FF2B5EF4-FFF2-40B4-BE49-F238E27FC236}">
                <a16:creationId xmlns:a16="http://schemas.microsoft.com/office/drawing/2014/main" id="{D8B38B69-AEDF-23CD-83B2-15683D3FB200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533468" y="5390605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>
                <a:solidFill>
                  <a:schemeClr val="bg1"/>
                </a:solidFill>
              </a:rPr>
              <a:t>10</a:t>
            </a:r>
            <a:endParaRPr lang="en-US" sz="1100">
              <a:solidFill>
                <a:schemeClr val="bg1"/>
              </a:solidFill>
            </a:endParaRPr>
          </a:p>
        </p:txBody>
      </p:sp>
      <p:sp>
        <p:nvSpPr>
          <p:cNvPr id="134" name="TrackerNumBlue 35">
            <a:extLst>
              <a:ext uri="{FF2B5EF4-FFF2-40B4-BE49-F238E27FC236}">
                <a16:creationId xmlns:a16="http://schemas.microsoft.com/office/drawing/2014/main" id="{F71810EA-056A-F92D-22D9-B545816DF0D6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1533468" y="5815252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>
                <a:solidFill>
                  <a:schemeClr val="bg1"/>
                </a:solidFill>
              </a:rPr>
              <a:t>11</a:t>
            </a:r>
            <a:endParaRPr lang="en-US" sz="1100">
              <a:solidFill>
                <a:schemeClr val="bg1"/>
              </a:solidFill>
            </a:endParaRPr>
          </a:p>
        </p:txBody>
      </p:sp>
      <p:sp>
        <p:nvSpPr>
          <p:cNvPr id="135" name="TrackerNumBlue 35">
            <a:extLst>
              <a:ext uri="{FF2B5EF4-FFF2-40B4-BE49-F238E27FC236}">
                <a16:creationId xmlns:a16="http://schemas.microsoft.com/office/drawing/2014/main" id="{1D553FAF-4678-3586-358F-5E8F17344D1C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1533468" y="1992702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136" name="TrackerNumBlue 35">
            <a:extLst>
              <a:ext uri="{FF2B5EF4-FFF2-40B4-BE49-F238E27FC236}">
                <a16:creationId xmlns:a16="http://schemas.microsoft.com/office/drawing/2014/main" id="{F2DE6762-BD90-B4A1-D831-CD18D9E6D099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1533468" y="2824395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1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137" name="TrackerNumBlue 35">
            <a:extLst>
              <a:ext uri="{FF2B5EF4-FFF2-40B4-BE49-F238E27FC236}">
                <a16:creationId xmlns:a16="http://schemas.microsoft.com/office/drawing/2014/main" id="{46AA3BC9-DEB1-D527-8FD3-1391B457CF6E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1533468" y="6173232"/>
            <a:ext cx="209872" cy="20987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>
                <a:solidFill>
                  <a:schemeClr val="bg1"/>
                </a:solidFill>
              </a:rPr>
              <a:t>1</a:t>
            </a:r>
            <a:r>
              <a:rPr lang="en-US" sz="1100">
                <a:solidFill>
                  <a:schemeClr val="bg1"/>
                </a:solidFill>
              </a:rPr>
              <a:t>2</a:t>
            </a:r>
          </a:p>
        </p:txBody>
      </p:sp>
      <p:pic>
        <p:nvPicPr>
          <p:cNvPr id="139" name="Picture 138">
            <a:extLst>
              <a:ext uri="{FF2B5EF4-FFF2-40B4-BE49-F238E27FC236}">
                <a16:creationId xmlns:a16="http://schemas.microsoft.com/office/drawing/2014/main" id="{18047D13-B1A2-F44B-DFAC-A73636184414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0763291" y="2010663"/>
            <a:ext cx="770686" cy="216947"/>
          </a:xfrm>
          <a:prstGeom prst="rect">
            <a:avLst/>
          </a:prstGeom>
        </p:spPr>
      </p:pic>
      <p:pic>
        <p:nvPicPr>
          <p:cNvPr id="140" name="Picture 139">
            <a:extLst>
              <a:ext uri="{FF2B5EF4-FFF2-40B4-BE49-F238E27FC236}">
                <a16:creationId xmlns:a16="http://schemas.microsoft.com/office/drawing/2014/main" id="{98763350-8251-BBFE-44DA-3B443458922D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0983212" y="1632408"/>
            <a:ext cx="592857" cy="166888"/>
          </a:xfrm>
          <a:prstGeom prst="rect">
            <a:avLst/>
          </a:prstGeom>
        </p:spPr>
      </p:pic>
      <p:pic>
        <p:nvPicPr>
          <p:cNvPr id="2" name="Picture 2" descr="Emirates NBD | Logopedia | Fandom">
            <a:extLst>
              <a:ext uri="{FF2B5EF4-FFF2-40B4-BE49-F238E27FC236}">
                <a16:creationId xmlns:a16="http://schemas.microsoft.com/office/drawing/2014/main" id="{A6EEA786-1421-481F-6E64-020D776975B8}"/>
              </a:ext>
            </a:extLst>
          </p:cNvPr>
          <p:cNvPicPr>
            <a:picLocks noChangeArrowheads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36049" y="2003796"/>
            <a:ext cx="657951" cy="1944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BA2911-ADFB-C369-B220-35AD0678E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" name="Object 19" hidden="1">
            <a:extLst>
              <a:ext uri="{FF2B5EF4-FFF2-40B4-BE49-F238E27FC236}">
                <a16:creationId xmlns:a16="http://schemas.microsoft.com/office/drawing/2014/main" id="{4CB5411F-3CFB-1567-4E6A-4E49487855A4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013990736"/>
              </p:ext>
            </p:extLst>
          </p:nvPr>
        </p:nvGraphicFramePr>
        <p:xfrm>
          <a:off x="1877751" y="265501"/>
          <a:ext cx="1495" cy="149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" imgW="493" imgH="493" progId="TCLayout.ActiveDocument.1">
                  <p:embed/>
                </p:oleObj>
              </mc:Choice>
              <mc:Fallback>
                <p:oleObj name="think-cell Slide" r:id="rId7" imgW="493" imgH="493" progId="TCLayout.ActiveDocument.1">
                  <p:embed/>
                  <p:pic>
                    <p:nvPicPr>
                      <p:cNvPr id="20" name="Object 19" hidden="1">
                        <a:extLst>
                          <a:ext uri="{FF2B5EF4-FFF2-40B4-BE49-F238E27FC236}">
                            <a16:creationId xmlns:a16="http://schemas.microsoft.com/office/drawing/2014/main" id="{4CB5411F-3CFB-1567-4E6A-4E49487855A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877751" y="265501"/>
                        <a:ext cx="1495" cy="149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43" name="Rectangle 942">
            <a:extLst>
              <a:ext uri="{FF2B5EF4-FFF2-40B4-BE49-F238E27FC236}">
                <a16:creationId xmlns:a16="http://schemas.microsoft.com/office/drawing/2014/main" id="{C4DEB323-260B-09A9-4EF4-052174C1C669}"/>
              </a:ext>
            </a:extLst>
          </p:cNvPr>
          <p:cNvSpPr>
            <a:spLocks/>
          </p:cNvSpPr>
          <p:nvPr/>
        </p:nvSpPr>
        <p:spPr>
          <a:xfrm>
            <a:off x="9047285" y="1607502"/>
            <a:ext cx="3144715" cy="46980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7CE58064-88F8-2410-61F5-4067EEBF6FB2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524340" y="264006"/>
            <a:ext cx="146528" cy="146528"/>
          </a:xfrm>
          <a:prstGeom prst="rect">
            <a:avLst/>
          </a:prstGeom>
          <a:ln w="952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5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eorgia" panose="02040502050405020303" pitchFamily="18" charset="0"/>
              <a:ea typeface="+mn-ea"/>
              <a:cs typeface="+mn-cs"/>
              <a:sym typeface="Georgia" panose="02040502050405020303" pitchFamily="18" charset="0"/>
            </a:endParaRPr>
          </a:p>
        </p:txBody>
      </p:sp>
      <p:sp>
        <p:nvSpPr>
          <p:cNvPr id="38" name="2. Slide Title">
            <a:extLst>
              <a:ext uri="{FF2B5EF4-FFF2-40B4-BE49-F238E27FC236}">
                <a16:creationId xmlns:a16="http://schemas.microsoft.com/office/drawing/2014/main" id="{3416DEDE-8B02-9956-FF52-06FA6BE5A927}"/>
              </a:ext>
            </a:extLst>
          </p:cNvPr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>
          <a:xfrm>
            <a:off x="554736" y="99602"/>
            <a:ext cx="10634116" cy="738664"/>
          </a:xfrm>
        </p:spPr>
        <p:txBody>
          <a:bodyPr vert="horz"/>
          <a:lstStyle/>
          <a:p>
            <a:r>
              <a:rPr lang="en-US"/>
              <a:t>In order to better serve SMEs, Halyk digitized core banking products, creating first fully digital SME loan in Kazakhstan market</a:t>
            </a:r>
          </a:p>
        </p:txBody>
      </p:sp>
      <p:pic>
        <p:nvPicPr>
          <p:cNvPr id="925" name="Picture 924">
            <a:extLst>
              <a:ext uri="{FF2B5EF4-FFF2-40B4-BE49-F238E27FC236}">
                <a16:creationId xmlns:a16="http://schemas.microsoft.com/office/drawing/2014/main" id="{6D94FECE-2BAC-FD42-77AA-CFA89D40A625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065779" y="860522"/>
            <a:ext cx="1571485" cy="44237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016A7D2-A882-0F05-A097-E87EA5E4FA91}"/>
              </a:ext>
            </a:extLst>
          </p:cNvPr>
          <p:cNvPicPr>
            <a:picLocks/>
          </p:cNvPicPr>
          <p:nvPr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20947" t="16769" r="54036" b="21802"/>
          <a:stretch>
            <a:fillRect/>
          </a:stretch>
        </p:blipFill>
        <p:spPr>
          <a:xfrm>
            <a:off x="554736" y="2063487"/>
            <a:ext cx="2803188" cy="4794513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5026057C-3C36-7A19-2492-7F5F2BD4B8C5}"/>
              </a:ext>
            </a:extLst>
          </p:cNvPr>
          <p:cNvPicPr>
            <a:picLocks/>
          </p:cNvPicPr>
          <p:nvPr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20947" t="16769" r="54036" b="21802"/>
          <a:stretch>
            <a:fillRect/>
          </a:stretch>
        </p:blipFill>
        <p:spPr>
          <a:xfrm>
            <a:off x="3318606" y="2063487"/>
            <a:ext cx="2803188" cy="4794513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77116B72-D8FB-517B-4139-E6A562CE20FA}"/>
              </a:ext>
            </a:extLst>
          </p:cNvPr>
          <p:cNvPicPr>
            <a:picLocks/>
          </p:cNvPicPr>
          <p:nvPr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20947" t="16769" r="54036" b="21802"/>
          <a:stretch>
            <a:fillRect/>
          </a:stretch>
        </p:blipFill>
        <p:spPr>
          <a:xfrm>
            <a:off x="6082476" y="2063487"/>
            <a:ext cx="2803188" cy="4794513"/>
          </a:xfrm>
          <a:prstGeom prst="rect">
            <a:avLst/>
          </a:prstGeom>
        </p:spPr>
      </p:pic>
      <p:grpSp>
        <p:nvGrpSpPr>
          <p:cNvPr id="14" name="Group 13">
            <a:extLst>
              <a:ext uri="{FF2B5EF4-FFF2-40B4-BE49-F238E27FC236}">
                <a16:creationId xmlns:a16="http://schemas.microsoft.com/office/drawing/2014/main" id="{CA757041-D82D-0175-704A-1646D9F979C5}"/>
              </a:ext>
            </a:extLst>
          </p:cNvPr>
          <p:cNvGrpSpPr/>
          <p:nvPr/>
        </p:nvGrpSpPr>
        <p:grpSpPr>
          <a:xfrm>
            <a:off x="6385807" y="2613989"/>
            <a:ext cx="2196526" cy="1531278"/>
            <a:chOff x="6249630" y="2687184"/>
            <a:chExt cx="2196526" cy="1531278"/>
          </a:xfrm>
        </p:grpSpPr>
        <p:pic>
          <p:nvPicPr>
            <p:cNvPr id="911" name="Picture 910">
              <a:extLst>
                <a:ext uri="{FF2B5EF4-FFF2-40B4-BE49-F238E27FC236}">
                  <a16:creationId xmlns:a16="http://schemas.microsoft.com/office/drawing/2014/main" id="{29CC6523-0AE4-9627-E835-69ACDCBB2601}"/>
                </a:ext>
              </a:extLst>
            </p:cNvPr>
            <p:cNvPicPr>
              <a:picLocks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49630" y="2687184"/>
              <a:ext cx="2196526" cy="1531278"/>
            </a:xfrm>
            <a:prstGeom prst="rect">
              <a:avLst/>
            </a:prstGeom>
            <a:ln w="6350">
              <a:noFill/>
            </a:ln>
          </p:spPr>
        </p:pic>
        <p:sp>
          <p:nvSpPr>
            <p:cNvPr id="912" name="TextBox 911">
              <a:extLst>
                <a:ext uri="{FF2B5EF4-FFF2-40B4-BE49-F238E27FC236}">
                  <a16:creationId xmlns:a16="http://schemas.microsoft.com/office/drawing/2014/main" id="{44636AC8-D439-5449-EDC8-E465C658B700}"/>
                </a:ext>
              </a:extLst>
            </p:cNvPr>
            <p:cNvSpPr txBox="1">
              <a:spLocks/>
            </p:cNvSpPr>
            <p:nvPr/>
          </p:nvSpPr>
          <p:spPr>
            <a:xfrm>
              <a:off x="6338072" y="2700466"/>
              <a:ext cx="2019639" cy="217669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0" tIns="0" rIns="0" bIns="0" rtlCol="0" anchor="ctr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7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 panose="020B0604020202020204" pitchFamily="34" charset="0"/>
                </a:rPr>
                <a:t>Congratulations! Your loan application has been </a:t>
              </a:r>
              <a:r>
                <a:rPr kumimoji="0" lang="en-US" sz="700" b="1" i="0" u="none" strike="noStrike" kern="1200" cap="none" spc="0" normalizeH="0" baseline="0" noProof="0">
                  <a:ln>
                    <a:noFill/>
                  </a:ln>
                  <a:solidFill>
                    <a:srgbClr val="15BB90"/>
                  </a:solidFill>
                  <a:effectLst/>
                  <a:uLnTx/>
                  <a:uFillTx/>
                  <a:latin typeface="Arial"/>
                  <a:ea typeface="+mn-ea"/>
                  <a:cs typeface="Arial" panose="020B0604020202020204" pitchFamily="34" charset="0"/>
                </a:rPr>
                <a:t>approved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852BE446-B7AC-97C0-6B9A-3920024A8119}"/>
                </a:ext>
              </a:extLst>
            </p:cNvPr>
            <p:cNvSpPr txBox="1">
              <a:spLocks/>
            </p:cNvSpPr>
            <p:nvPr/>
          </p:nvSpPr>
          <p:spPr>
            <a:xfrm>
              <a:off x="6338072" y="2929205"/>
              <a:ext cx="2019639" cy="93286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0" tIns="0" rIns="0" bIns="0" rtlCol="0" anchor="ctr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 panose="020B0604020202020204" pitchFamily="34" charset="0"/>
                </a:rPr>
                <a:t>Please confirm the terms and conditions</a:t>
              </a:r>
              <a:endPara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5BB90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272F368-9CA5-8A61-25F4-02FBD9D238F4}"/>
              </a:ext>
            </a:extLst>
          </p:cNvPr>
          <p:cNvGrpSpPr/>
          <p:nvPr/>
        </p:nvGrpSpPr>
        <p:grpSpPr>
          <a:xfrm>
            <a:off x="3593056" y="2613989"/>
            <a:ext cx="2254289" cy="2569299"/>
            <a:chOff x="3374301" y="2649172"/>
            <a:chExt cx="2428221" cy="2767536"/>
          </a:xfrm>
        </p:grpSpPr>
        <p:pic>
          <p:nvPicPr>
            <p:cNvPr id="916" name="Picture 915">
              <a:extLst>
                <a:ext uri="{FF2B5EF4-FFF2-40B4-BE49-F238E27FC236}">
                  <a16:creationId xmlns:a16="http://schemas.microsoft.com/office/drawing/2014/main" id="{AF77CA48-0230-D0E0-D711-F7280DD1065B}"/>
                </a:ext>
              </a:extLst>
            </p:cNvPr>
            <p:cNvPicPr>
              <a:picLocks/>
            </p:cNvPicPr>
            <p:nvPr/>
          </p:nvPicPr>
          <p:blipFill rotWithShape="1">
            <a:blip r:embed="rId12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374301" y="2649172"/>
              <a:ext cx="2428221" cy="2767536"/>
            </a:xfrm>
            <a:prstGeom prst="rect">
              <a:avLst/>
            </a:prstGeom>
            <a:ln w="6350">
              <a:noFill/>
            </a:ln>
          </p:spPr>
        </p:pic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F483ADA1-4CE2-52FA-ED09-DDEC5015278C}"/>
                </a:ext>
              </a:extLst>
            </p:cNvPr>
            <p:cNvSpPr txBox="1">
              <a:spLocks/>
            </p:cNvSpPr>
            <p:nvPr/>
          </p:nvSpPr>
          <p:spPr>
            <a:xfrm>
              <a:off x="3473181" y="2687184"/>
              <a:ext cx="1969134" cy="132239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 panose="020B0604020202020204" pitchFamily="34" charset="0"/>
                </a:rPr>
                <a:t>Total revenue for last 12 months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77E73AB4-DF91-6944-D30D-2F8D593548FD}"/>
                </a:ext>
              </a:extLst>
            </p:cNvPr>
            <p:cNvSpPr txBox="1">
              <a:spLocks/>
            </p:cNvSpPr>
            <p:nvPr/>
          </p:nvSpPr>
          <p:spPr>
            <a:xfrm>
              <a:off x="3933394" y="2874266"/>
              <a:ext cx="463134" cy="76389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 panose="020B0604020202020204" pitchFamily="34" charset="0"/>
                </a:rPr>
                <a:t>Or by season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039107A-2FB9-C62A-D62A-9700657F3C45}"/>
                </a:ext>
              </a:extLst>
            </p:cNvPr>
            <p:cNvSpPr txBox="1">
              <a:spLocks/>
            </p:cNvSpPr>
            <p:nvPr/>
          </p:nvSpPr>
          <p:spPr>
            <a:xfrm>
              <a:off x="3473181" y="4014189"/>
              <a:ext cx="1969134" cy="137501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0" tIns="0" rIns="0" bIns="0" rtlCol="0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 panose="020B0604020202020204" pitchFamily="34" charset="0"/>
                </a:rPr>
                <a:t>Total profit for last 12 months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CDBF5CF6-62F8-A452-9C6F-00606E241989}"/>
                </a:ext>
              </a:extLst>
            </p:cNvPr>
            <p:cNvSpPr txBox="1">
              <a:spLocks/>
            </p:cNvSpPr>
            <p:nvPr/>
          </p:nvSpPr>
          <p:spPr>
            <a:xfrm>
              <a:off x="3553100" y="2882287"/>
              <a:ext cx="333257" cy="76389"/>
            </a:xfrm>
            <a:prstGeom prst="rect">
              <a:avLst/>
            </a:prstGeom>
            <a:solidFill>
              <a:srgbClr val="15BB90"/>
            </a:solidFill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FFFFFF"/>
                </a:buClr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5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anose="020B0604020202020204" pitchFamily="34" charset="0"/>
                </a:rPr>
                <a:t>By month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AA51FE3F-D2A8-7DC2-4BAF-E1E2AE4B9847}"/>
                </a:ext>
              </a:extLst>
            </p:cNvPr>
            <p:cNvSpPr txBox="1">
              <a:spLocks/>
            </p:cNvSpPr>
            <p:nvPr/>
          </p:nvSpPr>
          <p:spPr>
            <a:xfrm>
              <a:off x="3547209" y="4242933"/>
              <a:ext cx="333257" cy="82649"/>
            </a:xfrm>
            <a:prstGeom prst="rect">
              <a:avLst/>
            </a:prstGeom>
            <a:solidFill>
              <a:srgbClr val="15BB90"/>
            </a:solidFill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FFFFFF"/>
                </a:buClr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5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anose="020B0604020202020204" pitchFamily="34" charset="0"/>
                </a:rPr>
                <a:t>By month</a:t>
              </a:r>
            </a:p>
          </p:txBody>
        </p:sp>
        <p:sp>
          <p:nvSpPr>
            <p:cNvPr id="922" name="TextBox 921">
              <a:extLst>
                <a:ext uri="{FF2B5EF4-FFF2-40B4-BE49-F238E27FC236}">
                  <a16:creationId xmlns:a16="http://schemas.microsoft.com/office/drawing/2014/main" id="{B9A6D920-D850-3C4A-EB22-8B232D640456}"/>
                </a:ext>
              </a:extLst>
            </p:cNvPr>
            <p:cNvSpPr txBox="1">
              <a:spLocks/>
            </p:cNvSpPr>
            <p:nvPr/>
          </p:nvSpPr>
          <p:spPr>
            <a:xfrm>
              <a:off x="3933394" y="4242933"/>
              <a:ext cx="463134" cy="82649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 panose="020B0604020202020204" pitchFamily="34" charset="0"/>
                </a:rPr>
                <a:t>Or by season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E901688-FC9E-026F-BEEB-E32EFE49AAA5}"/>
              </a:ext>
            </a:extLst>
          </p:cNvPr>
          <p:cNvGrpSpPr/>
          <p:nvPr/>
        </p:nvGrpSpPr>
        <p:grpSpPr>
          <a:xfrm>
            <a:off x="845526" y="2613989"/>
            <a:ext cx="2221608" cy="3455642"/>
            <a:chOff x="795177" y="2587971"/>
            <a:chExt cx="2221608" cy="3455642"/>
          </a:xfrm>
        </p:grpSpPr>
        <p:pic>
          <p:nvPicPr>
            <p:cNvPr id="904" name="Picture 903">
              <a:extLst>
                <a:ext uri="{FF2B5EF4-FFF2-40B4-BE49-F238E27FC236}">
                  <a16:creationId xmlns:a16="http://schemas.microsoft.com/office/drawing/2014/main" id="{F3E49ADE-909E-129A-BC72-48AF26EC0595}"/>
                </a:ext>
              </a:extLst>
            </p:cNvPr>
            <p:cNvPicPr>
              <a:picLocks/>
            </p:cNvPicPr>
            <p:nvPr/>
          </p:nvPicPr>
          <p:blipFill rotWithShape="1">
            <a:blip r:embed="rId1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95177" y="2587971"/>
              <a:ext cx="2221608" cy="3455642"/>
            </a:xfrm>
            <a:prstGeom prst="roundRect">
              <a:avLst>
                <a:gd name="adj" fmla="val 10583"/>
              </a:avLst>
            </a:prstGeom>
            <a:ln w="6350">
              <a:noFill/>
            </a:ln>
          </p:spPr>
        </p:pic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95870E30-0316-0447-FBA4-98B93499868D}"/>
                </a:ext>
              </a:extLst>
            </p:cNvPr>
            <p:cNvGrpSpPr/>
            <p:nvPr/>
          </p:nvGrpSpPr>
          <p:grpSpPr>
            <a:xfrm>
              <a:off x="836242" y="2781937"/>
              <a:ext cx="1396540" cy="2957609"/>
              <a:chOff x="836242" y="2781937"/>
              <a:chExt cx="1396540" cy="2957609"/>
            </a:xfrm>
          </p:grpSpPr>
          <p:sp>
            <p:nvSpPr>
              <p:cNvPr id="905" name="TextBox 904">
                <a:extLst>
                  <a:ext uri="{FF2B5EF4-FFF2-40B4-BE49-F238E27FC236}">
                    <a16:creationId xmlns:a16="http://schemas.microsoft.com/office/drawing/2014/main" id="{D7379D2C-ECC6-471F-7F8B-2CF8EC14CFC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1005" y="2781937"/>
                <a:ext cx="1391777" cy="30278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vert="horz" wrap="square" lIns="0" tIns="0" rIns="0" bIns="0" rtlCol="0">
                <a:no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sz="1600">
                    <a:cs typeface="Arial" panose="020B0604020202020204" pitchFamily="34" charset="0"/>
                  </a:defRPr>
                </a:lvl1pPr>
                <a:lvl2pPr marL="228600" lvl="1" indent="-225425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Font typeface="Wingdings" panose="05000000000000000000" pitchFamily="2" charset="2"/>
                  <a:buChar char=""/>
                  <a:defRPr sz="1600">
                    <a:cs typeface="Arial" panose="020B0604020202020204" pitchFamily="34" charset="0"/>
                  </a:defRPr>
                </a:lvl2pPr>
                <a:lvl3pPr marL="515938" lvl="2" indent="-28733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Font typeface="Arial" panose="020B0604020202020204" pitchFamily="34" charset="0"/>
                  <a:buChar char="—"/>
                  <a:defRPr sz="1600">
                    <a:cs typeface="Arial" panose="020B0604020202020204" pitchFamily="34" charset="0"/>
                  </a:defRPr>
                </a:lvl3pPr>
                <a:lvl4pPr marL="742950" lvl="3" indent="-182563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Font typeface="Arial" panose="020B0604020202020204" pitchFamily="34" charset="0"/>
                  <a:buChar char="»"/>
                  <a:defRPr sz="1600">
                    <a:cs typeface="Arial" panose="020B0604020202020204" pitchFamily="34" charset="0"/>
                  </a:defRPr>
                </a:lvl4pPr>
                <a:lvl5pPr marL="914400" lvl="4" indent="-136525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›"/>
                  <a:defRPr sz="1600">
                    <a:cs typeface="Arial" panose="020B0604020202020204" pitchFamily="34" charset="0"/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Tx/>
                  <a:buSzTx/>
                  <a:buFont typeface="Segoe UI" panose="020B0502040204020203" pitchFamily="34" charset="0"/>
                  <a:buChar char="​"/>
                  <a:tabLst/>
                  <a:defRPr/>
                </a:pPr>
                <a:r>
                  <a:rPr kumimoji="0" 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 panose="020B0604020202020204" pitchFamily="34" charset="0"/>
                  </a:rPr>
                  <a:t>Business loan</a:t>
                </a:r>
                <a:br>
                  <a:rPr kumimoji="0" 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 panose="020B0604020202020204" pitchFamily="34" charset="0"/>
                  </a:rPr>
                </a:br>
                <a:r>
                  <a:rPr kumimoji="0" 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 panose="020B0604020202020204" pitchFamily="34" charset="0"/>
                  </a:rPr>
                  <a:t>up to 30M T</a:t>
                </a:r>
              </a:p>
            </p:txBody>
          </p:sp>
          <p:sp>
            <p:nvSpPr>
              <p:cNvPr id="906" name="TextBox 905">
                <a:extLst>
                  <a:ext uri="{FF2B5EF4-FFF2-40B4-BE49-F238E27FC236}">
                    <a16:creationId xmlns:a16="http://schemas.microsoft.com/office/drawing/2014/main" id="{53C62A2E-C3E0-B831-980A-4321E4B8F8C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1005" y="4692339"/>
                <a:ext cx="1391777" cy="15139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vert="horz" wrap="square" lIns="0" tIns="0" rIns="0" bIns="0" rtlCol="0">
                <a:no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sz="1600">
                    <a:cs typeface="Arial" panose="020B0604020202020204" pitchFamily="34" charset="0"/>
                  </a:defRPr>
                </a:lvl1pPr>
                <a:lvl2pPr marL="228600" lvl="1" indent="-225425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Font typeface="Wingdings" panose="05000000000000000000" pitchFamily="2" charset="2"/>
                  <a:buChar char=""/>
                  <a:defRPr sz="1600">
                    <a:cs typeface="Arial" panose="020B0604020202020204" pitchFamily="34" charset="0"/>
                  </a:defRPr>
                </a:lvl2pPr>
                <a:lvl3pPr marL="515938" lvl="2" indent="-28733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Font typeface="Arial" panose="020B0604020202020204" pitchFamily="34" charset="0"/>
                  <a:buChar char="—"/>
                  <a:defRPr sz="1600">
                    <a:cs typeface="Arial" panose="020B0604020202020204" pitchFamily="34" charset="0"/>
                  </a:defRPr>
                </a:lvl3pPr>
                <a:lvl4pPr marL="742950" lvl="3" indent="-182563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Font typeface="Arial" panose="020B0604020202020204" pitchFamily="34" charset="0"/>
                  <a:buChar char="»"/>
                  <a:defRPr sz="1600">
                    <a:cs typeface="Arial" panose="020B0604020202020204" pitchFamily="34" charset="0"/>
                  </a:defRPr>
                </a:lvl4pPr>
                <a:lvl5pPr marL="914400" lvl="4" indent="-136525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›"/>
                  <a:defRPr sz="1600">
                    <a:cs typeface="Arial" panose="020B0604020202020204" pitchFamily="34" charset="0"/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Tx/>
                  <a:buSzTx/>
                  <a:buFont typeface="Segoe UI" panose="020B0502040204020203" pitchFamily="34" charset="0"/>
                  <a:buChar char="​"/>
                  <a:tabLst/>
                  <a:defRPr/>
                </a:pPr>
                <a:r>
                  <a:rPr kumimoji="0" 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 panose="020B0604020202020204" pitchFamily="34" charset="0"/>
                  </a:rPr>
                  <a:t>Loan conditions</a:t>
                </a:r>
              </a:p>
            </p:txBody>
          </p:sp>
          <p:sp>
            <p:nvSpPr>
              <p:cNvPr id="938" name="TextBox 937">
                <a:extLst>
                  <a:ext uri="{FF2B5EF4-FFF2-40B4-BE49-F238E27FC236}">
                    <a16:creationId xmlns:a16="http://schemas.microsoft.com/office/drawing/2014/main" id="{CF9016C2-1655-6979-3C00-A04AB34BC8FB}"/>
                  </a:ext>
                </a:extLst>
              </p:cNvPr>
              <p:cNvSpPr txBox="1"/>
              <p:nvPr/>
            </p:nvSpPr>
            <p:spPr>
              <a:xfrm>
                <a:off x="836242" y="4977799"/>
                <a:ext cx="1147452" cy="76174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vert="horz" wrap="square" lIns="0" tIns="0" rIns="0" bIns="0" rtlCol="0" anchor="t" anchorCtr="0">
                <a:spAutoFit/>
              </a:bodyPr>
              <a:lstStyle>
                <a:lvl1pPr lvl="0" indent="0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Font typeface="Segoe UI" panose="020B0502040204020203" pitchFamily="34" charset="0"/>
                  <a:buChar char="​"/>
                  <a:defRPr sz="1600">
                    <a:cs typeface="Arial" panose="020B0604020202020204" pitchFamily="34" charset="0"/>
                  </a:defRPr>
                </a:lvl1pPr>
                <a:lvl2pPr marL="228600" lvl="1" indent="-225425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Font typeface="Wingdings" panose="05000000000000000000" pitchFamily="2" charset="2"/>
                  <a:buChar char=""/>
                  <a:defRPr sz="1600">
                    <a:cs typeface="Arial" panose="020B0604020202020204" pitchFamily="34" charset="0"/>
                  </a:defRPr>
                </a:lvl2pPr>
                <a:lvl3pPr marL="515938" lvl="2" indent="-287338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Font typeface="Arial" panose="020B0604020202020204" pitchFamily="34" charset="0"/>
                  <a:buChar char="—"/>
                  <a:defRPr sz="1600">
                    <a:cs typeface="Arial" panose="020B0604020202020204" pitchFamily="34" charset="0"/>
                  </a:defRPr>
                </a:lvl3pPr>
                <a:lvl4pPr marL="742950" lvl="3" indent="-182563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Font typeface="Arial" panose="020B0604020202020204" pitchFamily="34" charset="0"/>
                  <a:buChar char="»"/>
                  <a:defRPr sz="1600">
                    <a:cs typeface="Arial" panose="020B0604020202020204" pitchFamily="34" charset="0"/>
                  </a:defRPr>
                </a:lvl4pPr>
                <a:lvl5pPr marL="914400" lvl="4" indent="-136525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›"/>
                  <a:defRPr sz="1600">
                    <a:cs typeface="Arial" panose="020B0604020202020204" pitchFamily="34" charset="0"/>
                  </a:defRPr>
                </a:lvl5pPr>
                <a:lvl6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6pPr>
                <a:lvl7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7pPr>
                <a:lvl8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8pPr>
                <a:lvl9pPr marL="1085850" indent="-171450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SzPct val="100000"/>
                  <a:buFont typeface="Arial" panose="020B0604020202020204" pitchFamily="34" charset="0"/>
                  <a:buChar char="▫"/>
                  <a:defRPr sz="1600">
                    <a:cs typeface="Arial" panose="020B0604020202020204" pitchFamily="34" charset="0"/>
                  </a:defRPr>
                </a:lvl9pPr>
              </a:lstStyle>
              <a:p>
                <a:pPr marL="88900" marR="0" lvl="1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 typeface="Wingdings" panose="05000000000000000000" pitchFamily="2" charset="2"/>
                  <a:buChar char=""/>
                  <a:tabLst/>
                  <a:defRPr/>
                </a:pPr>
                <a:r>
                  <a:rPr kumimoji="0" 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 panose="020B0604020202020204" pitchFamily="34" charset="0"/>
                  </a:rPr>
                  <a:t>Age: from 21 to 65 years</a:t>
                </a:r>
              </a:p>
              <a:p>
                <a:pPr marL="88900" marR="0" lvl="1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 typeface="Wingdings" panose="05000000000000000000" pitchFamily="2" charset="2"/>
                  <a:buChar char=""/>
                  <a:tabLst/>
                  <a:defRPr/>
                </a:pPr>
                <a:r>
                  <a:rPr kumimoji="0" 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 panose="020B0604020202020204" pitchFamily="34" charset="0"/>
                  </a:rPr>
                  <a:t>Enterprise registered more than 6 months ago</a:t>
                </a:r>
              </a:p>
              <a:p>
                <a:pPr marL="88900" marR="0" lvl="1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 typeface="Wingdings" panose="05000000000000000000" pitchFamily="2" charset="2"/>
                  <a:buChar char=""/>
                  <a:tabLst/>
                  <a:defRPr/>
                </a:pPr>
                <a:r>
                  <a:rPr kumimoji="0" 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 panose="020B0604020202020204" pitchFamily="34" charset="0"/>
                  </a:rPr>
                  <a:t>Kazakh citizenship</a:t>
                </a:r>
              </a:p>
              <a:p>
                <a:pPr marL="88900" marR="0" lvl="1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 typeface="Wingdings" panose="05000000000000000000" pitchFamily="2" charset="2"/>
                  <a:buChar char=""/>
                  <a:tabLst/>
                  <a:defRPr/>
                </a:pPr>
                <a:r>
                  <a:rPr kumimoji="0" 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 panose="020B0604020202020204" pitchFamily="34" charset="0"/>
                  </a:rPr>
                  <a:t>Decision making is free of charge</a:t>
                </a:r>
              </a:p>
            </p:txBody>
          </p:sp>
        </p:grp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E7383FA-2750-7326-BF93-0828E6BEF9DD}"/>
              </a:ext>
            </a:extLst>
          </p:cNvPr>
          <p:cNvGrpSpPr/>
          <p:nvPr/>
        </p:nvGrpSpPr>
        <p:grpSpPr>
          <a:xfrm>
            <a:off x="9275885" y="1900732"/>
            <a:ext cx="2361380" cy="4142365"/>
            <a:chOff x="9275885" y="1873079"/>
            <a:chExt cx="2361380" cy="414236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CE6AA3E-6853-E1B1-B69C-62FA85A4B109}"/>
                </a:ext>
              </a:extLst>
            </p:cNvPr>
            <p:cNvSpPr txBox="1">
              <a:spLocks/>
            </p:cNvSpPr>
            <p:nvPr/>
          </p:nvSpPr>
          <p:spPr>
            <a:xfrm>
              <a:off x="9275885" y="1873079"/>
              <a:ext cx="2361380" cy="13696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Pct val="100000"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"/>
                </a:rPr>
                <a:t>First fully digital SME loan on the market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Pct val="100000"/>
                <a:buFont typeface="Segoe UI" panose="020B0502040204020203" pitchFamily="34" charset="0"/>
                <a:buChar char="​"/>
                <a:tabLst/>
                <a:defRPr/>
              </a:pPr>
              <a:r>
                <a:rPr lang="en-US" sz="1400">
                  <a:solidFill>
                    <a:srgbClr val="000000"/>
                  </a:solidFill>
                  <a:sym typeface=""/>
                </a:rPr>
                <a:t>Started as unsecured lending for sole traders, then expanded into secured and enterprise lending</a:t>
              </a: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EC174737-C859-1F26-7D3F-10930F8C57DE}"/>
                </a:ext>
              </a:extLst>
            </p:cNvPr>
            <p:cNvSpPr txBox="1">
              <a:spLocks/>
            </p:cNvSpPr>
            <p:nvPr/>
          </p:nvSpPr>
          <p:spPr>
            <a:xfrm>
              <a:off x="9275885" y="3756569"/>
              <a:ext cx="2361380" cy="7386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Pct val="100000"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  <a:sym typeface=""/>
                </a:rPr>
                <a:t>The product accounts </a:t>
              </a:r>
              <a:b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  <a:sym typeface=""/>
                </a:rPr>
              </a:b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  <a:sym typeface=""/>
                </a:rPr>
                <a:t>for </a:t>
              </a:r>
              <a:r>
                <a: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+mj-lt"/>
                  <a:ea typeface="+mn-ea"/>
                  <a:cs typeface="Arial" panose="020B0604020202020204" pitchFamily="34" charset="0"/>
                  <a:sym typeface=""/>
                </a:rPr>
                <a:t>94% </a:t>
              </a: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  <a:sym typeface=""/>
                </a:rPr>
                <a:t>of SME loan disbursements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D6968B-8AED-0B9F-E02C-D4CE523C666A}"/>
                </a:ext>
              </a:extLst>
            </p:cNvPr>
            <p:cNvSpPr txBox="1">
              <a:spLocks/>
            </p:cNvSpPr>
            <p:nvPr/>
          </p:nvSpPr>
          <p:spPr>
            <a:xfrm>
              <a:off x="9275885" y="4947561"/>
              <a:ext cx="2361380" cy="30777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Pct val="100000"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+mj-lt"/>
                  <a:ea typeface="+mn-ea"/>
                  <a:cs typeface="Arial" panose="020B0604020202020204" pitchFamily="34" charset="0"/>
                  <a:sym typeface=""/>
                </a:rPr>
                <a:t>&lt;10 </a:t>
              </a: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  <a:sym typeface=""/>
                </a:rPr>
                <a:t>minutes TTM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86840EE-3D2E-5B71-4EEB-F17D422A1267}"/>
                </a:ext>
              </a:extLst>
            </p:cNvPr>
            <p:cNvSpPr txBox="1">
              <a:spLocks/>
            </p:cNvSpPr>
            <p:nvPr/>
          </p:nvSpPr>
          <p:spPr>
            <a:xfrm>
              <a:off x="9275885" y="5707667"/>
              <a:ext cx="2361380" cy="30777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sz="1600">
                  <a:cs typeface="Arial" panose="020B0604020202020204" pitchFamily="34" charset="0"/>
                </a:defRPr>
              </a:lvl1pPr>
              <a:lvl2pPr marL="228600" lvl="1" indent="-2254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Wingdings" panose="05000000000000000000" pitchFamily="2" charset="2"/>
                <a:buChar char=""/>
                <a:defRPr sz="1600">
                  <a:cs typeface="Arial" panose="020B0604020202020204" pitchFamily="34" charset="0"/>
                </a:defRPr>
              </a:lvl2pPr>
              <a:lvl3pPr marL="515938" lvl="2" indent="-28733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—"/>
                <a:defRPr sz="1600">
                  <a:cs typeface="Arial" panose="020B0604020202020204" pitchFamily="34" charset="0"/>
                </a:defRPr>
              </a:lvl3pPr>
              <a:lvl4pPr marL="742950" lvl="3" indent="-182563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Font typeface="Arial" panose="020B0604020202020204" pitchFamily="34" charset="0"/>
                <a:buChar char="»"/>
                <a:defRPr sz="1600">
                  <a:cs typeface="Arial" panose="020B0604020202020204" pitchFamily="34" charset="0"/>
                </a:defRPr>
              </a:lvl4pPr>
              <a:lvl5pPr marL="914400" lvl="4" indent="-136525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›"/>
                <a:defRPr sz="1600">
                  <a:cs typeface="Arial" panose="020B060402020202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Pct val="100000"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  <a:sym typeface=""/>
                </a:rPr>
                <a:t>Launched in</a:t>
              </a:r>
              <a:r>
                <a:rPr kumimoji="0" 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2251FF"/>
                  </a:solidFill>
                  <a:effectLst/>
                  <a:uLnTx/>
                  <a:uFillTx/>
                  <a:latin typeface="+mj-lt"/>
                  <a:ea typeface="+mn-ea"/>
                  <a:cs typeface="Arial" panose="020B0604020202020204" pitchFamily="34" charset="0"/>
                  <a:sym typeface=""/>
                </a:rPr>
                <a:t> </a:t>
              </a:r>
              <a:r>
                <a: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+mj-lt"/>
                  <a:ea typeface="+mn-ea"/>
                  <a:cs typeface="Arial" panose="020B0604020202020204" pitchFamily="34" charset="0"/>
                  <a:sym typeface=""/>
                </a:rPr>
                <a:t>6</a:t>
              </a:r>
              <a:r>
                <a:rPr kumimoji="0" 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2251FF"/>
                  </a:solidFill>
                  <a:effectLst/>
                  <a:uLnTx/>
                  <a:uFillTx/>
                  <a:latin typeface="+mj-lt"/>
                  <a:ea typeface="+mn-ea"/>
                  <a:cs typeface="Arial" panose="020B0604020202020204" pitchFamily="34" charset="0"/>
                  <a:sym typeface=""/>
                </a:rPr>
                <a:t> </a:t>
              </a: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  <a:sym typeface=""/>
                </a:rPr>
                <a:t>months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37FA3D92-FE75-467E-E02D-F9C0FD2BB5F6}"/>
                </a:ext>
              </a:extLst>
            </p:cNvPr>
            <p:cNvCxnSpPr>
              <a:cxnSpLocks/>
            </p:cNvCxnSpPr>
            <p:nvPr/>
          </p:nvCxnSpPr>
          <p:spPr>
            <a:xfrm>
              <a:off x="9275885" y="3499627"/>
              <a:ext cx="2361380" cy="0"/>
            </a:xfrm>
            <a:prstGeom prst="line">
              <a:avLst/>
            </a:prstGeom>
            <a:ln w="6350" cap="flat">
              <a:solidFill>
                <a:srgbClr val="B3B3B3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F093555F-F8B3-1350-AAB2-5DE4596BE368}"/>
                </a:ext>
              </a:extLst>
            </p:cNvPr>
            <p:cNvCxnSpPr>
              <a:cxnSpLocks/>
            </p:cNvCxnSpPr>
            <p:nvPr/>
          </p:nvCxnSpPr>
          <p:spPr>
            <a:xfrm>
              <a:off x="9275885" y="4690619"/>
              <a:ext cx="2361380" cy="0"/>
            </a:xfrm>
            <a:prstGeom prst="line">
              <a:avLst/>
            </a:prstGeom>
            <a:ln w="6350" cap="flat">
              <a:solidFill>
                <a:srgbClr val="B3B3B3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B3A6C35B-858F-ADC8-DC57-E52318B50A92}"/>
                </a:ext>
              </a:extLst>
            </p:cNvPr>
            <p:cNvCxnSpPr>
              <a:cxnSpLocks/>
            </p:cNvCxnSpPr>
            <p:nvPr/>
          </p:nvCxnSpPr>
          <p:spPr>
            <a:xfrm>
              <a:off x="9275885" y="5450724"/>
              <a:ext cx="2361380" cy="0"/>
            </a:xfrm>
            <a:prstGeom prst="line">
              <a:avLst/>
            </a:prstGeom>
            <a:ln w="6350" cap="flat">
              <a:solidFill>
                <a:srgbClr val="B3B3B3"/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0C0ED048-B857-C885-826A-8BFE4AE2F75F}"/>
              </a:ext>
            </a:extLst>
          </p:cNvPr>
          <p:cNvSpPr txBox="1"/>
          <p:nvPr/>
        </p:nvSpPr>
        <p:spPr>
          <a:xfrm>
            <a:off x="968892" y="1607502"/>
            <a:ext cx="1974877" cy="492443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600" b="1">
                <a:latin typeface="+mn-lt"/>
                <a:ea typeface="+mn-ea"/>
                <a:cs typeface="Arial" panose="020B0604020202020204" pitchFamily="34" charset="0"/>
              </a:rPr>
              <a:t>Unsecured lending up to $200k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2F061BE-2ED9-8212-9D02-03A105566DDF}"/>
              </a:ext>
            </a:extLst>
          </p:cNvPr>
          <p:cNvSpPr txBox="1"/>
          <p:nvPr/>
        </p:nvSpPr>
        <p:spPr>
          <a:xfrm>
            <a:off x="6496631" y="1607502"/>
            <a:ext cx="1974877" cy="492443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600" b="1">
                <a:latin typeface="+mn-lt"/>
                <a:ea typeface="+mn-ea"/>
                <a:cs typeface="Arial" panose="020B0604020202020204" pitchFamily="34" charset="0"/>
              </a:rPr>
              <a:t>Disbursement within 10 minutes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F66EF86-E70D-BF1A-9E9C-AA3A30077F43}"/>
              </a:ext>
            </a:extLst>
          </p:cNvPr>
          <p:cNvSpPr txBox="1"/>
          <p:nvPr/>
        </p:nvSpPr>
        <p:spPr>
          <a:xfrm>
            <a:off x="3405919" y="1607502"/>
            <a:ext cx="2628561" cy="492443"/>
          </a:xfrm>
          <a:prstGeom prst="rect">
            <a:avLst/>
          </a:prstGeom>
        </p:spPr>
        <p:txBody>
          <a:bodyPr vert="horz" wrap="square" lIns="0" tIns="0" rIns="0" bIns="0" rtlCol="0" anchor="b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600" b="1">
                <a:latin typeface="+mn-lt"/>
                <a:ea typeface="+mn-ea"/>
                <a:cs typeface="Arial" panose="020B0604020202020204" pitchFamily="34" charset="0"/>
              </a:rPr>
              <a:t>Revenue estimation and scoring within 3 minutes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85302384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6" hidden="1">
            <a:extLst>
              <a:ext uri="{FF2B5EF4-FFF2-40B4-BE49-F238E27FC236}">
                <a16:creationId xmlns:a16="http://schemas.microsoft.com/office/drawing/2014/main" id="{EF1DB76D-9126-9398-BD5F-BE079146AD2D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97867897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04" imgH="405" progId="TCLayout.ActiveDocument.1">
                  <p:embed/>
                </p:oleObj>
              </mc:Choice>
              <mc:Fallback>
                <p:oleObj name="think-cell Slide" r:id="rId4" imgW="404" imgH="405" progId="TCLayout.ActiveDocument.1">
                  <p:embed/>
                  <p:pic>
                    <p:nvPicPr>
                      <p:cNvPr id="6" name="Object 6" hidden="1">
                        <a:extLst>
                          <a:ext uri="{FF2B5EF4-FFF2-40B4-BE49-F238E27FC236}">
                            <a16:creationId xmlns:a16="http://schemas.microsoft.com/office/drawing/2014/main" id="{EF1DB76D-9126-9398-BD5F-BE079146AD2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4" name="Rectangle 43">
            <a:extLst>
              <a:ext uri="{FF2B5EF4-FFF2-40B4-BE49-F238E27FC236}">
                <a16:creationId xmlns:a16="http://schemas.microsoft.com/office/drawing/2014/main" id="{C6D57500-FB30-430D-61E5-3D065578D5C6}"/>
              </a:ext>
            </a:extLst>
          </p:cNvPr>
          <p:cNvSpPr>
            <a:spLocks/>
          </p:cNvSpPr>
          <p:nvPr/>
        </p:nvSpPr>
        <p:spPr>
          <a:xfrm>
            <a:off x="9047285" y="1607502"/>
            <a:ext cx="3144715" cy="46980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48" name="Picture 47">
            <a:extLst>
              <a:ext uri="{FF2B5EF4-FFF2-40B4-BE49-F238E27FC236}">
                <a16:creationId xmlns:a16="http://schemas.microsoft.com/office/drawing/2014/main" id="{E659CB03-6B3F-4EB9-0979-67DAE71C8D8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65779" y="860522"/>
            <a:ext cx="1571485" cy="44237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DEB492EE-89EA-574D-99AE-D6B2544A3810}"/>
              </a:ext>
            </a:extLst>
          </p:cNvPr>
          <p:cNvPicPr>
            <a:picLocks/>
          </p:cNvPicPr>
          <p:nvPr/>
        </p:nvPicPr>
        <p:blipFill>
          <a:blip r:embed="rId7"/>
          <a:srcRect l="5958" r="7751"/>
          <a:stretch>
            <a:fillRect/>
          </a:stretch>
        </p:blipFill>
        <p:spPr>
          <a:xfrm>
            <a:off x="554736" y="2434013"/>
            <a:ext cx="1971759" cy="3871536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16B9169F-42AD-5F42-BCEB-9F7923AA7696}"/>
              </a:ext>
            </a:extLst>
          </p:cNvPr>
          <p:cNvPicPr>
            <a:picLocks/>
          </p:cNvPicPr>
          <p:nvPr/>
        </p:nvPicPr>
        <p:blipFill>
          <a:blip r:embed="rId8"/>
          <a:srcRect l="6061" r="7494"/>
          <a:stretch>
            <a:fillRect/>
          </a:stretch>
        </p:blipFill>
        <p:spPr>
          <a:xfrm>
            <a:off x="2634986" y="2434013"/>
            <a:ext cx="1975322" cy="3871536"/>
          </a:xfrm>
          <a:prstGeom prst="rect">
            <a:avLst/>
          </a:prstGeom>
        </p:spPr>
      </p:pic>
      <p:grpSp>
        <p:nvGrpSpPr>
          <p:cNvPr id="72" name="Group 71">
            <a:extLst>
              <a:ext uri="{FF2B5EF4-FFF2-40B4-BE49-F238E27FC236}">
                <a16:creationId xmlns:a16="http://schemas.microsoft.com/office/drawing/2014/main" id="{3A50C586-9741-BF0E-2B26-16D60AFD0016}"/>
              </a:ext>
            </a:extLst>
          </p:cNvPr>
          <p:cNvGrpSpPr>
            <a:grpSpLocks/>
          </p:cNvGrpSpPr>
          <p:nvPr/>
        </p:nvGrpSpPr>
        <p:grpSpPr>
          <a:xfrm>
            <a:off x="6817224" y="2434013"/>
            <a:ext cx="1998891" cy="3871536"/>
            <a:chOff x="6645774" y="2271710"/>
            <a:chExt cx="1998891" cy="3875861"/>
          </a:xfrm>
        </p:grpSpPr>
        <p:sp>
          <p:nvSpPr>
            <p:cNvPr id="14" name="object 78"/>
            <p:cNvSpPr/>
            <p:nvPr/>
          </p:nvSpPr>
          <p:spPr>
            <a:xfrm>
              <a:off x="6645774" y="2271710"/>
              <a:ext cx="1998891" cy="3875861"/>
            </a:xfrm>
            <a:custGeom>
              <a:avLst/>
              <a:gdLst/>
              <a:ahLst/>
              <a:cxnLst/>
              <a:rect l="l" t="t" r="r" b="b"/>
              <a:pathLst>
                <a:path w="3419475" h="6838315">
                  <a:moveTo>
                    <a:pt x="2890747" y="0"/>
                  </a:moveTo>
                  <a:lnTo>
                    <a:pt x="528488" y="0"/>
                  </a:lnTo>
                  <a:lnTo>
                    <a:pt x="479903" y="2298"/>
                  </a:lnTo>
                  <a:lnTo>
                    <a:pt x="432625" y="9053"/>
                  </a:lnTo>
                  <a:lnTo>
                    <a:pt x="386864" y="20054"/>
                  </a:lnTo>
                  <a:lnTo>
                    <a:pt x="342833" y="35092"/>
                  </a:lnTo>
                  <a:lnTo>
                    <a:pt x="300743" y="53954"/>
                  </a:lnTo>
                  <a:lnTo>
                    <a:pt x="260806" y="76432"/>
                  </a:lnTo>
                  <a:lnTo>
                    <a:pt x="223232" y="102314"/>
                  </a:lnTo>
                  <a:lnTo>
                    <a:pt x="188233" y="131391"/>
                  </a:lnTo>
                  <a:lnTo>
                    <a:pt x="156020" y="163451"/>
                  </a:lnTo>
                  <a:lnTo>
                    <a:pt x="126806" y="198284"/>
                  </a:lnTo>
                  <a:lnTo>
                    <a:pt x="100801" y="235681"/>
                  </a:lnTo>
                  <a:lnTo>
                    <a:pt x="78217" y="275430"/>
                  </a:lnTo>
                  <a:lnTo>
                    <a:pt x="59264" y="317321"/>
                  </a:lnTo>
                  <a:lnTo>
                    <a:pt x="44156" y="361144"/>
                  </a:lnTo>
                  <a:lnTo>
                    <a:pt x="33102" y="406688"/>
                  </a:lnTo>
                  <a:lnTo>
                    <a:pt x="26315" y="453743"/>
                  </a:lnTo>
                  <a:lnTo>
                    <a:pt x="24006" y="502098"/>
                  </a:lnTo>
                  <a:lnTo>
                    <a:pt x="24006" y="916482"/>
                  </a:lnTo>
                  <a:lnTo>
                    <a:pt x="14669" y="918371"/>
                  </a:lnTo>
                  <a:lnTo>
                    <a:pt x="7037" y="923513"/>
                  </a:lnTo>
                  <a:lnTo>
                    <a:pt x="1888" y="931136"/>
                  </a:lnTo>
                  <a:lnTo>
                    <a:pt x="0" y="940469"/>
                  </a:lnTo>
                  <a:lnTo>
                    <a:pt x="0" y="1147529"/>
                  </a:lnTo>
                  <a:lnTo>
                    <a:pt x="1888" y="1156863"/>
                  </a:lnTo>
                  <a:lnTo>
                    <a:pt x="7037" y="1164485"/>
                  </a:lnTo>
                  <a:lnTo>
                    <a:pt x="14669" y="1169627"/>
                  </a:lnTo>
                  <a:lnTo>
                    <a:pt x="24006" y="1171516"/>
                  </a:lnTo>
                  <a:lnTo>
                    <a:pt x="24006" y="1410732"/>
                  </a:lnTo>
                  <a:lnTo>
                    <a:pt x="14669" y="1412621"/>
                  </a:lnTo>
                  <a:lnTo>
                    <a:pt x="7037" y="1417763"/>
                  </a:lnTo>
                  <a:lnTo>
                    <a:pt x="1888" y="1425386"/>
                  </a:lnTo>
                  <a:lnTo>
                    <a:pt x="0" y="1434719"/>
                  </a:lnTo>
                  <a:lnTo>
                    <a:pt x="0" y="1880874"/>
                  </a:lnTo>
                  <a:lnTo>
                    <a:pt x="1888" y="1890207"/>
                  </a:lnTo>
                  <a:lnTo>
                    <a:pt x="7037" y="1897830"/>
                  </a:lnTo>
                  <a:lnTo>
                    <a:pt x="14669" y="1902972"/>
                  </a:lnTo>
                  <a:lnTo>
                    <a:pt x="24006" y="1904861"/>
                  </a:lnTo>
                  <a:lnTo>
                    <a:pt x="24006" y="2032269"/>
                  </a:lnTo>
                  <a:lnTo>
                    <a:pt x="14669" y="2034159"/>
                  </a:lnTo>
                  <a:lnTo>
                    <a:pt x="7037" y="2039300"/>
                  </a:lnTo>
                  <a:lnTo>
                    <a:pt x="1888" y="2046923"/>
                  </a:lnTo>
                  <a:lnTo>
                    <a:pt x="0" y="2056257"/>
                  </a:lnTo>
                  <a:lnTo>
                    <a:pt x="0" y="2502411"/>
                  </a:lnTo>
                  <a:lnTo>
                    <a:pt x="1888" y="2511745"/>
                  </a:lnTo>
                  <a:lnTo>
                    <a:pt x="7037" y="2519368"/>
                  </a:lnTo>
                  <a:lnTo>
                    <a:pt x="14669" y="2524509"/>
                  </a:lnTo>
                  <a:lnTo>
                    <a:pt x="24006" y="2526398"/>
                  </a:lnTo>
                  <a:lnTo>
                    <a:pt x="24006" y="6336008"/>
                  </a:lnTo>
                  <a:lnTo>
                    <a:pt x="26263" y="6383270"/>
                  </a:lnTo>
                  <a:lnTo>
                    <a:pt x="26315" y="6384363"/>
                  </a:lnTo>
                  <a:lnTo>
                    <a:pt x="33102" y="6431418"/>
                  </a:lnTo>
                  <a:lnTo>
                    <a:pt x="44156" y="6476963"/>
                  </a:lnTo>
                  <a:lnTo>
                    <a:pt x="59264" y="6520785"/>
                  </a:lnTo>
                  <a:lnTo>
                    <a:pt x="78217" y="6562677"/>
                  </a:lnTo>
                  <a:lnTo>
                    <a:pt x="100801" y="6602426"/>
                  </a:lnTo>
                  <a:lnTo>
                    <a:pt x="126806" y="6639822"/>
                  </a:lnTo>
                  <a:lnTo>
                    <a:pt x="156020" y="6674656"/>
                  </a:lnTo>
                  <a:lnTo>
                    <a:pt x="188233" y="6706716"/>
                  </a:lnTo>
                  <a:lnTo>
                    <a:pt x="223232" y="6735792"/>
                  </a:lnTo>
                  <a:lnTo>
                    <a:pt x="260806" y="6761674"/>
                  </a:lnTo>
                  <a:lnTo>
                    <a:pt x="300743" y="6784152"/>
                  </a:lnTo>
                  <a:lnTo>
                    <a:pt x="342833" y="6803015"/>
                  </a:lnTo>
                  <a:lnTo>
                    <a:pt x="386864" y="6818052"/>
                  </a:lnTo>
                  <a:lnTo>
                    <a:pt x="432625" y="6829053"/>
                  </a:lnTo>
                  <a:lnTo>
                    <a:pt x="479903" y="6835808"/>
                  </a:lnTo>
                  <a:lnTo>
                    <a:pt x="528488" y="6838107"/>
                  </a:lnTo>
                  <a:lnTo>
                    <a:pt x="2890747" y="6838107"/>
                  </a:lnTo>
                  <a:lnTo>
                    <a:pt x="2939332" y="6835808"/>
                  </a:lnTo>
                  <a:lnTo>
                    <a:pt x="2986611" y="6829053"/>
                  </a:lnTo>
                  <a:lnTo>
                    <a:pt x="3032371" y="6818052"/>
                  </a:lnTo>
                  <a:lnTo>
                    <a:pt x="3076402" y="6803015"/>
                  </a:lnTo>
                  <a:lnTo>
                    <a:pt x="3087017" y="6798258"/>
                  </a:lnTo>
                  <a:lnTo>
                    <a:pt x="528488" y="6798258"/>
                  </a:lnTo>
                  <a:lnTo>
                    <a:pt x="481001" y="6795871"/>
                  </a:lnTo>
                  <a:lnTo>
                    <a:pt x="434886" y="6788866"/>
                  </a:lnTo>
                  <a:lnTo>
                    <a:pt x="390377" y="6777476"/>
                  </a:lnTo>
                  <a:lnTo>
                    <a:pt x="347705" y="6761932"/>
                  </a:lnTo>
                  <a:lnTo>
                    <a:pt x="307106" y="6742467"/>
                  </a:lnTo>
                  <a:lnTo>
                    <a:pt x="268813" y="6719313"/>
                  </a:lnTo>
                  <a:lnTo>
                    <a:pt x="233058" y="6692702"/>
                  </a:lnTo>
                  <a:lnTo>
                    <a:pt x="200076" y="6662868"/>
                  </a:lnTo>
                  <a:lnTo>
                    <a:pt x="170100" y="6630042"/>
                  </a:lnTo>
                  <a:lnTo>
                    <a:pt x="143364" y="6594456"/>
                  </a:lnTo>
                  <a:lnTo>
                    <a:pt x="120100" y="6556344"/>
                  </a:lnTo>
                  <a:lnTo>
                    <a:pt x="100542" y="6515937"/>
                  </a:lnTo>
                  <a:lnTo>
                    <a:pt x="84924" y="6473467"/>
                  </a:lnTo>
                  <a:lnTo>
                    <a:pt x="73480" y="6429168"/>
                  </a:lnTo>
                  <a:lnTo>
                    <a:pt x="66442" y="6383270"/>
                  </a:lnTo>
                  <a:lnTo>
                    <a:pt x="64044" y="6336008"/>
                  </a:lnTo>
                  <a:lnTo>
                    <a:pt x="64044" y="502098"/>
                  </a:lnTo>
                  <a:lnTo>
                    <a:pt x="66442" y="454836"/>
                  </a:lnTo>
                  <a:lnTo>
                    <a:pt x="73480" y="408939"/>
                  </a:lnTo>
                  <a:lnTo>
                    <a:pt x="84924" y="364639"/>
                  </a:lnTo>
                  <a:lnTo>
                    <a:pt x="100542" y="322170"/>
                  </a:lnTo>
                  <a:lnTo>
                    <a:pt x="120100" y="281763"/>
                  </a:lnTo>
                  <a:lnTo>
                    <a:pt x="143364" y="243650"/>
                  </a:lnTo>
                  <a:lnTo>
                    <a:pt x="170100" y="208065"/>
                  </a:lnTo>
                  <a:lnTo>
                    <a:pt x="200076" y="175238"/>
                  </a:lnTo>
                  <a:lnTo>
                    <a:pt x="233058" y="145404"/>
                  </a:lnTo>
                  <a:lnTo>
                    <a:pt x="268813" y="118794"/>
                  </a:lnTo>
                  <a:lnTo>
                    <a:pt x="307106" y="95640"/>
                  </a:lnTo>
                  <a:lnTo>
                    <a:pt x="347705" y="76175"/>
                  </a:lnTo>
                  <a:lnTo>
                    <a:pt x="390377" y="60631"/>
                  </a:lnTo>
                  <a:lnTo>
                    <a:pt x="434886" y="49240"/>
                  </a:lnTo>
                  <a:lnTo>
                    <a:pt x="481001" y="42235"/>
                  </a:lnTo>
                  <a:lnTo>
                    <a:pt x="528488" y="39849"/>
                  </a:lnTo>
                  <a:lnTo>
                    <a:pt x="3087017" y="39849"/>
                  </a:lnTo>
                  <a:lnTo>
                    <a:pt x="3076402" y="35092"/>
                  </a:lnTo>
                  <a:lnTo>
                    <a:pt x="3032371" y="20054"/>
                  </a:lnTo>
                  <a:lnTo>
                    <a:pt x="2986611" y="9053"/>
                  </a:lnTo>
                  <a:lnTo>
                    <a:pt x="2939332" y="2298"/>
                  </a:lnTo>
                  <a:lnTo>
                    <a:pt x="2890747" y="0"/>
                  </a:lnTo>
                  <a:close/>
                </a:path>
                <a:path w="3419475" h="6838315">
                  <a:moveTo>
                    <a:pt x="3087017" y="39849"/>
                  </a:moveTo>
                  <a:lnTo>
                    <a:pt x="2890747" y="39849"/>
                  </a:lnTo>
                  <a:lnTo>
                    <a:pt x="2938234" y="42235"/>
                  </a:lnTo>
                  <a:lnTo>
                    <a:pt x="2984349" y="49240"/>
                  </a:lnTo>
                  <a:lnTo>
                    <a:pt x="3028859" y="60631"/>
                  </a:lnTo>
                  <a:lnTo>
                    <a:pt x="3071530" y="76175"/>
                  </a:lnTo>
                  <a:lnTo>
                    <a:pt x="3112129" y="95640"/>
                  </a:lnTo>
                  <a:lnTo>
                    <a:pt x="3150423" y="118794"/>
                  </a:lnTo>
                  <a:lnTo>
                    <a:pt x="3186177" y="145404"/>
                  </a:lnTo>
                  <a:lnTo>
                    <a:pt x="3219159" y="175238"/>
                  </a:lnTo>
                  <a:lnTo>
                    <a:pt x="3249135" y="208065"/>
                  </a:lnTo>
                  <a:lnTo>
                    <a:pt x="3275872" y="243650"/>
                  </a:lnTo>
                  <a:lnTo>
                    <a:pt x="3299136" y="281763"/>
                  </a:lnTo>
                  <a:lnTo>
                    <a:pt x="3318693" y="322170"/>
                  </a:lnTo>
                  <a:lnTo>
                    <a:pt x="3334311" y="364639"/>
                  </a:lnTo>
                  <a:lnTo>
                    <a:pt x="3345756" y="408939"/>
                  </a:lnTo>
                  <a:lnTo>
                    <a:pt x="3352794" y="454836"/>
                  </a:lnTo>
                  <a:lnTo>
                    <a:pt x="3355192" y="502098"/>
                  </a:lnTo>
                  <a:lnTo>
                    <a:pt x="3355192" y="6336008"/>
                  </a:lnTo>
                  <a:lnTo>
                    <a:pt x="3352794" y="6383270"/>
                  </a:lnTo>
                  <a:lnTo>
                    <a:pt x="3345756" y="6429168"/>
                  </a:lnTo>
                  <a:lnTo>
                    <a:pt x="3334311" y="6473467"/>
                  </a:lnTo>
                  <a:lnTo>
                    <a:pt x="3318693" y="6515937"/>
                  </a:lnTo>
                  <a:lnTo>
                    <a:pt x="3299136" y="6556344"/>
                  </a:lnTo>
                  <a:lnTo>
                    <a:pt x="3275872" y="6594456"/>
                  </a:lnTo>
                  <a:lnTo>
                    <a:pt x="3249135" y="6630042"/>
                  </a:lnTo>
                  <a:lnTo>
                    <a:pt x="3219159" y="6662868"/>
                  </a:lnTo>
                  <a:lnTo>
                    <a:pt x="3186177" y="6692702"/>
                  </a:lnTo>
                  <a:lnTo>
                    <a:pt x="3150423" y="6719313"/>
                  </a:lnTo>
                  <a:lnTo>
                    <a:pt x="3112129" y="6742467"/>
                  </a:lnTo>
                  <a:lnTo>
                    <a:pt x="3071530" y="6761932"/>
                  </a:lnTo>
                  <a:lnTo>
                    <a:pt x="3028859" y="6777476"/>
                  </a:lnTo>
                  <a:lnTo>
                    <a:pt x="2984349" y="6788866"/>
                  </a:lnTo>
                  <a:lnTo>
                    <a:pt x="2938234" y="6795871"/>
                  </a:lnTo>
                  <a:lnTo>
                    <a:pt x="2890747" y="6798258"/>
                  </a:lnTo>
                  <a:lnTo>
                    <a:pt x="3087017" y="6798258"/>
                  </a:lnTo>
                  <a:lnTo>
                    <a:pt x="3158430" y="6761674"/>
                  </a:lnTo>
                  <a:lnTo>
                    <a:pt x="3196004" y="6735792"/>
                  </a:lnTo>
                  <a:lnTo>
                    <a:pt x="3231003" y="6706716"/>
                  </a:lnTo>
                  <a:lnTo>
                    <a:pt x="3263215" y="6674656"/>
                  </a:lnTo>
                  <a:lnTo>
                    <a:pt x="3292429" y="6639822"/>
                  </a:lnTo>
                  <a:lnTo>
                    <a:pt x="3318435" y="6602426"/>
                  </a:lnTo>
                  <a:lnTo>
                    <a:pt x="3341019" y="6562677"/>
                  </a:lnTo>
                  <a:lnTo>
                    <a:pt x="3359971" y="6520785"/>
                  </a:lnTo>
                  <a:lnTo>
                    <a:pt x="3375080" y="6476963"/>
                  </a:lnTo>
                  <a:lnTo>
                    <a:pt x="3386133" y="6431418"/>
                  </a:lnTo>
                  <a:lnTo>
                    <a:pt x="3392920" y="6384363"/>
                  </a:lnTo>
                  <a:lnTo>
                    <a:pt x="3395230" y="6336008"/>
                  </a:lnTo>
                  <a:lnTo>
                    <a:pt x="3395230" y="502098"/>
                  </a:lnTo>
                  <a:lnTo>
                    <a:pt x="3392973" y="454836"/>
                  </a:lnTo>
                  <a:lnTo>
                    <a:pt x="3392920" y="453743"/>
                  </a:lnTo>
                  <a:lnTo>
                    <a:pt x="3386133" y="406688"/>
                  </a:lnTo>
                  <a:lnTo>
                    <a:pt x="3375080" y="361144"/>
                  </a:lnTo>
                  <a:lnTo>
                    <a:pt x="3359971" y="317321"/>
                  </a:lnTo>
                  <a:lnTo>
                    <a:pt x="3341019" y="275430"/>
                  </a:lnTo>
                  <a:lnTo>
                    <a:pt x="3318435" y="235681"/>
                  </a:lnTo>
                  <a:lnTo>
                    <a:pt x="3292429" y="198284"/>
                  </a:lnTo>
                  <a:lnTo>
                    <a:pt x="3263215" y="163451"/>
                  </a:lnTo>
                  <a:lnTo>
                    <a:pt x="3231003" y="131391"/>
                  </a:lnTo>
                  <a:lnTo>
                    <a:pt x="3196004" y="102314"/>
                  </a:lnTo>
                  <a:lnTo>
                    <a:pt x="3158430" y="76432"/>
                  </a:lnTo>
                  <a:lnTo>
                    <a:pt x="3118492" y="53954"/>
                  </a:lnTo>
                  <a:lnTo>
                    <a:pt x="3087017" y="39849"/>
                  </a:lnTo>
                  <a:close/>
                </a:path>
                <a:path w="3419475" h="6838315">
                  <a:moveTo>
                    <a:pt x="3395253" y="1570066"/>
                  </a:moveTo>
                  <a:lnTo>
                    <a:pt x="3395253" y="2367048"/>
                  </a:lnTo>
                  <a:lnTo>
                    <a:pt x="3404595" y="2365163"/>
                  </a:lnTo>
                  <a:lnTo>
                    <a:pt x="3412231" y="2360022"/>
                  </a:lnTo>
                  <a:lnTo>
                    <a:pt x="3417384" y="2352398"/>
                  </a:lnTo>
                  <a:lnTo>
                    <a:pt x="3419274" y="2343061"/>
                  </a:lnTo>
                  <a:lnTo>
                    <a:pt x="3419274" y="1594053"/>
                  </a:lnTo>
                  <a:lnTo>
                    <a:pt x="3417384" y="1584716"/>
                  </a:lnTo>
                  <a:lnTo>
                    <a:pt x="3412231" y="1577092"/>
                  </a:lnTo>
                  <a:lnTo>
                    <a:pt x="3404595" y="1571951"/>
                  </a:lnTo>
                  <a:lnTo>
                    <a:pt x="3395253" y="1570066"/>
                  </a:lnTo>
                  <a:close/>
                </a:path>
              </a:pathLst>
            </a:custGeom>
            <a:solidFill>
              <a:srgbClr val="AABACC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" name="object 79"/>
            <p:cNvSpPr/>
            <p:nvPr/>
          </p:nvSpPr>
          <p:spPr>
            <a:xfrm>
              <a:off x="6764749" y="2407781"/>
              <a:ext cx="1756871" cy="3644080"/>
            </a:xfrm>
            <a:custGeom>
              <a:avLst/>
              <a:gdLst/>
              <a:ahLst/>
              <a:cxnLst/>
              <a:rect l="l" t="t" r="r" b="b"/>
              <a:pathLst>
                <a:path w="3005455" h="6429375">
                  <a:moveTo>
                    <a:pt x="3005144" y="0"/>
                  </a:moveTo>
                  <a:lnTo>
                    <a:pt x="0" y="0"/>
                  </a:lnTo>
                  <a:lnTo>
                    <a:pt x="0" y="6429123"/>
                  </a:lnTo>
                  <a:lnTo>
                    <a:pt x="3005144" y="6429123"/>
                  </a:lnTo>
                  <a:lnTo>
                    <a:pt x="3005144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16" name="object 8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42838" y="2824132"/>
              <a:ext cx="1600521" cy="339071"/>
            </a:xfrm>
            <a:prstGeom prst="rect">
              <a:avLst/>
            </a:prstGeom>
          </p:spPr>
        </p:pic>
        <p:pic>
          <p:nvPicPr>
            <p:cNvPr id="17" name="object 8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848047" y="2691656"/>
              <a:ext cx="746554" cy="605602"/>
            </a:xfrm>
            <a:prstGeom prst="rect">
              <a:avLst/>
            </a:prstGeom>
          </p:spPr>
        </p:pic>
        <p:pic>
          <p:nvPicPr>
            <p:cNvPr id="18" name="object 8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332193" y="2943710"/>
              <a:ext cx="154528" cy="147242"/>
            </a:xfrm>
            <a:prstGeom prst="rect">
              <a:avLst/>
            </a:prstGeom>
          </p:spPr>
        </p:pic>
        <p:pic>
          <p:nvPicPr>
            <p:cNvPr id="19" name="object 8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338904" y="2945107"/>
              <a:ext cx="138426" cy="134217"/>
            </a:xfrm>
            <a:prstGeom prst="rect">
              <a:avLst/>
            </a:prstGeom>
          </p:spPr>
        </p:pic>
        <p:pic>
          <p:nvPicPr>
            <p:cNvPr id="20" name="object 8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181753" y="2884978"/>
              <a:ext cx="133817" cy="195019"/>
            </a:xfrm>
            <a:prstGeom prst="rect">
              <a:avLst/>
            </a:prstGeom>
          </p:spPr>
        </p:pic>
        <p:pic>
          <p:nvPicPr>
            <p:cNvPr id="21" name="object 8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970010" y="2880667"/>
              <a:ext cx="146131" cy="198999"/>
            </a:xfrm>
            <a:prstGeom prst="rect">
              <a:avLst/>
            </a:prstGeom>
          </p:spPr>
        </p:pic>
        <p:pic>
          <p:nvPicPr>
            <p:cNvPr id="22" name="object 8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130444" y="3042521"/>
              <a:ext cx="37217" cy="36085"/>
            </a:xfrm>
            <a:prstGeom prst="rect">
              <a:avLst/>
            </a:prstGeom>
          </p:spPr>
        </p:pic>
        <p:sp>
          <p:nvSpPr>
            <p:cNvPr id="23" name="object 87"/>
            <p:cNvSpPr/>
            <p:nvPr/>
          </p:nvSpPr>
          <p:spPr>
            <a:xfrm>
              <a:off x="6842838" y="3238902"/>
              <a:ext cx="1600597" cy="288647"/>
            </a:xfrm>
            <a:custGeom>
              <a:avLst/>
              <a:gdLst/>
              <a:ahLst/>
              <a:cxnLst/>
              <a:rect l="l" t="t" r="r" b="b"/>
              <a:pathLst>
                <a:path w="2738119" h="509270">
                  <a:moveTo>
                    <a:pt x="2737990" y="0"/>
                  </a:moveTo>
                  <a:lnTo>
                    <a:pt x="0" y="0"/>
                  </a:lnTo>
                  <a:lnTo>
                    <a:pt x="0" y="509199"/>
                  </a:lnTo>
                  <a:lnTo>
                    <a:pt x="2737990" y="509199"/>
                  </a:lnTo>
                  <a:lnTo>
                    <a:pt x="27379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object 88"/>
            <p:cNvSpPr/>
            <p:nvPr/>
          </p:nvSpPr>
          <p:spPr>
            <a:xfrm>
              <a:off x="6920902" y="3295678"/>
              <a:ext cx="175947" cy="170597"/>
            </a:xfrm>
            <a:custGeom>
              <a:avLst/>
              <a:gdLst/>
              <a:ahLst/>
              <a:cxnLst/>
              <a:rect l="l" t="t" r="r" b="b"/>
              <a:pathLst>
                <a:path w="300990" h="300989">
                  <a:moveTo>
                    <a:pt x="200340" y="0"/>
                  </a:moveTo>
                  <a:lnTo>
                    <a:pt x="100170" y="0"/>
                  </a:lnTo>
                  <a:lnTo>
                    <a:pt x="61179" y="7871"/>
                  </a:lnTo>
                  <a:lnTo>
                    <a:pt x="29339" y="29339"/>
                  </a:lnTo>
                  <a:lnTo>
                    <a:pt x="7871" y="61179"/>
                  </a:lnTo>
                  <a:lnTo>
                    <a:pt x="0" y="100170"/>
                  </a:lnTo>
                  <a:lnTo>
                    <a:pt x="0" y="200340"/>
                  </a:lnTo>
                  <a:lnTo>
                    <a:pt x="7871" y="239331"/>
                  </a:lnTo>
                  <a:lnTo>
                    <a:pt x="29339" y="271171"/>
                  </a:lnTo>
                  <a:lnTo>
                    <a:pt x="61179" y="292639"/>
                  </a:lnTo>
                  <a:lnTo>
                    <a:pt x="100170" y="300511"/>
                  </a:lnTo>
                  <a:lnTo>
                    <a:pt x="200340" y="300511"/>
                  </a:lnTo>
                  <a:lnTo>
                    <a:pt x="239331" y="292639"/>
                  </a:lnTo>
                  <a:lnTo>
                    <a:pt x="271171" y="271171"/>
                  </a:lnTo>
                  <a:lnTo>
                    <a:pt x="292639" y="239331"/>
                  </a:lnTo>
                  <a:lnTo>
                    <a:pt x="300511" y="200340"/>
                  </a:lnTo>
                  <a:lnTo>
                    <a:pt x="300511" y="100170"/>
                  </a:lnTo>
                  <a:lnTo>
                    <a:pt x="292639" y="61179"/>
                  </a:lnTo>
                  <a:lnTo>
                    <a:pt x="271171" y="29339"/>
                  </a:lnTo>
                  <a:lnTo>
                    <a:pt x="239331" y="7871"/>
                  </a:lnTo>
                  <a:lnTo>
                    <a:pt x="200340" y="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25" name="object 8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963987" y="3337471"/>
              <a:ext cx="89460" cy="86740"/>
            </a:xfrm>
            <a:prstGeom prst="rect">
              <a:avLst/>
            </a:prstGeom>
          </p:spPr>
        </p:pic>
        <p:pic>
          <p:nvPicPr>
            <p:cNvPr id="26" name="object 9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160611" y="3354875"/>
              <a:ext cx="639930" cy="73807"/>
            </a:xfrm>
            <a:prstGeom prst="rect">
              <a:avLst/>
            </a:prstGeom>
          </p:spPr>
        </p:pic>
        <p:sp>
          <p:nvSpPr>
            <p:cNvPr id="27" name="object 91"/>
            <p:cNvSpPr/>
            <p:nvPr/>
          </p:nvSpPr>
          <p:spPr>
            <a:xfrm>
              <a:off x="8291619" y="3356722"/>
              <a:ext cx="30437" cy="48588"/>
            </a:xfrm>
            <a:custGeom>
              <a:avLst/>
              <a:gdLst/>
              <a:ahLst/>
              <a:cxnLst/>
              <a:rect l="l" t="t" r="r" b="b"/>
              <a:pathLst>
                <a:path w="52069" h="85725">
                  <a:moveTo>
                    <a:pt x="42552" y="42552"/>
                  </a:moveTo>
                  <a:lnTo>
                    <a:pt x="48455" y="48455"/>
                  </a:lnTo>
                  <a:lnTo>
                    <a:pt x="51715" y="45195"/>
                  </a:lnTo>
                  <a:lnTo>
                    <a:pt x="51715" y="39909"/>
                  </a:lnTo>
                  <a:lnTo>
                    <a:pt x="48455" y="36650"/>
                  </a:lnTo>
                  <a:lnTo>
                    <a:pt x="42552" y="42552"/>
                  </a:lnTo>
                  <a:close/>
                </a:path>
                <a:path w="52069" h="85725">
                  <a:moveTo>
                    <a:pt x="3259" y="70040"/>
                  </a:moveTo>
                  <a:lnTo>
                    <a:pt x="15065" y="81845"/>
                  </a:lnTo>
                  <a:lnTo>
                    <a:pt x="48455" y="48455"/>
                  </a:lnTo>
                  <a:lnTo>
                    <a:pt x="42552" y="42552"/>
                  </a:lnTo>
                  <a:lnTo>
                    <a:pt x="36650" y="48455"/>
                  </a:lnTo>
                  <a:lnTo>
                    <a:pt x="30747" y="42552"/>
                  </a:lnTo>
                  <a:lnTo>
                    <a:pt x="3259" y="70040"/>
                  </a:lnTo>
                  <a:close/>
                </a:path>
                <a:path w="52069" h="85725">
                  <a:moveTo>
                    <a:pt x="3259" y="15065"/>
                  </a:moveTo>
                  <a:lnTo>
                    <a:pt x="30747" y="42552"/>
                  </a:lnTo>
                  <a:lnTo>
                    <a:pt x="36650" y="36650"/>
                  </a:lnTo>
                  <a:lnTo>
                    <a:pt x="42552" y="42552"/>
                  </a:lnTo>
                  <a:lnTo>
                    <a:pt x="48455" y="36650"/>
                  </a:lnTo>
                  <a:lnTo>
                    <a:pt x="15065" y="3259"/>
                  </a:lnTo>
                  <a:lnTo>
                    <a:pt x="3259" y="15065"/>
                  </a:lnTo>
                  <a:close/>
                </a:path>
                <a:path w="52069" h="85725">
                  <a:moveTo>
                    <a:pt x="30747" y="42552"/>
                  </a:moveTo>
                  <a:lnTo>
                    <a:pt x="36650" y="48455"/>
                  </a:lnTo>
                  <a:lnTo>
                    <a:pt x="42552" y="42552"/>
                  </a:lnTo>
                  <a:lnTo>
                    <a:pt x="36650" y="36650"/>
                  </a:lnTo>
                  <a:lnTo>
                    <a:pt x="30747" y="42552"/>
                  </a:lnTo>
                  <a:close/>
                </a:path>
                <a:path w="52069" h="85725">
                  <a:moveTo>
                    <a:pt x="0" y="73300"/>
                  </a:moveTo>
                  <a:lnTo>
                    <a:pt x="0" y="78585"/>
                  </a:lnTo>
                  <a:lnTo>
                    <a:pt x="6519" y="85105"/>
                  </a:lnTo>
                  <a:lnTo>
                    <a:pt x="11805" y="85105"/>
                  </a:lnTo>
                  <a:lnTo>
                    <a:pt x="15065" y="81845"/>
                  </a:lnTo>
                  <a:lnTo>
                    <a:pt x="3259" y="70040"/>
                  </a:lnTo>
                  <a:lnTo>
                    <a:pt x="0" y="73300"/>
                  </a:lnTo>
                  <a:close/>
                </a:path>
                <a:path w="52069" h="85725">
                  <a:moveTo>
                    <a:pt x="0" y="6519"/>
                  </a:moveTo>
                  <a:lnTo>
                    <a:pt x="0" y="11805"/>
                  </a:lnTo>
                  <a:lnTo>
                    <a:pt x="3259" y="15065"/>
                  </a:lnTo>
                  <a:lnTo>
                    <a:pt x="15065" y="3259"/>
                  </a:lnTo>
                  <a:lnTo>
                    <a:pt x="11805" y="0"/>
                  </a:lnTo>
                  <a:lnTo>
                    <a:pt x="6519" y="0"/>
                  </a:lnTo>
                  <a:lnTo>
                    <a:pt x="0" y="6519"/>
                  </a:lnTo>
                  <a:close/>
                </a:path>
              </a:pathLst>
            </a:custGeom>
            <a:solidFill>
              <a:srgbClr val="526067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" name="object 92"/>
            <p:cNvSpPr/>
            <p:nvPr/>
          </p:nvSpPr>
          <p:spPr>
            <a:xfrm>
              <a:off x="6920902" y="3522779"/>
              <a:ext cx="1522646" cy="5038"/>
            </a:xfrm>
            <a:custGeom>
              <a:avLst/>
              <a:gdLst/>
              <a:ahLst/>
              <a:cxnLst/>
              <a:rect l="l" t="t" r="r" b="b"/>
              <a:pathLst>
                <a:path w="2604769" h="8889">
                  <a:moveTo>
                    <a:pt x="2604430" y="0"/>
                  </a:moveTo>
                  <a:lnTo>
                    <a:pt x="0" y="0"/>
                  </a:lnTo>
                  <a:lnTo>
                    <a:pt x="0" y="8347"/>
                  </a:lnTo>
                  <a:lnTo>
                    <a:pt x="2604430" y="8347"/>
                  </a:lnTo>
                  <a:lnTo>
                    <a:pt x="2604430" y="0"/>
                  </a:lnTo>
                  <a:close/>
                </a:path>
              </a:pathLst>
            </a:custGeom>
            <a:solidFill>
              <a:srgbClr val="EBEBEB"/>
            </a:solidFill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29" name="object 9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842838" y="3603209"/>
              <a:ext cx="1600521" cy="339071"/>
            </a:xfrm>
            <a:prstGeom prst="rect">
              <a:avLst/>
            </a:prstGeom>
          </p:spPr>
        </p:pic>
        <p:pic>
          <p:nvPicPr>
            <p:cNvPr id="30" name="object 9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962455" y="3465740"/>
              <a:ext cx="625380" cy="606390"/>
            </a:xfrm>
            <a:prstGeom prst="rect">
              <a:avLst/>
            </a:prstGeom>
          </p:spPr>
        </p:pic>
        <p:pic>
          <p:nvPicPr>
            <p:cNvPr id="31" name="object 9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293101" y="3741714"/>
              <a:ext cx="154528" cy="147242"/>
            </a:xfrm>
            <a:prstGeom prst="rect">
              <a:avLst/>
            </a:prstGeom>
          </p:spPr>
        </p:pic>
        <p:pic>
          <p:nvPicPr>
            <p:cNvPr id="32" name="object 9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299860" y="3743110"/>
              <a:ext cx="138426" cy="134217"/>
            </a:xfrm>
            <a:prstGeom prst="rect">
              <a:avLst/>
            </a:prstGeom>
          </p:spPr>
        </p:pic>
        <p:pic>
          <p:nvPicPr>
            <p:cNvPr id="33" name="object 9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123844" y="3655443"/>
              <a:ext cx="152713" cy="222558"/>
            </a:xfrm>
            <a:prstGeom prst="rect">
              <a:avLst/>
            </a:prstGeom>
          </p:spPr>
        </p:pic>
        <p:pic>
          <p:nvPicPr>
            <p:cNvPr id="34" name="object 9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683217" y="2294256"/>
              <a:ext cx="1923875" cy="3830572"/>
            </a:xfrm>
            <a:prstGeom prst="rect">
              <a:avLst/>
            </a:prstGeom>
          </p:spPr>
        </p:pic>
      </p:grpSp>
      <p:pic>
        <p:nvPicPr>
          <p:cNvPr id="11" name="Picture 10">
            <a:extLst>
              <a:ext uri="{FF2B5EF4-FFF2-40B4-BE49-F238E27FC236}">
                <a16:creationId xmlns:a16="http://schemas.microsoft.com/office/drawing/2014/main" id="{2E13953E-906F-A148-8A21-83C5A4A9FEE6}"/>
              </a:ext>
            </a:extLst>
          </p:cNvPr>
          <p:cNvPicPr>
            <a:picLocks/>
          </p:cNvPicPr>
          <p:nvPr/>
        </p:nvPicPr>
        <p:blipFill>
          <a:blip r:embed="rId24"/>
          <a:srcRect l="5489" r="7426"/>
          <a:stretch>
            <a:fillRect/>
          </a:stretch>
        </p:blipFill>
        <p:spPr>
          <a:xfrm>
            <a:off x="4718799" y="2434013"/>
            <a:ext cx="1989934" cy="387153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FC8183B-968B-860D-F038-7FE4B3CBAF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6" y="55694"/>
            <a:ext cx="10429899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>
            <a:spAutoFit/>
          </a:bodyPr>
          <a:lstStyle/>
          <a:p>
            <a:r>
              <a:rPr lang="en-US">
                <a:latin typeface="+mj-lt"/>
              </a:rPr>
              <a:t>As competition intensified, Halyk explored new innovative non-core solutions and launched a</a:t>
            </a:r>
            <a:r>
              <a:rPr lang="ru-RU">
                <a:latin typeface="+mj-lt"/>
              </a:rPr>
              <a:t> digital B2B </a:t>
            </a:r>
            <a:r>
              <a:rPr lang="en-US">
                <a:latin typeface="+mj-lt"/>
              </a:rPr>
              <a:t>marketplace</a:t>
            </a:r>
            <a:endParaRPr lang="en-GB">
              <a:latin typeface="+mj-lt"/>
            </a:endParaRPr>
          </a:p>
        </p:txBody>
      </p:sp>
      <p:sp>
        <p:nvSpPr>
          <p:cNvPr id="56" name="Subtitle 55">
            <a:extLst>
              <a:ext uri="{FF2B5EF4-FFF2-40B4-BE49-F238E27FC236}">
                <a16:creationId xmlns:a16="http://schemas.microsoft.com/office/drawing/2014/main" id="{92338763-806C-9981-09AC-B9AE177E304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54736" y="1139151"/>
            <a:ext cx="11082528" cy="49244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r>
              <a:rPr lang="en-US" err="1"/>
              <a:t>OnlineDuken</a:t>
            </a:r>
            <a:r>
              <a:rPr lang="en-US"/>
              <a:t> digitizes the full cycle of ordering, deliveries and payments </a:t>
            </a:r>
            <a:br>
              <a:rPr lang="en-US"/>
            </a:br>
            <a:r>
              <a:rPr lang="en-US"/>
              <a:t>between wholesale distributors and grocery stores</a:t>
            </a:r>
            <a:endParaRPr lang="en-GB"/>
          </a:p>
        </p:txBody>
      </p: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836928B-C258-8B81-1D63-78DED1E94025}"/>
              </a:ext>
            </a:extLst>
          </p:cNvPr>
          <p:cNvCxnSpPr>
            <a:cxnSpLocks/>
          </p:cNvCxnSpPr>
          <p:nvPr/>
        </p:nvCxnSpPr>
        <p:spPr>
          <a:xfrm>
            <a:off x="9239249" y="2572893"/>
            <a:ext cx="2398015" cy="0"/>
          </a:xfrm>
          <a:prstGeom prst="line">
            <a:avLst/>
          </a:prstGeom>
          <a:ln w="6350" cap="flat">
            <a:solidFill>
              <a:srgbClr val="B3B3B3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A2B1DF57-6916-86B3-E0DD-D23D1D85628D}"/>
              </a:ext>
            </a:extLst>
          </p:cNvPr>
          <p:cNvCxnSpPr>
            <a:cxnSpLocks/>
          </p:cNvCxnSpPr>
          <p:nvPr/>
        </p:nvCxnSpPr>
        <p:spPr>
          <a:xfrm>
            <a:off x="9239249" y="3666450"/>
            <a:ext cx="2398015" cy="0"/>
          </a:xfrm>
          <a:prstGeom prst="line">
            <a:avLst/>
          </a:prstGeom>
          <a:ln w="6350" cap="flat">
            <a:solidFill>
              <a:srgbClr val="B3B3B3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FE6CF399-F5CB-A197-AF84-7454AF070571}"/>
              </a:ext>
            </a:extLst>
          </p:cNvPr>
          <p:cNvCxnSpPr>
            <a:cxnSpLocks/>
          </p:cNvCxnSpPr>
          <p:nvPr/>
        </p:nvCxnSpPr>
        <p:spPr>
          <a:xfrm>
            <a:off x="9239249" y="4513786"/>
            <a:ext cx="2398015" cy="0"/>
          </a:xfrm>
          <a:prstGeom prst="line">
            <a:avLst/>
          </a:prstGeom>
          <a:ln w="6350" cap="flat">
            <a:solidFill>
              <a:srgbClr val="B3B3B3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A0CF1549-31A3-B021-84F9-6AB6305569E9}"/>
              </a:ext>
            </a:extLst>
          </p:cNvPr>
          <p:cNvCxnSpPr>
            <a:cxnSpLocks/>
          </p:cNvCxnSpPr>
          <p:nvPr/>
        </p:nvCxnSpPr>
        <p:spPr>
          <a:xfrm>
            <a:off x="9239249" y="5607343"/>
            <a:ext cx="2398015" cy="0"/>
          </a:xfrm>
          <a:prstGeom prst="line">
            <a:avLst/>
          </a:prstGeom>
          <a:ln w="6350" cap="flat">
            <a:solidFill>
              <a:srgbClr val="B3B3B3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78AA333E-120A-3EE1-5D7F-E87ADE3E27A1}"/>
              </a:ext>
            </a:extLst>
          </p:cNvPr>
          <p:cNvSpPr txBox="1"/>
          <p:nvPr/>
        </p:nvSpPr>
        <p:spPr>
          <a:xfrm>
            <a:off x="9239249" y="1872226"/>
            <a:ext cx="2398015" cy="55399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2000" b="1">
                <a:solidFill>
                  <a:schemeClr val="accent2"/>
                </a:solidFill>
                <a:latin typeface="+mj-lt"/>
                <a:ea typeface="+mn-ea"/>
                <a:cs typeface="Arial" panose="020B0604020202020204" pitchFamily="34" charset="0"/>
              </a:rPr>
              <a:t>$85m</a:t>
            </a:r>
            <a:r>
              <a:rPr lang="en-US" sz="2000">
                <a:latin typeface="+mj-lt"/>
                <a:ea typeface="+mn-ea"/>
                <a:cs typeface="Arial" panose="020B0604020202020204" pitchFamily="34" charset="0"/>
              </a:rPr>
              <a:t> </a:t>
            </a:r>
            <a:r>
              <a:rPr lang="en-US" sz="1600">
                <a:latin typeface="+mn-lt"/>
                <a:ea typeface="+mn-ea"/>
                <a:cs typeface="Arial" panose="020B0604020202020204" pitchFamily="34" charset="0"/>
              </a:rPr>
              <a:t>GMV one year after launch</a:t>
            </a:r>
            <a:endParaRPr lang="en-GB" sz="1600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E9F0AF0-7E68-30AC-30AE-9642A5A541D2}"/>
              </a:ext>
            </a:extLst>
          </p:cNvPr>
          <p:cNvSpPr txBox="1"/>
          <p:nvPr/>
        </p:nvSpPr>
        <p:spPr>
          <a:xfrm>
            <a:off x="9239249" y="2719562"/>
            <a:ext cx="2398015" cy="800219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2000" b="1">
                <a:solidFill>
                  <a:schemeClr val="accent2"/>
                </a:solidFill>
                <a:latin typeface="+mj-lt"/>
                <a:ea typeface="+mn-ea"/>
                <a:cs typeface="Arial" panose="020B0604020202020204" pitchFamily="34" charset="0"/>
              </a:rPr>
              <a:t>~10% </a:t>
            </a:r>
            <a:r>
              <a:rPr lang="en-US" sz="1600">
                <a:latin typeface="+mn-lt"/>
                <a:ea typeface="+mn-ea"/>
                <a:cs typeface="Arial" panose="020B0604020202020204" pitchFamily="34" charset="0"/>
              </a:rPr>
              <a:t>share of wholesale grocery market by end of year</a:t>
            </a:r>
            <a:endParaRPr lang="en-GB" sz="1600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31DEDC8-D095-B048-BC4D-18DDD9DC7D21}"/>
              </a:ext>
            </a:extLst>
          </p:cNvPr>
          <p:cNvSpPr txBox="1"/>
          <p:nvPr/>
        </p:nvSpPr>
        <p:spPr>
          <a:xfrm>
            <a:off x="9239249" y="3813119"/>
            <a:ext cx="2398015" cy="55399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2000" b="1">
                <a:solidFill>
                  <a:schemeClr val="accent2"/>
                </a:solidFill>
                <a:latin typeface="+mj-lt"/>
                <a:ea typeface="+mn-ea"/>
                <a:cs typeface="Arial" panose="020B0604020202020204" pitchFamily="34" charset="0"/>
              </a:rPr>
              <a:t>~20% </a:t>
            </a:r>
            <a:r>
              <a:rPr lang="en-US" sz="1600">
                <a:latin typeface="+mn-lt"/>
                <a:ea typeface="+mn-ea"/>
                <a:cs typeface="Arial" panose="020B0604020202020204" pitchFamily="34" charset="0"/>
              </a:rPr>
              <a:t>of grocery shops in the country are users</a:t>
            </a:r>
            <a:endParaRPr lang="en-GB" sz="1600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6582A2D1-687B-D7DB-D335-D0DFB4682594}"/>
              </a:ext>
            </a:extLst>
          </p:cNvPr>
          <p:cNvSpPr txBox="1"/>
          <p:nvPr/>
        </p:nvSpPr>
        <p:spPr>
          <a:xfrm>
            <a:off x="9239249" y="4660455"/>
            <a:ext cx="2398015" cy="800219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2000" b="1">
                <a:solidFill>
                  <a:schemeClr val="accent2"/>
                </a:solidFill>
                <a:latin typeface="+mj-lt"/>
                <a:ea typeface="+mn-ea"/>
                <a:cs typeface="Arial" panose="020B0604020202020204" pitchFamily="34" charset="0"/>
              </a:rPr>
              <a:t>+16% </a:t>
            </a:r>
            <a:r>
              <a:rPr lang="en-US" sz="1600">
                <a:latin typeface="+mn-lt"/>
                <a:ea typeface="+mn-ea"/>
                <a:cs typeface="Arial" panose="020B0604020202020204" pitchFamily="34" charset="0"/>
              </a:rPr>
              <a:t>in average </a:t>
            </a:r>
            <a:br>
              <a:rPr lang="en-US" sz="1600">
                <a:latin typeface="+mn-lt"/>
                <a:ea typeface="+mn-ea"/>
                <a:cs typeface="Arial" panose="020B0604020202020204" pitchFamily="34" charset="0"/>
              </a:rPr>
            </a:br>
            <a:r>
              <a:rPr lang="en-US" sz="1600">
                <a:latin typeface="+mn-lt"/>
                <a:ea typeface="+mn-ea"/>
                <a:cs typeface="Arial" panose="020B0604020202020204" pitchFamily="34" charset="0"/>
              </a:rPr>
              <a:t>bank balance per user </a:t>
            </a:r>
            <a:br>
              <a:rPr lang="en-US" sz="1600">
                <a:latin typeface="+mn-lt"/>
                <a:ea typeface="+mn-ea"/>
                <a:cs typeface="Arial" panose="020B0604020202020204" pitchFamily="34" charset="0"/>
              </a:rPr>
            </a:br>
            <a:r>
              <a:rPr lang="en-US" sz="1600">
                <a:latin typeface="+mn-lt"/>
                <a:ea typeface="+mn-ea"/>
                <a:cs typeface="Arial" panose="020B0604020202020204" pitchFamily="34" charset="0"/>
              </a:rPr>
              <a:t>vs non-user</a:t>
            </a:r>
            <a:endParaRPr lang="en-GB" sz="1600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0C124EF-3DAD-8FAD-904F-C668D293F907}"/>
              </a:ext>
            </a:extLst>
          </p:cNvPr>
          <p:cNvSpPr txBox="1"/>
          <p:nvPr/>
        </p:nvSpPr>
        <p:spPr>
          <a:xfrm>
            <a:off x="9239249" y="5754015"/>
            <a:ext cx="2398015" cy="30777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GB" sz="1600">
                <a:latin typeface="+mn-lt"/>
                <a:ea typeface="+mn-ea"/>
                <a:cs typeface="Arial" panose="020B0604020202020204" pitchFamily="34" charset="0"/>
              </a:rPr>
              <a:t>Launched in </a:t>
            </a:r>
            <a:r>
              <a:rPr lang="en-GB" sz="2000" b="1">
                <a:solidFill>
                  <a:schemeClr val="accent2"/>
                </a:solidFill>
                <a:latin typeface="+mj-lt"/>
                <a:ea typeface="+mn-ea"/>
                <a:cs typeface="Arial" panose="020B0604020202020204" pitchFamily="34" charset="0"/>
              </a:rPr>
              <a:t>9 months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ED799F43-B451-5015-BB03-C9ABF8CDC494}"/>
              </a:ext>
            </a:extLst>
          </p:cNvPr>
          <p:cNvSpPr txBox="1"/>
          <p:nvPr/>
        </p:nvSpPr>
        <p:spPr>
          <a:xfrm>
            <a:off x="695325" y="1769427"/>
            <a:ext cx="3759447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fr-FR" sz="1600" b="1">
                <a:latin typeface="+mn-lt"/>
                <a:ea typeface="+mn-ea"/>
                <a:cs typeface="Arial" panose="020B0604020202020204" pitchFamily="34" charset="0"/>
              </a:rPr>
              <a:t>70+ </a:t>
            </a:r>
            <a:r>
              <a:rPr lang="fr-FR" sz="1600" b="1" err="1">
                <a:latin typeface="+mn-lt"/>
                <a:ea typeface="+mn-ea"/>
                <a:cs typeface="Arial" panose="020B0604020202020204" pitchFamily="34" charset="0"/>
              </a:rPr>
              <a:t>wholesale</a:t>
            </a:r>
            <a:r>
              <a:rPr lang="fr-FR" sz="1600" b="1">
                <a:latin typeface="+mn-lt"/>
                <a:ea typeface="+mn-ea"/>
                <a:cs typeface="Arial" panose="020B0604020202020204" pitchFamily="34" charset="0"/>
              </a:rPr>
              <a:t> </a:t>
            </a:r>
            <a:r>
              <a:rPr lang="fr-FR" sz="1600" b="1" err="1">
                <a:latin typeface="+mn-lt"/>
                <a:ea typeface="+mn-ea"/>
                <a:cs typeface="Arial" panose="020B0604020202020204" pitchFamily="34" charset="0"/>
              </a:rPr>
              <a:t>distributors</a:t>
            </a:r>
            <a:r>
              <a:rPr lang="fr-FR" sz="1600" b="1">
                <a:latin typeface="+mn-lt"/>
                <a:ea typeface="+mn-ea"/>
                <a:cs typeface="Arial" panose="020B0604020202020204" pitchFamily="34" charset="0"/>
              </a:rPr>
              <a:t>’ </a:t>
            </a:r>
            <a:r>
              <a:rPr lang="fr-FR" sz="1600" b="1" err="1">
                <a:latin typeface="+mn-lt"/>
                <a:ea typeface="+mn-ea"/>
                <a:cs typeface="Arial" panose="020B0604020202020204" pitchFamily="34" charset="0"/>
              </a:rPr>
              <a:t>product</a:t>
            </a:r>
            <a:r>
              <a:rPr lang="fr-FR" sz="1600" b="1">
                <a:latin typeface="+mn-lt"/>
                <a:ea typeface="+mn-ea"/>
                <a:cs typeface="Arial" panose="020B0604020202020204" pitchFamily="34" charset="0"/>
              </a:rPr>
              <a:t> catalogue </a:t>
            </a:r>
            <a:r>
              <a:rPr lang="fr-FR" sz="1600" b="1" err="1"/>
              <a:t>available</a:t>
            </a:r>
            <a:endParaRPr lang="en-GB" sz="1600" b="1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0D9818D-6D35-6625-F2EB-B0F061652B67}"/>
              </a:ext>
            </a:extLst>
          </p:cNvPr>
          <p:cNvSpPr txBox="1"/>
          <p:nvPr/>
        </p:nvSpPr>
        <p:spPr>
          <a:xfrm>
            <a:off x="6972760" y="1769427"/>
            <a:ext cx="1687818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GB" sz="1600" b="1">
                <a:latin typeface="+mn-lt"/>
                <a:ea typeface="+mn-ea"/>
                <a:cs typeface="Arial" panose="020B0604020202020204" pitchFamily="34" charset="0"/>
              </a:rPr>
              <a:t>Loyalty program for merchants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DAACF81-F8CD-6939-2131-7BDEE8BEDC01}"/>
              </a:ext>
            </a:extLst>
          </p:cNvPr>
          <p:cNvSpPr txBox="1"/>
          <p:nvPr/>
        </p:nvSpPr>
        <p:spPr>
          <a:xfrm>
            <a:off x="4804028" y="1769427"/>
            <a:ext cx="1819476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GB" sz="1600" b="1">
                <a:latin typeface="+mn-lt"/>
                <a:ea typeface="+mn-ea"/>
                <a:cs typeface="Arial" panose="020B0604020202020204" pitchFamily="34" charset="0"/>
              </a:rPr>
              <a:t>Embedded supply chain financing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4119354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6" hidden="1">
            <a:extLst>
              <a:ext uri="{FF2B5EF4-FFF2-40B4-BE49-F238E27FC236}">
                <a16:creationId xmlns:a16="http://schemas.microsoft.com/office/drawing/2014/main" id="{714B20B0-3C34-ADF2-2C0C-0355E861DA18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45509754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484" imgH="484" progId="TCLayout.ActiveDocument.1">
                  <p:embed/>
                </p:oleObj>
              </mc:Choice>
              <mc:Fallback>
                <p:oleObj name="think-cell Slide" r:id="rId6" imgW="484" imgH="484" progId="TCLayout.ActiveDocument.1">
                  <p:embed/>
                  <p:pic>
                    <p:nvPicPr>
                      <p:cNvPr id="8" name="Object 6" hidden="1">
                        <a:extLst>
                          <a:ext uri="{FF2B5EF4-FFF2-40B4-BE49-F238E27FC236}">
                            <a16:creationId xmlns:a16="http://schemas.microsoft.com/office/drawing/2014/main" id="{714B20B0-3C34-ADF2-2C0C-0355E861DA1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" name="Rectangle 26">
            <a:extLst>
              <a:ext uri="{FF2B5EF4-FFF2-40B4-BE49-F238E27FC236}">
                <a16:creationId xmlns:a16="http://schemas.microsoft.com/office/drawing/2014/main" id="{5E219F84-89BC-359C-1B00-2408FFE883E2}"/>
              </a:ext>
            </a:extLst>
          </p:cNvPr>
          <p:cNvSpPr>
            <a:spLocks/>
          </p:cNvSpPr>
          <p:nvPr/>
        </p:nvSpPr>
        <p:spPr>
          <a:xfrm>
            <a:off x="9047285" y="1607502"/>
            <a:ext cx="3144715" cy="469804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A0A68F2-3624-2813-64EC-51C16D8C3F3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065779" y="860522"/>
            <a:ext cx="1571485" cy="442370"/>
          </a:xfrm>
          <a:prstGeom prst="rect">
            <a:avLst/>
          </a:prstGeom>
        </p:spPr>
      </p:pic>
      <p:sp>
        <p:nvSpPr>
          <p:cNvPr id="7" name="2. Slide Title">
            <a:extLst>
              <a:ext uri="{FF2B5EF4-FFF2-40B4-BE49-F238E27FC236}">
                <a16:creationId xmlns:a16="http://schemas.microsoft.com/office/drawing/2014/main" id="{7CB8C3DE-AA1B-459A-3F91-CFEC1FF4E046}"/>
              </a:ext>
            </a:extLst>
          </p:cNvPr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602463" y="124637"/>
            <a:ext cx="10500920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/>
          <a:lstStyle/>
          <a:p>
            <a:r>
              <a:rPr lang="en-US">
                <a:latin typeface="+mj-lt"/>
              </a:rPr>
              <a:t>Ecosystem is now expanding the B2C lifestyle offering with Halyk Restaurants</a:t>
            </a:r>
          </a:p>
        </p:txBody>
      </p:sp>
      <p:sp>
        <p:nvSpPr>
          <p:cNvPr id="9" name="3. Subtitle">
            <a:extLst>
              <a:ext uri="{FF2B5EF4-FFF2-40B4-BE49-F238E27FC236}">
                <a16:creationId xmlns:a16="http://schemas.microsoft.com/office/drawing/2014/main" id="{6A2E722B-F3F5-93E2-084A-68589EB11BB5}"/>
              </a:ext>
            </a:extLst>
          </p:cNvPr>
          <p:cNvSpPr>
            <a:spLocks noGrp="1"/>
          </p:cNvSpPr>
          <p:nvPr>
            <p:ph type="subTitle" idx="1"/>
            <p:custDataLst>
              <p:tags r:id="rId4"/>
            </p:custDataLst>
          </p:nvPr>
        </p:nvSpPr>
        <p:spPr>
          <a:xfrm>
            <a:off x="554736" y="958596"/>
            <a:ext cx="11082528" cy="246221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r>
              <a:rPr lang="kk-KZ" altLang="kk-KZ"/>
              <a:t>The solution will allow customers to book venues, place orders, and make payments</a:t>
            </a:r>
            <a:endParaRPr lang="en-US"/>
          </a:p>
        </p:txBody>
      </p: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40D8EF53-7EBA-A9CC-3AD4-AEEB0871AE86}"/>
              </a:ext>
            </a:extLst>
          </p:cNvPr>
          <p:cNvCxnSpPr>
            <a:cxnSpLocks/>
          </p:cNvCxnSpPr>
          <p:nvPr/>
        </p:nvCxnSpPr>
        <p:spPr>
          <a:xfrm>
            <a:off x="9239249" y="3781422"/>
            <a:ext cx="2398015" cy="0"/>
          </a:xfrm>
          <a:prstGeom prst="line">
            <a:avLst/>
          </a:prstGeom>
          <a:ln w="6350" cap="flat">
            <a:solidFill>
              <a:srgbClr val="B3B3B3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70">
            <a:extLst>
              <a:ext uri="{FF2B5EF4-FFF2-40B4-BE49-F238E27FC236}">
                <a16:creationId xmlns:a16="http://schemas.microsoft.com/office/drawing/2014/main" id="{6B53D232-D778-C00A-EB4C-519A1C5EE466}"/>
              </a:ext>
            </a:extLst>
          </p:cNvPr>
          <p:cNvSpPr txBox="1">
            <a:spLocks/>
          </p:cNvSpPr>
          <p:nvPr/>
        </p:nvSpPr>
        <p:spPr>
          <a:xfrm>
            <a:off x="9239249" y="2367999"/>
            <a:ext cx="2398015" cy="12003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buSzPct val="100000"/>
              <a:defRPr/>
            </a:pP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+mj-lt"/>
                <a:ea typeface="+mn-ea"/>
                <a:cs typeface="Arial" panose="020B0604020202020204" pitchFamily="34" charset="0"/>
                <a:sym typeface=""/>
              </a:rPr>
              <a:t>~15% </a:t>
            </a:r>
            <a:r>
              <a:rPr lang="en-US" sz="1800">
                <a:solidFill>
                  <a:srgbClr val="000000"/>
                </a:solidFill>
                <a:sym typeface=""/>
              </a:rPr>
              <a:t>share of country’s services turnover (</a:t>
            </a:r>
            <a:r>
              <a:rPr lang="en-US" sz="1800" err="1">
                <a:solidFill>
                  <a:srgbClr val="000000"/>
                </a:solidFill>
                <a:sym typeface=""/>
              </a:rPr>
              <a:t>HoReCa</a:t>
            </a:r>
            <a:r>
              <a:rPr lang="en-US" sz="1800">
                <a:solidFill>
                  <a:srgbClr val="000000"/>
                </a:solidFill>
                <a:sym typeface=""/>
              </a:rPr>
              <a:t>, beauty, etc.) by 2030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D7BED0AF-E669-3E26-5C3C-76F861231583}"/>
              </a:ext>
            </a:extLst>
          </p:cNvPr>
          <p:cNvSpPr txBox="1">
            <a:spLocks/>
          </p:cNvSpPr>
          <p:nvPr/>
        </p:nvSpPr>
        <p:spPr>
          <a:xfrm>
            <a:off x="9239249" y="3994516"/>
            <a:ext cx="2398015" cy="11079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>
                <a:cs typeface="Arial" panose="020B0604020202020204" pitchFamily="34" charset="0"/>
              </a:defRPr>
            </a:lvl1pPr>
            <a:lvl2pPr marL="228600" lvl="1" indent="-2254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>
                <a:cs typeface="Arial" panose="020B0604020202020204" pitchFamily="34" charset="0"/>
              </a:defRPr>
            </a:lvl2pPr>
            <a:lvl3pPr marL="515938" lvl="2" indent="-28733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>
                <a:cs typeface="Arial" panose="020B0604020202020204" pitchFamily="34" charset="0"/>
              </a:defRPr>
            </a:lvl3pPr>
            <a:lvl4pPr marL="742950" lvl="3" indent="-182563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>
                <a:cs typeface="Arial" panose="020B0604020202020204" pitchFamily="34" charset="0"/>
              </a:defRPr>
            </a:lvl4pPr>
            <a:lvl5pPr marL="914400" lvl="4" indent="-136525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>
                <a:cs typeface="Arial" panose="020B060402020202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0">
              <a:buSzPct val="100000"/>
            </a:pPr>
            <a:r>
              <a:rPr lang="en-US" sz="1800">
                <a:solidFill>
                  <a:srgbClr val="000000"/>
                </a:solidFill>
                <a:sym typeface=""/>
              </a:rPr>
              <a:t>Later expansion into </a:t>
            </a:r>
            <a:br>
              <a:rPr lang="en-US" sz="1800">
                <a:solidFill>
                  <a:srgbClr val="000000"/>
                </a:solidFill>
                <a:sym typeface=""/>
              </a:rPr>
            </a:br>
            <a:r>
              <a:rPr lang="en-US" sz="1800">
                <a:solidFill>
                  <a:srgbClr val="000000"/>
                </a:solidFill>
                <a:sym typeface=""/>
              </a:rPr>
              <a:t>wider services is planned: beauty, wellness, sport, etc.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  <a:sym typeface=""/>
            </a:endParaRP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CDD0F010-743F-B68B-FBF7-0486FC06BF95}"/>
              </a:ext>
            </a:extLst>
          </p:cNvPr>
          <p:cNvGrpSpPr/>
          <p:nvPr/>
        </p:nvGrpSpPr>
        <p:grpSpPr>
          <a:xfrm>
            <a:off x="554734" y="2278986"/>
            <a:ext cx="1854596" cy="4026563"/>
            <a:chOff x="554734" y="2278986"/>
            <a:chExt cx="1854596" cy="4026563"/>
          </a:xfrm>
        </p:grpSpPr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90BF9B2F-B41E-9344-5744-C73A85180C83}"/>
                </a:ext>
              </a:extLst>
            </p:cNvPr>
            <p:cNvPicPr>
              <a:picLocks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02463" y="2382614"/>
              <a:ext cx="1759139" cy="3819309"/>
            </a:xfrm>
            <a:prstGeom prst="rect">
              <a:avLst/>
            </a:prstGeom>
          </p:spPr>
        </p:pic>
        <p:sp>
          <p:nvSpPr>
            <p:cNvPr id="43" name="Freeform: Shape 15">
              <a:extLst>
                <a:ext uri="{FF2B5EF4-FFF2-40B4-BE49-F238E27FC236}">
                  <a16:creationId xmlns:a16="http://schemas.microsoft.com/office/drawing/2014/main" id="{FA69E018-A98C-689D-8C5B-988CA8FBF9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54734" y="2278986"/>
              <a:ext cx="1854596" cy="4026563"/>
            </a:xfrm>
            <a:custGeom>
              <a:avLst/>
              <a:gdLst>
                <a:gd name="connsiteX0" fmla="*/ 196609 w 1202626"/>
                <a:gd name="connsiteY0" fmla="*/ 61374 h 2514855"/>
                <a:gd name="connsiteX1" fmla="*/ 50080 w 1202626"/>
                <a:gd name="connsiteY1" fmla="*/ 207903 h 2514855"/>
                <a:gd name="connsiteX2" fmla="*/ 50080 w 1202626"/>
                <a:gd name="connsiteY2" fmla="*/ 2305606 h 2514855"/>
                <a:gd name="connsiteX3" fmla="*/ 196609 w 1202626"/>
                <a:gd name="connsiteY3" fmla="*/ 2452135 h 2514855"/>
                <a:gd name="connsiteX4" fmla="*/ 1006017 w 1202626"/>
                <a:gd name="connsiteY4" fmla="*/ 2452135 h 2514855"/>
                <a:gd name="connsiteX5" fmla="*/ 1152546 w 1202626"/>
                <a:gd name="connsiteY5" fmla="*/ 2305606 h 2514855"/>
                <a:gd name="connsiteX6" fmla="*/ 1152546 w 1202626"/>
                <a:gd name="connsiteY6" fmla="*/ 207903 h 2514855"/>
                <a:gd name="connsiteX7" fmla="*/ 1006017 w 1202626"/>
                <a:gd name="connsiteY7" fmla="*/ 61374 h 2514855"/>
                <a:gd name="connsiteX8" fmla="*/ 841628 w 1202626"/>
                <a:gd name="connsiteY8" fmla="*/ 61374 h 2514855"/>
                <a:gd name="connsiteX9" fmla="*/ 831836 w 1202626"/>
                <a:gd name="connsiteY9" fmla="*/ 71166 h 2514855"/>
                <a:gd name="connsiteX10" fmla="*/ 831836 w 1202626"/>
                <a:gd name="connsiteY10" fmla="*/ 97191 h 2514855"/>
                <a:gd name="connsiteX11" fmla="*/ 781698 w 1202626"/>
                <a:gd name="connsiteY11" fmla="*/ 147330 h 2514855"/>
                <a:gd name="connsiteX12" fmla="*/ 420930 w 1202626"/>
                <a:gd name="connsiteY12" fmla="*/ 147330 h 2514855"/>
                <a:gd name="connsiteX13" fmla="*/ 370791 w 1202626"/>
                <a:gd name="connsiteY13" fmla="*/ 97191 h 2514855"/>
                <a:gd name="connsiteX14" fmla="*/ 370791 w 1202626"/>
                <a:gd name="connsiteY14" fmla="*/ 71166 h 2514855"/>
                <a:gd name="connsiteX15" fmla="*/ 360999 w 1202626"/>
                <a:gd name="connsiteY15" fmla="*/ 61374 h 2514855"/>
                <a:gd name="connsiteX16" fmla="*/ 205204 w 1202626"/>
                <a:gd name="connsiteY16" fmla="*/ 0 h 2514855"/>
                <a:gd name="connsiteX17" fmla="*/ 997422 w 1202626"/>
                <a:gd name="connsiteY17" fmla="*/ 0 h 2514855"/>
                <a:gd name="connsiteX18" fmla="*/ 1202626 w 1202626"/>
                <a:gd name="connsiteY18" fmla="*/ 205204 h 2514855"/>
                <a:gd name="connsiteX19" fmla="*/ 1202626 w 1202626"/>
                <a:gd name="connsiteY19" fmla="*/ 2309651 h 2514855"/>
                <a:gd name="connsiteX20" fmla="*/ 997422 w 1202626"/>
                <a:gd name="connsiteY20" fmla="*/ 2514855 h 2514855"/>
                <a:gd name="connsiteX21" fmla="*/ 205204 w 1202626"/>
                <a:gd name="connsiteY21" fmla="*/ 2514855 h 2514855"/>
                <a:gd name="connsiteX22" fmla="*/ 0 w 1202626"/>
                <a:gd name="connsiteY22" fmla="*/ 2309651 h 2514855"/>
                <a:gd name="connsiteX23" fmla="*/ 0 w 1202626"/>
                <a:gd name="connsiteY23" fmla="*/ 205204 h 2514855"/>
                <a:gd name="connsiteX24" fmla="*/ 205204 w 1202626"/>
                <a:gd name="connsiteY24" fmla="*/ 0 h 25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02626" h="2514855">
                  <a:moveTo>
                    <a:pt x="196609" y="61374"/>
                  </a:moveTo>
                  <a:cubicBezTo>
                    <a:pt x="115683" y="61374"/>
                    <a:pt x="50080" y="126977"/>
                    <a:pt x="50080" y="207903"/>
                  </a:cubicBezTo>
                  <a:lnTo>
                    <a:pt x="50080" y="2305606"/>
                  </a:lnTo>
                  <a:cubicBezTo>
                    <a:pt x="50080" y="2386532"/>
                    <a:pt x="115683" y="2452135"/>
                    <a:pt x="196609" y="2452135"/>
                  </a:cubicBezTo>
                  <a:lnTo>
                    <a:pt x="1006017" y="2452135"/>
                  </a:lnTo>
                  <a:cubicBezTo>
                    <a:pt x="1086943" y="2452135"/>
                    <a:pt x="1152546" y="2386532"/>
                    <a:pt x="1152546" y="2305606"/>
                  </a:cubicBezTo>
                  <a:lnTo>
                    <a:pt x="1152546" y="207903"/>
                  </a:lnTo>
                  <a:cubicBezTo>
                    <a:pt x="1152546" y="126977"/>
                    <a:pt x="1086943" y="61374"/>
                    <a:pt x="1006017" y="61374"/>
                  </a:cubicBezTo>
                  <a:lnTo>
                    <a:pt x="841628" y="61374"/>
                  </a:lnTo>
                  <a:lnTo>
                    <a:pt x="831836" y="71166"/>
                  </a:lnTo>
                  <a:lnTo>
                    <a:pt x="831836" y="97191"/>
                  </a:lnTo>
                  <a:cubicBezTo>
                    <a:pt x="831836" y="124889"/>
                    <a:pt x="809396" y="147330"/>
                    <a:pt x="781698" y="147330"/>
                  </a:cubicBezTo>
                  <a:lnTo>
                    <a:pt x="420930" y="147330"/>
                  </a:lnTo>
                  <a:cubicBezTo>
                    <a:pt x="393232" y="147330"/>
                    <a:pt x="370791" y="124889"/>
                    <a:pt x="370791" y="97191"/>
                  </a:cubicBezTo>
                  <a:lnTo>
                    <a:pt x="370791" y="71166"/>
                  </a:lnTo>
                  <a:lnTo>
                    <a:pt x="360999" y="61374"/>
                  </a:lnTo>
                  <a:close/>
                  <a:moveTo>
                    <a:pt x="205204" y="0"/>
                  </a:moveTo>
                  <a:lnTo>
                    <a:pt x="997422" y="0"/>
                  </a:lnTo>
                  <a:cubicBezTo>
                    <a:pt x="1110753" y="0"/>
                    <a:pt x="1202626" y="91873"/>
                    <a:pt x="1202626" y="205204"/>
                  </a:cubicBezTo>
                  <a:lnTo>
                    <a:pt x="1202626" y="2309651"/>
                  </a:lnTo>
                  <a:cubicBezTo>
                    <a:pt x="1202626" y="2422982"/>
                    <a:pt x="1110753" y="2514855"/>
                    <a:pt x="997422" y="2514855"/>
                  </a:cubicBezTo>
                  <a:lnTo>
                    <a:pt x="205204" y="2514855"/>
                  </a:lnTo>
                  <a:cubicBezTo>
                    <a:pt x="91873" y="2514855"/>
                    <a:pt x="0" y="2422982"/>
                    <a:pt x="0" y="2309651"/>
                  </a:cubicBezTo>
                  <a:lnTo>
                    <a:pt x="0" y="205204"/>
                  </a:lnTo>
                  <a:cubicBezTo>
                    <a:pt x="0" y="91873"/>
                    <a:pt x="91873" y="0"/>
                    <a:pt x="205204" y="0"/>
                  </a:cubicBezTo>
                  <a:close/>
                </a:path>
              </a:pathLst>
            </a:custGeom>
            <a:solidFill>
              <a:srgbClr val="000000"/>
            </a:solidFill>
            <a:ln w="4345" cap="flat">
              <a:noFill/>
              <a:prstDash val="solid"/>
              <a:miter/>
            </a:ln>
          </p:spPr>
          <p:txBody>
            <a:bodyPr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78FB43E1-9CCA-1E24-9F8C-414C9EDE31D8}"/>
              </a:ext>
            </a:extLst>
          </p:cNvPr>
          <p:cNvGrpSpPr/>
          <p:nvPr/>
        </p:nvGrpSpPr>
        <p:grpSpPr>
          <a:xfrm>
            <a:off x="4729728" y="2278986"/>
            <a:ext cx="1854596" cy="4026563"/>
            <a:chOff x="4729728" y="2278986"/>
            <a:chExt cx="1854596" cy="4026563"/>
          </a:xfrm>
        </p:grpSpPr>
        <p:pic>
          <p:nvPicPr>
            <p:cNvPr id="40" name="Picture 39" descr="A screenshot of a phone&#10;&#10;AI-generated content may be incorrect.">
              <a:extLst>
                <a:ext uri="{FF2B5EF4-FFF2-40B4-BE49-F238E27FC236}">
                  <a16:creationId xmlns:a16="http://schemas.microsoft.com/office/drawing/2014/main" id="{77B77E8B-EDB3-674D-F763-2264EEF01DE9}"/>
                </a:ext>
              </a:extLst>
            </p:cNvPr>
            <p:cNvPicPr>
              <a:picLocks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777457" y="2382613"/>
              <a:ext cx="1759139" cy="3819309"/>
            </a:xfrm>
            <a:prstGeom prst="rect">
              <a:avLst/>
            </a:prstGeom>
          </p:spPr>
        </p:pic>
        <p:sp>
          <p:nvSpPr>
            <p:cNvPr id="41" name="Freeform: Shape 15">
              <a:extLst>
                <a:ext uri="{FF2B5EF4-FFF2-40B4-BE49-F238E27FC236}">
                  <a16:creationId xmlns:a16="http://schemas.microsoft.com/office/drawing/2014/main" id="{97248506-91AF-4F06-D46B-61DF17BCA0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29728" y="2278986"/>
              <a:ext cx="1854596" cy="4026563"/>
            </a:xfrm>
            <a:custGeom>
              <a:avLst/>
              <a:gdLst>
                <a:gd name="connsiteX0" fmla="*/ 196609 w 1202626"/>
                <a:gd name="connsiteY0" fmla="*/ 61374 h 2514855"/>
                <a:gd name="connsiteX1" fmla="*/ 50080 w 1202626"/>
                <a:gd name="connsiteY1" fmla="*/ 207903 h 2514855"/>
                <a:gd name="connsiteX2" fmla="*/ 50080 w 1202626"/>
                <a:gd name="connsiteY2" fmla="*/ 2305606 h 2514855"/>
                <a:gd name="connsiteX3" fmla="*/ 196609 w 1202626"/>
                <a:gd name="connsiteY3" fmla="*/ 2452135 h 2514855"/>
                <a:gd name="connsiteX4" fmla="*/ 1006017 w 1202626"/>
                <a:gd name="connsiteY4" fmla="*/ 2452135 h 2514855"/>
                <a:gd name="connsiteX5" fmla="*/ 1152546 w 1202626"/>
                <a:gd name="connsiteY5" fmla="*/ 2305606 h 2514855"/>
                <a:gd name="connsiteX6" fmla="*/ 1152546 w 1202626"/>
                <a:gd name="connsiteY6" fmla="*/ 207903 h 2514855"/>
                <a:gd name="connsiteX7" fmla="*/ 1006017 w 1202626"/>
                <a:gd name="connsiteY7" fmla="*/ 61374 h 2514855"/>
                <a:gd name="connsiteX8" fmla="*/ 841628 w 1202626"/>
                <a:gd name="connsiteY8" fmla="*/ 61374 h 2514855"/>
                <a:gd name="connsiteX9" fmla="*/ 831836 w 1202626"/>
                <a:gd name="connsiteY9" fmla="*/ 71166 h 2514855"/>
                <a:gd name="connsiteX10" fmla="*/ 831836 w 1202626"/>
                <a:gd name="connsiteY10" fmla="*/ 97191 h 2514855"/>
                <a:gd name="connsiteX11" fmla="*/ 781698 w 1202626"/>
                <a:gd name="connsiteY11" fmla="*/ 147330 h 2514855"/>
                <a:gd name="connsiteX12" fmla="*/ 420930 w 1202626"/>
                <a:gd name="connsiteY12" fmla="*/ 147330 h 2514855"/>
                <a:gd name="connsiteX13" fmla="*/ 370791 w 1202626"/>
                <a:gd name="connsiteY13" fmla="*/ 97191 h 2514855"/>
                <a:gd name="connsiteX14" fmla="*/ 370791 w 1202626"/>
                <a:gd name="connsiteY14" fmla="*/ 71166 h 2514855"/>
                <a:gd name="connsiteX15" fmla="*/ 360999 w 1202626"/>
                <a:gd name="connsiteY15" fmla="*/ 61374 h 2514855"/>
                <a:gd name="connsiteX16" fmla="*/ 205204 w 1202626"/>
                <a:gd name="connsiteY16" fmla="*/ 0 h 2514855"/>
                <a:gd name="connsiteX17" fmla="*/ 997422 w 1202626"/>
                <a:gd name="connsiteY17" fmla="*/ 0 h 2514855"/>
                <a:gd name="connsiteX18" fmla="*/ 1202626 w 1202626"/>
                <a:gd name="connsiteY18" fmla="*/ 205204 h 2514855"/>
                <a:gd name="connsiteX19" fmla="*/ 1202626 w 1202626"/>
                <a:gd name="connsiteY19" fmla="*/ 2309651 h 2514855"/>
                <a:gd name="connsiteX20" fmla="*/ 997422 w 1202626"/>
                <a:gd name="connsiteY20" fmla="*/ 2514855 h 2514855"/>
                <a:gd name="connsiteX21" fmla="*/ 205204 w 1202626"/>
                <a:gd name="connsiteY21" fmla="*/ 2514855 h 2514855"/>
                <a:gd name="connsiteX22" fmla="*/ 0 w 1202626"/>
                <a:gd name="connsiteY22" fmla="*/ 2309651 h 2514855"/>
                <a:gd name="connsiteX23" fmla="*/ 0 w 1202626"/>
                <a:gd name="connsiteY23" fmla="*/ 205204 h 2514855"/>
                <a:gd name="connsiteX24" fmla="*/ 205204 w 1202626"/>
                <a:gd name="connsiteY24" fmla="*/ 0 h 25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02626" h="2514855">
                  <a:moveTo>
                    <a:pt x="196609" y="61374"/>
                  </a:moveTo>
                  <a:cubicBezTo>
                    <a:pt x="115683" y="61374"/>
                    <a:pt x="50080" y="126977"/>
                    <a:pt x="50080" y="207903"/>
                  </a:cubicBezTo>
                  <a:lnTo>
                    <a:pt x="50080" y="2305606"/>
                  </a:lnTo>
                  <a:cubicBezTo>
                    <a:pt x="50080" y="2386532"/>
                    <a:pt x="115683" y="2452135"/>
                    <a:pt x="196609" y="2452135"/>
                  </a:cubicBezTo>
                  <a:lnTo>
                    <a:pt x="1006017" y="2452135"/>
                  </a:lnTo>
                  <a:cubicBezTo>
                    <a:pt x="1086943" y="2452135"/>
                    <a:pt x="1152546" y="2386532"/>
                    <a:pt x="1152546" y="2305606"/>
                  </a:cubicBezTo>
                  <a:lnTo>
                    <a:pt x="1152546" y="207903"/>
                  </a:lnTo>
                  <a:cubicBezTo>
                    <a:pt x="1152546" y="126977"/>
                    <a:pt x="1086943" y="61374"/>
                    <a:pt x="1006017" y="61374"/>
                  </a:cubicBezTo>
                  <a:lnTo>
                    <a:pt x="841628" y="61374"/>
                  </a:lnTo>
                  <a:lnTo>
                    <a:pt x="831836" y="71166"/>
                  </a:lnTo>
                  <a:lnTo>
                    <a:pt x="831836" y="97191"/>
                  </a:lnTo>
                  <a:cubicBezTo>
                    <a:pt x="831836" y="124889"/>
                    <a:pt x="809396" y="147330"/>
                    <a:pt x="781698" y="147330"/>
                  </a:cubicBezTo>
                  <a:lnTo>
                    <a:pt x="420930" y="147330"/>
                  </a:lnTo>
                  <a:cubicBezTo>
                    <a:pt x="393232" y="147330"/>
                    <a:pt x="370791" y="124889"/>
                    <a:pt x="370791" y="97191"/>
                  </a:cubicBezTo>
                  <a:lnTo>
                    <a:pt x="370791" y="71166"/>
                  </a:lnTo>
                  <a:lnTo>
                    <a:pt x="360999" y="61374"/>
                  </a:lnTo>
                  <a:close/>
                  <a:moveTo>
                    <a:pt x="205204" y="0"/>
                  </a:moveTo>
                  <a:lnTo>
                    <a:pt x="997422" y="0"/>
                  </a:lnTo>
                  <a:cubicBezTo>
                    <a:pt x="1110753" y="0"/>
                    <a:pt x="1202626" y="91873"/>
                    <a:pt x="1202626" y="205204"/>
                  </a:cubicBezTo>
                  <a:lnTo>
                    <a:pt x="1202626" y="2309651"/>
                  </a:lnTo>
                  <a:cubicBezTo>
                    <a:pt x="1202626" y="2422982"/>
                    <a:pt x="1110753" y="2514855"/>
                    <a:pt x="997422" y="2514855"/>
                  </a:cubicBezTo>
                  <a:lnTo>
                    <a:pt x="205204" y="2514855"/>
                  </a:lnTo>
                  <a:cubicBezTo>
                    <a:pt x="91873" y="2514855"/>
                    <a:pt x="0" y="2422982"/>
                    <a:pt x="0" y="2309651"/>
                  </a:cubicBezTo>
                  <a:lnTo>
                    <a:pt x="0" y="205204"/>
                  </a:lnTo>
                  <a:cubicBezTo>
                    <a:pt x="0" y="91873"/>
                    <a:pt x="91873" y="0"/>
                    <a:pt x="205204" y="0"/>
                  </a:cubicBezTo>
                  <a:close/>
                </a:path>
              </a:pathLst>
            </a:custGeom>
            <a:solidFill>
              <a:srgbClr val="000000"/>
            </a:solidFill>
            <a:ln w="4345" cap="flat">
              <a:noFill/>
              <a:prstDash val="solid"/>
              <a:miter/>
            </a:ln>
          </p:spPr>
          <p:txBody>
            <a:bodyPr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DAA2EA81-57C7-917C-BE04-B28D818B66A2}"/>
              </a:ext>
            </a:extLst>
          </p:cNvPr>
          <p:cNvGrpSpPr/>
          <p:nvPr/>
        </p:nvGrpSpPr>
        <p:grpSpPr>
          <a:xfrm>
            <a:off x="6817224" y="2278986"/>
            <a:ext cx="1854596" cy="4026563"/>
            <a:chOff x="6817224" y="2278986"/>
            <a:chExt cx="1854596" cy="4026563"/>
          </a:xfrm>
        </p:grpSpPr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40AD7D65-FF23-9ED0-34DB-7D45EA18E103}"/>
                </a:ext>
              </a:extLst>
            </p:cNvPr>
            <p:cNvPicPr>
              <a:picLocks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6864953" y="2382614"/>
              <a:ext cx="1759139" cy="3819309"/>
            </a:xfrm>
            <a:prstGeom prst="rect">
              <a:avLst/>
            </a:prstGeom>
          </p:spPr>
        </p:pic>
        <p:sp>
          <p:nvSpPr>
            <p:cNvPr id="39" name="Freeform: Shape 15">
              <a:extLst>
                <a:ext uri="{FF2B5EF4-FFF2-40B4-BE49-F238E27FC236}">
                  <a16:creationId xmlns:a16="http://schemas.microsoft.com/office/drawing/2014/main" id="{AB94CF06-3166-9D95-1344-A563A74892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17224" y="2278986"/>
              <a:ext cx="1854596" cy="4026563"/>
            </a:xfrm>
            <a:custGeom>
              <a:avLst/>
              <a:gdLst>
                <a:gd name="connsiteX0" fmla="*/ 196609 w 1202626"/>
                <a:gd name="connsiteY0" fmla="*/ 61374 h 2514855"/>
                <a:gd name="connsiteX1" fmla="*/ 50080 w 1202626"/>
                <a:gd name="connsiteY1" fmla="*/ 207903 h 2514855"/>
                <a:gd name="connsiteX2" fmla="*/ 50080 w 1202626"/>
                <a:gd name="connsiteY2" fmla="*/ 2305606 h 2514855"/>
                <a:gd name="connsiteX3" fmla="*/ 196609 w 1202626"/>
                <a:gd name="connsiteY3" fmla="*/ 2452135 h 2514855"/>
                <a:gd name="connsiteX4" fmla="*/ 1006017 w 1202626"/>
                <a:gd name="connsiteY4" fmla="*/ 2452135 h 2514855"/>
                <a:gd name="connsiteX5" fmla="*/ 1152546 w 1202626"/>
                <a:gd name="connsiteY5" fmla="*/ 2305606 h 2514855"/>
                <a:gd name="connsiteX6" fmla="*/ 1152546 w 1202626"/>
                <a:gd name="connsiteY6" fmla="*/ 207903 h 2514855"/>
                <a:gd name="connsiteX7" fmla="*/ 1006017 w 1202626"/>
                <a:gd name="connsiteY7" fmla="*/ 61374 h 2514855"/>
                <a:gd name="connsiteX8" fmla="*/ 841628 w 1202626"/>
                <a:gd name="connsiteY8" fmla="*/ 61374 h 2514855"/>
                <a:gd name="connsiteX9" fmla="*/ 831836 w 1202626"/>
                <a:gd name="connsiteY9" fmla="*/ 71166 h 2514855"/>
                <a:gd name="connsiteX10" fmla="*/ 831836 w 1202626"/>
                <a:gd name="connsiteY10" fmla="*/ 97191 h 2514855"/>
                <a:gd name="connsiteX11" fmla="*/ 781698 w 1202626"/>
                <a:gd name="connsiteY11" fmla="*/ 147330 h 2514855"/>
                <a:gd name="connsiteX12" fmla="*/ 420930 w 1202626"/>
                <a:gd name="connsiteY12" fmla="*/ 147330 h 2514855"/>
                <a:gd name="connsiteX13" fmla="*/ 370791 w 1202626"/>
                <a:gd name="connsiteY13" fmla="*/ 97191 h 2514855"/>
                <a:gd name="connsiteX14" fmla="*/ 370791 w 1202626"/>
                <a:gd name="connsiteY14" fmla="*/ 71166 h 2514855"/>
                <a:gd name="connsiteX15" fmla="*/ 360999 w 1202626"/>
                <a:gd name="connsiteY15" fmla="*/ 61374 h 2514855"/>
                <a:gd name="connsiteX16" fmla="*/ 205204 w 1202626"/>
                <a:gd name="connsiteY16" fmla="*/ 0 h 2514855"/>
                <a:gd name="connsiteX17" fmla="*/ 997422 w 1202626"/>
                <a:gd name="connsiteY17" fmla="*/ 0 h 2514855"/>
                <a:gd name="connsiteX18" fmla="*/ 1202626 w 1202626"/>
                <a:gd name="connsiteY18" fmla="*/ 205204 h 2514855"/>
                <a:gd name="connsiteX19" fmla="*/ 1202626 w 1202626"/>
                <a:gd name="connsiteY19" fmla="*/ 2309651 h 2514855"/>
                <a:gd name="connsiteX20" fmla="*/ 997422 w 1202626"/>
                <a:gd name="connsiteY20" fmla="*/ 2514855 h 2514855"/>
                <a:gd name="connsiteX21" fmla="*/ 205204 w 1202626"/>
                <a:gd name="connsiteY21" fmla="*/ 2514855 h 2514855"/>
                <a:gd name="connsiteX22" fmla="*/ 0 w 1202626"/>
                <a:gd name="connsiteY22" fmla="*/ 2309651 h 2514855"/>
                <a:gd name="connsiteX23" fmla="*/ 0 w 1202626"/>
                <a:gd name="connsiteY23" fmla="*/ 205204 h 2514855"/>
                <a:gd name="connsiteX24" fmla="*/ 205204 w 1202626"/>
                <a:gd name="connsiteY24" fmla="*/ 0 h 25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02626" h="2514855">
                  <a:moveTo>
                    <a:pt x="196609" y="61374"/>
                  </a:moveTo>
                  <a:cubicBezTo>
                    <a:pt x="115683" y="61374"/>
                    <a:pt x="50080" y="126977"/>
                    <a:pt x="50080" y="207903"/>
                  </a:cubicBezTo>
                  <a:lnTo>
                    <a:pt x="50080" y="2305606"/>
                  </a:lnTo>
                  <a:cubicBezTo>
                    <a:pt x="50080" y="2386532"/>
                    <a:pt x="115683" y="2452135"/>
                    <a:pt x="196609" y="2452135"/>
                  </a:cubicBezTo>
                  <a:lnTo>
                    <a:pt x="1006017" y="2452135"/>
                  </a:lnTo>
                  <a:cubicBezTo>
                    <a:pt x="1086943" y="2452135"/>
                    <a:pt x="1152546" y="2386532"/>
                    <a:pt x="1152546" y="2305606"/>
                  </a:cubicBezTo>
                  <a:lnTo>
                    <a:pt x="1152546" y="207903"/>
                  </a:lnTo>
                  <a:cubicBezTo>
                    <a:pt x="1152546" y="126977"/>
                    <a:pt x="1086943" y="61374"/>
                    <a:pt x="1006017" y="61374"/>
                  </a:cubicBezTo>
                  <a:lnTo>
                    <a:pt x="841628" y="61374"/>
                  </a:lnTo>
                  <a:lnTo>
                    <a:pt x="831836" y="71166"/>
                  </a:lnTo>
                  <a:lnTo>
                    <a:pt x="831836" y="97191"/>
                  </a:lnTo>
                  <a:cubicBezTo>
                    <a:pt x="831836" y="124889"/>
                    <a:pt x="809396" y="147330"/>
                    <a:pt x="781698" y="147330"/>
                  </a:cubicBezTo>
                  <a:lnTo>
                    <a:pt x="420930" y="147330"/>
                  </a:lnTo>
                  <a:cubicBezTo>
                    <a:pt x="393232" y="147330"/>
                    <a:pt x="370791" y="124889"/>
                    <a:pt x="370791" y="97191"/>
                  </a:cubicBezTo>
                  <a:lnTo>
                    <a:pt x="370791" y="71166"/>
                  </a:lnTo>
                  <a:lnTo>
                    <a:pt x="360999" y="61374"/>
                  </a:lnTo>
                  <a:close/>
                  <a:moveTo>
                    <a:pt x="205204" y="0"/>
                  </a:moveTo>
                  <a:lnTo>
                    <a:pt x="997422" y="0"/>
                  </a:lnTo>
                  <a:cubicBezTo>
                    <a:pt x="1110753" y="0"/>
                    <a:pt x="1202626" y="91873"/>
                    <a:pt x="1202626" y="205204"/>
                  </a:cubicBezTo>
                  <a:lnTo>
                    <a:pt x="1202626" y="2309651"/>
                  </a:lnTo>
                  <a:cubicBezTo>
                    <a:pt x="1202626" y="2422982"/>
                    <a:pt x="1110753" y="2514855"/>
                    <a:pt x="997422" y="2514855"/>
                  </a:cubicBezTo>
                  <a:lnTo>
                    <a:pt x="205204" y="2514855"/>
                  </a:lnTo>
                  <a:cubicBezTo>
                    <a:pt x="91873" y="2514855"/>
                    <a:pt x="0" y="2422982"/>
                    <a:pt x="0" y="2309651"/>
                  </a:cubicBezTo>
                  <a:lnTo>
                    <a:pt x="0" y="205204"/>
                  </a:lnTo>
                  <a:cubicBezTo>
                    <a:pt x="0" y="91873"/>
                    <a:pt x="91873" y="0"/>
                    <a:pt x="205204" y="0"/>
                  </a:cubicBezTo>
                  <a:close/>
                </a:path>
              </a:pathLst>
            </a:custGeom>
            <a:solidFill>
              <a:srgbClr val="000000"/>
            </a:solidFill>
            <a:ln w="4345" cap="flat">
              <a:noFill/>
              <a:prstDash val="solid"/>
              <a:miter/>
            </a:ln>
          </p:spPr>
          <p:txBody>
            <a:bodyPr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C74D3938-5347-8C77-F645-2A2754DD91C5}"/>
              </a:ext>
            </a:extLst>
          </p:cNvPr>
          <p:cNvGrpSpPr/>
          <p:nvPr/>
        </p:nvGrpSpPr>
        <p:grpSpPr>
          <a:xfrm>
            <a:off x="2642233" y="2278986"/>
            <a:ext cx="1854596" cy="4026563"/>
            <a:chOff x="2642233" y="2278986"/>
            <a:chExt cx="1854596" cy="4026563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65FC9D54-92B6-9CF3-FF36-14D2E042DF17}"/>
                </a:ext>
              </a:extLst>
            </p:cNvPr>
            <p:cNvPicPr>
              <a:picLocks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2689961" y="2325216"/>
              <a:ext cx="1759139" cy="3819309"/>
            </a:xfrm>
            <a:prstGeom prst="rect">
              <a:avLst/>
            </a:prstGeom>
          </p:spPr>
        </p:pic>
        <p:sp>
          <p:nvSpPr>
            <p:cNvPr id="12" name="Freeform: Shape 15">
              <a:extLst>
                <a:ext uri="{FF2B5EF4-FFF2-40B4-BE49-F238E27FC236}">
                  <a16:creationId xmlns:a16="http://schemas.microsoft.com/office/drawing/2014/main" id="{93EC07E8-EAD9-6F56-6132-78E0B598B5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642233" y="2278986"/>
              <a:ext cx="1854596" cy="4026563"/>
            </a:xfrm>
            <a:custGeom>
              <a:avLst/>
              <a:gdLst>
                <a:gd name="connsiteX0" fmla="*/ 196609 w 1202626"/>
                <a:gd name="connsiteY0" fmla="*/ 61374 h 2514855"/>
                <a:gd name="connsiteX1" fmla="*/ 50080 w 1202626"/>
                <a:gd name="connsiteY1" fmla="*/ 207903 h 2514855"/>
                <a:gd name="connsiteX2" fmla="*/ 50080 w 1202626"/>
                <a:gd name="connsiteY2" fmla="*/ 2305606 h 2514855"/>
                <a:gd name="connsiteX3" fmla="*/ 196609 w 1202626"/>
                <a:gd name="connsiteY3" fmla="*/ 2452135 h 2514855"/>
                <a:gd name="connsiteX4" fmla="*/ 1006017 w 1202626"/>
                <a:gd name="connsiteY4" fmla="*/ 2452135 h 2514855"/>
                <a:gd name="connsiteX5" fmla="*/ 1152546 w 1202626"/>
                <a:gd name="connsiteY5" fmla="*/ 2305606 h 2514855"/>
                <a:gd name="connsiteX6" fmla="*/ 1152546 w 1202626"/>
                <a:gd name="connsiteY6" fmla="*/ 207903 h 2514855"/>
                <a:gd name="connsiteX7" fmla="*/ 1006017 w 1202626"/>
                <a:gd name="connsiteY7" fmla="*/ 61374 h 2514855"/>
                <a:gd name="connsiteX8" fmla="*/ 841628 w 1202626"/>
                <a:gd name="connsiteY8" fmla="*/ 61374 h 2514855"/>
                <a:gd name="connsiteX9" fmla="*/ 831836 w 1202626"/>
                <a:gd name="connsiteY9" fmla="*/ 71166 h 2514855"/>
                <a:gd name="connsiteX10" fmla="*/ 831836 w 1202626"/>
                <a:gd name="connsiteY10" fmla="*/ 97191 h 2514855"/>
                <a:gd name="connsiteX11" fmla="*/ 781698 w 1202626"/>
                <a:gd name="connsiteY11" fmla="*/ 147330 h 2514855"/>
                <a:gd name="connsiteX12" fmla="*/ 420930 w 1202626"/>
                <a:gd name="connsiteY12" fmla="*/ 147330 h 2514855"/>
                <a:gd name="connsiteX13" fmla="*/ 370791 w 1202626"/>
                <a:gd name="connsiteY13" fmla="*/ 97191 h 2514855"/>
                <a:gd name="connsiteX14" fmla="*/ 370791 w 1202626"/>
                <a:gd name="connsiteY14" fmla="*/ 71166 h 2514855"/>
                <a:gd name="connsiteX15" fmla="*/ 360999 w 1202626"/>
                <a:gd name="connsiteY15" fmla="*/ 61374 h 2514855"/>
                <a:gd name="connsiteX16" fmla="*/ 205204 w 1202626"/>
                <a:gd name="connsiteY16" fmla="*/ 0 h 2514855"/>
                <a:gd name="connsiteX17" fmla="*/ 997422 w 1202626"/>
                <a:gd name="connsiteY17" fmla="*/ 0 h 2514855"/>
                <a:gd name="connsiteX18" fmla="*/ 1202626 w 1202626"/>
                <a:gd name="connsiteY18" fmla="*/ 205204 h 2514855"/>
                <a:gd name="connsiteX19" fmla="*/ 1202626 w 1202626"/>
                <a:gd name="connsiteY19" fmla="*/ 2309651 h 2514855"/>
                <a:gd name="connsiteX20" fmla="*/ 997422 w 1202626"/>
                <a:gd name="connsiteY20" fmla="*/ 2514855 h 2514855"/>
                <a:gd name="connsiteX21" fmla="*/ 205204 w 1202626"/>
                <a:gd name="connsiteY21" fmla="*/ 2514855 h 2514855"/>
                <a:gd name="connsiteX22" fmla="*/ 0 w 1202626"/>
                <a:gd name="connsiteY22" fmla="*/ 2309651 h 2514855"/>
                <a:gd name="connsiteX23" fmla="*/ 0 w 1202626"/>
                <a:gd name="connsiteY23" fmla="*/ 205204 h 2514855"/>
                <a:gd name="connsiteX24" fmla="*/ 205204 w 1202626"/>
                <a:gd name="connsiteY24" fmla="*/ 0 h 25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02626" h="2514855">
                  <a:moveTo>
                    <a:pt x="196609" y="61374"/>
                  </a:moveTo>
                  <a:cubicBezTo>
                    <a:pt x="115683" y="61374"/>
                    <a:pt x="50080" y="126977"/>
                    <a:pt x="50080" y="207903"/>
                  </a:cubicBezTo>
                  <a:lnTo>
                    <a:pt x="50080" y="2305606"/>
                  </a:lnTo>
                  <a:cubicBezTo>
                    <a:pt x="50080" y="2386532"/>
                    <a:pt x="115683" y="2452135"/>
                    <a:pt x="196609" y="2452135"/>
                  </a:cubicBezTo>
                  <a:lnTo>
                    <a:pt x="1006017" y="2452135"/>
                  </a:lnTo>
                  <a:cubicBezTo>
                    <a:pt x="1086943" y="2452135"/>
                    <a:pt x="1152546" y="2386532"/>
                    <a:pt x="1152546" y="2305606"/>
                  </a:cubicBezTo>
                  <a:lnTo>
                    <a:pt x="1152546" y="207903"/>
                  </a:lnTo>
                  <a:cubicBezTo>
                    <a:pt x="1152546" y="126977"/>
                    <a:pt x="1086943" y="61374"/>
                    <a:pt x="1006017" y="61374"/>
                  </a:cubicBezTo>
                  <a:lnTo>
                    <a:pt x="841628" y="61374"/>
                  </a:lnTo>
                  <a:lnTo>
                    <a:pt x="831836" y="71166"/>
                  </a:lnTo>
                  <a:lnTo>
                    <a:pt x="831836" y="97191"/>
                  </a:lnTo>
                  <a:cubicBezTo>
                    <a:pt x="831836" y="124889"/>
                    <a:pt x="809396" y="147330"/>
                    <a:pt x="781698" y="147330"/>
                  </a:cubicBezTo>
                  <a:lnTo>
                    <a:pt x="420930" y="147330"/>
                  </a:lnTo>
                  <a:cubicBezTo>
                    <a:pt x="393232" y="147330"/>
                    <a:pt x="370791" y="124889"/>
                    <a:pt x="370791" y="97191"/>
                  </a:cubicBezTo>
                  <a:lnTo>
                    <a:pt x="370791" y="71166"/>
                  </a:lnTo>
                  <a:lnTo>
                    <a:pt x="360999" y="61374"/>
                  </a:lnTo>
                  <a:close/>
                  <a:moveTo>
                    <a:pt x="205204" y="0"/>
                  </a:moveTo>
                  <a:lnTo>
                    <a:pt x="997422" y="0"/>
                  </a:lnTo>
                  <a:cubicBezTo>
                    <a:pt x="1110753" y="0"/>
                    <a:pt x="1202626" y="91873"/>
                    <a:pt x="1202626" y="205204"/>
                  </a:cubicBezTo>
                  <a:lnTo>
                    <a:pt x="1202626" y="2309651"/>
                  </a:lnTo>
                  <a:cubicBezTo>
                    <a:pt x="1202626" y="2422982"/>
                    <a:pt x="1110753" y="2514855"/>
                    <a:pt x="997422" y="2514855"/>
                  </a:cubicBezTo>
                  <a:lnTo>
                    <a:pt x="205204" y="2514855"/>
                  </a:lnTo>
                  <a:cubicBezTo>
                    <a:pt x="91873" y="2514855"/>
                    <a:pt x="0" y="2422982"/>
                    <a:pt x="0" y="2309651"/>
                  </a:cubicBezTo>
                  <a:lnTo>
                    <a:pt x="0" y="205204"/>
                  </a:lnTo>
                  <a:cubicBezTo>
                    <a:pt x="0" y="91873"/>
                    <a:pt x="91873" y="0"/>
                    <a:pt x="205204" y="0"/>
                  </a:cubicBezTo>
                  <a:close/>
                </a:path>
              </a:pathLst>
            </a:custGeom>
            <a:solidFill>
              <a:srgbClr val="000000"/>
            </a:solidFill>
            <a:ln w="4345" cap="flat">
              <a:noFill/>
              <a:prstDash val="solid"/>
              <a:miter/>
            </a:ln>
          </p:spPr>
          <p:txBody>
            <a:bodyPr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A6A82B5F-C9EB-0BDE-18BD-1E5D9943EE26}"/>
              </a:ext>
            </a:extLst>
          </p:cNvPr>
          <p:cNvSpPr txBox="1"/>
          <p:nvPr/>
        </p:nvSpPr>
        <p:spPr>
          <a:xfrm>
            <a:off x="715670" y="1673475"/>
            <a:ext cx="1532724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600" b="1">
                <a:latin typeface="+mn-lt"/>
                <a:ea typeface="+mn-ea"/>
                <a:cs typeface="Arial" panose="020B0604020202020204" pitchFamily="34" charset="0"/>
              </a:rPr>
              <a:t>Restaurant selection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E58A39EA-AD88-67EA-4798-CB426F10A569}"/>
              </a:ext>
            </a:extLst>
          </p:cNvPr>
          <p:cNvSpPr txBox="1">
            <a:spLocks/>
          </p:cNvSpPr>
          <p:nvPr/>
        </p:nvSpPr>
        <p:spPr>
          <a:xfrm>
            <a:off x="4751328" y="1427254"/>
            <a:ext cx="1811398" cy="73866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600" b="1">
                <a:latin typeface="+mn-lt"/>
                <a:ea typeface="+mn-ea"/>
                <a:cs typeface="Arial" panose="020B0604020202020204" pitchFamily="34" charset="0"/>
              </a:rPr>
              <a:t>Pre-ordering / </a:t>
            </a:r>
            <a:r>
              <a:rPr lang="en-US" sz="1600" b="1">
                <a:latin typeface="+mn-lt"/>
              </a:rPr>
              <a:t>ordering without a waiter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FB077F9-F61E-6DA9-6D9A-E162678FD3D9}"/>
              </a:ext>
            </a:extLst>
          </p:cNvPr>
          <p:cNvSpPr txBox="1"/>
          <p:nvPr/>
        </p:nvSpPr>
        <p:spPr>
          <a:xfrm>
            <a:off x="6978160" y="1673475"/>
            <a:ext cx="1532724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600" b="1">
                <a:latin typeface="+mn-lt"/>
                <a:ea typeface="+mn-ea"/>
                <a:cs typeface="Arial" panose="020B0604020202020204" pitchFamily="34" charset="0"/>
              </a:rPr>
              <a:t>Payment with a QR / in-app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1989DC8-FB41-BEEA-FBA1-0DE66F0C2DB8}"/>
              </a:ext>
            </a:extLst>
          </p:cNvPr>
          <p:cNvSpPr txBox="1">
            <a:spLocks/>
          </p:cNvSpPr>
          <p:nvPr/>
        </p:nvSpPr>
        <p:spPr>
          <a:xfrm>
            <a:off x="2663832" y="1673475"/>
            <a:ext cx="1811398" cy="492443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600" b="1">
                <a:latin typeface="+mn-lt"/>
                <a:ea typeface="+mn-ea"/>
                <a:cs typeface="Arial" panose="020B0604020202020204" pitchFamily="34" charset="0"/>
              </a:rPr>
              <a:t>AI-based booking assistant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4679149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5CF68E-C5C3-4D22-6092-2A395B040F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6" hidden="1">
            <a:extLst>
              <a:ext uri="{FF2B5EF4-FFF2-40B4-BE49-F238E27FC236}">
                <a16:creationId xmlns:a16="http://schemas.microsoft.com/office/drawing/2014/main" id="{D865EC25-2CB6-0EF6-9FA1-246875F853B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8269618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6" imgW="484" imgH="486" progId="TCLayout.ActiveDocument.1">
                  <p:embed/>
                </p:oleObj>
              </mc:Choice>
              <mc:Fallback>
                <p:oleObj name="think-cell Slide" r:id="rId16" imgW="484" imgH="486" progId="TCLayout.ActiveDocument.1">
                  <p:embed/>
                  <p:pic>
                    <p:nvPicPr>
                      <p:cNvPr id="5" name="Object 6" hidden="1">
                        <a:extLst>
                          <a:ext uri="{FF2B5EF4-FFF2-40B4-BE49-F238E27FC236}">
                            <a16:creationId xmlns:a16="http://schemas.microsoft.com/office/drawing/2014/main" id="{D865EC25-2CB6-0EF6-9FA1-246875F853B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1102" name="Straight Connector 1101">
            <a:extLst>
              <a:ext uri="{FF2B5EF4-FFF2-40B4-BE49-F238E27FC236}">
                <a16:creationId xmlns:a16="http://schemas.microsoft.com/office/drawing/2014/main" id="{077E9CFB-30EC-5977-D72D-E762530DD034}"/>
              </a:ext>
            </a:extLst>
          </p:cNvPr>
          <p:cNvCxnSpPr>
            <a:stCxn id="36" idx="3"/>
            <a:endCxn id="6" idx="1"/>
          </p:cNvCxnSpPr>
          <p:nvPr/>
        </p:nvCxnSpPr>
        <p:spPr>
          <a:xfrm flipV="1">
            <a:off x="5091952" y="1821108"/>
            <a:ext cx="217371" cy="29392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3" name="Straight Connector 1101">
            <a:extLst>
              <a:ext uri="{FF2B5EF4-FFF2-40B4-BE49-F238E27FC236}">
                <a16:creationId xmlns:a16="http://schemas.microsoft.com/office/drawing/2014/main" id="{4DFA8C1C-EF53-73DB-A23E-2F9989884557}"/>
              </a:ext>
            </a:extLst>
          </p:cNvPr>
          <p:cNvCxnSpPr>
            <a:cxnSpLocks/>
            <a:stCxn id="36" idx="3"/>
            <a:endCxn id="8" idx="1"/>
          </p:cNvCxnSpPr>
          <p:nvPr/>
        </p:nvCxnSpPr>
        <p:spPr>
          <a:xfrm>
            <a:off x="5091952" y="2115028"/>
            <a:ext cx="21737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6" name="Straight Connector 1101">
            <a:extLst>
              <a:ext uri="{FF2B5EF4-FFF2-40B4-BE49-F238E27FC236}">
                <a16:creationId xmlns:a16="http://schemas.microsoft.com/office/drawing/2014/main" id="{4FC9FC98-FE8F-177A-48C8-A6C781967AA3}"/>
              </a:ext>
            </a:extLst>
          </p:cNvPr>
          <p:cNvCxnSpPr>
            <a:cxnSpLocks/>
            <a:stCxn id="36" idx="3"/>
            <a:endCxn id="10" idx="1"/>
          </p:cNvCxnSpPr>
          <p:nvPr/>
        </p:nvCxnSpPr>
        <p:spPr>
          <a:xfrm>
            <a:off x="5091952" y="2115028"/>
            <a:ext cx="217371" cy="29392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9" name="Straight Connector 1101">
            <a:extLst>
              <a:ext uri="{FF2B5EF4-FFF2-40B4-BE49-F238E27FC236}">
                <a16:creationId xmlns:a16="http://schemas.microsoft.com/office/drawing/2014/main" id="{95BF1FD9-3171-8C87-F986-DDA322EC1F2E}"/>
              </a:ext>
            </a:extLst>
          </p:cNvPr>
          <p:cNvCxnSpPr>
            <a:cxnSpLocks/>
            <a:stCxn id="44" idx="3"/>
            <a:endCxn id="14" idx="1"/>
          </p:cNvCxnSpPr>
          <p:nvPr/>
        </p:nvCxnSpPr>
        <p:spPr>
          <a:xfrm>
            <a:off x="5091952" y="2849828"/>
            <a:ext cx="217371" cy="14696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2" name="Straight Connector 1101">
            <a:extLst>
              <a:ext uri="{FF2B5EF4-FFF2-40B4-BE49-F238E27FC236}">
                <a16:creationId xmlns:a16="http://schemas.microsoft.com/office/drawing/2014/main" id="{D2FCA902-520A-EF98-053E-D9B77FCBEE50}"/>
              </a:ext>
            </a:extLst>
          </p:cNvPr>
          <p:cNvCxnSpPr>
            <a:cxnSpLocks/>
            <a:stCxn id="44" idx="3"/>
            <a:endCxn id="12" idx="1"/>
          </p:cNvCxnSpPr>
          <p:nvPr/>
        </p:nvCxnSpPr>
        <p:spPr>
          <a:xfrm flipV="1">
            <a:off x="5091952" y="2702868"/>
            <a:ext cx="217371" cy="14696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5" name="Straight Connector 1101">
            <a:extLst>
              <a:ext uri="{FF2B5EF4-FFF2-40B4-BE49-F238E27FC236}">
                <a16:creationId xmlns:a16="http://schemas.microsoft.com/office/drawing/2014/main" id="{3405A509-23EB-8FFC-E37F-28FEC7C43E56}"/>
              </a:ext>
            </a:extLst>
          </p:cNvPr>
          <p:cNvCxnSpPr>
            <a:cxnSpLocks/>
            <a:stCxn id="51" idx="3"/>
            <a:endCxn id="22" idx="1"/>
          </p:cNvCxnSpPr>
          <p:nvPr/>
        </p:nvCxnSpPr>
        <p:spPr>
          <a:xfrm>
            <a:off x="5091952" y="3778187"/>
            <a:ext cx="217371" cy="44088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8" name="Straight Connector 1101">
            <a:extLst>
              <a:ext uri="{FF2B5EF4-FFF2-40B4-BE49-F238E27FC236}">
                <a16:creationId xmlns:a16="http://schemas.microsoft.com/office/drawing/2014/main" id="{F8B7A9E3-E84F-DA7F-6F93-228803CCDCD6}"/>
              </a:ext>
            </a:extLst>
          </p:cNvPr>
          <p:cNvCxnSpPr>
            <a:cxnSpLocks/>
            <a:stCxn id="51" idx="3"/>
            <a:endCxn id="20" idx="1"/>
          </p:cNvCxnSpPr>
          <p:nvPr/>
        </p:nvCxnSpPr>
        <p:spPr>
          <a:xfrm>
            <a:off x="5091952" y="3778187"/>
            <a:ext cx="217371" cy="14696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1" name="Straight Connector 1101">
            <a:extLst>
              <a:ext uri="{FF2B5EF4-FFF2-40B4-BE49-F238E27FC236}">
                <a16:creationId xmlns:a16="http://schemas.microsoft.com/office/drawing/2014/main" id="{016C9857-E41B-B8C2-2A74-4254BF72F75A}"/>
              </a:ext>
            </a:extLst>
          </p:cNvPr>
          <p:cNvCxnSpPr>
            <a:cxnSpLocks/>
            <a:stCxn id="51" idx="3"/>
            <a:endCxn id="18" idx="1"/>
          </p:cNvCxnSpPr>
          <p:nvPr/>
        </p:nvCxnSpPr>
        <p:spPr>
          <a:xfrm flipV="1">
            <a:off x="5091952" y="3631227"/>
            <a:ext cx="217371" cy="14696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4" name="Straight Connector 1101">
            <a:extLst>
              <a:ext uri="{FF2B5EF4-FFF2-40B4-BE49-F238E27FC236}">
                <a16:creationId xmlns:a16="http://schemas.microsoft.com/office/drawing/2014/main" id="{81C3AA35-5EE6-F468-4E04-C71B327179B3}"/>
              </a:ext>
            </a:extLst>
          </p:cNvPr>
          <p:cNvCxnSpPr>
            <a:cxnSpLocks/>
            <a:stCxn id="51" idx="3"/>
            <a:endCxn id="16" idx="1"/>
          </p:cNvCxnSpPr>
          <p:nvPr/>
        </p:nvCxnSpPr>
        <p:spPr>
          <a:xfrm flipV="1">
            <a:off x="5091952" y="3337307"/>
            <a:ext cx="217371" cy="44088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8" name="Straight Connector 1101">
            <a:extLst>
              <a:ext uri="{FF2B5EF4-FFF2-40B4-BE49-F238E27FC236}">
                <a16:creationId xmlns:a16="http://schemas.microsoft.com/office/drawing/2014/main" id="{74E68C62-2E67-9BC2-FA94-E578CE7418ED}"/>
              </a:ext>
            </a:extLst>
          </p:cNvPr>
          <p:cNvCxnSpPr>
            <a:cxnSpLocks/>
            <a:stCxn id="60" idx="3"/>
            <a:endCxn id="24" idx="1"/>
          </p:cNvCxnSpPr>
          <p:nvPr/>
        </p:nvCxnSpPr>
        <p:spPr>
          <a:xfrm>
            <a:off x="5091952" y="4512987"/>
            <a:ext cx="21737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1" name="Straight Connector 1101">
            <a:extLst>
              <a:ext uri="{FF2B5EF4-FFF2-40B4-BE49-F238E27FC236}">
                <a16:creationId xmlns:a16="http://schemas.microsoft.com/office/drawing/2014/main" id="{C29FFAF7-47E1-FCEC-8303-82FD62075C61}"/>
              </a:ext>
            </a:extLst>
          </p:cNvPr>
          <p:cNvCxnSpPr>
            <a:cxnSpLocks/>
            <a:stCxn id="66" idx="3"/>
            <a:endCxn id="28" idx="1"/>
          </p:cNvCxnSpPr>
          <p:nvPr/>
        </p:nvCxnSpPr>
        <p:spPr>
          <a:xfrm>
            <a:off x="5091952" y="5000466"/>
            <a:ext cx="217371" cy="14696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4" name="Straight Connector 1101">
            <a:extLst>
              <a:ext uri="{FF2B5EF4-FFF2-40B4-BE49-F238E27FC236}">
                <a16:creationId xmlns:a16="http://schemas.microsoft.com/office/drawing/2014/main" id="{C380242B-B8A7-0612-F62F-E6C2C060C20F}"/>
              </a:ext>
            </a:extLst>
          </p:cNvPr>
          <p:cNvCxnSpPr>
            <a:cxnSpLocks/>
            <a:stCxn id="66" idx="3"/>
            <a:endCxn id="26" idx="1"/>
          </p:cNvCxnSpPr>
          <p:nvPr/>
        </p:nvCxnSpPr>
        <p:spPr>
          <a:xfrm flipV="1">
            <a:off x="5091952" y="4853506"/>
            <a:ext cx="217371" cy="14696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7" name="Straight Connector 1101">
            <a:extLst>
              <a:ext uri="{FF2B5EF4-FFF2-40B4-BE49-F238E27FC236}">
                <a16:creationId xmlns:a16="http://schemas.microsoft.com/office/drawing/2014/main" id="{A5406D72-F318-C71B-FC3C-C31935B9D2EF}"/>
              </a:ext>
            </a:extLst>
          </p:cNvPr>
          <p:cNvCxnSpPr>
            <a:cxnSpLocks/>
            <a:stCxn id="73" idx="3"/>
            <a:endCxn id="30" idx="1"/>
          </p:cNvCxnSpPr>
          <p:nvPr/>
        </p:nvCxnSpPr>
        <p:spPr>
          <a:xfrm>
            <a:off x="5091952" y="5441346"/>
            <a:ext cx="21737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0" name="Straight Connector 1101">
            <a:extLst>
              <a:ext uri="{FF2B5EF4-FFF2-40B4-BE49-F238E27FC236}">
                <a16:creationId xmlns:a16="http://schemas.microsoft.com/office/drawing/2014/main" id="{AABB2429-AA6F-2CB2-744E-9FC09D5EA989}"/>
              </a:ext>
            </a:extLst>
          </p:cNvPr>
          <p:cNvCxnSpPr>
            <a:cxnSpLocks/>
            <a:stCxn id="79" idx="3"/>
            <a:endCxn id="34" idx="1"/>
          </p:cNvCxnSpPr>
          <p:nvPr/>
        </p:nvCxnSpPr>
        <p:spPr>
          <a:xfrm>
            <a:off x="5091952" y="5928829"/>
            <a:ext cx="217371" cy="146964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3" name="Straight Connector 1101">
            <a:extLst>
              <a:ext uri="{FF2B5EF4-FFF2-40B4-BE49-F238E27FC236}">
                <a16:creationId xmlns:a16="http://schemas.microsoft.com/office/drawing/2014/main" id="{EF30F94C-08D8-BFA8-DA1D-D65F936975A7}"/>
              </a:ext>
            </a:extLst>
          </p:cNvPr>
          <p:cNvCxnSpPr>
            <a:cxnSpLocks/>
            <a:stCxn id="79" idx="3"/>
            <a:endCxn id="32" idx="1"/>
          </p:cNvCxnSpPr>
          <p:nvPr/>
        </p:nvCxnSpPr>
        <p:spPr>
          <a:xfrm flipV="1">
            <a:off x="5091952" y="5781865"/>
            <a:ext cx="217371" cy="146964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6" name="Straight Connector 1101">
            <a:extLst>
              <a:ext uri="{FF2B5EF4-FFF2-40B4-BE49-F238E27FC236}">
                <a16:creationId xmlns:a16="http://schemas.microsoft.com/office/drawing/2014/main" id="{7562235A-111B-CB13-8DF0-DECED69ABE71}"/>
              </a:ext>
            </a:extLst>
          </p:cNvPr>
          <p:cNvCxnSpPr>
            <a:cxnSpLocks/>
            <a:stCxn id="107" idx="3"/>
            <a:endCxn id="79" idx="1"/>
          </p:cNvCxnSpPr>
          <p:nvPr/>
        </p:nvCxnSpPr>
        <p:spPr>
          <a:xfrm>
            <a:off x="2627374" y="5928829"/>
            <a:ext cx="217371" cy="0"/>
          </a:xfrm>
          <a:prstGeom prst="straightConnector1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9" name="Straight Connector 1101">
            <a:extLst>
              <a:ext uri="{FF2B5EF4-FFF2-40B4-BE49-F238E27FC236}">
                <a16:creationId xmlns:a16="http://schemas.microsoft.com/office/drawing/2014/main" id="{9D8F7BF0-262B-D1F6-A25B-DD7D04BBD9A3}"/>
              </a:ext>
            </a:extLst>
          </p:cNvPr>
          <p:cNvCxnSpPr>
            <a:cxnSpLocks/>
            <a:stCxn id="100" idx="3"/>
            <a:endCxn id="73" idx="1"/>
          </p:cNvCxnSpPr>
          <p:nvPr/>
        </p:nvCxnSpPr>
        <p:spPr>
          <a:xfrm>
            <a:off x="2627374" y="5147426"/>
            <a:ext cx="217371" cy="29392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3" name="Straight Connector 1101">
            <a:extLst>
              <a:ext uri="{FF2B5EF4-FFF2-40B4-BE49-F238E27FC236}">
                <a16:creationId xmlns:a16="http://schemas.microsoft.com/office/drawing/2014/main" id="{42D53B98-2EAF-16C9-0167-8233925020A2}"/>
              </a:ext>
            </a:extLst>
          </p:cNvPr>
          <p:cNvCxnSpPr>
            <a:cxnSpLocks/>
            <a:stCxn id="100" idx="3"/>
            <a:endCxn id="66" idx="1"/>
          </p:cNvCxnSpPr>
          <p:nvPr/>
        </p:nvCxnSpPr>
        <p:spPr>
          <a:xfrm flipV="1">
            <a:off x="2627374" y="5000466"/>
            <a:ext cx="217371" cy="14696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6" name="Straight Connector 1101">
            <a:extLst>
              <a:ext uri="{FF2B5EF4-FFF2-40B4-BE49-F238E27FC236}">
                <a16:creationId xmlns:a16="http://schemas.microsoft.com/office/drawing/2014/main" id="{A256D586-E80A-6D38-9936-80B8DA28FB77}"/>
              </a:ext>
            </a:extLst>
          </p:cNvPr>
          <p:cNvCxnSpPr>
            <a:cxnSpLocks/>
            <a:stCxn id="93" idx="3"/>
            <a:endCxn id="51" idx="1"/>
          </p:cNvCxnSpPr>
          <p:nvPr/>
        </p:nvCxnSpPr>
        <p:spPr>
          <a:xfrm flipV="1">
            <a:off x="2627374" y="3778187"/>
            <a:ext cx="217371" cy="14696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0" name="Straight Connector 1101">
            <a:extLst>
              <a:ext uri="{FF2B5EF4-FFF2-40B4-BE49-F238E27FC236}">
                <a16:creationId xmlns:a16="http://schemas.microsoft.com/office/drawing/2014/main" id="{02AD10D7-4628-3CCB-D0C2-93FF29974ED4}"/>
              </a:ext>
            </a:extLst>
          </p:cNvPr>
          <p:cNvCxnSpPr>
            <a:cxnSpLocks/>
            <a:stCxn id="93" idx="3"/>
            <a:endCxn id="60" idx="1"/>
          </p:cNvCxnSpPr>
          <p:nvPr/>
        </p:nvCxnSpPr>
        <p:spPr>
          <a:xfrm>
            <a:off x="2627374" y="3925147"/>
            <a:ext cx="217371" cy="58784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3" name="Straight Connector 1101">
            <a:extLst>
              <a:ext uri="{FF2B5EF4-FFF2-40B4-BE49-F238E27FC236}">
                <a16:creationId xmlns:a16="http://schemas.microsoft.com/office/drawing/2014/main" id="{60BE10A8-FC9C-571C-94AB-0E97C0353DA1}"/>
              </a:ext>
            </a:extLst>
          </p:cNvPr>
          <p:cNvCxnSpPr>
            <a:cxnSpLocks/>
            <a:stCxn id="86" idx="3"/>
            <a:endCxn id="36" idx="1"/>
          </p:cNvCxnSpPr>
          <p:nvPr/>
        </p:nvCxnSpPr>
        <p:spPr>
          <a:xfrm flipV="1">
            <a:off x="2627374" y="2115028"/>
            <a:ext cx="217371" cy="29392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6" name="Straight Connector 1101">
            <a:extLst>
              <a:ext uri="{FF2B5EF4-FFF2-40B4-BE49-F238E27FC236}">
                <a16:creationId xmlns:a16="http://schemas.microsoft.com/office/drawing/2014/main" id="{AE104089-97C6-6FAE-0CF6-0F58692F6E91}"/>
              </a:ext>
            </a:extLst>
          </p:cNvPr>
          <p:cNvCxnSpPr>
            <a:cxnSpLocks/>
            <a:stCxn id="86" idx="3"/>
            <a:endCxn id="44" idx="1"/>
          </p:cNvCxnSpPr>
          <p:nvPr/>
        </p:nvCxnSpPr>
        <p:spPr>
          <a:xfrm>
            <a:off x="2627374" y="2408948"/>
            <a:ext cx="217371" cy="440880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2. Slide Title">
            <a:extLst>
              <a:ext uri="{FF2B5EF4-FFF2-40B4-BE49-F238E27FC236}">
                <a16:creationId xmlns:a16="http://schemas.microsoft.com/office/drawing/2014/main" id="{A5494405-2471-94AA-8033-EEC3F70C6221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124" y="405307"/>
            <a:ext cx="11082528" cy="67710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/>
          <a:lstStyle/>
          <a:p>
            <a:pPr>
              <a:buClr>
                <a:schemeClr val="tx2"/>
              </a:buClr>
            </a:pPr>
            <a:r>
              <a:rPr lang="en-US" sz="2200">
                <a:latin typeface="+mj-lt"/>
              </a:rPr>
              <a:t>Banks are using AI and advanced analytics to turn customer, risk and operational data into measurable revenue, control and productivity gains</a:t>
            </a:r>
          </a:p>
        </p:txBody>
      </p:sp>
      <p:sp>
        <p:nvSpPr>
          <p:cNvPr id="8" name="Shape 3">
            <a:extLst>
              <a:ext uri="{FF2B5EF4-FFF2-40B4-BE49-F238E27FC236}">
                <a16:creationId xmlns:a16="http://schemas.microsoft.com/office/drawing/2014/main" id="{89D0792E-A192-0201-BD64-A3D31690D79D}"/>
              </a:ext>
            </a:extLst>
          </p:cNvPr>
          <p:cNvSpPr>
            <a:spLocks/>
          </p:cNvSpPr>
          <p:nvPr/>
        </p:nvSpPr>
        <p:spPr>
          <a:xfrm>
            <a:off x="5309323" y="1991367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1-2-1 pricing</a:t>
            </a:r>
          </a:p>
        </p:txBody>
      </p:sp>
      <p:sp>
        <p:nvSpPr>
          <p:cNvPr id="12" name="Shape 7">
            <a:extLst>
              <a:ext uri="{FF2B5EF4-FFF2-40B4-BE49-F238E27FC236}">
                <a16:creationId xmlns:a16="http://schemas.microsoft.com/office/drawing/2014/main" id="{57F7D7F8-4776-9824-AAC9-EA0300F75C9D}"/>
              </a:ext>
            </a:extLst>
          </p:cNvPr>
          <p:cNvSpPr>
            <a:spLocks/>
          </p:cNvSpPr>
          <p:nvPr/>
        </p:nvSpPr>
        <p:spPr>
          <a:xfrm>
            <a:off x="5309323" y="2579207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Churn reduction analytics</a:t>
            </a:r>
          </a:p>
        </p:txBody>
      </p:sp>
      <p:sp>
        <p:nvSpPr>
          <p:cNvPr id="14" name="Shape 9">
            <a:extLst>
              <a:ext uri="{FF2B5EF4-FFF2-40B4-BE49-F238E27FC236}">
                <a16:creationId xmlns:a16="http://schemas.microsoft.com/office/drawing/2014/main" id="{D2AF0F76-A77E-524D-5196-65374C828952}"/>
              </a:ext>
            </a:extLst>
          </p:cNvPr>
          <p:cNvSpPr>
            <a:spLocks/>
          </p:cNvSpPr>
          <p:nvPr/>
        </p:nvSpPr>
        <p:spPr>
          <a:xfrm>
            <a:off x="5309323" y="2873127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Customer experience analytics</a:t>
            </a:r>
          </a:p>
        </p:txBody>
      </p:sp>
      <p:sp>
        <p:nvSpPr>
          <p:cNvPr id="18" name="Shape 13">
            <a:extLst>
              <a:ext uri="{FF2B5EF4-FFF2-40B4-BE49-F238E27FC236}">
                <a16:creationId xmlns:a16="http://schemas.microsoft.com/office/drawing/2014/main" id="{121274DA-6330-32A6-1BFC-9FAA0C11E11D}"/>
              </a:ext>
            </a:extLst>
          </p:cNvPr>
          <p:cNvSpPr>
            <a:spLocks/>
          </p:cNvSpPr>
          <p:nvPr/>
        </p:nvSpPr>
        <p:spPr>
          <a:xfrm>
            <a:off x="5309323" y="3507566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Advanced EWS</a:t>
            </a:r>
          </a:p>
        </p:txBody>
      </p:sp>
      <p:sp>
        <p:nvSpPr>
          <p:cNvPr id="20" name="Shape 15">
            <a:extLst>
              <a:ext uri="{FF2B5EF4-FFF2-40B4-BE49-F238E27FC236}">
                <a16:creationId xmlns:a16="http://schemas.microsoft.com/office/drawing/2014/main" id="{75F4107D-21E0-499C-9707-0CF3AA9826D9}"/>
              </a:ext>
            </a:extLst>
          </p:cNvPr>
          <p:cNvSpPr>
            <a:spLocks/>
          </p:cNvSpPr>
          <p:nvPr/>
        </p:nvSpPr>
        <p:spPr>
          <a:xfrm>
            <a:off x="5309323" y="3801486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Credit collection analytics</a:t>
            </a:r>
          </a:p>
        </p:txBody>
      </p:sp>
      <p:sp>
        <p:nvSpPr>
          <p:cNvPr id="16" name="Shape 11">
            <a:extLst>
              <a:ext uri="{FF2B5EF4-FFF2-40B4-BE49-F238E27FC236}">
                <a16:creationId xmlns:a16="http://schemas.microsoft.com/office/drawing/2014/main" id="{EDFEEA2F-C774-B1A4-4B2D-1D8C99DC1082}"/>
              </a:ext>
            </a:extLst>
          </p:cNvPr>
          <p:cNvSpPr>
            <a:spLocks/>
          </p:cNvSpPr>
          <p:nvPr/>
        </p:nvSpPr>
        <p:spPr>
          <a:xfrm>
            <a:off x="5309323" y="3213646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Digital credit assessment</a:t>
            </a:r>
          </a:p>
        </p:txBody>
      </p:sp>
      <p:sp>
        <p:nvSpPr>
          <p:cNvPr id="22" name="Shape 17">
            <a:extLst>
              <a:ext uri="{FF2B5EF4-FFF2-40B4-BE49-F238E27FC236}">
                <a16:creationId xmlns:a16="http://schemas.microsoft.com/office/drawing/2014/main" id="{564BE97C-FC2C-FAA4-DB11-AEC67FF2AF87}"/>
              </a:ext>
            </a:extLst>
          </p:cNvPr>
          <p:cNvSpPr>
            <a:spLocks/>
          </p:cNvSpPr>
          <p:nvPr/>
        </p:nvSpPr>
        <p:spPr>
          <a:xfrm>
            <a:off x="5309323" y="4095406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Next generation stress testing</a:t>
            </a:r>
          </a:p>
        </p:txBody>
      </p:sp>
      <p:sp>
        <p:nvSpPr>
          <p:cNvPr id="24" name="Shape 19">
            <a:extLst>
              <a:ext uri="{FF2B5EF4-FFF2-40B4-BE49-F238E27FC236}">
                <a16:creationId xmlns:a16="http://schemas.microsoft.com/office/drawing/2014/main" id="{87B6C40C-1C48-98A2-2ABE-0A955F8FC668}"/>
              </a:ext>
            </a:extLst>
          </p:cNvPr>
          <p:cNvSpPr>
            <a:spLocks/>
          </p:cNvSpPr>
          <p:nvPr/>
        </p:nvSpPr>
        <p:spPr>
          <a:xfrm>
            <a:off x="5309323" y="4389326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Fraud detection analytics</a:t>
            </a:r>
          </a:p>
        </p:txBody>
      </p:sp>
      <p:sp>
        <p:nvSpPr>
          <p:cNvPr id="26" name="Shape 21">
            <a:extLst>
              <a:ext uri="{FF2B5EF4-FFF2-40B4-BE49-F238E27FC236}">
                <a16:creationId xmlns:a16="http://schemas.microsoft.com/office/drawing/2014/main" id="{265235C4-25F0-69C3-63EC-A1463E2402D2}"/>
              </a:ext>
            </a:extLst>
          </p:cNvPr>
          <p:cNvSpPr>
            <a:spLocks/>
          </p:cNvSpPr>
          <p:nvPr/>
        </p:nvSpPr>
        <p:spPr>
          <a:xfrm>
            <a:off x="5309323" y="4729845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Geospatial analytics</a:t>
            </a:r>
          </a:p>
        </p:txBody>
      </p:sp>
      <p:sp>
        <p:nvSpPr>
          <p:cNvPr id="28" name="Shape 23">
            <a:extLst>
              <a:ext uri="{FF2B5EF4-FFF2-40B4-BE49-F238E27FC236}">
                <a16:creationId xmlns:a16="http://schemas.microsoft.com/office/drawing/2014/main" id="{20698E03-4587-63E1-5A03-01BAFD83A710}"/>
              </a:ext>
            </a:extLst>
          </p:cNvPr>
          <p:cNvSpPr>
            <a:spLocks/>
          </p:cNvSpPr>
          <p:nvPr/>
        </p:nvSpPr>
        <p:spPr>
          <a:xfrm>
            <a:off x="5309323" y="5023765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Productivity optimization</a:t>
            </a:r>
          </a:p>
        </p:txBody>
      </p:sp>
      <p:sp>
        <p:nvSpPr>
          <p:cNvPr id="32" name="Shape 27">
            <a:extLst>
              <a:ext uri="{FF2B5EF4-FFF2-40B4-BE49-F238E27FC236}">
                <a16:creationId xmlns:a16="http://schemas.microsoft.com/office/drawing/2014/main" id="{D412B22E-935C-E192-44EC-8E52DCD19D28}"/>
              </a:ext>
            </a:extLst>
          </p:cNvPr>
          <p:cNvSpPr>
            <a:spLocks/>
          </p:cNvSpPr>
          <p:nvPr/>
        </p:nvSpPr>
        <p:spPr>
          <a:xfrm>
            <a:off x="5309323" y="5658204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Advanced financial analytics</a:t>
            </a:r>
          </a:p>
        </p:txBody>
      </p:sp>
      <p:sp>
        <p:nvSpPr>
          <p:cNvPr id="34" name="Shape 29">
            <a:extLst>
              <a:ext uri="{FF2B5EF4-FFF2-40B4-BE49-F238E27FC236}">
                <a16:creationId xmlns:a16="http://schemas.microsoft.com/office/drawing/2014/main" id="{D2CC1878-3083-E361-DD00-207ECE7D425A}"/>
              </a:ext>
            </a:extLst>
          </p:cNvPr>
          <p:cNvSpPr>
            <a:spLocks/>
          </p:cNvSpPr>
          <p:nvPr/>
        </p:nvSpPr>
        <p:spPr>
          <a:xfrm>
            <a:off x="5309323" y="5952132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Trading analytics</a:t>
            </a:r>
          </a:p>
        </p:txBody>
      </p: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02449A31-F0BD-44CF-B8A7-78422AD88E97}"/>
              </a:ext>
            </a:extLst>
          </p:cNvPr>
          <p:cNvCxnSpPr>
            <a:cxnSpLocks/>
          </p:cNvCxnSpPr>
          <p:nvPr/>
        </p:nvCxnSpPr>
        <p:spPr>
          <a:xfrm>
            <a:off x="554736" y="3167047"/>
            <a:ext cx="11082528" cy="0"/>
          </a:xfrm>
          <a:prstGeom prst="line">
            <a:avLst/>
          </a:prstGeom>
          <a:ln w="635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76B12572-4473-EBE6-4DF0-6153D54566E5}"/>
              </a:ext>
            </a:extLst>
          </p:cNvPr>
          <p:cNvCxnSpPr>
            <a:cxnSpLocks/>
          </p:cNvCxnSpPr>
          <p:nvPr/>
        </p:nvCxnSpPr>
        <p:spPr>
          <a:xfrm>
            <a:off x="554736" y="4683246"/>
            <a:ext cx="11082528" cy="0"/>
          </a:xfrm>
          <a:prstGeom prst="line">
            <a:avLst/>
          </a:prstGeom>
          <a:ln w="635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LineBasicImpact 12">
            <a:extLst>
              <a:ext uri="{FF2B5EF4-FFF2-40B4-BE49-F238E27FC236}">
                <a16:creationId xmlns:a16="http://schemas.microsoft.com/office/drawing/2014/main" id="{0F6A6E5C-AF0B-2E7F-FCA4-6E9846302A82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554736" y="1650848"/>
            <a:ext cx="11082528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30" name="Picture 6" descr="İşbank - Wikipedia">
            <a:extLst>
              <a:ext uri="{FF2B5EF4-FFF2-40B4-BE49-F238E27FC236}">
                <a16:creationId xmlns:a16="http://schemas.microsoft.com/office/drawing/2014/main" id="{67ABA437-8FB3-FCA0-68C4-F24125D9C9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12169" y="4729845"/>
            <a:ext cx="1974669" cy="6239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7" name="TextBox 126">
            <a:extLst>
              <a:ext uri="{FF2B5EF4-FFF2-40B4-BE49-F238E27FC236}">
                <a16:creationId xmlns:a16="http://schemas.microsoft.com/office/drawing/2014/main" id="{5AC9C6F6-51AC-18A0-B387-00565371E5E6}"/>
              </a:ext>
            </a:extLst>
          </p:cNvPr>
          <p:cNvSpPr txBox="1">
            <a:spLocks/>
          </p:cNvSpPr>
          <p:nvPr/>
        </p:nvSpPr>
        <p:spPr>
          <a:xfrm>
            <a:off x="554734" y="1399638"/>
            <a:ext cx="7189641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>
                <a:latin typeface="+mn-lt"/>
              </a:rPr>
              <a:t>Advanced analytics value tree</a:t>
            </a:r>
          </a:p>
        </p:txBody>
      </p:sp>
      <p:sp>
        <p:nvSpPr>
          <p:cNvPr id="1027" name="TextBox 1026">
            <a:extLst>
              <a:ext uri="{FF2B5EF4-FFF2-40B4-BE49-F238E27FC236}">
                <a16:creationId xmlns:a16="http://schemas.microsoft.com/office/drawing/2014/main" id="{37B8F3EB-3EDA-9EF5-379D-24DFC2DC8466}"/>
              </a:ext>
            </a:extLst>
          </p:cNvPr>
          <p:cNvSpPr txBox="1">
            <a:spLocks/>
          </p:cNvSpPr>
          <p:nvPr/>
        </p:nvSpPr>
        <p:spPr>
          <a:xfrm>
            <a:off x="7961745" y="1399638"/>
            <a:ext cx="3675517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b="1">
                <a:latin typeface="+mn-lt"/>
              </a:rPr>
              <a:t>Leading bank examples</a:t>
            </a:r>
          </a:p>
        </p:txBody>
      </p:sp>
      <p:pic>
        <p:nvPicPr>
          <p:cNvPr id="1026" name="Picture 2" descr="US Bank | Capital Opportunities">
            <a:extLst>
              <a:ext uri="{FF2B5EF4-FFF2-40B4-BE49-F238E27FC236}">
                <a16:creationId xmlns:a16="http://schemas.microsoft.com/office/drawing/2014/main" id="{54972AC3-6220-9D76-C3B4-59E1DAC5452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215" b="18996"/>
          <a:stretch>
            <a:fillRect/>
          </a:stretch>
        </p:blipFill>
        <p:spPr bwMode="auto">
          <a:xfrm>
            <a:off x="8870246" y="1697447"/>
            <a:ext cx="1858516" cy="6459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1" name="TextBox 1030">
            <a:extLst>
              <a:ext uri="{FF2B5EF4-FFF2-40B4-BE49-F238E27FC236}">
                <a16:creationId xmlns:a16="http://schemas.microsoft.com/office/drawing/2014/main" id="{398197E1-9C82-0498-6AA4-95E70722699D}"/>
              </a:ext>
            </a:extLst>
          </p:cNvPr>
          <p:cNvSpPr txBox="1">
            <a:spLocks/>
          </p:cNvSpPr>
          <p:nvPr/>
        </p:nvSpPr>
        <p:spPr>
          <a:xfrm>
            <a:off x="7961745" y="2435823"/>
            <a:ext cx="3675517" cy="55399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  <a:ea typeface="+mn-ea"/>
                <a:cs typeface="+mn-cs"/>
              </a:rPr>
              <a:t>Used real-time </a:t>
            </a:r>
            <a:r>
              <a:rPr lang="en-US" sz="1200" err="1">
                <a:latin typeface="+mn-lt"/>
                <a:ea typeface="+mn-ea"/>
                <a:cs typeface="+mn-cs"/>
              </a:rPr>
              <a:t>NBtB</a:t>
            </a:r>
            <a:r>
              <a:rPr lang="en-US" sz="1200">
                <a:latin typeface="+mn-lt"/>
                <a:ea typeface="+mn-ea"/>
                <a:cs typeface="+mn-cs"/>
              </a:rPr>
              <a:t> and 1-2-1 pricing models to deliver more relevant offers resulting in </a:t>
            </a:r>
            <a:r>
              <a:rPr lang="en-US" sz="1200" b="1">
                <a:latin typeface="+mn-lt"/>
                <a:ea typeface="+mn-ea"/>
                <a:cs typeface="+mn-cs"/>
              </a:rPr>
              <a:t>19x growth in conversions</a:t>
            </a:r>
          </a:p>
        </p:txBody>
      </p:sp>
      <p:pic>
        <p:nvPicPr>
          <p:cNvPr id="1028" name="Picture 4">
            <a:extLst>
              <a:ext uri="{FF2B5EF4-FFF2-40B4-BE49-F238E27FC236}">
                <a16:creationId xmlns:a16="http://schemas.microsoft.com/office/drawing/2014/main" id="{ADDDAF08-5577-6A36-E5F9-E5C00B7658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47361" y="3213646"/>
            <a:ext cx="2504285" cy="3782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3" name="TextBox 1032">
            <a:extLst>
              <a:ext uri="{FF2B5EF4-FFF2-40B4-BE49-F238E27FC236}">
                <a16:creationId xmlns:a16="http://schemas.microsoft.com/office/drawing/2014/main" id="{211E7242-B5BA-0628-6623-20C1D2EFF552}"/>
              </a:ext>
            </a:extLst>
          </p:cNvPr>
          <p:cNvSpPr txBox="1">
            <a:spLocks/>
          </p:cNvSpPr>
          <p:nvPr/>
        </p:nvSpPr>
        <p:spPr>
          <a:xfrm>
            <a:off x="7961745" y="3684335"/>
            <a:ext cx="3675517" cy="738664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  <a:ea typeface="+mn-ea"/>
                <a:cs typeface="+mn-cs"/>
              </a:rPr>
              <a:t>Applied AI to improve fraud detection and reduce manual investigation workload resulting in moving from a low </a:t>
            </a:r>
            <a:r>
              <a:rPr lang="en-US" sz="1200" b="1">
                <a:latin typeface="+mn-lt"/>
                <a:ea typeface="+mn-ea"/>
                <a:cs typeface="+mn-cs"/>
              </a:rPr>
              <a:t>~40% fraud detection rate</a:t>
            </a:r>
            <a:r>
              <a:rPr lang="en-US" sz="1200">
                <a:latin typeface="+mn-lt"/>
                <a:ea typeface="+mn-ea"/>
                <a:cs typeface="+mn-cs"/>
              </a:rPr>
              <a:t>, reducing false positives by </a:t>
            </a:r>
            <a:r>
              <a:rPr lang="en-US" sz="1200" b="1">
                <a:latin typeface="+mn-lt"/>
                <a:ea typeface="+mn-ea"/>
                <a:cs typeface="+mn-cs"/>
              </a:rPr>
              <a:t>~50–60%</a:t>
            </a:r>
          </a:p>
        </p:txBody>
      </p:sp>
      <p:sp>
        <p:nvSpPr>
          <p:cNvPr id="1035" name="TextBox 1034">
            <a:extLst>
              <a:ext uri="{FF2B5EF4-FFF2-40B4-BE49-F238E27FC236}">
                <a16:creationId xmlns:a16="http://schemas.microsoft.com/office/drawing/2014/main" id="{24482F76-1B11-57D6-7278-9777F80C9738}"/>
              </a:ext>
            </a:extLst>
          </p:cNvPr>
          <p:cNvSpPr txBox="1">
            <a:spLocks/>
          </p:cNvSpPr>
          <p:nvPr/>
        </p:nvSpPr>
        <p:spPr>
          <a:xfrm>
            <a:off x="7961745" y="5446278"/>
            <a:ext cx="3675517" cy="553998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en-US" sz="1200">
                <a:latin typeface="+mn-lt"/>
                <a:ea typeface="+mn-ea"/>
                <a:cs typeface="+mn-cs"/>
              </a:rPr>
              <a:t>Used process mining to identify bottlenecks and remove unnecessary approval steps before automation resulting in </a:t>
            </a:r>
            <a:r>
              <a:rPr lang="en-US" sz="1200" b="1">
                <a:latin typeface="+mn-lt"/>
                <a:ea typeface="+mn-ea"/>
                <a:cs typeface="+mn-cs"/>
              </a:rPr>
              <a:t>116,000 man hours saved</a:t>
            </a:r>
          </a:p>
        </p:txBody>
      </p:sp>
      <p:sp>
        <p:nvSpPr>
          <p:cNvPr id="93" name="Shape 80">
            <a:extLst>
              <a:ext uri="{FF2B5EF4-FFF2-40B4-BE49-F238E27FC236}">
                <a16:creationId xmlns:a16="http://schemas.microsoft.com/office/drawing/2014/main" id="{F0A18DA0-A9C8-B444-A7D9-A7D0E615822B}"/>
              </a:ext>
            </a:extLst>
          </p:cNvPr>
          <p:cNvSpPr>
            <a:spLocks/>
          </p:cNvSpPr>
          <p:nvPr/>
        </p:nvSpPr>
        <p:spPr>
          <a:xfrm>
            <a:off x="554734" y="3213646"/>
            <a:ext cx="2072640" cy="1423001"/>
          </a:xfrm>
          <a:prstGeom prst="roundRect">
            <a:avLst>
              <a:gd name="adj" fmla="val 5756"/>
            </a:avLst>
          </a:prstGeom>
          <a:solidFill>
            <a:schemeClr val="accent2"/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400" b="1">
                <a:solidFill>
                  <a:srgbClr val="FFFFFF"/>
                </a:solidFill>
                <a:ea typeface="Calibri" pitchFamily="34" charset="-122"/>
                <a:cs typeface="Calibri" pitchFamily="34" charset="-120"/>
              </a:rPr>
              <a:t>Risk control</a:t>
            </a:r>
            <a:endParaRPr lang="en-US" sz="1400"/>
          </a:p>
        </p:txBody>
      </p:sp>
      <p:sp>
        <p:nvSpPr>
          <p:cNvPr id="30" name="Shape 25">
            <a:extLst>
              <a:ext uri="{FF2B5EF4-FFF2-40B4-BE49-F238E27FC236}">
                <a16:creationId xmlns:a16="http://schemas.microsoft.com/office/drawing/2014/main" id="{FCDF21CB-9A7E-FB48-F165-EEF7183822FE}"/>
              </a:ext>
            </a:extLst>
          </p:cNvPr>
          <p:cNvSpPr>
            <a:spLocks/>
          </p:cNvSpPr>
          <p:nvPr/>
        </p:nvSpPr>
        <p:spPr>
          <a:xfrm>
            <a:off x="5309323" y="5317685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Predictive HR</a:t>
            </a:r>
          </a:p>
        </p:txBody>
      </p:sp>
      <p:sp>
        <p:nvSpPr>
          <p:cNvPr id="100" name="Shape 86">
            <a:extLst>
              <a:ext uri="{FF2B5EF4-FFF2-40B4-BE49-F238E27FC236}">
                <a16:creationId xmlns:a16="http://schemas.microsoft.com/office/drawing/2014/main" id="{D0227C2E-E8B0-1209-1C27-6EDBA441197C}"/>
              </a:ext>
            </a:extLst>
          </p:cNvPr>
          <p:cNvSpPr>
            <a:spLocks/>
          </p:cNvSpPr>
          <p:nvPr/>
        </p:nvSpPr>
        <p:spPr>
          <a:xfrm>
            <a:off x="554734" y="4729845"/>
            <a:ext cx="2072640" cy="835161"/>
          </a:xfrm>
          <a:prstGeom prst="roundRect">
            <a:avLst>
              <a:gd name="adj" fmla="val 8240"/>
            </a:avLst>
          </a:prstGeom>
          <a:solidFill>
            <a:schemeClr val="accent2"/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400" b="1">
                <a:solidFill>
                  <a:srgbClr val="FFFFFF"/>
                </a:solidFill>
                <a:ea typeface="Calibri" pitchFamily="34" charset="-122"/>
                <a:cs typeface="Calibri" pitchFamily="34" charset="-120"/>
              </a:rPr>
              <a:t>Operational</a:t>
            </a:r>
            <a:endParaRPr lang="en-US" sz="1400"/>
          </a:p>
          <a:p>
            <a:r>
              <a:rPr lang="en-US" sz="1400" b="1">
                <a:solidFill>
                  <a:srgbClr val="FFFFFF"/>
                </a:solidFill>
                <a:ea typeface="Calibri" pitchFamily="34" charset="-122"/>
                <a:cs typeface="Calibri" pitchFamily="34" charset="-120"/>
              </a:rPr>
              <a:t>efficiency</a:t>
            </a:r>
            <a:endParaRPr lang="en-US" sz="1400"/>
          </a:p>
        </p:txBody>
      </p:sp>
      <p:sp>
        <p:nvSpPr>
          <p:cNvPr id="107" name="Shape 92">
            <a:extLst>
              <a:ext uri="{FF2B5EF4-FFF2-40B4-BE49-F238E27FC236}">
                <a16:creationId xmlns:a16="http://schemas.microsoft.com/office/drawing/2014/main" id="{63E56286-A63F-9699-BEB4-431941D3AE91}"/>
              </a:ext>
            </a:extLst>
          </p:cNvPr>
          <p:cNvSpPr>
            <a:spLocks/>
          </p:cNvSpPr>
          <p:nvPr/>
        </p:nvSpPr>
        <p:spPr>
          <a:xfrm>
            <a:off x="554734" y="5658204"/>
            <a:ext cx="2072640" cy="541249"/>
          </a:xfrm>
          <a:prstGeom prst="roundRect">
            <a:avLst>
              <a:gd name="adj" fmla="val 10767"/>
            </a:avLst>
          </a:prstGeom>
          <a:solidFill>
            <a:schemeClr val="accent2"/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400" b="1">
                <a:solidFill>
                  <a:srgbClr val="FFFFFF"/>
                </a:solidFill>
                <a:ea typeface="Calibri" pitchFamily="34" charset="-122"/>
                <a:cs typeface="Calibri" pitchFamily="34" charset="-120"/>
              </a:rPr>
              <a:t>Financial control</a:t>
            </a:r>
            <a:endParaRPr lang="en-US" sz="1400"/>
          </a:p>
        </p:txBody>
      </p:sp>
      <p:sp>
        <p:nvSpPr>
          <p:cNvPr id="10" name="Shape 5">
            <a:extLst>
              <a:ext uri="{FF2B5EF4-FFF2-40B4-BE49-F238E27FC236}">
                <a16:creationId xmlns:a16="http://schemas.microsoft.com/office/drawing/2014/main" id="{691717FD-173D-6EC6-3E01-99C818F3F55F}"/>
              </a:ext>
            </a:extLst>
          </p:cNvPr>
          <p:cNvSpPr>
            <a:spLocks/>
          </p:cNvSpPr>
          <p:nvPr/>
        </p:nvSpPr>
        <p:spPr>
          <a:xfrm>
            <a:off x="5309323" y="2285287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Transactional analytics</a:t>
            </a:r>
          </a:p>
        </p:txBody>
      </p:sp>
      <p:sp>
        <p:nvSpPr>
          <p:cNvPr id="6" name="Shape 1">
            <a:extLst>
              <a:ext uri="{FF2B5EF4-FFF2-40B4-BE49-F238E27FC236}">
                <a16:creationId xmlns:a16="http://schemas.microsoft.com/office/drawing/2014/main" id="{19B1C247-22B6-2548-4B5B-07A7A84F7481}"/>
              </a:ext>
            </a:extLst>
          </p:cNvPr>
          <p:cNvSpPr>
            <a:spLocks/>
          </p:cNvSpPr>
          <p:nvPr/>
        </p:nvSpPr>
        <p:spPr>
          <a:xfrm>
            <a:off x="5309323" y="1697447"/>
            <a:ext cx="2435052" cy="247321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FFFFFF"/>
            </a:solidFill>
            <a:prstDash val="solid"/>
          </a:ln>
          <a:effectLst>
            <a:outerShdw blurRad="76200" dir="2700000" algn="tl" rotWithShape="0">
              <a:prstClr val="black">
                <a:alpha val="25000"/>
              </a:prstClr>
            </a:outerShdw>
          </a:effectLst>
        </p:spPr>
        <p:txBody>
          <a:bodyPr vert="horz" lIns="18288" tIns="18288" rIns="18288" bIns="18288" anchor="ctr">
            <a:noAutofit/>
          </a:bodyPr>
          <a:lstStyle/>
          <a:p>
            <a:r>
              <a:rPr lang="en-US" sz="1200"/>
              <a:t>Customer behavioral segmentation</a:t>
            </a:r>
          </a:p>
        </p:txBody>
      </p:sp>
      <p:sp>
        <p:nvSpPr>
          <p:cNvPr id="86" name="Shape 74">
            <a:extLst>
              <a:ext uri="{FF2B5EF4-FFF2-40B4-BE49-F238E27FC236}">
                <a16:creationId xmlns:a16="http://schemas.microsoft.com/office/drawing/2014/main" id="{D1531C3C-823E-F4A4-E5EE-F11680139AB3}"/>
              </a:ext>
            </a:extLst>
          </p:cNvPr>
          <p:cNvSpPr>
            <a:spLocks/>
          </p:cNvSpPr>
          <p:nvPr/>
        </p:nvSpPr>
        <p:spPr>
          <a:xfrm>
            <a:off x="554734" y="1697447"/>
            <a:ext cx="2072640" cy="1423001"/>
          </a:xfrm>
          <a:prstGeom prst="roundRect">
            <a:avLst>
              <a:gd name="adj" fmla="val 5756"/>
            </a:avLst>
          </a:prstGeom>
          <a:solidFill>
            <a:schemeClr val="accent2"/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400" b="1">
                <a:solidFill>
                  <a:srgbClr val="FFFFFF"/>
                </a:solidFill>
                <a:ea typeface="Calibri" pitchFamily="34" charset="-122"/>
                <a:cs typeface="Calibri" pitchFamily="34" charset="-120"/>
              </a:rPr>
              <a:t>Commercial</a:t>
            </a:r>
            <a:endParaRPr lang="en-US" sz="1400"/>
          </a:p>
          <a:p>
            <a:r>
              <a:rPr lang="en-US" sz="1400" b="1">
                <a:solidFill>
                  <a:srgbClr val="FFFFFF"/>
                </a:solidFill>
                <a:ea typeface="Calibri" pitchFamily="34" charset="-122"/>
                <a:cs typeface="Calibri" pitchFamily="34" charset="-120"/>
              </a:rPr>
              <a:t>effectiveness</a:t>
            </a:r>
            <a:endParaRPr lang="en-US" sz="1400"/>
          </a:p>
        </p:txBody>
      </p:sp>
      <p:grpSp>
        <p:nvGrpSpPr>
          <p:cNvPr id="1040" name="LineArrowWhite 1040">
            <a:extLst>
              <a:ext uri="{FF2B5EF4-FFF2-40B4-BE49-F238E27FC236}">
                <a16:creationId xmlns:a16="http://schemas.microsoft.com/office/drawing/2014/main" id="{DB79E95B-B8F2-192E-B745-DDDE3FFE2181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 rot="16200000">
            <a:off x="646752" y="2271945"/>
            <a:ext cx="274004" cy="274004"/>
            <a:chOff x="1016000" y="1016000"/>
            <a:chExt cx="396228" cy="396228"/>
          </a:xfrm>
        </p:grpSpPr>
        <p:sp>
          <p:nvSpPr>
            <p:cNvPr id="1037" name="Oval 1036">
              <a:extLst>
                <a:ext uri="{FF2B5EF4-FFF2-40B4-BE49-F238E27FC236}">
                  <a16:creationId xmlns:a16="http://schemas.microsoft.com/office/drawing/2014/main" id="{E1BDFA4A-E40F-2B75-6B50-E87979F44342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39" name="Graphic 1038">
              <a:extLst>
                <a:ext uri="{FF2B5EF4-FFF2-40B4-BE49-F238E27FC236}">
                  <a16:creationId xmlns:a16="http://schemas.microsoft.com/office/drawing/2014/main" id="{32F1B5D2-EFD6-8F42-17FD-40D3968DC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042" name="LineArrowWhite 1040">
            <a:extLst>
              <a:ext uri="{FF2B5EF4-FFF2-40B4-BE49-F238E27FC236}">
                <a16:creationId xmlns:a16="http://schemas.microsoft.com/office/drawing/2014/main" id="{BA29F713-7EAF-3032-21C1-256E130E14BE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 rot="16200000">
            <a:off x="646752" y="3788145"/>
            <a:ext cx="274004" cy="274004"/>
            <a:chOff x="1016000" y="1016000"/>
            <a:chExt cx="396228" cy="396228"/>
          </a:xfrm>
        </p:grpSpPr>
        <p:sp>
          <p:nvSpPr>
            <p:cNvPr id="1043" name="Oval 1042">
              <a:extLst>
                <a:ext uri="{FF2B5EF4-FFF2-40B4-BE49-F238E27FC236}">
                  <a16:creationId xmlns:a16="http://schemas.microsoft.com/office/drawing/2014/main" id="{2D31693A-C551-5AE5-1D84-1389658D2B2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44" name="Graphic 1043">
              <a:extLst>
                <a:ext uri="{FF2B5EF4-FFF2-40B4-BE49-F238E27FC236}">
                  <a16:creationId xmlns:a16="http://schemas.microsoft.com/office/drawing/2014/main" id="{3B255D7F-9626-16DB-6695-A27F37EC2E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045" name="LineArrowWhite 1040">
            <a:extLst>
              <a:ext uri="{FF2B5EF4-FFF2-40B4-BE49-F238E27FC236}">
                <a16:creationId xmlns:a16="http://schemas.microsoft.com/office/drawing/2014/main" id="{537505B7-D9FF-EE53-CDD5-3845C905ABDB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 rot="16200000">
            <a:off x="646752" y="5010424"/>
            <a:ext cx="274004" cy="274004"/>
            <a:chOff x="1016000" y="1016000"/>
            <a:chExt cx="396228" cy="396228"/>
          </a:xfrm>
        </p:grpSpPr>
        <p:sp>
          <p:nvSpPr>
            <p:cNvPr id="1046" name="Oval 1045">
              <a:extLst>
                <a:ext uri="{FF2B5EF4-FFF2-40B4-BE49-F238E27FC236}">
                  <a16:creationId xmlns:a16="http://schemas.microsoft.com/office/drawing/2014/main" id="{5D850752-6FAB-200C-5D23-402FF0A22E2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47" name="Graphic 1046">
              <a:extLst>
                <a:ext uri="{FF2B5EF4-FFF2-40B4-BE49-F238E27FC236}">
                  <a16:creationId xmlns:a16="http://schemas.microsoft.com/office/drawing/2014/main" id="{34CBFFAE-1149-DE71-8106-2799E642B5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048" name="LineArrowWhite 1040">
            <a:extLst>
              <a:ext uri="{FF2B5EF4-FFF2-40B4-BE49-F238E27FC236}">
                <a16:creationId xmlns:a16="http://schemas.microsoft.com/office/drawing/2014/main" id="{54B3FA51-798C-BE1D-C28F-EC6C685203C5}"/>
              </a:ext>
            </a:extLst>
          </p:cNvPr>
          <p:cNvGrpSpPr>
            <a:grpSpLocks noChangeAspect="1"/>
          </p:cNvGrpSpPr>
          <p:nvPr>
            <p:custDataLst>
              <p:tags r:id="rId7"/>
            </p:custDataLst>
          </p:nvPr>
        </p:nvGrpSpPr>
        <p:grpSpPr>
          <a:xfrm rot="16200000">
            <a:off x="646752" y="5791826"/>
            <a:ext cx="274004" cy="274004"/>
            <a:chOff x="1016000" y="1016000"/>
            <a:chExt cx="396228" cy="396228"/>
          </a:xfrm>
        </p:grpSpPr>
        <p:sp>
          <p:nvSpPr>
            <p:cNvPr id="1049" name="Oval 1048">
              <a:extLst>
                <a:ext uri="{FF2B5EF4-FFF2-40B4-BE49-F238E27FC236}">
                  <a16:creationId xmlns:a16="http://schemas.microsoft.com/office/drawing/2014/main" id="{E3D690ED-CE02-DD9E-C806-BB5E8212C8A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50" name="Graphic 1049">
              <a:extLst>
                <a:ext uri="{FF2B5EF4-FFF2-40B4-BE49-F238E27FC236}">
                  <a16:creationId xmlns:a16="http://schemas.microsoft.com/office/drawing/2014/main" id="{1A3A95E5-D233-B505-0F63-B85D3AF42B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sp>
        <p:nvSpPr>
          <p:cNvPr id="36" name="Shape 31">
            <a:extLst>
              <a:ext uri="{FF2B5EF4-FFF2-40B4-BE49-F238E27FC236}">
                <a16:creationId xmlns:a16="http://schemas.microsoft.com/office/drawing/2014/main" id="{FF411C96-CE14-F0F5-97AA-1D20ACEC2157}"/>
              </a:ext>
            </a:extLst>
          </p:cNvPr>
          <p:cNvSpPr>
            <a:spLocks/>
          </p:cNvSpPr>
          <p:nvPr/>
        </p:nvSpPr>
        <p:spPr>
          <a:xfrm>
            <a:off x="2844745" y="1697447"/>
            <a:ext cx="2247207" cy="835161"/>
          </a:xfrm>
          <a:prstGeom prst="roundRect">
            <a:avLst>
              <a:gd name="adj" fmla="val 5791"/>
            </a:avLst>
          </a:prstGeom>
          <a:solidFill>
            <a:schemeClr val="accent3">
              <a:lumMod val="90000"/>
            </a:schemeClr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200">
                <a:solidFill>
                  <a:srgbClr val="2A2A2A"/>
                </a:solidFill>
                <a:ea typeface="Calibri" pitchFamily="34" charset="-122"/>
                <a:cs typeface="Calibri" pitchFamily="34" charset="-120"/>
              </a:rPr>
              <a:t>Client profitability</a:t>
            </a:r>
            <a:endParaRPr lang="en-US" sz="1200"/>
          </a:p>
        </p:txBody>
      </p:sp>
      <p:sp>
        <p:nvSpPr>
          <p:cNvPr id="44" name="Shape 38">
            <a:extLst>
              <a:ext uri="{FF2B5EF4-FFF2-40B4-BE49-F238E27FC236}">
                <a16:creationId xmlns:a16="http://schemas.microsoft.com/office/drawing/2014/main" id="{3F230DE6-EBC8-9449-B5B7-385581503117}"/>
              </a:ext>
            </a:extLst>
          </p:cNvPr>
          <p:cNvSpPr>
            <a:spLocks/>
          </p:cNvSpPr>
          <p:nvPr/>
        </p:nvSpPr>
        <p:spPr>
          <a:xfrm>
            <a:off x="2844745" y="2579207"/>
            <a:ext cx="2247207" cy="541241"/>
          </a:xfrm>
          <a:prstGeom prst="roundRect">
            <a:avLst>
              <a:gd name="adj" fmla="val 7227"/>
            </a:avLst>
          </a:prstGeom>
          <a:solidFill>
            <a:schemeClr val="accent3">
              <a:lumMod val="90000"/>
            </a:schemeClr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200">
                <a:solidFill>
                  <a:srgbClr val="2A2A2A"/>
                </a:solidFill>
                <a:ea typeface="Calibri" pitchFamily="34" charset="-122"/>
                <a:cs typeface="Calibri" pitchFamily="34" charset="-120"/>
              </a:rPr>
              <a:t>Client acquisition</a:t>
            </a:r>
            <a:endParaRPr lang="en-US" sz="1200"/>
          </a:p>
          <a:p>
            <a:r>
              <a:rPr lang="en-US" sz="1200">
                <a:solidFill>
                  <a:srgbClr val="2A2A2A"/>
                </a:solidFill>
                <a:ea typeface="Calibri" pitchFamily="34" charset="-122"/>
                <a:cs typeface="Calibri" pitchFamily="34" charset="-120"/>
              </a:rPr>
              <a:t>and retention</a:t>
            </a:r>
            <a:endParaRPr lang="en-US" sz="1200"/>
          </a:p>
        </p:txBody>
      </p:sp>
      <p:sp>
        <p:nvSpPr>
          <p:cNvPr id="51" name="Shape 44">
            <a:extLst>
              <a:ext uri="{FF2B5EF4-FFF2-40B4-BE49-F238E27FC236}">
                <a16:creationId xmlns:a16="http://schemas.microsoft.com/office/drawing/2014/main" id="{541C3D39-3E7A-1874-63B3-C149C53947D7}"/>
              </a:ext>
            </a:extLst>
          </p:cNvPr>
          <p:cNvSpPr>
            <a:spLocks/>
          </p:cNvSpPr>
          <p:nvPr/>
        </p:nvSpPr>
        <p:spPr>
          <a:xfrm>
            <a:off x="2844745" y="3213646"/>
            <a:ext cx="2247207" cy="1129081"/>
          </a:xfrm>
          <a:prstGeom prst="roundRect">
            <a:avLst>
              <a:gd name="adj" fmla="val 5396"/>
            </a:avLst>
          </a:prstGeom>
          <a:solidFill>
            <a:schemeClr val="accent3">
              <a:lumMod val="90000"/>
            </a:schemeClr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200">
                <a:solidFill>
                  <a:srgbClr val="2A2A2A"/>
                </a:solidFill>
                <a:ea typeface="Calibri" pitchFamily="34" charset="-122"/>
                <a:cs typeface="Calibri" pitchFamily="34" charset="-120"/>
              </a:rPr>
              <a:t>Risk losses</a:t>
            </a:r>
            <a:endParaRPr lang="en-US" sz="1200"/>
          </a:p>
        </p:txBody>
      </p:sp>
      <p:sp>
        <p:nvSpPr>
          <p:cNvPr id="60" name="Shape 52">
            <a:extLst>
              <a:ext uri="{FF2B5EF4-FFF2-40B4-BE49-F238E27FC236}">
                <a16:creationId xmlns:a16="http://schemas.microsoft.com/office/drawing/2014/main" id="{1DA15295-3576-5E74-140B-5D64E03CA773}"/>
              </a:ext>
            </a:extLst>
          </p:cNvPr>
          <p:cNvSpPr>
            <a:spLocks/>
          </p:cNvSpPr>
          <p:nvPr/>
        </p:nvSpPr>
        <p:spPr>
          <a:xfrm>
            <a:off x="2844745" y="4389326"/>
            <a:ext cx="2247207" cy="247321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200">
                <a:solidFill>
                  <a:srgbClr val="2A2A2A"/>
                </a:solidFill>
                <a:ea typeface="Calibri" pitchFamily="34" charset="-122"/>
                <a:cs typeface="Calibri" pitchFamily="34" charset="-120"/>
              </a:rPr>
              <a:t>Fraud losses</a:t>
            </a:r>
            <a:endParaRPr lang="en-US" sz="1200"/>
          </a:p>
        </p:txBody>
      </p:sp>
      <p:sp>
        <p:nvSpPr>
          <p:cNvPr id="66" name="Shape 57">
            <a:extLst>
              <a:ext uri="{FF2B5EF4-FFF2-40B4-BE49-F238E27FC236}">
                <a16:creationId xmlns:a16="http://schemas.microsoft.com/office/drawing/2014/main" id="{B1FE46F6-E991-3E08-114F-251EDC754D64}"/>
              </a:ext>
            </a:extLst>
          </p:cNvPr>
          <p:cNvSpPr>
            <a:spLocks/>
          </p:cNvSpPr>
          <p:nvPr/>
        </p:nvSpPr>
        <p:spPr>
          <a:xfrm>
            <a:off x="2844745" y="4729845"/>
            <a:ext cx="2247207" cy="541241"/>
          </a:xfrm>
          <a:prstGeom prst="roundRect">
            <a:avLst>
              <a:gd name="adj" fmla="val 7227"/>
            </a:avLst>
          </a:prstGeom>
          <a:solidFill>
            <a:schemeClr val="accent3">
              <a:lumMod val="90000"/>
            </a:schemeClr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200">
                <a:solidFill>
                  <a:srgbClr val="2A2A2A"/>
                </a:solidFill>
                <a:ea typeface="Calibri" pitchFamily="34" charset="-122"/>
                <a:cs typeface="Calibri" pitchFamily="34" charset="-120"/>
              </a:rPr>
              <a:t>Operational costs</a:t>
            </a:r>
            <a:endParaRPr lang="en-US" sz="1200"/>
          </a:p>
        </p:txBody>
      </p:sp>
      <p:sp>
        <p:nvSpPr>
          <p:cNvPr id="73" name="Shape 63">
            <a:extLst>
              <a:ext uri="{FF2B5EF4-FFF2-40B4-BE49-F238E27FC236}">
                <a16:creationId xmlns:a16="http://schemas.microsoft.com/office/drawing/2014/main" id="{69E1BA27-F852-74AE-EA6F-E97CFEB6E9CB}"/>
              </a:ext>
            </a:extLst>
          </p:cNvPr>
          <p:cNvSpPr>
            <a:spLocks/>
          </p:cNvSpPr>
          <p:nvPr/>
        </p:nvSpPr>
        <p:spPr>
          <a:xfrm>
            <a:off x="2844745" y="5317685"/>
            <a:ext cx="2247207" cy="247321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200">
                <a:solidFill>
                  <a:srgbClr val="2A2A2A"/>
                </a:solidFill>
                <a:ea typeface="Calibri" pitchFamily="34" charset="-122"/>
                <a:cs typeface="Calibri" pitchFamily="34" charset="-120"/>
              </a:rPr>
              <a:t>HR management</a:t>
            </a:r>
            <a:endParaRPr lang="en-US" sz="1200"/>
          </a:p>
        </p:txBody>
      </p:sp>
      <p:sp>
        <p:nvSpPr>
          <p:cNvPr id="79" name="Shape 68">
            <a:extLst>
              <a:ext uri="{FF2B5EF4-FFF2-40B4-BE49-F238E27FC236}">
                <a16:creationId xmlns:a16="http://schemas.microsoft.com/office/drawing/2014/main" id="{305CD5CC-D3AF-9E4E-1D71-9AA37A5505D4}"/>
              </a:ext>
            </a:extLst>
          </p:cNvPr>
          <p:cNvSpPr>
            <a:spLocks/>
          </p:cNvSpPr>
          <p:nvPr/>
        </p:nvSpPr>
        <p:spPr>
          <a:xfrm>
            <a:off x="2844745" y="5658204"/>
            <a:ext cx="2247207" cy="541249"/>
          </a:xfrm>
          <a:prstGeom prst="roundRect">
            <a:avLst>
              <a:gd name="adj" fmla="val 7227"/>
            </a:avLst>
          </a:prstGeom>
          <a:solidFill>
            <a:schemeClr val="accent3">
              <a:lumMod val="90000"/>
            </a:schemeClr>
          </a:solidFill>
          <a:ln w="12700">
            <a:solidFill>
              <a:srgbClr val="FFFFFF"/>
            </a:solidFill>
            <a:prstDash val="solid"/>
          </a:ln>
        </p:spPr>
        <p:txBody>
          <a:bodyPr lIns="365760" tIns="18288" rIns="18288" bIns="18288" anchor="ctr">
            <a:noAutofit/>
          </a:bodyPr>
          <a:lstStyle/>
          <a:p>
            <a:r>
              <a:rPr lang="en-US" sz="1200">
                <a:solidFill>
                  <a:srgbClr val="2A2A2A"/>
                </a:solidFill>
                <a:ea typeface="Calibri" pitchFamily="34" charset="-122"/>
                <a:cs typeface="Calibri" pitchFamily="34" charset="-120"/>
              </a:rPr>
              <a:t>Financial control</a:t>
            </a:r>
            <a:endParaRPr lang="en-US" sz="1200"/>
          </a:p>
        </p:txBody>
      </p:sp>
      <p:grpSp>
        <p:nvGrpSpPr>
          <p:cNvPr id="1051" name="LineArrowWhite 1040">
            <a:extLst>
              <a:ext uri="{FF2B5EF4-FFF2-40B4-BE49-F238E27FC236}">
                <a16:creationId xmlns:a16="http://schemas.microsoft.com/office/drawing/2014/main" id="{B6986AC9-0158-511C-00A6-CA5116746838}"/>
              </a:ext>
            </a:extLst>
          </p:cNvPr>
          <p:cNvGrpSpPr>
            <a:grpSpLocks noChangeAspect="1"/>
          </p:cNvGrpSpPr>
          <p:nvPr>
            <p:custDataLst>
              <p:tags r:id="rId8"/>
            </p:custDataLst>
          </p:nvPr>
        </p:nvGrpSpPr>
        <p:grpSpPr>
          <a:xfrm rot="16200000">
            <a:off x="2954817" y="2011109"/>
            <a:ext cx="207836" cy="207836"/>
            <a:chOff x="1016000" y="1016000"/>
            <a:chExt cx="396228" cy="396228"/>
          </a:xfrm>
        </p:grpSpPr>
        <p:sp>
          <p:nvSpPr>
            <p:cNvPr id="1052" name="Oval 1051">
              <a:extLst>
                <a:ext uri="{FF2B5EF4-FFF2-40B4-BE49-F238E27FC236}">
                  <a16:creationId xmlns:a16="http://schemas.microsoft.com/office/drawing/2014/main" id="{1DA90914-E8D3-9F30-4E7D-254A279AC924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53" name="Graphic 1052">
              <a:extLst>
                <a:ext uri="{FF2B5EF4-FFF2-40B4-BE49-F238E27FC236}">
                  <a16:creationId xmlns:a16="http://schemas.microsoft.com/office/drawing/2014/main" id="{1B8626DC-7606-5D24-A906-4722FBB0F3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054" name="LineArrowWhite 1040">
            <a:extLst>
              <a:ext uri="{FF2B5EF4-FFF2-40B4-BE49-F238E27FC236}">
                <a16:creationId xmlns:a16="http://schemas.microsoft.com/office/drawing/2014/main" id="{3D6F72A5-B190-9DDD-07C6-DF2B7951D7F2}"/>
              </a:ext>
            </a:extLst>
          </p:cNvPr>
          <p:cNvGrpSpPr>
            <a:grpSpLocks noChangeAspect="1"/>
          </p:cNvGrpSpPr>
          <p:nvPr>
            <p:custDataLst>
              <p:tags r:id="rId9"/>
            </p:custDataLst>
          </p:nvPr>
        </p:nvGrpSpPr>
        <p:grpSpPr>
          <a:xfrm rot="16200000">
            <a:off x="2954817" y="2745909"/>
            <a:ext cx="207836" cy="207836"/>
            <a:chOff x="1016000" y="1016000"/>
            <a:chExt cx="396228" cy="396228"/>
          </a:xfrm>
        </p:grpSpPr>
        <p:sp>
          <p:nvSpPr>
            <p:cNvPr id="1055" name="Oval 1054">
              <a:extLst>
                <a:ext uri="{FF2B5EF4-FFF2-40B4-BE49-F238E27FC236}">
                  <a16:creationId xmlns:a16="http://schemas.microsoft.com/office/drawing/2014/main" id="{648DD471-C29D-360D-69E4-6F79BA7234A5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56" name="Graphic 1055">
              <a:extLst>
                <a:ext uri="{FF2B5EF4-FFF2-40B4-BE49-F238E27FC236}">
                  <a16:creationId xmlns:a16="http://schemas.microsoft.com/office/drawing/2014/main" id="{EAD34E1D-E472-81B2-4916-1C69864136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057" name="LineArrowWhite 1040">
            <a:extLst>
              <a:ext uri="{FF2B5EF4-FFF2-40B4-BE49-F238E27FC236}">
                <a16:creationId xmlns:a16="http://schemas.microsoft.com/office/drawing/2014/main" id="{AAA3F548-28DC-C166-7CDA-C9B1FC151F09}"/>
              </a:ext>
            </a:extLst>
          </p:cNvPr>
          <p:cNvGrpSpPr>
            <a:grpSpLocks noChangeAspect="1"/>
          </p:cNvGrpSpPr>
          <p:nvPr>
            <p:custDataLst>
              <p:tags r:id="rId10"/>
            </p:custDataLst>
          </p:nvPr>
        </p:nvGrpSpPr>
        <p:grpSpPr>
          <a:xfrm rot="5400000" flipV="1">
            <a:off x="2954817" y="3674269"/>
            <a:ext cx="207836" cy="207836"/>
            <a:chOff x="1016000" y="1016000"/>
            <a:chExt cx="396228" cy="396228"/>
          </a:xfrm>
        </p:grpSpPr>
        <p:sp>
          <p:nvSpPr>
            <p:cNvPr id="1058" name="Oval 1057">
              <a:extLst>
                <a:ext uri="{FF2B5EF4-FFF2-40B4-BE49-F238E27FC236}">
                  <a16:creationId xmlns:a16="http://schemas.microsoft.com/office/drawing/2014/main" id="{7E28B7CA-9F32-8105-CC4C-4F6F65B2DBA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59" name="Graphic 1058">
              <a:extLst>
                <a:ext uri="{FF2B5EF4-FFF2-40B4-BE49-F238E27FC236}">
                  <a16:creationId xmlns:a16="http://schemas.microsoft.com/office/drawing/2014/main" id="{51B808AD-9D29-88EF-208A-01AD3B45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0999" cy="380999"/>
            </a:xfrm>
            <a:prstGeom prst="rect">
              <a:avLst/>
            </a:prstGeom>
          </p:spPr>
        </p:pic>
      </p:grpSp>
      <p:grpSp>
        <p:nvGrpSpPr>
          <p:cNvPr id="1060" name="LineArrowWhite 1040">
            <a:extLst>
              <a:ext uri="{FF2B5EF4-FFF2-40B4-BE49-F238E27FC236}">
                <a16:creationId xmlns:a16="http://schemas.microsoft.com/office/drawing/2014/main" id="{DC00DDD4-CF89-6AD6-1F3D-764788D362AC}"/>
              </a:ext>
            </a:extLst>
          </p:cNvPr>
          <p:cNvGrpSpPr>
            <a:grpSpLocks noChangeAspect="1"/>
          </p:cNvGrpSpPr>
          <p:nvPr>
            <p:custDataLst>
              <p:tags r:id="rId11"/>
            </p:custDataLst>
          </p:nvPr>
        </p:nvGrpSpPr>
        <p:grpSpPr>
          <a:xfrm rot="5400000" flipV="1">
            <a:off x="2954817" y="4409068"/>
            <a:ext cx="207836" cy="207836"/>
            <a:chOff x="1016000" y="1016000"/>
            <a:chExt cx="396228" cy="396228"/>
          </a:xfrm>
        </p:grpSpPr>
        <p:sp>
          <p:nvSpPr>
            <p:cNvPr id="1061" name="Oval 1060">
              <a:extLst>
                <a:ext uri="{FF2B5EF4-FFF2-40B4-BE49-F238E27FC236}">
                  <a16:creationId xmlns:a16="http://schemas.microsoft.com/office/drawing/2014/main" id="{34B53C6B-9145-C963-21DA-25CAEC48F010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62" name="Graphic 1061">
              <a:extLst>
                <a:ext uri="{FF2B5EF4-FFF2-40B4-BE49-F238E27FC236}">
                  <a16:creationId xmlns:a16="http://schemas.microsoft.com/office/drawing/2014/main" id="{31CD839D-33A9-11FD-2FEE-96D5BE9C93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063" name="LineArrowWhite 1040">
            <a:extLst>
              <a:ext uri="{FF2B5EF4-FFF2-40B4-BE49-F238E27FC236}">
                <a16:creationId xmlns:a16="http://schemas.microsoft.com/office/drawing/2014/main" id="{50C1A4A8-3876-8FC1-5230-CE0F1D96D723}"/>
              </a:ext>
            </a:extLst>
          </p:cNvPr>
          <p:cNvGrpSpPr>
            <a:grpSpLocks noChangeAspect="1"/>
          </p:cNvGrpSpPr>
          <p:nvPr>
            <p:custDataLst>
              <p:tags r:id="rId12"/>
            </p:custDataLst>
          </p:nvPr>
        </p:nvGrpSpPr>
        <p:grpSpPr>
          <a:xfrm rot="5400000" flipV="1">
            <a:off x="2954817" y="4896548"/>
            <a:ext cx="207836" cy="207836"/>
            <a:chOff x="1016000" y="1016000"/>
            <a:chExt cx="396228" cy="396228"/>
          </a:xfrm>
        </p:grpSpPr>
        <p:sp>
          <p:nvSpPr>
            <p:cNvPr id="1064" name="Oval 1063">
              <a:extLst>
                <a:ext uri="{FF2B5EF4-FFF2-40B4-BE49-F238E27FC236}">
                  <a16:creationId xmlns:a16="http://schemas.microsoft.com/office/drawing/2014/main" id="{E05430DE-CB18-53BD-F9CC-2D3935F80EF7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65" name="Graphic 1064">
              <a:extLst>
                <a:ext uri="{FF2B5EF4-FFF2-40B4-BE49-F238E27FC236}">
                  <a16:creationId xmlns:a16="http://schemas.microsoft.com/office/drawing/2014/main" id="{88515797-FF4A-F26A-FD73-C1231CB462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066" name="LineArrowWhite 1040">
            <a:extLst>
              <a:ext uri="{FF2B5EF4-FFF2-40B4-BE49-F238E27FC236}">
                <a16:creationId xmlns:a16="http://schemas.microsoft.com/office/drawing/2014/main" id="{C15C85FA-9E7D-49D0-05EE-08564E1D5D6E}"/>
              </a:ext>
            </a:extLst>
          </p:cNvPr>
          <p:cNvGrpSpPr>
            <a:grpSpLocks noChangeAspect="1"/>
          </p:cNvGrpSpPr>
          <p:nvPr>
            <p:custDataLst>
              <p:tags r:id="rId13"/>
            </p:custDataLst>
          </p:nvPr>
        </p:nvGrpSpPr>
        <p:grpSpPr>
          <a:xfrm rot="16200000">
            <a:off x="2954817" y="5337428"/>
            <a:ext cx="207836" cy="207836"/>
            <a:chOff x="1016000" y="1016000"/>
            <a:chExt cx="396228" cy="396228"/>
          </a:xfrm>
        </p:grpSpPr>
        <p:sp>
          <p:nvSpPr>
            <p:cNvPr id="1067" name="Oval 1066">
              <a:extLst>
                <a:ext uri="{FF2B5EF4-FFF2-40B4-BE49-F238E27FC236}">
                  <a16:creationId xmlns:a16="http://schemas.microsoft.com/office/drawing/2014/main" id="{15FEF95E-39BE-D7D2-D75A-52DCE2381A58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68" name="Graphic 1067">
              <a:extLst>
                <a:ext uri="{FF2B5EF4-FFF2-40B4-BE49-F238E27FC236}">
                  <a16:creationId xmlns:a16="http://schemas.microsoft.com/office/drawing/2014/main" id="{8092B362-663D-9FFD-B479-EC83E79FAE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grpSp>
        <p:nvGrpSpPr>
          <p:cNvPr id="1069" name="LineArrowWhite 1040">
            <a:extLst>
              <a:ext uri="{FF2B5EF4-FFF2-40B4-BE49-F238E27FC236}">
                <a16:creationId xmlns:a16="http://schemas.microsoft.com/office/drawing/2014/main" id="{B97766E5-CCEC-B18B-1E69-71802A066219}"/>
              </a:ext>
            </a:extLst>
          </p:cNvPr>
          <p:cNvGrpSpPr>
            <a:grpSpLocks noChangeAspect="1"/>
          </p:cNvGrpSpPr>
          <p:nvPr>
            <p:custDataLst>
              <p:tags r:id="rId14"/>
            </p:custDataLst>
          </p:nvPr>
        </p:nvGrpSpPr>
        <p:grpSpPr>
          <a:xfrm rot="16200000">
            <a:off x="2954817" y="5824910"/>
            <a:ext cx="207836" cy="207836"/>
            <a:chOff x="1016000" y="1016000"/>
            <a:chExt cx="396228" cy="396228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8401D75E-4987-83B8-0A69-6B30D901ADC1}"/>
                </a:ext>
              </a:extLst>
            </p:cNvPr>
            <p:cNvSpPr/>
            <p:nvPr/>
          </p:nvSpPr>
          <p:spPr>
            <a:xfrm>
              <a:off x="1016000" y="1016000"/>
              <a:ext cx="396228" cy="396228"/>
            </a:xfrm>
            <a:prstGeom prst="ellipse">
              <a:avLst/>
            </a:prstGeom>
            <a:solidFill>
              <a:schemeClr val="bg1"/>
            </a:solidFill>
            <a:ln w="6350" cap="sq">
              <a:solidFill>
                <a:schemeClr val="accent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US" sz="1600" err="1">
                <a:solidFill>
                  <a:schemeClr val="bg1"/>
                </a:solidFill>
              </a:endParaRPr>
            </a:p>
          </p:txBody>
        </p:sp>
        <p:pic>
          <p:nvPicPr>
            <p:cNvPr id="1071" name="Graphic 1070">
              <a:extLst>
                <a:ext uri="{FF2B5EF4-FFF2-40B4-BE49-F238E27FC236}">
                  <a16:creationId xmlns:a16="http://schemas.microsoft.com/office/drawing/2014/main" id="{CA11313B-E28B-372A-ED5A-B43F8B84F7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023614" y="1023614"/>
              <a:ext cx="381000" cy="381000"/>
            </a:xfrm>
            <a:prstGeom prst="rect">
              <a:avLst/>
            </a:prstGeom>
          </p:spPr>
        </p:pic>
      </p:grpSp>
      <p:cxnSp>
        <p:nvCxnSpPr>
          <p:cNvPr id="1087" name="Straight Connector 1086">
            <a:extLst>
              <a:ext uri="{FF2B5EF4-FFF2-40B4-BE49-F238E27FC236}">
                <a16:creationId xmlns:a16="http://schemas.microsoft.com/office/drawing/2014/main" id="{F4E0272D-7DF6-FB8B-AF55-4F0B08AEFC54}"/>
              </a:ext>
            </a:extLst>
          </p:cNvPr>
          <p:cNvCxnSpPr>
            <a:cxnSpLocks/>
          </p:cNvCxnSpPr>
          <p:nvPr/>
        </p:nvCxnSpPr>
        <p:spPr>
          <a:xfrm>
            <a:off x="554734" y="5611605"/>
            <a:ext cx="7189641" cy="0"/>
          </a:xfrm>
          <a:prstGeom prst="line">
            <a:avLst/>
          </a:prstGeom>
          <a:ln w="6350" cap="flat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7850276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6" hidden="1">
            <a:extLst>
              <a:ext uri="{FF2B5EF4-FFF2-40B4-BE49-F238E27FC236}">
                <a16:creationId xmlns:a16="http://schemas.microsoft.com/office/drawing/2014/main" id="{CBE6262D-8883-4387-2976-3DFAD683B55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831564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5" imgW="404" imgH="405" progId="TCLayout.ActiveDocument.1">
                  <p:embed/>
                </p:oleObj>
              </mc:Choice>
              <mc:Fallback>
                <p:oleObj name="think-cell Slide" r:id="rId45" imgW="404" imgH="405" progId="TCLayout.ActiveDocument.1">
                  <p:embed/>
                  <p:pic>
                    <p:nvPicPr>
                      <p:cNvPr id="6" name="Object 6" hidden="1">
                        <a:extLst>
                          <a:ext uri="{FF2B5EF4-FFF2-40B4-BE49-F238E27FC236}">
                            <a16:creationId xmlns:a16="http://schemas.microsoft.com/office/drawing/2014/main" id="{CBE6262D-8883-4387-2976-3DFAD683B55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B51966CC-A2E4-6A95-EE20-7D9A47291204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0366" y="178130"/>
            <a:ext cx="11084422" cy="738664"/>
          </a:xfrm>
        </p:spPr>
        <p:txBody>
          <a:bodyPr vert="horz"/>
          <a:lstStyle/>
          <a:p>
            <a:r>
              <a:rPr lang="en-US"/>
              <a:t>For Next-Product-To-Buy, banks use collaborative filtering and propensity models to drive a 10-15% revenue uplift</a:t>
            </a:r>
            <a:endParaRPr lang="en-GB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2A106749-82FB-7EE9-B862-6DC24C733D57}"/>
              </a:ext>
            </a:extLst>
          </p:cNvPr>
          <p:cNvSpPr txBox="1">
            <a:spLocks/>
          </p:cNvSpPr>
          <p:nvPr/>
        </p:nvSpPr>
        <p:spPr>
          <a:xfrm>
            <a:off x="4704081" y="1081914"/>
            <a:ext cx="6933182" cy="21544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Next-Product-To-Buy Engine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84B067FF-754E-73AB-3A4D-68380F324D79}"/>
              </a:ext>
            </a:extLst>
          </p:cNvPr>
          <p:cNvCxnSpPr>
            <a:cxnSpLocks/>
          </p:cNvCxnSpPr>
          <p:nvPr/>
        </p:nvCxnSpPr>
        <p:spPr>
          <a:xfrm>
            <a:off x="4511309" y="1081915"/>
            <a:ext cx="0" cy="5355915"/>
          </a:xfrm>
          <a:prstGeom prst="line">
            <a:avLst/>
          </a:prstGeom>
          <a:ln w="635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LineBasicStrong 56">
            <a:extLst>
              <a:ext uri="{FF2B5EF4-FFF2-40B4-BE49-F238E27FC236}">
                <a16:creationId xmlns:a16="http://schemas.microsoft.com/office/drawing/2014/main" id="{68CBF0FF-1F82-D61B-6362-6AF520814CEC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>
          <a:xfrm>
            <a:off x="4704081" y="1334622"/>
            <a:ext cx="6933182" cy="0"/>
          </a:xfrm>
          <a:prstGeom prst="straightConnector1">
            <a:avLst/>
          </a:prstGeom>
          <a:ln w="12700" cap="sq">
            <a:solidFill>
              <a:schemeClr val="bg1">
                <a:lumMod val="50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93778C62-5238-0510-E0B9-B8410FC7B645}"/>
              </a:ext>
            </a:extLst>
          </p:cNvPr>
          <p:cNvGrpSpPr/>
          <p:nvPr>
            <p:custDataLst>
              <p:tags r:id="rId4"/>
            </p:custDataLst>
          </p:nvPr>
        </p:nvGrpSpPr>
        <p:grpSpPr>
          <a:xfrm>
            <a:off x="4704081" y="1395548"/>
            <a:ext cx="2322715" cy="290556"/>
            <a:chOff x="4704081" y="1436644"/>
            <a:chExt cx="2322715" cy="290556"/>
          </a:xfrm>
        </p:grpSpPr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04D3BF0-0E21-2766-6BDF-D90A57F29CBB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4704081" y="1436644"/>
              <a:ext cx="2322715" cy="290556"/>
            </a:xfrm>
            <a:custGeom>
              <a:avLst/>
              <a:gdLst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9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9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9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61683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61683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3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8762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87621" y="0"/>
                  </a:lnTo>
                  <a:lnTo>
                    <a:pt x="1828800" y="457200"/>
                  </a:lnTo>
                  <a:lnTo>
                    <a:pt x="1787621" y="914400"/>
                  </a:lnTo>
                  <a:lnTo>
                    <a:pt x="0" y="914400"/>
                  </a:lnTo>
                  <a:lnTo>
                    <a:pt x="0" y="457200"/>
                  </a:lnTo>
                  <a:close/>
                </a:path>
              </a:pathLst>
            </a:custGeom>
            <a:solidFill>
              <a:schemeClr val="accent5">
                <a:lumMod val="90000"/>
              </a:schemeClr>
            </a:solidFill>
            <a:ln w="6350" cap="sq">
              <a:solidFill>
                <a:schemeClr val="bg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AE12289-86E7-5FA3-50BC-2653A02650BE}"/>
                </a:ext>
              </a:extLst>
            </p:cNvPr>
            <p:cNvSpPr txBox="1"/>
            <p:nvPr>
              <p:custDataLst>
                <p:tags r:id="rId42"/>
              </p:custDataLst>
            </p:nvPr>
          </p:nvSpPr>
          <p:spPr>
            <a:xfrm>
              <a:off x="4767581" y="1456822"/>
              <a:ext cx="2206915" cy="250201"/>
            </a:xfrm>
            <a:prstGeom prst="rect">
              <a:avLst/>
            </a:prstGeom>
            <a:solidFill>
              <a:schemeClr val="accent5">
                <a:lumMod val="90000"/>
              </a:schemeClr>
            </a:solidFill>
          </p:spPr>
          <p:txBody>
            <a:bodyPr vert="horz" wrap="square" lIns="0" tIns="0" rIns="0" bIns="0" rtlCol="0" anchor="ctr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111918"/>
                </a:buClr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Tahoma" panose="020B0604030504040204" pitchFamily="34" charset="0"/>
                  <a:cs typeface="Tahoma" panose="020B0604030504040204" pitchFamily="34" charset="0"/>
                </a:rPr>
                <a:t>Input</a:t>
              </a:r>
              <a:endPara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1FFAF3CD-05A8-F4D0-A0F3-498D76877AEF}"/>
              </a:ext>
            </a:extLst>
          </p:cNvPr>
          <p:cNvGrpSpPr/>
          <p:nvPr>
            <p:custDataLst>
              <p:tags r:id="rId5"/>
            </p:custDataLst>
          </p:nvPr>
        </p:nvGrpSpPr>
        <p:grpSpPr>
          <a:xfrm>
            <a:off x="7009315" y="1395548"/>
            <a:ext cx="2322715" cy="290556"/>
            <a:chOff x="7009315" y="1436644"/>
            <a:chExt cx="2322715" cy="290556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A19F7C7-5358-B1A7-60DD-D5AD8DA552C3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7009315" y="1436644"/>
              <a:ext cx="2322715" cy="290556"/>
            </a:xfrm>
            <a:custGeom>
              <a:avLst/>
              <a:gdLst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2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8932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87621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87621" y="0"/>
                  </a:lnTo>
                  <a:lnTo>
                    <a:pt x="1828800" y="457200"/>
                  </a:lnTo>
                  <a:lnTo>
                    <a:pt x="1787621" y="914400"/>
                  </a:lnTo>
                  <a:lnTo>
                    <a:pt x="0" y="914400"/>
                  </a:lnTo>
                  <a:lnTo>
                    <a:pt x="41179" y="457200"/>
                  </a:lnTo>
                  <a:close/>
                </a:path>
              </a:pathLst>
            </a:custGeom>
            <a:solidFill>
              <a:schemeClr val="accent5">
                <a:lumMod val="90000"/>
              </a:schemeClr>
            </a:solidFill>
            <a:ln w="6350" cap="sq">
              <a:solidFill>
                <a:schemeClr val="bg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CFF19081-8F73-41A3-6E62-79C28D88A8DA}"/>
                </a:ext>
              </a:extLst>
            </p:cNvPr>
            <p:cNvSpPr txBox="1"/>
            <p:nvPr>
              <p:custDataLst>
                <p:tags r:id="rId40"/>
              </p:custDataLst>
            </p:nvPr>
          </p:nvSpPr>
          <p:spPr>
            <a:xfrm>
              <a:off x="7112415" y="1456822"/>
              <a:ext cx="2167315" cy="250201"/>
            </a:xfrm>
            <a:prstGeom prst="rect">
              <a:avLst/>
            </a:prstGeom>
            <a:solidFill>
              <a:schemeClr val="accent5">
                <a:lumMod val="90000"/>
              </a:schemeClr>
            </a:solidFill>
          </p:spPr>
          <p:txBody>
            <a:bodyPr vert="horz" wrap="square" lIns="0" tIns="0" rIns="0" bIns="0" rtlCol="0" anchor="ctr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111918"/>
                </a:buClr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Tahoma" panose="020B0604030504040204" pitchFamily="34" charset="0"/>
                  <a:cs typeface="Tahoma" panose="020B0604030504040204" pitchFamily="34" charset="0"/>
                </a:rPr>
                <a:t>Model</a:t>
              </a:r>
              <a:endPara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510B655D-1BCE-1F29-8CCC-338E4293AA31}"/>
              </a:ext>
            </a:extLst>
          </p:cNvPr>
          <p:cNvGrpSpPr/>
          <p:nvPr>
            <p:custDataLst>
              <p:tags r:id="rId6"/>
            </p:custDataLst>
          </p:nvPr>
        </p:nvGrpSpPr>
        <p:grpSpPr>
          <a:xfrm>
            <a:off x="9314548" y="1395548"/>
            <a:ext cx="2322715" cy="290556"/>
            <a:chOff x="9314548" y="1436644"/>
            <a:chExt cx="2322715" cy="290556"/>
          </a:xfrm>
        </p:grpSpPr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F49C876-DE34-A20F-F510-1E5B4698B33B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9314548" y="1436644"/>
              <a:ext cx="2322715" cy="290556"/>
            </a:xfrm>
            <a:custGeom>
              <a:avLst/>
              <a:gdLst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664208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66420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28216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28216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92875 w 1828800"/>
                <a:gd name="csY5" fmla="*/ 457201 h 914400"/>
                <a:gd name="csX0" fmla="*/ 0 w 1828800"/>
                <a:gd name="csY0" fmla="*/ 0 h 914400"/>
                <a:gd name="csX1" fmla="*/ 1735924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35924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79612 w 1828800"/>
                <a:gd name="csY5" fmla="*/ 457201 h 914400"/>
                <a:gd name="csX0" fmla="*/ 0 w 1828800"/>
                <a:gd name="csY0" fmla="*/ 0 h 914400"/>
                <a:gd name="csX1" fmla="*/ 1749188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49188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59868 w 1828800"/>
                <a:gd name="csY5" fmla="*/ 457200 h 914400"/>
                <a:gd name="csX0" fmla="*/ 0 w 1828800"/>
                <a:gd name="csY0" fmla="*/ 0 h 914400"/>
                <a:gd name="csX1" fmla="*/ 1768931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8931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0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61682 w 1828800"/>
                <a:gd name="csY5" fmla="*/ 457200 h 914400"/>
                <a:gd name="csX0" fmla="*/ 0 w 1828800"/>
                <a:gd name="csY0" fmla="*/ 0 h 914400"/>
                <a:gd name="csX1" fmla="*/ 1767118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67118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  <a:gd name="csX0" fmla="*/ 0 w 1828800"/>
                <a:gd name="csY0" fmla="*/ 0 h 914400"/>
                <a:gd name="csX1" fmla="*/ 1787621 w 1828800"/>
                <a:gd name="csY1" fmla="*/ 0 h 914400"/>
                <a:gd name="csX2" fmla="*/ 1828800 w 1828800"/>
                <a:gd name="csY2" fmla="*/ 457200 h 914400"/>
                <a:gd name="csX3" fmla="*/ 1787621 w 1828800"/>
                <a:gd name="csY3" fmla="*/ 914400 h 914400"/>
                <a:gd name="csX4" fmla="*/ 0 w 1828800"/>
                <a:gd name="csY4" fmla="*/ 914400 h 914400"/>
                <a:gd name="csX5" fmla="*/ 41179 w 1828800"/>
                <a:gd name="csY5" fmla="*/ 457200 h 91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787621" y="0"/>
                  </a:lnTo>
                  <a:lnTo>
                    <a:pt x="1828800" y="457200"/>
                  </a:lnTo>
                  <a:lnTo>
                    <a:pt x="1787621" y="914400"/>
                  </a:lnTo>
                  <a:lnTo>
                    <a:pt x="0" y="914400"/>
                  </a:lnTo>
                  <a:lnTo>
                    <a:pt x="41179" y="457200"/>
                  </a:lnTo>
                  <a:close/>
                </a:path>
              </a:pathLst>
            </a:custGeom>
            <a:solidFill>
              <a:schemeClr val="accent5">
                <a:lumMod val="90000"/>
              </a:schemeClr>
            </a:solidFill>
            <a:ln w="6350" cap="sq">
              <a:solidFill>
                <a:schemeClr val="bg2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160280AC-03D7-6270-69F1-3756E01FA71D}"/>
                </a:ext>
              </a:extLst>
            </p:cNvPr>
            <p:cNvSpPr txBox="1"/>
            <p:nvPr>
              <p:custDataLst>
                <p:tags r:id="rId38"/>
              </p:custDataLst>
            </p:nvPr>
          </p:nvSpPr>
          <p:spPr>
            <a:xfrm>
              <a:off x="9417648" y="1456822"/>
              <a:ext cx="2167315" cy="250201"/>
            </a:xfrm>
            <a:prstGeom prst="rect">
              <a:avLst/>
            </a:prstGeom>
            <a:solidFill>
              <a:schemeClr val="accent5">
                <a:lumMod val="90000"/>
              </a:schemeClr>
            </a:solidFill>
          </p:spPr>
          <p:txBody>
            <a:bodyPr vert="horz" wrap="square" lIns="0" tIns="0" rIns="0" bIns="0" rtlCol="0" anchor="ctr">
              <a:no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111918"/>
                </a:buClr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Tahoma" panose="020B0604030504040204" pitchFamily="34" charset="0"/>
                  <a:cs typeface="Tahoma" panose="020B0604030504040204" pitchFamily="34" charset="0"/>
                </a:rPr>
                <a:t>Output</a:t>
              </a:r>
              <a:endPara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362EE540-8E3E-D2F7-BED6-4431EBFF55E6}"/>
              </a:ext>
            </a:extLst>
          </p:cNvPr>
          <p:cNvSpPr txBox="1">
            <a:spLocks/>
          </p:cNvSpPr>
          <p:nvPr/>
        </p:nvSpPr>
        <p:spPr>
          <a:xfrm>
            <a:off x="5579533" y="1742414"/>
            <a:ext cx="1347834" cy="2923877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Client information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(Industry, coverage)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Credit information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volume by maturity, drawn)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Product revenue/volume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with +40 categories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Commercial activities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client meetings, opportunities)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Business flow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payments)</a:t>
            </a:r>
          </a:p>
        </p:txBody>
      </p:sp>
      <p:sp>
        <p:nvSpPr>
          <p:cNvPr id="89" name="Rectangle: Rounded Corners 88">
            <a:extLst>
              <a:ext uri="{FF2B5EF4-FFF2-40B4-BE49-F238E27FC236}">
                <a16:creationId xmlns:a16="http://schemas.microsoft.com/office/drawing/2014/main" id="{C81CC595-A8CB-0877-9754-BC75D0119E66}"/>
              </a:ext>
            </a:extLst>
          </p:cNvPr>
          <p:cNvSpPr>
            <a:spLocks/>
          </p:cNvSpPr>
          <p:nvPr/>
        </p:nvSpPr>
        <p:spPr>
          <a:xfrm>
            <a:off x="4704082" y="1742414"/>
            <a:ext cx="790786" cy="2923877"/>
          </a:xfrm>
          <a:prstGeom prst="roundRect">
            <a:avLst>
              <a:gd name="adj" fmla="val 10069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en-GB" sz="1200" b="1">
                <a:solidFill>
                  <a:schemeClr val="bg1"/>
                </a:solidFill>
              </a:rPr>
              <a:t>Inter-</a:t>
            </a:r>
            <a:r>
              <a:rPr lang="en-GB" sz="1200" b="1" err="1">
                <a:solidFill>
                  <a:schemeClr val="bg1"/>
                </a:solidFill>
              </a:rPr>
              <a:t>nal</a:t>
            </a:r>
            <a:r>
              <a:rPr lang="en-GB" sz="1200" b="1">
                <a:solidFill>
                  <a:schemeClr val="bg1"/>
                </a:solidFill>
              </a:rPr>
              <a:t> data</a:t>
            </a:r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D553502D-04A2-73F8-4844-80AD2A30EAB6}"/>
              </a:ext>
            </a:extLst>
          </p:cNvPr>
          <p:cNvSpPr>
            <a:spLocks/>
          </p:cNvSpPr>
          <p:nvPr/>
        </p:nvSpPr>
        <p:spPr>
          <a:xfrm>
            <a:off x="4704082" y="4822003"/>
            <a:ext cx="790786" cy="1615827"/>
          </a:xfrm>
          <a:prstGeom prst="roundRect">
            <a:avLst>
              <a:gd name="adj" fmla="val 11314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en-GB" sz="1200" b="1">
                <a:solidFill>
                  <a:schemeClr val="bg1"/>
                </a:solidFill>
              </a:rPr>
              <a:t>Exter-nal data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9DA552FD-DDB4-C33E-2F57-AF4D0A13C477}"/>
              </a:ext>
            </a:extLst>
          </p:cNvPr>
          <p:cNvSpPr txBox="1">
            <a:spLocks/>
          </p:cNvSpPr>
          <p:nvPr/>
        </p:nvSpPr>
        <p:spPr>
          <a:xfrm>
            <a:off x="5579533" y="4822003"/>
            <a:ext cx="1347834" cy="1615827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Client financials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turnover, EBITDA, ROE)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Industry data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(e.g., sector growth and profitability)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Non client information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(financials and product)</a:t>
            </a:r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1FC61558-6437-59C8-A25F-193417D02961}"/>
              </a:ext>
            </a:extLst>
          </p:cNvPr>
          <p:cNvGrpSpPr/>
          <p:nvPr/>
        </p:nvGrpSpPr>
        <p:grpSpPr>
          <a:xfrm>
            <a:off x="7135810" y="3090389"/>
            <a:ext cx="1996736" cy="1999466"/>
            <a:chOff x="7522031" y="2830338"/>
            <a:chExt cx="2100940" cy="2103812"/>
          </a:xfrm>
        </p:grpSpPr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FAB5DDF8-4CFF-C725-7D39-68E45B274B3E}"/>
                </a:ext>
              </a:extLst>
            </p:cNvPr>
            <p:cNvSpPr/>
            <p:nvPr/>
          </p:nvSpPr>
          <p:spPr>
            <a:xfrm>
              <a:off x="7522031" y="2830338"/>
              <a:ext cx="2100940" cy="1023453"/>
            </a:xfrm>
            <a:custGeom>
              <a:avLst/>
              <a:gdLst>
                <a:gd name="csX0" fmla="*/ 843976 w 1687952"/>
                <a:gd name="csY0" fmla="*/ 0 h 822270"/>
                <a:gd name="csX1" fmla="*/ 1684743 w 1687952"/>
                <a:gd name="csY1" fmla="*/ 758720 h 822270"/>
                <a:gd name="csX2" fmla="*/ 1687952 w 1687952"/>
                <a:gd name="csY2" fmla="*/ 822270 h 822270"/>
                <a:gd name="csX3" fmla="*/ 0 w 1687952"/>
                <a:gd name="csY3" fmla="*/ 822270 h 822270"/>
                <a:gd name="csX4" fmla="*/ 3209 w 1687952"/>
                <a:gd name="csY4" fmla="*/ 758720 h 822270"/>
                <a:gd name="csX5" fmla="*/ 843976 w 1687952"/>
                <a:gd name="csY5" fmla="*/ 0 h 822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87952" h="822270">
                  <a:moveTo>
                    <a:pt x="843976" y="0"/>
                  </a:moveTo>
                  <a:cubicBezTo>
                    <a:pt x="1281556" y="0"/>
                    <a:pt x="1641464" y="332559"/>
                    <a:pt x="1684743" y="758720"/>
                  </a:cubicBezTo>
                  <a:lnTo>
                    <a:pt x="1687952" y="822270"/>
                  </a:lnTo>
                  <a:lnTo>
                    <a:pt x="0" y="822270"/>
                  </a:lnTo>
                  <a:lnTo>
                    <a:pt x="3209" y="758720"/>
                  </a:lnTo>
                  <a:cubicBezTo>
                    <a:pt x="46489" y="332559"/>
                    <a:pt x="406396" y="0"/>
                    <a:pt x="843976" y="0"/>
                  </a:cubicBezTo>
                  <a:close/>
                </a:path>
              </a:pathLst>
            </a:cu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8EECD2E7-1082-DF9F-858A-9DE3C7741594}"/>
                </a:ext>
              </a:extLst>
            </p:cNvPr>
            <p:cNvSpPr/>
            <p:nvPr/>
          </p:nvSpPr>
          <p:spPr>
            <a:xfrm>
              <a:off x="7522031" y="3910696"/>
              <a:ext cx="2100940" cy="1023454"/>
            </a:xfrm>
            <a:custGeom>
              <a:avLst/>
              <a:gdLst>
                <a:gd name="csX0" fmla="*/ 0 w 1687952"/>
                <a:gd name="csY0" fmla="*/ 0 h 822271"/>
                <a:gd name="csX1" fmla="*/ 1687952 w 1687952"/>
                <a:gd name="csY1" fmla="*/ 0 h 822271"/>
                <a:gd name="csX2" fmla="*/ 1684743 w 1687952"/>
                <a:gd name="csY2" fmla="*/ 63551 h 822271"/>
                <a:gd name="csX3" fmla="*/ 843976 w 1687952"/>
                <a:gd name="csY3" fmla="*/ 822271 h 822271"/>
                <a:gd name="csX4" fmla="*/ 3209 w 1687952"/>
                <a:gd name="csY4" fmla="*/ 63551 h 822271"/>
                <a:gd name="csX5" fmla="*/ 0 w 1687952"/>
                <a:gd name="csY5" fmla="*/ 0 h 822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87952" h="822271">
                  <a:moveTo>
                    <a:pt x="0" y="0"/>
                  </a:moveTo>
                  <a:lnTo>
                    <a:pt x="1687952" y="0"/>
                  </a:lnTo>
                  <a:lnTo>
                    <a:pt x="1684743" y="63551"/>
                  </a:lnTo>
                  <a:cubicBezTo>
                    <a:pt x="1641464" y="489712"/>
                    <a:pt x="1281556" y="822271"/>
                    <a:pt x="843976" y="822271"/>
                  </a:cubicBezTo>
                  <a:cubicBezTo>
                    <a:pt x="406396" y="822271"/>
                    <a:pt x="46489" y="489712"/>
                    <a:pt x="3209" y="6355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grpSp>
          <p:nvGrpSpPr>
            <p:cNvPr id="105" name="PlusSignBlue 105">
              <a:extLst>
                <a:ext uri="{FF2B5EF4-FFF2-40B4-BE49-F238E27FC236}">
                  <a16:creationId xmlns:a16="http://schemas.microsoft.com/office/drawing/2014/main" id="{E58E89C4-1830-F1D9-9040-DC5A96F30AF7}"/>
                </a:ext>
              </a:extLst>
            </p:cNvPr>
            <p:cNvGrpSpPr>
              <a:grpSpLocks noChangeAspect="1"/>
            </p:cNvGrpSpPr>
            <p:nvPr>
              <p:custDataLst>
                <p:tags r:id="rId36"/>
              </p:custDataLst>
            </p:nvPr>
          </p:nvGrpSpPr>
          <p:grpSpPr>
            <a:xfrm>
              <a:off x="8516509" y="3798573"/>
              <a:ext cx="239609" cy="239610"/>
              <a:chOff x="1138162" y="1062023"/>
              <a:chExt cx="325028" cy="325029"/>
            </a:xfrm>
          </p:grpSpPr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67557FBE-3DF1-19F0-EE5E-D881987FBD47}"/>
                  </a:ext>
                </a:extLst>
              </p:cNvPr>
              <p:cNvSpPr/>
              <p:nvPr/>
            </p:nvSpPr>
            <p:spPr>
              <a:xfrm>
                <a:off x="1138162" y="1062023"/>
                <a:ext cx="325028" cy="325029"/>
              </a:xfrm>
              <a:prstGeom prst="ellipse">
                <a:avLst/>
              </a:prstGeom>
              <a:solidFill>
                <a:schemeClr val="accent1"/>
              </a:solidFill>
              <a:ln w="6350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pic>
            <p:nvPicPr>
              <p:cNvPr id="104" name="Graphic 103">
                <a:extLst>
                  <a:ext uri="{FF2B5EF4-FFF2-40B4-BE49-F238E27FC236}">
                    <a16:creationId xmlns:a16="http://schemas.microsoft.com/office/drawing/2014/main" id="{C4957646-C174-8801-67A8-7A6675DD1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7"/>
                  </a:ext>
                </a:extLst>
              </a:blip>
              <a:stretch>
                <a:fillRect/>
              </a:stretch>
            </p:blipFill>
            <p:spPr>
              <a:xfrm>
                <a:off x="1144408" y="1068266"/>
                <a:ext cx="312541" cy="312540"/>
              </a:xfrm>
              <a:prstGeom prst="rect">
                <a:avLst/>
              </a:prstGeom>
            </p:spPr>
          </p:pic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3737E88F-10BC-471D-F12F-FDEC5A236376}"/>
                </a:ext>
              </a:extLst>
            </p:cNvPr>
            <p:cNvSpPr txBox="1"/>
            <p:nvPr/>
          </p:nvSpPr>
          <p:spPr>
            <a:xfrm>
              <a:off x="7747973" y="3007717"/>
              <a:ext cx="1696232" cy="7386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Collaborative </a:t>
              </a:r>
              <a:b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</a:b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filtering model </a:t>
              </a:r>
              <a:b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</a:b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based on product revenue/ volume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8415ECE7-0342-C0B5-8DE7-65DFB7C7308E}"/>
                </a:ext>
              </a:extLst>
            </p:cNvPr>
            <p:cNvSpPr txBox="1"/>
            <p:nvPr/>
          </p:nvSpPr>
          <p:spPr>
            <a:xfrm>
              <a:off x="7724385" y="4095089"/>
              <a:ext cx="1696232" cy="7386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>
                  <a:srgbClr val="111918"/>
                </a:buClr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Propensity model based on client info and external </a:t>
              </a:r>
              <a:b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</a:b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data</a:t>
              </a:r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DCC5F1B9-3468-E242-64F9-88ED7F9872DB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10222014" y="2229392"/>
            <a:ext cx="698128" cy="163806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/>
                <a:ea typeface="Tahoma"/>
                <a:cs typeface="Tahoma"/>
              </a:rPr>
              <a:t>Products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841F038F-C441-B049-3AD9-4C0F6C48BEDF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9406381" y="2023867"/>
            <a:ext cx="677420" cy="369332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/>
                <a:ea typeface="Tahoma"/>
                <a:cs typeface="Tahoma"/>
              </a:rPr>
              <a:t>Group – Sub.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B6C1F450-49FD-7FA9-02C8-68FD9B74CA92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11058354" y="2023867"/>
            <a:ext cx="512059" cy="369332"/>
          </a:xfrm>
          <a:prstGeom prst="rect">
            <a:avLst/>
          </a:prstGeom>
          <a:noFill/>
          <a:ln w="6350">
            <a:noFill/>
            <a:miter lim="800000"/>
          </a:ln>
        </p:spPr>
        <p:txBody>
          <a:bodyPr vertOverflow="overflow" vert="horz" wrap="square" lIns="0" tIns="0" rIns="0" bIns="0" rtlCol="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/>
                <a:ea typeface="Tahoma"/>
                <a:cs typeface="Tahoma"/>
              </a:rPr>
              <a:t>Poten-tial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/>
              <a:ea typeface="Tahoma"/>
              <a:cs typeface="Tahoma"/>
            </a:endParaRPr>
          </a:p>
        </p:txBody>
      </p: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5287CF81-E7E1-9B74-7EB2-648F346412BA}"/>
              </a:ext>
            </a:extLst>
          </p:cNvPr>
          <p:cNvGrpSpPr/>
          <p:nvPr/>
        </p:nvGrpSpPr>
        <p:grpSpPr>
          <a:xfrm>
            <a:off x="9406381" y="2505292"/>
            <a:ext cx="2164032" cy="461665"/>
            <a:chOff x="9406381" y="2557095"/>
            <a:chExt cx="2164032" cy="520455"/>
          </a:xfrm>
        </p:grpSpPr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43B4BC34-308B-402F-BB99-5B3AC8E2D6E7}"/>
                </a:ext>
              </a:extLst>
            </p:cNvPr>
            <p:cNvSpPr txBox="1"/>
            <p:nvPr>
              <p:custDataLst>
                <p:tags r:id="rId33"/>
              </p:custDataLst>
            </p:nvPr>
          </p:nvSpPr>
          <p:spPr>
            <a:xfrm>
              <a:off x="9406381" y="2557095"/>
              <a:ext cx="677420" cy="52045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007 – Subsidiary UK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812D782E-99C1-AD77-A83E-F66360BD8D92}"/>
                </a:ext>
              </a:extLst>
            </p:cNvPr>
            <p:cNvSpPr txBox="1"/>
            <p:nvPr>
              <p:custDataLst>
                <p:tags r:id="rId34"/>
              </p:custDataLst>
            </p:nvPr>
          </p:nvSpPr>
          <p:spPr>
            <a:xfrm>
              <a:off x="10222014" y="2557095"/>
              <a:ext cx="698128" cy="346970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Import Finance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1B43737F-D4D2-E3EE-39C7-1CBD1A8A381F}"/>
                </a:ext>
              </a:extLst>
            </p:cNvPr>
            <p:cNvSpPr txBox="1"/>
            <p:nvPr>
              <p:custDataLst>
                <p:tags r:id="rId35"/>
              </p:custDataLst>
            </p:nvPr>
          </p:nvSpPr>
          <p:spPr>
            <a:xfrm>
              <a:off x="11058354" y="2557095"/>
              <a:ext cx="512059" cy="17348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20k€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9F175740-3C6C-606E-122A-BD309659160D}"/>
              </a:ext>
            </a:extLst>
          </p:cNvPr>
          <p:cNvGrpSpPr/>
          <p:nvPr/>
        </p:nvGrpSpPr>
        <p:grpSpPr>
          <a:xfrm>
            <a:off x="9406381" y="3027431"/>
            <a:ext cx="2164032" cy="461665"/>
            <a:chOff x="9406381" y="3112814"/>
            <a:chExt cx="2164032" cy="520455"/>
          </a:xfrm>
        </p:grpSpPr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9FB2E9EB-BB5B-14CD-F9D5-410EA2FC16B1}"/>
                </a:ext>
              </a:extLst>
            </p:cNvPr>
            <p:cNvSpPr txBox="1"/>
            <p:nvPr>
              <p:custDataLst>
                <p:tags r:id="rId30"/>
              </p:custDataLst>
            </p:nvPr>
          </p:nvSpPr>
          <p:spPr>
            <a:xfrm>
              <a:off x="9406381" y="3112814"/>
              <a:ext cx="677420" cy="52045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007 – Subsidiary New York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92F12218-4A70-FF69-A310-400F025B0A76}"/>
                </a:ext>
              </a:extLst>
            </p:cNvPr>
            <p:cNvSpPr txBox="1"/>
            <p:nvPr>
              <p:custDataLst>
                <p:tags r:id="rId31"/>
              </p:custDataLst>
            </p:nvPr>
          </p:nvSpPr>
          <p:spPr>
            <a:xfrm>
              <a:off x="10222014" y="3112814"/>
              <a:ext cx="698128" cy="346970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DCM (Dollar issuance)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AB52D96-D1C8-D109-7355-D26E031E0B02}"/>
                </a:ext>
              </a:extLst>
            </p:cNvPr>
            <p:cNvSpPr txBox="1"/>
            <p:nvPr>
              <p:custDataLst>
                <p:tags r:id="rId32"/>
              </p:custDataLst>
            </p:nvPr>
          </p:nvSpPr>
          <p:spPr>
            <a:xfrm>
              <a:off x="11058354" y="3112814"/>
              <a:ext cx="512059" cy="17348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50k€</a:t>
              </a: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BE4A5D5C-BF70-9D65-55CF-133EEA4D70CF}"/>
              </a:ext>
            </a:extLst>
          </p:cNvPr>
          <p:cNvGrpSpPr/>
          <p:nvPr/>
        </p:nvGrpSpPr>
        <p:grpSpPr>
          <a:xfrm>
            <a:off x="9406381" y="3549570"/>
            <a:ext cx="2164032" cy="461665"/>
            <a:chOff x="9406381" y="3686461"/>
            <a:chExt cx="2164032" cy="520455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E85D22B6-6DBB-3CC5-CBFC-2A91CF6588D4}"/>
                </a:ext>
              </a:extLst>
            </p:cNvPr>
            <p:cNvSpPr txBox="1"/>
            <p:nvPr>
              <p:custDataLst>
                <p:tags r:id="rId27"/>
              </p:custDataLst>
            </p:nvPr>
          </p:nvSpPr>
          <p:spPr>
            <a:xfrm>
              <a:off x="9406381" y="3686461"/>
              <a:ext cx="677420" cy="52045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010 – Head-quarter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3AC33B36-9F0B-12F1-8C4C-3194D638BA3B}"/>
                </a:ext>
              </a:extLst>
            </p:cNvPr>
            <p:cNvSpPr txBox="1"/>
            <p:nvPr>
              <p:custDataLst>
                <p:tags r:id="rId28"/>
              </p:custDataLst>
            </p:nvPr>
          </p:nvSpPr>
          <p:spPr>
            <a:xfrm>
              <a:off x="10222014" y="3686461"/>
              <a:ext cx="698128" cy="17348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Factoring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BACF288E-F93A-DA17-9787-568D0A4C00CD}"/>
                </a:ext>
              </a:extLst>
            </p:cNvPr>
            <p:cNvSpPr txBox="1"/>
            <p:nvPr>
              <p:custDataLst>
                <p:tags r:id="rId29"/>
              </p:custDataLst>
            </p:nvPr>
          </p:nvSpPr>
          <p:spPr>
            <a:xfrm>
              <a:off x="11058354" y="3686461"/>
              <a:ext cx="512059" cy="17348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65k€</a:t>
              </a:r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085F10F3-2BD5-1DBA-2D90-4AD946C98346}"/>
              </a:ext>
            </a:extLst>
          </p:cNvPr>
          <p:cNvGrpSpPr/>
          <p:nvPr/>
        </p:nvGrpSpPr>
        <p:grpSpPr>
          <a:xfrm>
            <a:off x="9406381" y="4071709"/>
            <a:ext cx="2164032" cy="461665"/>
            <a:chOff x="9406381" y="4260107"/>
            <a:chExt cx="2164032" cy="520455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67E761-5BD1-81FF-F9B5-B6E058DB5FD6}"/>
                </a:ext>
              </a:extLst>
            </p:cNvPr>
            <p:cNvSpPr txBox="1"/>
            <p:nvPr>
              <p:custDataLst>
                <p:tags r:id="rId24"/>
              </p:custDataLst>
            </p:nvPr>
          </p:nvSpPr>
          <p:spPr>
            <a:xfrm>
              <a:off x="9406381" y="4260107"/>
              <a:ext cx="677420" cy="52045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012 – Head-quarter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61A4628F-32C6-6A42-2FE0-C4FA1439905E}"/>
                </a:ext>
              </a:extLst>
            </p:cNvPr>
            <p:cNvSpPr txBox="1"/>
            <p:nvPr>
              <p:custDataLst>
                <p:tags r:id="rId25"/>
              </p:custDataLst>
            </p:nvPr>
          </p:nvSpPr>
          <p:spPr>
            <a:xfrm>
              <a:off x="10222014" y="4260107"/>
              <a:ext cx="698128" cy="346970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Cash pooling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B28AE55E-B497-EE7F-2C24-D7A3C133B833}"/>
                </a:ext>
              </a:extLst>
            </p:cNvPr>
            <p:cNvSpPr txBox="1"/>
            <p:nvPr>
              <p:custDataLst>
                <p:tags r:id="rId26"/>
              </p:custDataLst>
            </p:nvPr>
          </p:nvSpPr>
          <p:spPr>
            <a:xfrm>
              <a:off x="11058354" y="4260107"/>
              <a:ext cx="512059" cy="17348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10k€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C8D2797F-C8D5-D581-316A-431137FEA42B}"/>
              </a:ext>
            </a:extLst>
          </p:cNvPr>
          <p:cNvGrpSpPr>
            <a:grpSpLocks/>
          </p:cNvGrpSpPr>
          <p:nvPr/>
        </p:nvGrpSpPr>
        <p:grpSpPr>
          <a:xfrm>
            <a:off x="9406381" y="4593847"/>
            <a:ext cx="2164032" cy="461665"/>
            <a:chOff x="9406381" y="4833753"/>
            <a:chExt cx="2164032" cy="520455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90653162-063D-3B14-86F5-93B96CAAC755}"/>
                </a:ext>
              </a:extLst>
            </p:cNvPr>
            <p:cNvSpPr txBox="1"/>
            <p:nvPr>
              <p:custDataLst>
                <p:tags r:id="rId21"/>
              </p:custDataLst>
            </p:nvPr>
          </p:nvSpPr>
          <p:spPr>
            <a:xfrm>
              <a:off x="9406381" y="4833753"/>
              <a:ext cx="677420" cy="52045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2123 – Head-quarter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82C70075-8457-7E77-C86E-F3F1AC45F32D}"/>
                </a:ext>
              </a:extLst>
            </p:cNvPr>
            <p:cNvSpPr txBox="1"/>
            <p:nvPr>
              <p:custDataLst>
                <p:tags r:id="rId22"/>
              </p:custDataLst>
            </p:nvPr>
          </p:nvSpPr>
          <p:spPr>
            <a:xfrm>
              <a:off x="10222014" y="4833753"/>
              <a:ext cx="698128" cy="346970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Rates derivatives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A93E48FA-4589-ED4E-395D-9351E168AE78}"/>
                </a:ext>
              </a:extLst>
            </p:cNvPr>
            <p:cNvSpPr txBox="1"/>
            <p:nvPr>
              <p:custDataLst>
                <p:tags r:id="rId23"/>
              </p:custDataLst>
            </p:nvPr>
          </p:nvSpPr>
          <p:spPr>
            <a:xfrm>
              <a:off x="11058354" y="4833753"/>
              <a:ext cx="512059" cy="173485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35k€</a:t>
              </a:r>
            </a:p>
          </p:txBody>
        </p:sp>
      </p:grpSp>
      <p:cxnSp>
        <p:nvCxnSpPr>
          <p:cNvPr id="131" name="Straight Arrow Connector 130">
            <a:extLst>
              <a:ext uri="{FF2B5EF4-FFF2-40B4-BE49-F238E27FC236}">
                <a16:creationId xmlns:a16="http://schemas.microsoft.com/office/drawing/2014/main" id="{406DECBC-5C7D-3F81-B744-725BA7478AFE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9406381" y="2425733"/>
            <a:ext cx="2164032" cy="0"/>
          </a:xfrm>
          <a:prstGeom prst="straightConnector1">
            <a:avLst/>
          </a:prstGeom>
          <a:ln w="1270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Arrow Connector 131">
            <a:extLst>
              <a:ext uri="{FF2B5EF4-FFF2-40B4-BE49-F238E27FC236}">
                <a16:creationId xmlns:a16="http://schemas.microsoft.com/office/drawing/2014/main" id="{62A9366E-5B10-24A1-F51A-1079301A941F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9406381" y="2997194"/>
            <a:ext cx="2164032" cy="0"/>
          </a:xfrm>
          <a:prstGeom prst="straightConnector1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Arrow Connector 132">
            <a:extLst>
              <a:ext uri="{FF2B5EF4-FFF2-40B4-BE49-F238E27FC236}">
                <a16:creationId xmlns:a16="http://schemas.microsoft.com/office/drawing/2014/main" id="{ED428459-769F-FB7E-E129-1AE613066C5D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>
          <a:xfrm>
            <a:off x="9406381" y="3519333"/>
            <a:ext cx="2164032" cy="0"/>
          </a:xfrm>
          <a:prstGeom prst="straightConnector1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Arrow Connector 133">
            <a:extLst>
              <a:ext uri="{FF2B5EF4-FFF2-40B4-BE49-F238E27FC236}">
                <a16:creationId xmlns:a16="http://schemas.microsoft.com/office/drawing/2014/main" id="{7D2A351E-D3CC-AC2E-9BA2-FFEEB705A36A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>
          <a:xfrm>
            <a:off x="9406381" y="4041472"/>
            <a:ext cx="2164032" cy="0"/>
          </a:xfrm>
          <a:prstGeom prst="straightConnector1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Arrow Connector 134">
            <a:extLst>
              <a:ext uri="{FF2B5EF4-FFF2-40B4-BE49-F238E27FC236}">
                <a16:creationId xmlns:a16="http://schemas.microsoft.com/office/drawing/2014/main" id="{4F8FD5CC-5041-AAB4-497B-2D93AD0A5AF0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>
          <a:xfrm>
            <a:off x="9406381" y="4563611"/>
            <a:ext cx="2164032" cy="0"/>
          </a:xfrm>
          <a:prstGeom prst="straightConnector1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A4C6AB4-036D-73DD-C7CF-D8EDB236BE57}"/>
              </a:ext>
            </a:extLst>
          </p:cNvPr>
          <p:cNvCxnSpPr>
            <a:cxnSpLocks/>
          </p:cNvCxnSpPr>
          <p:nvPr/>
        </p:nvCxnSpPr>
        <p:spPr>
          <a:xfrm>
            <a:off x="550366" y="2328308"/>
            <a:ext cx="3768172" cy="0"/>
          </a:xfrm>
          <a:prstGeom prst="line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7F3B35C-9F72-193C-09BD-294553A3BB83}"/>
              </a:ext>
            </a:extLst>
          </p:cNvPr>
          <p:cNvCxnSpPr>
            <a:cxnSpLocks/>
          </p:cNvCxnSpPr>
          <p:nvPr/>
        </p:nvCxnSpPr>
        <p:spPr>
          <a:xfrm>
            <a:off x="550366" y="4337412"/>
            <a:ext cx="3768172" cy="0"/>
          </a:xfrm>
          <a:prstGeom prst="line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A128FFBD-B69B-157C-4C34-0BE8FAA1D5B8}"/>
              </a:ext>
            </a:extLst>
          </p:cNvPr>
          <p:cNvCxnSpPr>
            <a:cxnSpLocks/>
          </p:cNvCxnSpPr>
          <p:nvPr/>
        </p:nvCxnSpPr>
        <p:spPr>
          <a:xfrm>
            <a:off x="550366" y="5157285"/>
            <a:ext cx="3768172" cy="0"/>
          </a:xfrm>
          <a:prstGeom prst="line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8454A8D-9950-BA10-1A95-E53AD149A52A}"/>
              </a:ext>
            </a:extLst>
          </p:cNvPr>
          <p:cNvCxnSpPr>
            <a:cxnSpLocks/>
          </p:cNvCxnSpPr>
          <p:nvPr/>
        </p:nvCxnSpPr>
        <p:spPr>
          <a:xfrm>
            <a:off x="550366" y="5625637"/>
            <a:ext cx="3768172" cy="0"/>
          </a:xfrm>
          <a:prstGeom prst="line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64FCD0C-509E-2665-DDE3-D9A83A322C07}"/>
              </a:ext>
            </a:extLst>
          </p:cNvPr>
          <p:cNvCxnSpPr>
            <a:cxnSpLocks/>
          </p:cNvCxnSpPr>
          <p:nvPr/>
        </p:nvCxnSpPr>
        <p:spPr>
          <a:xfrm>
            <a:off x="550366" y="1627255"/>
            <a:ext cx="3768172" cy="0"/>
          </a:xfrm>
          <a:prstGeom prst="line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A16A35A9-90DE-FA69-9E55-43EF533FC37B}"/>
              </a:ext>
            </a:extLst>
          </p:cNvPr>
          <p:cNvSpPr txBox="1">
            <a:spLocks/>
          </p:cNvSpPr>
          <p:nvPr/>
        </p:nvSpPr>
        <p:spPr>
          <a:xfrm>
            <a:off x="2097622" y="1081915"/>
            <a:ext cx="2220915" cy="307777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Took a data driven approach to increase cross-sell and upsell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9872918B-6316-6147-517A-F35567235283}"/>
              </a:ext>
            </a:extLst>
          </p:cNvPr>
          <p:cNvGrpSpPr/>
          <p:nvPr/>
        </p:nvGrpSpPr>
        <p:grpSpPr>
          <a:xfrm>
            <a:off x="554734" y="1081915"/>
            <a:ext cx="1428178" cy="502590"/>
            <a:chOff x="554734" y="1123011"/>
            <a:chExt cx="1428178" cy="502590"/>
          </a:xfrm>
          <a:solidFill>
            <a:schemeClr val="accent2"/>
          </a:solidFill>
        </p:grpSpPr>
        <p:sp>
          <p:nvSpPr>
            <p:cNvPr id="23" name="Rectangle: Rounded Corners 22">
              <a:extLst>
                <a:ext uri="{FF2B5EF4-FFF2-40B4-BE49-F238E27FC236}">
                  <a16:creationId xmlns:a16="http://schemas.microsoft.com/office/drawing/2014/main" id="{FDF5E8FF-55A4-71EC-4EDE-74FAC14D0B20}"/>
                </a:ext>
              </a:extLst>
            </p:cNvPr>
            <p:cNvSpPr>
              <a:spLocks/>
            </p:cNvSpPr>
            <p:nvPr/>
          </p:nvSpPr>
          <p:spPr>
            <a:xfrm>
              <a:off x="554734" y="1123011"/>
              <a:ext cx="1428178" cy="502590"/>
            </a:xfrm>
            <a:prstGeom prst="roundRect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rPr>
                <a:t>Approach</a:t>
              </a:r>
            </a:p>
          </p:txBody>
        </p:sp>
        <p:pic>
          <p:nvPicPr>
            <p:cNvPr id="140" name="CustomIcon">
              <a:extLst>
                <a:ext uri="{FF2B5EF4-FFF2-40B4-BE49-F238E27FC236}">
                  <a16:creationId xmlns:a16="http://schemas.microsoft.com/office/drawing/2014/main" id="{EDA40DDC-84F7-069F-FC56-A8D5481C37B7}"/>
                </a:ext>
              </a:extLst>
            </p:cNvPr>
            <p:cNvPicPr>
              <a:picLocks/>
            </p:cNvPicPr>
            <p:nvPr>
              <p:custDataLst>
                <p:tags r:id="rId20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48"/>
                </a:ext>
              </a:extLst>
            </a:blip>
            <a:stretch>
              <a:fillRect/>
            </a:stretch>
          </p:blipFill>
          <p:spPr>
            <a:xfrm>
              <a:off x="1627629" y="1229398"/>
              <a:ext cx="289817" cy="289817"/>
            </a:xfrm>
            <a:prstGeom prst="rect">
              <a:avLst/>
            </a:prstGeom>
          </p:spPr>
        </p:pic>
      </p:grp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F1734BC4-0910-187F-ECD2-D7CC5F031720}"/>
              </a:ext>
            </a:extLst>
          </p:cNvPr>
          <p:cNvSpPr>
            <a:spLocks/>
          </p:cNvSpPr>
          <p:nvPr/>
        </p:nvSpPr>
        <p:spPr>
          <a:xfrm>
            <a:off x="554734" y="1670005"/>
            <a:ext cx="1428178" cy="615553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Data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76B5242-F1CE-B050-49AF-C292846D1035}"/>
              </a:ext>
            </a:extLst>
          </p:cNvPr>
          <p:cNvSpPr txBox="1">
            <a:spLocks/>
          </p:cNvSpPr>
          <p:nvPr/>
        </p:nvSpPr>
        <p:spPr>
          <a:xfrm>
            <a:off x="2097622" y="1670005"/>
            <a:ext cx="2220915" cy="615553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Used both internal and external data with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more internal data (</a:t>
            </a:r>
            <a:r>
              <a:rPr kumimoji="0" lang="en-US" sz="1000" b="0" i="0" u="none" strike="noStrike" kern="1200" cap="none" spc="0" normalizeH="0" baseline="0" noProof="0" err="1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approx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 3:1) – see diagram on right </a:t>
            </a:r>
          </a:p>
        </p:txBody>
      </p:sp>
      <p:pic>
        <p:nvPicPr>
          <p:cNvPr id="141" name="CustomIcon">
            <a:extLst>
              <a:ext uri="{FF2B5EF4-FFF2-40B4-BE49-F238E27FC236}">
                <a16:creationId xmlns:a16="http://schemas.microsoft.com/office/drawing/2014/main" id="{AD7D71D8-94B4-03B9-F718-2816DB936227}"/>
              </a:ext>
            </a:extLst>
          </p:cNvPr>
          <p:cNvPicPr>
            <a:picLocks/>
          </p:cNvPicPr>
          <p:nvPr>
            <p:custDataLst>
              <p:tags r:id="rId15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1627629" y="1832873"/>
            <a:ext cx="289817" cy="289817"/>
          </a:xfrm>
          <a:prstGeom prst="rect">
            <a:avLst/>
          </a:prstGeom>
        </p:spPr>
      </p:pic>
      <p:sp>
        <p:nvSpPr>
          <p:cNvPr id="42" name="TextBox 41">
            <a:extLst>
              <a:ext uri="{FF2B5EF4-FFF2-40B4-BE49-F238E27FC236}">
                <a16:creationId xmlns:a16="http://schemas.microsoft.com/office/drawing/2014/main" id="{EC71F1B5-36D8-DC4D-F79B-43DC4FD3F53C}"/>
              </a:ext>
            </a:extLst>
          </p:cNvPr>
          <p:cNvSpPr txBox="1">
            <a:spLocks/>
          </p:cNvSpPr>
          <p:nvPr/>
        </p:nvSpPr>
        <p:spPr>
          <a:xfrm>
            <a:off x="2097622" y="5200035"/>
            <a:ext cx="2220915" cy="307777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Expect 10-15% revenue uplift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as a result</a:t>
            </a:r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AA629226-4161-509B-B9FE-F82476D87000}"/>
              </a:ext>
            </a:extLst>
          </p:cNvPr>
          <p:cNvGrpSpPr/>
          <p:nvPr/>
        </p:nvGrpSpPr>
        <p:grpSpPr>
          <a:xfrm>
            <a:off x="554734" y="5200035"/>
            <a:ext cx="1428178" cy="382852"/>
            <a:chOff x="554734" y="5207268"/>
            <a:chExt cx="1428178" cy="382852"/>
          </a:xfrm>
          <a:solidFill>
            <a:schemeClr val="accent2"/>
          </a:solidFill>
        </p:grpSpPr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1108C13C-C07C-EB2B-3E21-09D73D552EC5}"/>
                </a:ext>
              </a:extLst>
            </p:cNvPr>
            <p:cNvSpPr>
              <a:spLocks/>
            </p:cNvSpPr>
            <p:nvPr/>
          </p:nvSpPr>
          <p:spPr>
            <a:xfrm>
              <a:off x="554734" y="5207268"/>
              <a:ext cx="1428178" cy="382852"/>
            </a:xfrm>
            <a:prstGeom prst="roundRect">
              <a:avLst/>
            </a:prstGeom>
            <a:grpFill/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rPr>
                <a:t>Impact</a:t>
              </a:r>
            </a:p>
          </p:txBody>
        </p:sp>
        <p:pic>
          <p:nvPicPr>
            <p:cNvPr id="142" name="CustomIcon">
              <a:extLst>
                <a:ext uri="{FF2B5EF4-FFF2-40B4-BE49-F238E27FC236}">
                  <a16:creationId xmlns:a16="http://schemas.microsoft.com/office/drawing/2014/main" id="{FF21E03D-D639-009B-26DE-BAC3B4F34877}"/>
                </a:ext>
              </a:extLst>
            </p:cNvPr>
            <p:cNvPicPr>
              <a:picLocks/>
            </p:cNvPicPr>
            <p:nvPr>
              <p:custDataLst>
                <p:tags r:id="rId19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50"/>
                </a:ext>
              </a:extLst>
            </a:blip>
            <a:stretch>
              <a:fillRect/>
            </a:stretch>
          </p:blipFill>
          <p:spPr>
            <a:xfrm>
              <a:off x="1627629" y="5253786"/>
              <a:ext cx="289817" cy="289817"/>
            </a:xfrm>
            <a:prstGeom prst="rect">
              <a:avLst/>
            </a:prstGeom>
          </p:spPr>
        </p:pic>
      </p:grp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2DA8B625-B51B-C990-7DD1-6505EEBF614F}"/>
              </a:ext>
            </a:extLst>
          </p:cNvPr>
          <p:cNvSpPr>
            <a:spLocks/>
          </p:cNvSpPr>
          <p:nvPr/>
        </p:nvSpPr>
        <p:spPr>
          <a:xfrm>
            <a:off x="554734" y="2371058"/>
            <a:ext cx="1428178" cy="1923604"/>
          </a:xfrm>
          <a:prstGeom prst="roundRect">
            <a:avLst>
              <a:gd name="adj" fmla="val 8793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Model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E1A97FA-B1D0-5D87-D59A-4CC92E425AEE}"/>
              </a:ext>
            </a:extLst>
          </p:cNvPr>
          <p:cNvSpPr txBox="1">
            <a:spLocks/>
          </p:cNvSpPr>
          <p:nvPr/>
        </p:nvSpPr>
        <p:spPr>
          <a:xfrm>
            <a:off x="2097622" y="2371058"/>
            <a:ext cx="2220915" cy="192360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Clustered customers by product revenue / volume using a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collaborative filtering – i.e. using </a:t>
            </a:r>
            <a:r>
              <a:rPr kumimoji="0" lang="en-US" sz="1000" b="0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behaviour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 of similar customers to inform what customer may like 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Clustered customers by likelihood to buy –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using the internal and external data sources and applying machine learning 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Weighted the two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to create next product to buy recommendations </a:t>
            </a:r>
          </a:p>
        </p:txBody>
      </p:sp>
      <p:pic>
        <p:nvPicPr>
          <p:cNvPr id="145" name="Graphic 144">
            <a:extLst>
              <a:ext uri="{FF2B5EF4-FFF2-40B4-BE49-F238E27FC236}">
                <a16:creationId xmlns:a16="http://schemas.microsoft.com/office/drawing/2014/main" id="{B75AAA0D-0E20-9574-6F55-57B3621AF647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1627629" y="3926800"/>
            <a:ext cx="289817" cy="289817"/>
          </a:xfrm>
          <a:prstGeom prst="rect">
            <a:avLst/>
          </a:prstGeom>
        </p:spPr>
      </p:pic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3FA23BA6-76ED-F9AD-0476-66C9DFC46711}"/>
              </a:ext>
            </a:extLst>
          </p:cNvPr>
          <p:cNvSpPr>
            <a:spLocks/>
          </p:cNvSpPr>
          <p:nvPr/>
        </p:nvSpPr>
        <p:spPr>
          <a:xfrm>
            <a:off x="554734" y="5668389"/>
            <a:ext cx="1428178" cy="769441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Extending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B55B0378-D12A-C90C-F671-7CFCCB3B175C}"/>
              </a:ext>
            </a:extLst>
          </p:cNvPr>
          <p:cNvSpPr txBox="1">
            <a:spLocks/>
          </p:cNvSpPr>
          <p:nvPr/>
        </p:nvSpPr>
        <p:spPr>
          <a:xfrm>
            <a:off x="2097622" y="5668389"/>
            <a:ext cx="2220915" cy="769441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If done in conjunction with segmentation, one can </a:t>
            </a:r>
            <a:r>
              <a:rPr kumimoji="0" lang="en-US" sz="1000" b="1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prioritise</a:t>
            </a: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 opportunities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identified based on client/product profitability</a:t>
            </a:r>
          </a:p>
        </p:txBody>
      </p:sp>
      <p:pic>
        <p:nvPicPr>
          <p:cNvPr id="149" name="Graphic 148">
            <a:extLst>
              <a:ext uri="{FF2B5EF4-FFF2-40B4-BE49-F238E27FC236}">
                <a16:creationId xmlns:a16="http://schemas.microsoft.com/office/drawing/2014/main" id="{F9C73C41-6542-4547-A624-4B479F38E23D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2"/>
              </a:ext>
            </a:extLst>
          </a:blip>
          <a:stretch>
            <a:fillRect/>
          </a:stretch>
        </p:blipFill>
        <p:spPr>
          <a:xfrm>
            <a:off x="1627629" y="6013948"/>
            <a:ext cx="289817" cy="289817"/>
          </a:xfrm>
          <a:prstGeom prst="rect">
            <a:avLst/>
          </a:prstGeom>
        </p:spPr>
      </p:pic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58DD8FA6-FBCC-1A35-975F-75A906E6EF11}"/>
              </a:ext>
            </a:extLst>
          </p:cNvPr>
          <p:cNvSpPr>
            <a:spLocks/>
          </p:cNvSpPr>
          <p:nvPr/>
        </p:nvSpPr>
        <p:spPr>
          <a:xfrm>
            <a:off x="554734" y="4380162"/>
            <a:ext cx="1428178" cy="734373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Testing </a:t>
            </a:r>
            <a:b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</a:b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and proto-typing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54F4019-D60C-B146-A196-4ECD5D40A920}"/>
              </a:ext>
            </a:extLst>
          </p:cNvPr>
          <p:cNvSpPr txBox="1">
            <a:spLocks/>
          </p:cNvSpPr>
          <p:nvPr/>
        </p:nvSpPr>
        <p:spPr>
          <a:xfrm>
            <a:off x="2097622" y="4380162"/>
            <a:ext cx="2220915" cy="654025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Then tested model recommendations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with RMs, with a high success rate</a:t>
            </a:r>
          </a:p>
          <a:p>
            <a:pPr marL="230396" marR="0" lvl="1" indent="-226796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111918"/>
              </a:buClr>
              <a:buSzPct val="110000"/>
              <a:buFont typeface="Wingdings" panose="05000000000000000000" pitchFamily="2" charset="2"/>
              <a:buChar char=""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Took 3-4 months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to prototype</a:t>
            </a:r>
          </a:p>
        </p:txBody>
      </p:sp>
      <p:pic>
        <p:nvPicPr>
          <p:cNvPr id="153" name="Graphic 152">
            <a:extLst>
              <a:ext uri="{FF2B5EF4-FFF2-40B4-BE49-F238E27FC236}">
                <a16:creationId xmlns:a16="http://schemas.microsoft.com/office/drawing/2014/main" id="{20CA0170-1835-3535-FE44-E12E7F73179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1627629" y="4756715"/>
            <a:ext cx="289817" cy="289817"/>
          </a:xfrm>
          <a:prstGeom prst="rect">
            <a:avLst/>
          </a:prstGeom>
        </p:spPr>
      </p:pic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B429DEA2-70AB-4FA5-7C0E-E3DF3CB56779}"/>
              </a:ext>
            </a:extLst>
          </p:cNvPr>
          <p:cNvCxnSpPr>
            <a:cxnSpLocks/>
          </p:cNvCxnSpPr>
          <p:nvPr/>
        </p:nvCxnSpPr>
        <p:spPr>
          <a:xfrm>
            <a:off x="6988767" y="1742414"/>
            <a:ext cx="0" cy="4695416"/>
          </a:xfrm>
          <a:prstGeom prst="line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5BD9A872-3480-0E7D-AC8E-547EBF93C86D}"/>
              </a:ext>
            </a:extLst>
          </p:cNvPr>
          <p:cNvCxnSpPr>
            <a:cxnSpLocks/>
          </p:cNvCxnSpPr>
          <p:nvPr/>
        </p:nvCxnSpPr>
        <p:spPr>
          <a:xfrm>
            <a:off x="9279590" y="1742414"/>
            <a:ext cx="0" cy="4695416"/>
          </a:xfrm>
          <a:prstGeom prst="line">
            <a:avLst/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Connector 182">
            <a:extLst>
              <a:ext uri="{FF2B5EF4-FFF2-40B4-BE49-F238E27FC236}">
                <a16:creationId xmlns:a16="http://schemas.microsoft.com/office/drawing/2014/main" id="{25AA117E-F665-22C9-B848-2D76D507D886}"/>
              </a:ext>
            </a:extLst>
          </p:cNvPr>
          <p:cNvCxnSpPr>
            <a:cxnSpLocks/>
          </p:cNvCxnSpPr>
          <p:nvPr/>
        </p:nvCxnSpPr>
        <p:spPr>
          <a:xfrm>
            <a:off x="4704082" y="4744147"/>
            <a:ext cx="2223285" cy="0"/>
          </a:xfrm>
          <a:prstGeom prst="line">
            <a:avLst/>
          </a:prstGeom>
          <a:ln w="6350" cap="sq" cmpd="sng" algn="ctr">
            <a:solidFill>
              <a:srgbClr val="808080"/>
            </a:solidFill>
            <a:prstDash val="solid"/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8D22A569-1088-445F-EFA1-F596F426D805}"/>
              </a:ext>
            </a:extLst>
          </p:cNvPr>
          <p:cNvGrpSpPr/>
          <p:nvPr/>
        </p:nvGrpSpPr>
        <p:grpSpPr>
          <a:xfrm>
            <a:off x="9406381" y="1742414"/>
            <a:ext cx="2164032" cy="217200"/>
            <a:chOff x="9406381" y="1949994"/>
            <a:chExt cx="2164032" cy="217200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2EDB01B6-2631-A4E5-F35C-059B601DCBED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9406381" y="1949994"/>
              <a:ext cx="2164032" cy="184666"/>
            </a:xfrm>
            <a:prstGeom prst="rect">
              <a:avLst/>
            </a:prstGeom>
            <a:noFill/>
            <a:ln w="6350">
              <a:noFill/>
              <a:miter lim="800000"/>
            </a:ln>
          </p:spPr>
          <p:txBody>
            <a:bodyPr vertOverflow="overflow" vert="horz" wrap="square" lIns="0" tIns="0" rIns="0" bIns="0" rtlCol="0" anchor="b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/>
                  <a:ea typeface="Tahoma"/>
                  <a:cs typeface="Tahoma"/>
                </a:rPr>
                <a:t>Opportunity by client</a:t>
              </a:r>
            </a:p>
          </p:txBody>
        </p:sp>
        <p:cxnSp>
          <p:nvCxnSpPr>
            <p:cNvPr id="187" name="Straight Arrow Connector 186">
              <a:extLst>
                <a:ext uri="{FF2B5EF4-FFF2-40B4-BE49-F238E27FC236}">
                  <a16:creationId xmlns:a16="http://schemas.microsoft.com/office/drawing/2014/main" id="{F1EC182D-E7C9-7AF6-EB86-8DC2D055D2F2}"/>
                </a:ext>
              </a:extLst>
            </p:cNvPr>
            <p:cNvCxnSpPr>
              <a:cxnSpLocks/>
            </p:cNvCxnSpPr>
            <p:nvPr>
              <p:custDataLst>
                <p:tags r:id="rId18"/>
              </p:custDataLst>
            </p:nvPr>
          </p:nvCxnSpPr>
          <p:spPr>
            <a:xfrm>
              <a:off x="9406381" y="2167194"/>
              <a:ext cx="2164032" cy="0"/>
            </a:xfrm>
            <a:prstGeom prst="straightConnector1">
              <a:avLst/>
            </a:prstGeom>
            <a:ln w="12700" cap="sq" cmpd="sng" algn="ctr">
              <a:solidFill>
                <a:srgbClr val="808080"/>
              </a:solidFill>
              <a:prstDash val="solid"/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98" name="Straight Arrow Connector 197">
            <a:extLst>
              <a:ext uri="{FF2B5EF4-FFF2-40B4-BE49-F238E27FC236}">
                <a16:creationId xmlns:a16="http://schemas.microsoft.com/office/drawing/2014/main" id="{F5E0D593-10E5-0CF2-043E-3DB917DE1EFE}"/>
              </a:ext>
            </a:extLst>
          </p:cNvPr>
          <p:cNvCxnSpPr>
            <a:cxnSpLocks/>
          </p:cNvCxnSpPr>
          <p:nvPr/>
        </p:nvCxnSpPr>
        <p:spPr>
          <a:xfrm>
            <a:off x="6988767" y="4088766"/>
            <a:ext cx="147043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Straight Arrow Connector 200">
            <a:extLst>
              <a:ext uri="{FF2B5EF4-FFF2-40B4-BE49-F238E27FC236}">
                <a16:creationId xmlns:a16="http://schemas.microsoft.com/office/drawing/2014/main" id="{2CD5E84D-AA38-5345-7518-78E66C333AE1}"/>
              </a:ext>
            </a:extLst>
          </p:cNvPr>
          <p:cNvCxnSpPr>
            <a:cxnSpLocks/>
          </p:cNvCxnSpPr>
          <p:nvPr/>
        </p:nvCxnSpPr>
        <p:spPr>
          <a:xfrm flipH="1">
            <a:off x="9132546" y="4088766"/>
            <a:ext cx="147043" cy="0"/>
          </a:xfrm>
          <a:prstGeom prst="straightConnector1">
            <a:avLst/>
          </a:prstGeom>
          <a:ln w="6350" cap="sq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5. Source">
            <a:extLst>
              <a:ext uri="{FF2B5EF4-FFF2-40B4-BE49-F238E27FC236}">
                <a16:creationId xmlns:a16="http://schemas.microsoft.com/office/drawing/2014/main" id="{8903E7C3-B256-494B-3568-F78570241BF1}"/>
              </a:ext>
            </a:extLst>
          </p:cNvPr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54734" y="6514142"/>
            <a:ext cx="10637141" cy="1231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 anchor="t">
            <a:spAutoFit/>
          </a:bodyPr>
          <a:lstStyle/>
          <a:p>
            <a:pPr marL="0" marR="0" lvl="0" indent="0" algn="l" defTabSz="91342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Tx/>
              <a:buNone/>
              <a:tabLst>
                <a:tab pos="625148" algn="l"/>
              </a:tabLst>
              <a:defRPr/>
            </a:pPr>
            <a:r>
              <a:rPr kumimoji="0" lang="en-CA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/>
                <a:ea typeface="+mn-ea"/>
                <a:cs typeface="+mn-cs"/>
                <a:sym typeface="Arial"/>
              </a:rPr>
              <a:t>Source: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/>
                <a:ea typeface="+mn-ea"/>
                <a:cs typeface="+mn-cs"/>
                <a:sym typeface="Arial"/>
              </a:rPr>
              <a:t>Team analysis</a:t>
            </a:r>
          </a:p>
        </p:txBody>
      </p:sp>
    </p:spTree>
    <p:extLst>
      <p:ext uri="{BB962C8B-B14F-4D97-AF65-F5344CB8AC3E}">
        <p14:creationId xmlns:p14="http://schemas.microsoft.com/office/powerpoint/2010/main" val="154275612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DFA33-979E-3889-8360-26DCA42233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6" hidden="1">
            <a:extLst>
              <a:ext uri="{FF2B5EF4-FFF2-40B4-BE49-F238E27FC236}">
                <a16:creationId xmlns:a16="http://schemas.microsoft.com/office/drawing/2014/main" id="{24940131-3A53-15DA-E930-327BE40913D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0693415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2" imgW="408" imgH="408" progId="TCLayout.ActiveDocument.1">
                  <p:embed/>
                </p:oleObj>
              </mc:Choice>
              <mc:Fallback>
                <p:oleObj name="think-cell Slide" r:id="rId32" imgW="408" imgH="408" progId="TCLayout.ActiveDocument.1">
                  <p:embed/>
                  <p:pic>
                    <p:nvPicPr>
                      <p:cNvPr id="6" name="Object 6" hidden="1">
                        <a:extLst>
                          <a:ext uri="{FF2B5EF4-FFF2-40B4-BE49-F238E27FC236}">
                            <a16:creationId xmlns:a16="http://schemas.microsoft.com/office/drawing/2014/main" id="{24940131-3A53-15DA-E930-327BE40913D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66E630A5-B371-2F68-1FE9-D1A515CFBC6C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68396" y="148096"/>
            <a:ext cx="11082528" cy="738664"/>
          </a:xfrm>
        </p:spPr>
        <p:txBody>
          <a:bodyPr vert="horz">
            <a:noAutofit/>
          </a:bodyPr>
          <a:lstStyle/>
          <a:p>
            <a:r>
              <a:rPr lang="en-US"/>
              <a:t>For churn reduction analysis, banks trace customer journeys to understand root causes of customer dissatisfaction</a:t>
            </a:r>
          </a:p>
        </p:txBody>
      </p:sp>
      <p:sp>
        <p:nvSpPr>
          <p:cNvPr id="8" name="5. Source">
            <a:extLst>
              <a:ext uri="{FF2B5EF4-FFF2-40B4-BE49-F238E27FC236}">
                <a16:creationId xmlns:a16="http://schemas.microsoft.com/office/drawing/2014/main" id="{3EED23D7-9235-380D-86B7-21330C93C811}"/>
              </a:ext>
            </a:extLst>
          </p:cNvPr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554734" y="6514142"/>
            <a:ext cx="10637141" cy="1231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 anchor="t">
            <a:spAutoFit/>
          </a:bodyPr>
          <a:lstStyle/>
          <a:p>
            <a:pPr marL="0" marR="0" lvl="0" indent="0" algn="l" defTabSz="91342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5148" algn="l"/>
              </a:tabLst>
              <a:defRPr/>
            </a:pPr>
            <a:r>
              <a:rPr kumimoji="0" lang="en-CA" sz="8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  <a:sym typeface="Arial"/>
              </a:rPr>
              <a:t>Source: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  <a:sym typeface="Arial"/>
              </a:rPr>
              <a:t>Team analysis</a:t>
            </a:r>
          </a:p>
        </p:txBody>
      </p:sp>
      <p:sp>
        <p:nvSpPr>
          <p:cNvPr id="7" name="4. Footnote">
            <a:extLst>
              <a:ext uri="{FF2B5EF4-FFF2-40B4-BE49-F238E27FC236}">
                <a16:creationId xmlns:a16="http://schemas.microsoft.com/office/drawing/2014/main" id="{1AA7BD6E-CB1D-EF16-F2E2-B46C6EEDA1CD}"/>
              </a:ext>
            </a:extLst>
          </p:cNvPr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54736" y="6330793"/>
            <a:ext cx="11082528" cy="1231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tIns="0" rIns="0" bIns="0" anchor="b">
            <a:spAutoFit/>
          </a:bodyPr>
          <a:lstStyle>
            <a:lvl1pPr marL="104775" indent="-104775" defTabSz="895350">
              <a:defRPr sz="2400">
                <a:solidFill>
                  <a:schemeClr val="tx1"/>
                </a:solidFill>
                <a:latin typeface="Arial" charset="0"/>
              </a:defRPr>
            </a:lvl1pPr>
            <a:lvl2pPr marL="1031875" defTabSz="895350">
              <a:defRPr sz="2400">
                <a:solidFill>
                  <a:schemeClr val="tx1"/>
                </a:solidFill>
                <a:latin typeface="Arial" charset="0"/>
              </a:defRPr>
            </a:lvl2pPr>
            <a:lvl3pPr marL="1217613" defTabSz="895350">
              <a:defRPr sz="2400">
                <a:solidFill>
                  <a:schemeClr val="tx1"/>
                </a:solidFill>
                <a:latin typeface="Arial" charset="0"/>
              </a:defRPr>
            </a:lvl3pPr>
            <a:lvl4pPr marL="1404938" defTabSz="895350">
              <a:defRPr sz="2400">
                <a:solidFill>
                  <a:schemeClr val="tx1"/>
                </a:solidFill>
                <a:latin typeface="Arial" charset="0"/>
              </a:defRPr>
            </a:lvl4pPr>
            <a:lvl5pPr marL="1792288" defTabSz="895350">
              <a:defRPr sz="2400">
                <a:solidFill>
                  <a:schemeClr val="tx1"/>
                </a:solidFill>
                <a:latin typeface="Arial" charset="0"/>
              </a:defRPr>
            </a:lvl5pPr>
            <a:lvl6pPr marL="22494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6pPr>
            <a:lvl7pPr marL="27066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7pPr>
            <a:lvl8pPr marL="31638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8pPr>
            <a:lvl9pPr marL="36210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203200" marR="0" lvl="0" indent="-212725" algn="l" defTabSz="8953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800" b="0" i="0" u="none" strike="noStrike" kern="1200" cap="none" spc="0" normalizeH="0" baseline="0" noProof="0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1. Was a retail bank although there are many parallels with SME bank;     2 Used </a:t>
            </a:r>
            <a:r>
              <a:rPr kumimoji="0" lang="en-GB" sz="800" b="0" i="0" u="none" strike="noStrike" kern="1200" cap="none" spc="0" normalizeH="0" baseline="0" noProof="0" err="1">
                <a:ln>
                  <a:noFill/>
                </a:ln>
                <a:solidFill>
                  <a:srgbClr val="111918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ClickFox</a:t>
            </a: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111918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4202A69D-5AE4-35E0-6357-F019D66B00C2}"/>
              </a:ext>
            </a:extLst>
          </p:cNvPr>
          <p:cNvCxnSpPr>
            <a:cxnSpLocks/>
          </p:cNvCxnSpPr>
          <p:nvPr/>
        </p:nvCxnSpPr>
        <p:spPr>
          <a:xfrm>
            <a:off x="554734" y="1693359"/>
            <a:ext cx="11082528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7896B54A-77FE-81F5-E82B-D7699F01D4BF}"/>
              </a:ext>
            </a:extLst>
          </p:cNvPr>
          <p:cNvCxnSpPr>
            <a:cxnSpLocks/>
          </p:cNvCxnSpPr>
          <p:nvPr/>
        </p:nvCxnSpPr>
        <p:spPr>
          <a:xfrm>
            <a:off x="554734" y="3981224"/>
            <a:ext cx="11082528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90E7F22-E1C7-4FBE-A42E-A3E48EB0D20B}"/>
              </a:ext>
            </a:extLst>
          </p:cNvPr>
          <p:cNvCxnSpPr>
            <a:cxnSpLocks/>
          </p:cNvCxnSpPr>
          <p:nvPr/>
        </p:nvCxnSpPr>
        <p:spPr>
          <a:xfrm>
            <a:off x="554734" y="4578536"/>
            <a:ext cx="11082528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E871F59C-B138-7170-FD31-75CBD8CE59DD}"/>
              </a:ext>
            </a:extLst>
          </p:cNvPr>
          <p:cNvCxnSpPr>
            <a:cxnSpLocks/>
          </p:cNvCxnSpPr>
          <p:nvPr/>
        </p:nvCxnSpPr>
        <p:spPr>
          <a:xfrm>
            <a:off x="554734" y="5289045"/>
            <a:ext cx="11082528" cy="0"/>
          </a:xfrm>
          <a:prstGeom prst="line">
            <a:avLst/>
          </a:prstGeom>
          <a:ln w="6350" cap="sq">
            <a:solidFill>
              <a:schemeClr val="bg1">
                <a:lumMod val="6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3148FAF5-2D4E-5770-B049-E657B3331F78}"/>
              </a:ext>
            </a:extLst>
          </p:cNvPr>
          <p:cNvSpPr>
            <a:spLocks/>
          </p:cNvSpPr>
          <p:nvPr/>
        </p:nvSpPr>
        <p:spPr>
          <a:xfrm>
            <a:off x="554734" y="1068800"/>
            <a:ext cx="1388366" cy="538609"/>
          </a:xfrm>
          <a:prstGeom prst="roundRect">
            <a:avLst>
              <a:gd name="adj" fmla="val 14349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en-GB" sz="1200" b="1">
                <a:solidFill>
                  <a:schemeClr val="bg1"/>
                </a:solidFill>
              </a:rPr>
              <a:t>Situation1  </a:t>
            </a:r>
          </a:p>
        </p:txBody>
      </p:sp>
      <p:pic>
        <p:nvPicPr>
          <p:cNvPr id="61" name="CustomIcon">
            <a:extLst>
              <a:ext uri="{FF2B5EF4-FFF2-40B4-BE49-F238E27FC236}">
                <a16:creationId xmlns:a16="http://schemas.microsoft.com/office/drawing/2014/main" id="{2AD6A885-39BC-1DB1-4944-EA4DE810F06D}"/>
              </a:ext>
            </a:extLst>
          </p:cNvPr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1514477" y="1163082"/>
            <a:ext cx="350044" cy="350044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9E04FA0-50D5-F904-2ED4-FC88994BE3AA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>
          <a:xfrm>
            <a:off x="1997382" y="1068800"/>
            <a:ext cx="9637409" cy="538609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000" b="1">
                <a:latin typeface="+mn-lt"/>
                <a:ea typeface="Arial Unicode MS" panose="020B0604020202020204"/>
              </a:rPr>
              <a:t>US </a:t>
            </a:r>
            <a:r>
              <a:rPr lang="en-US" sz="1000">
                <a:latin typeface="+mn-lt"/>
                <a:ea typeface="Arial Unicode MS" panose="020B0604020202020204"/>
              </a:rPr>
              <a:t>bank with  $90B in revenues</a:t>
            </a:r>
          </a:p>
          <a:p>
            <a:pPr lvl="1"/>
            <a:r>
              <a:rPr lang="en-US" sz="1000">
                <a:latin typeface="+mn-lt"/>
                <a:ea typeface="Arial Unicode MS" panose="020B0604020202020204"/>
              </a:rPr>
              <a:t>Bank’s front line</a:t>
            </a:r>
            <a:r>
              <a:rPr lang="en-US" sz="1000"/>
              <a:t> services encounter </a:t>
            </a:r>
            <a:r>
              <a:rPr lang="en-US" sz="1000" b="1">
                <a:latin typeface="+mn-lt"/>
              </a:rPr>
              <a:t>250 million multichannel customer touch points </a:t>
            </a:r>
            <a:r>
              <a:rPr lang="en-US" sz="1000">
                <a:latin typeface="+mn-lt"/>
                <a:ea typeface="Arial Unicode MS" panose="020B0604020202020204"/>
              </a:rPr>
              <a:t>per year</a:t>
            </a:r>
          </a:p>
          <a:p>
            <a:pPr lvl="1"/>
            <a:r>
              <a:rPr lang="en-US" sz="1000">
                <a:latin typeface="+mn-lt"/>
                <a:ea typeface="Arial Unicode MS" panose="020B0604020202020204"/>
              </a:rPr>
              <a:t>Customer satisfaction </a:t>
            </a:r>
            <a:r>
              <a:rPr lang="en-US" sz="1000" b="1">
                <a:latin typeface="+mn-lt"/>
                <a:ea typeface="Arial Unicode MS" panose="020B0604020202020204"/>
              </a:rPr>
              <a:t>scores (CSAT) were significantly lower </a:t>
            </a:r>
            <a:r>
              <a:rPr lang="en-US" sz="1000">
                <a:latin typeface="+mn-lt"/>
                <a:ea typeface="Arial Unicode MS" panose="020B0604020202020204"/>
              </a:rPr>
              <a:t>than industry peers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9A55A8C-7D8B-4019-669F-B23DF829F01C}"/>
              </a:ext>
            </a:extLst>
          </p:cNvPr>
          <p:cNvSpPr txBox="1">
            <a:spLocks/>
          </p:cNvSpPr>
          <p:nvPr/>
        </p:nvSpPr>
        <p:spPr>
          <a:xfrm>
            <a:off x="4937188" y="1779309"/>
            <a:ext cx="3406140" cy="156966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2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Example of journey </a:t>
            </a:r>
            <a:r>
              <a:rPr kumimoji="0" lang="en-US" sz="1020" b="1" i="0" u="none" strike="noStrike" kern="1200" cap="none" spc="0" normalizeH="0" baseline="0" noProof="0" err="1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visualisation</a:t>
            </a:r>
            <a:r>
              <a:rPr kumimoji="0" lang="en-US" sz="102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E42AFE67-CB24-7B4F-E772-F9857B943B83}"/>
              </a:ext>
            </a:extLst>
          </p:cNvPr>
          <p:cNvSpPr/>
          <p:nvPr/>
        </p:nvSpPr>
        <p:spPr>
          <a:xfrm>
            <a:off x="5163022" y="1998333"/>
            <a:ext cx="4851877" cy="1068521"/>
          </a:xfrm>
          <a:custGeom>
            <a:avLst/>
            <a:gdLst>
              <a:gd name="csX0" fmla="*/ 0 w 7257600"/>
              <a:gd name="csY0" fmla="*/ 1504800 h 2145600"/>
              <a:gd name="csX1" fmla="*/ 3160800 w 7257600"/>
              <a:gd name="csY1" fmla="*/ 2145600 h 2145600"/>
              <a:gd name="csX2" fmla="*/ 3816000 w 7257600"/>
              <a:gd name="csY2" fmla="*/ 1036800 h 2145600"/>
              <a:gd name="csX3" fmla="*/ 4802400 w 7257600"/>
              <a:gd name="csY3" fmla="*/ 446400 h 2145600"/>
              <a:gd name="csX4" fmla="*/ 5983200 w 7257600"/>
              <a:gd name="csY4" fmla="*/ 0 h 2145600"/>
              <a:gd name="csX5" fmla="*/ 7257600 w 7257600"/>
              <a:gd name="csY5" fmla="*/ 792000 h 21456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7257600" h="2145600">
                <a:moveTo>
                  <a:pt x="0" y="1504800"/>
                </a:moveTo>
                <a:lnTo>
                  <a:pt x="3160800" y="2145600"/>
                </a:lnTo>
                <a:lnTo>
                  <a:pt x="3816000" y="1036800"/>
                </a:lnTo>
                <a:lnTo>
                  <a:pt x="4802400" y="446400"/>
                </a:lnTo>
                <a:lnTo>
                  <a:pt x="5983200" y="0"/>
                </a:lnTo>
                <a:lnTo>
                  <a:pt x="7257600" y="792000"/>
                </a:lnTo>
              </a:path>
            </a:pathLst>
          </a:custGeom>
          <a:noFill/>
          <a:ln w="114300" cap="sq">
            <a:solidFill>
              <a:schemeClr val="bg1">
                <a:lumMod val="50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FBC68DE-5303-85C9-8C9E-59A492495D43}"/>
              </a:ext>
            </a:extLst>
          </p:cNvPr>
          <p:cNvSpPr txBox="1"/>
          <p:nvPr/>
        </p:nvSpPr>
        <p:spPr>
          <a:xfrm>
            <a:off x="4954092" y="2867509"/>
            <a:ext cx="510835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Set up a new account (branch)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DBB258F-7C06-4C77-BED8-114F47D65F3A}"/>
              </a:ext>
            </a:extLst>
          </p:cNvPr>
          <p:cNvSpPr txBox="1"/>
          <p:nvPr/>
        </p:nvSpPr>
        <p:spPr>
          <a:xfrm>
            <a:off x="5512023" y="2387577"/>
            <a:ext cx="83589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Retrieve customer ID/password </a:t>
            </a:r>
            <a:b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</a:b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(e-mail)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0E36496-78E9-F64D-91C5-28D9AD8C792E}"/>
              </a:ext>
            </a:extLst>
          </p:cNvPr>
          <p:cNvSpPr txBox="1"/>
          <p:nvPr/>
        </p:nvSpPr>
        <p:spPr>
          <a:xfrm>
            <a:off x="5644770" y="2988564"/>
            <a:ext cx="624121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Card activation (IVR)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B3FC480-658D-C16C-3C26-F1FE43F885AD}"/>
              </a:ext>
            </a:extLst>
          </p:cNvPr>
          <p:cNvSpPr txBox="1"/>
          <p:nvPr/>
        </p:nvSpPr>
        <p:spPr>
          <a:xfrm>
            <a:off x="5261270" y="3490753"/>
            <a:ext cx="392869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Payment (IVR)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877C276-DB58-AAA5-17C5-5AAC8EBF47BA}"/>
              </a:ext>
            </a:extLst>
          </p:cNvPr>
          <p:cNvSpPr txBox="1"/>
          <p:nvPr/>
        </p:nvSpPr>
        <p:spPr>
          <a:xfrm>
            <a:off x="6235470" y="3554465"/>
            <a:ext cx="528981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Opt-in alerts </a:t>
            </a:r>
            <a:b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</a:b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(mobile)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95A643F-1D1B-BD0C-238D-8F34F2A76408}"/>
              </a:ext>
            </a:extLst>
          </p:cNvPr>
          <p:cNvSpPr txBox="1"/>
          <p:nvPr/>
        </p:nvSpPr>
        <p:spPr>
          <a:xfrm>
            <a:off x="6529444" y="2659794"/>
            <a:ext cx="576723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Retention call </a:t>
            </a:r>
            <a:b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</a:b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(agent)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FE44B48-FDFD-0392-8921-CB8065EAECC8}"/>
              </a:ext>
            </a:extLst>
          </p:cNvPr>
          <p:cNvSpPr txBox="1"/>
          <p:nvPr/>
        </p:nvSpPr>
        <p:spPr>
          <a:xfrm>
            <a:off x="6966421" y="3171363"/>
            <a:ext cx="498426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Billing issue </a:t>
            </a:r>
            <a:b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</a:b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(chat)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E026C9C-DE30-DD00-717C-FFCC1CCE99EA}"/>
              </a:ext>
            </a:extLst>
          </p:cNvPr>
          <p:cNvSpPr txBox="1"/>
          <p:nvPr/>
        </p:nvSpPr>
        <p:spPr>
          <a:xfrm>
            <a:off x="7125174" y="2264812"/>
            <a:ext cx="576723" cy="92333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Autopay (IVR)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C9DE94E-9B1A-826B-7E4A-6E9075847616}"/>
              </a:ext>
            </a:extLst>
          </p:cNvPr>
          <p:cNvSpPr txBox="1"/>
          <p:nvPr/>
        </p:nvSpPr>
        <p:spPr>
          <a:xfrm>
            <a:off x="7563237" y="3453767"/>
            <a:ext cx="527388" cy="184666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Credit increase </a:t>
            </a:r>
            <a:b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</a:b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request (agent)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39DC4EE-09FB-1CD5-88AB-5354ECC2496D}"/>
              </a:ext>
            </a:extLst>
          </p:cNvPr>
          <p:cNvSpPr txBox="1"/>
          <p:nvPr/>
        </p:nvSpPr>
        <p:spPr>
          <a:xfrm>
            <a:off x="8146153" y="2385236"/>
            <a:ext cx="477420" cy="92333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FAQs (chat)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66F54BB7-BCCD-6D96-0AE5-DF5D1F29B076}"/>
              </a:ext>
            </a:extLst>
          </p:cNvPr>
          <p:cNvSpPr txBox="1"/>
          <p:nvPr/>
        </p:nvSpPr>
        <p:spPr>
          <a:xfrm>
            <a:off x="8138484" y="2868459"/>
            <a:ext cx="484107" cy="184666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Partner offers </a:t>
            </a:r>
            <a:b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</a:b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setup (Web)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A1FB3157-5057-ADDF-110E-8F1E5FE3C1CA}"/>
              </a:ext>
            </a:extLst>
          </p:cNvPr>
          <p:cNvSpPr txBox="1"/>
          <p:nvPr/>
        </p:nvSpPr>
        <p:spPr>
          <a:xfrm>
            <a:off x="8389004" y="3307530"/>
            <a:ext cx="83589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Reposition mobile app (mobile)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369A47F-DFF6-F210-4FDA-7346023E2C1B}"/>
              </a:ext>
            </a:extLst>
          </p:cNvPr>
          <p:cNvSpPr txBox="1"/>
          <p:nvPr/>
        </p:nvSpPr>
        <p:spPr>
          <a:xfrm>
            <a:off x="8854445" y="2180390"/>
            <a:ext cx="53089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Account info </a:t>
            </a:r>
            <a:b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</a:b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(mobile)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B3906C5-B2A1-8F42-012F-01176893F096}"/>
              </a:ext>
            </a:extLst>
          </p:cNvPr>
          <p:cNvSpPr txBox="1"/>
          <p:nvPr/>
        </p:nvSpPr>
        <p:spPr>
          <a:xfrm>
            <a:off x="8975088" y="2764702"/>
            <a:ext cx="659555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Feedback about experience (social media)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28674CC-DBEB-997B-A0D2-166F25A4C922}"/>
              </a:ext>
            </a:extLst>
          </p:cNvPr>
          <p:cNvSpPr txBox="1"/>
          <p:nvPr/>
        </p:nvSpPr>
        <p:spPr>
          <a:xfrm>
            <a:off x="9506989" y="2164325"/>
            <a:ext cx="835890" cy="385773"/>
          </a:xfrm>
          <a:prstGeom prst="irregularSeal1">
            <a:avLst/>
          </a:prstGeom>
          <a:solidFill>
            <a:schemeClr val="accent6"/>
          </a:solidFill>
        </p:spPr>
        <p:txBody>
          <a:bodyPr vert="horz" wrap="square" lIns="0" tIns="0" rIns="0" bIns="0" rtlCol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Churn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D0552D5-FC53-7F78-2E53-065C43EC89D9}"/>
              </a:ext>
            </a:extLst>
          </p:cNvPr>
          <p:cNvGrpSpPr/>
          <p:nvPr/>
        </p:nvGrpSpPr>
        <p:grpSpPr>
          <a:xfrm>
            <a:off x="6362800" y="3264744"/>
            <a:ext cx="274320" cy="274320"/>
            <a:chOff x="6317843" y="3479259"/>
            <a:chExt cx="326801" cy="271329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73925F86-34A7-B47C-B0C3-CEBB85BAB3A5}"/>
                </a:ext>
              </a:extLst>
            </p:cNvPr>
            <p:cNvSpPr/>
            <p:nvPr/>
          </p:nvSpPr>
          <p:spPr>
            <a:xfrm>
              <a:off x="6317843" y="3479259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A021F526-66A1-5434-45C1-C792961002D5}"/>
                </a:ext>
              </a:extLst>
            </p:cNvPr>
            <p:cNvGrpSpPr/>
            <p:nvPr/>
          </p:nvGrpSpPr>
          <p:grpSpPr>
            <a:xfrm>
              <a:off x="6406133" y="3521318"/>
              <a:ext cx="150222" cy="187210"/>
              <a:chOff x="-1275921" y="2979499"/>
              <a:chExt cx="604462" cy="907306"/>
            </a:xfrm>
          </p:grpSpPr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71BD560-D1ED-9F00-9C4D-3025389B98F0}"/>
                  </a:ext>
                </a:extLst>
              </p:cNvPr>
              <p:cNvSpPr/>
              <p:nvPr/>
            </p:nvSpPr>
            <p:spPr>
              <a:xfrm>
                <a:off x="-1275921" y="2979499"/>
                <a:ext cx="604462" cy="907306"/>
              </a:xfrm>
              <a:custGeom>
                <a:avLst/>
                <a:gdLst>
                  <a:gd name="csX0" fmla="*/ 563408 w 604462"/>
                  <a:gd name="csY0" fmla="*/ 907306 h 907306"/>
                  <a:gd name="csX1" fmla="*/ 40975 w 604462"/>
                  <a:gd name="csY1" fmla="*/ 907306 h 907306"/>
                  <a:gd name="csX2" fmla="*/ 0 w 604462"/>
                  <a:gd name="csY2" fmla="*/ 866331 h 907306"/>
                  <a:gd name="csX3" fmla="*/ 0 w 604462"/>
                  <a:gd name="csY3" fmla="*/ 40975 h 907306"/>
                  <a:gd name="csX4" fmla="*/ 40975 w 604462"/>
                  <a:gd name="csY4" fmla="*/ 0 h 907306"/>
                  <a:gd name="csX5" fmla="*/ 563408 w 604462"/>
                  <a:gd name="csY5" fmla="*/ 0 h 907306"/>
                  <a:gd name="csX6" fmla="*/ 604383 w 604462"/>
                  <a:gd name="csY6" fmla="*/ 40975 h 907306"/>
                  <a:gd name="csX7" fmla="*/ 604383 w 604462"/>
                  <a:gd name="csY7" fmla="*/ 864868 h 907306"/>
                  <a:gd name="csX8" fmla="*/ 563408 w 604462"/>
                  <a:gd name="csY8" fmla="*/ 907306 h 9073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</a:cxnLst>
                <a:rect l="l" t="t" r="r" b="b"/>
                <a:pathLst>
                  <a:path w="604462" h="907306">
                    <a:moveTo>
                      <a:pt x="563408" y="907306"/>
                    </a:moveTo>
                    <a:lnTo>
                      <a:pt x="40975" y="907306"/>
                    </a:lnTo>
                    <a:cubicBezTo>
                      <a:pt x="17561" y="907306"/>
                      <a:pt x="0" y="888282"/>
                      <a:pt x="0" y="866331"/>
                    </a:cubicBezTo>
                    <a:lnTo>
                      <a:pt x="0" y="40975"/>
                    </a:lnTo>
                    <a:cubicBezTo>
                      <a:pt x="0" y="17561"/>
                      <a:pt x="19024" y="0"/>
                      <a:pt x="40975" y="0"/>
                    </a:cubicBezTo>
                    <a:lnTo>
                      <a:pt x="563408" y="0"/>
                    </a:lnTo>
                    <a:cubicBezTo>
                      <a:pt x="586822" y="0"/>
                      <a:pt x="604383" y="19024"/>
                      <a:pt x="604383" y="40975"/>
                    </a:cubicBezTo>
                    <a:lnTo>
                      <a:pt x="604383" y="864868"/>
                    </a:lnTo>
                    <a:cubicBezTo>
                      <a:pt x="605846" y="888282"/>
                      <a:pt x="586822" y="907306"/>
                      <a:pt x="563408" y="90730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/>
              </a:ln>
            </p:spPr>
            <p:txBody>
              <a:bodyPr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9311AC88-C605-356A-D429-0489AD6959FC}"/>
                  </a:ext>
                </a:extLst>
              </p:cNvPr>
              <p:cNvSpPr/>
              <p:nvPr/>
            </p:nvSpPr>
            <p:spPr>
              <a:xfrm>
                <a:off x="-1207313" y="3053985"/>
                <a:ext cx="467167" cy="638334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/>
              </a:ln>
            </p:spPr>
            <p:txBody>
              <a:bodyPr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47B6170A-52FE-DD62-FDE8-62E9073BC1B0}"/>
                  </a:ext>
                </a:extLst>
              </p:cNvPr>
              <p:cNvSpPr/>
              <p:nvPr/>
            </p:nvSpPr>
            <p:spPr>
              <a:xfrm>
                <a:off x="-1005192" y="3773789"/>
                <a:ext cx="64389" cy="64389"/>
              </a:xfrm>
              <a:prstGeom prst="ellips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/>
              </a:ln>
            </p:spPr>
            <p:txBody>
              <a:bodyPr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pic>
            <p:nvPicPr>
              <p:cNvPr id="88" name="CustomIcon">
                <a:extLst>
                  <a:ext uri="{FF2B5EF4-FFF2-40B4-BE49-F238E27FC236}">
                    <a16:creationId xmlns:a16="http://schemas.microsoft.com/office/drawing/2014/main" id="{706889EF-39B1-F466-B16B-5A37FA867B75}"/>
                  </a:ext>
                </a:extLst>
              </p:cNvPr>
              <p:cNvPicPr>
                <a:picLocks noChangeAspect="1"/>
              </p:cNvPicPr>
              <p:nvPr>
                <p:custDataLst>
                  <p:tags r:id="rId30"/>
                </p:custDataLst>
              </p:nvPr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-1131210" y="3215672"/>
                <a:ext cx="314960" cy="314960"/>
              </a:xfrm>
              <a:prstGeom prst="rect">
                <a:avLst/>
              </a:prstGeom>
            </p:spPr>
          </p:pic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996C38A9-F021-7C96-EA6B-03B16DFBDAFE}"/>
              </a:ext>
            </a:extLst>
          </p:cNvPr>
          <p:cNvGrpSpPr/>
          <p:nvPr/>
        </p:nvGrpSpPr>
        <p:grpSpPr>
          <a:xfrm>
            <a:off x="5072349" y="2574054"/>
            <a:ext cx="274320" cy="274320"/>
            <a:chOff x="5001784" y="2788569"/>
            <a:chExt cx="326801" cy="271329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2BE4AA5A-46FD-3A98-A931-25424D270A90}"/>
                </a:ext>
              </a:extLst>
            </p:cNvPr>
            <p:cNvSpPr/>
            <p:nvPr/>
          </p:nvSpPr>
          <p:spPr>
            <a:xfrm>
              <a:off x="5001784" y="2788569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50" name="CustomIcon">
              <a:extLst>
                <a:ext uri="{FF2B5EF4-FFF2-40B4-BE49-F238E27FC236}">
                  <a16:creationId xmlns:a16="http://schemas.microsoft.com/office/drawing/2014/main" id="{693E6587-76BA-309E-6323-D77FCF04D0F4}"/>
                </a:ext>
              </a:extLst>
            </p:cNvPr>
            <p:cNvPicPr>
              <a:picLocks noChangeAspect="1"/>
            </p:cNvPicPr>
            <p:nvPr>
              <p:custDataLst>
                <p:tags r:id="rId29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5070725" y="2845807"/>
              <a:ext cx="188920" cy="156852"/>
            </a:xfrm>
            <a:prstGeom prst="rect">
              <a:avLst/>
            </a:prstGeom>
          </p:spPr>
        </p:pic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6033E484-33FE-B36C-2653-38EBA5DE8CAF}"/>
              </a:ext>
            </a:extLst>
          </p:cNvPr>
          <p:cNvGrpSpPr/>
          <p:nvPr/>
        </p:nvGrpSpPr>
        <p:grpSpPr>
          <a:xfrm>
            <a:off x="5792808" y="2113934"/>
            <a:ext cx="274320" cy="274320"/>
            <a:chOff x="5759793" y="2328449"/>
            <a:chExt cx="326801" cy="271329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D7A52DED-8EA0-6DFF-B7E6-7006D8B007CD}"/>
                </a:ext>
              </a:extLst>
            </p:cNvPr>
            <p:cNvSpPr/>
            <p:nvPr/>
          </p:nvSpPr>
          <p:spPr>
            <a:xfrm>
              <a:off x="5759793" y="2328449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51" name="CustomIcon">
              <a:extLst>
                <a:ext uri="{FF2B5EF4-FFF2-40B4-BE49-F238E27FC236}">
                  <a16:creationId xmlns:a16="http://schemas.microsoft.com/office/drawing/2014/main" id="{1EDABF14-C6CF-6808-9F2A-E92197F6F1D2}"/>
                </a:ext>
              </a:extLst>
            </p:cNvPr>
            <p:cNvPicPr>
              <a:picLocks noChangeAspect="1"/>
            </p:cNvPicPr>
            <p:nvPr>
              <p:custDataLst>
                <p:tags r:id="rId28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37"/>
                </a:ext>
              </a:extLst>
            </a:blip>
            <a:stretch>
              <a:fillRect/>
            </a:stretch>
          </p:blipFill>
          <p:spPr>
            <a:xfrm>
              <a:off x="5828734" y="2385687"/>
              <a:ext cx="188920" cy="156852"/>
            </a:xfrm>
            <a:prstGeom prst="rect">
              <a:avLst/>
            </a:prstGeom>
          </p:spPr>
        </p:pic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2E42002-8224-4D0E-1D84-6A2DE5418F61}"/>
              </a:ext>
            </a:extLst>
          </p:cNvPr>
          <p:cNvGrpSpPr/>
          <p:nvPr/>
        </p:nvGrpSpPr>
        <p:grpSpPr>
          <a:xfrm>
            <a:off x="5835340" y="2693970"/>
            <a:ext cx="274320" cy="274320"/>
            <a:chOff x="5829074" y="2908485"/>
            <a:chExt cx="326801" cy="271329"/>
          </a:xfrm>
        </p:grpSpPr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391846F3-14AD-0B10-BFE2-DA45883E7009}"/>
                </a:ext>
              </a:extLst>
            </p:cNvPr>
            <p:cNvSpPr/>
            <p:nvPr/>
          </p:nvSpPr>
          <p:spPr>
            <a:xfrm>
              <a:off x="5829074" y="2908485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53" name="CustomIcon">
              <a:extLst>
                <a:ext uri="{FF2B5EF4-FFF2-40B4-BE49-F238E27FC236}">
                  <a16:creationId xmlns:a16="http://schemas.microsoft.com/office/drawing/2014/main" id="{1B805A71-3E41-9DE6-3395-0C02CCA395A5}"/>
                </a:ext>
              </a:extLst>
            </p:cNvPr>
            <p:cNvPicPr>
              <a:picLocks noChangeAspect="1"/>
            </p:cNvPicPr>
            <p:nvPr>
              <p:custDataLst>
                <p:tags r:id="rId27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5898014" y="2965723"/>
              <a:ext cx="188920" cy="156852"/>
            </a:xfrm>
            <a:prstGeom prst="rect">
              <a:avLst/>
            </a:prstGeom>
          </p:spPr>
        </p:pic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CCA413EC-CA85-5B9E-DD42-C7A99DD89A25}"/>
              </a:ext>
            </a:extLst>
          </p:cNvPr>
          <p:cNvSpPr txBox="1"/>
          <p:nvPr/>
        </p:nvSpPr>
        <p:spPr>
          <a:xfrm>
            <a:off x="7665925" y="2654853"/>
            <a:ext cx="351057" cy="184666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Pct val="100000"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Rewards </a:t>
            </a:r>
            <a:b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</a:br>
            <a:r>
              <a:rPr kumimoji="0" lang="en-US" sz="6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"/>
              </a:rPr>
              <a:t>use (Web)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5F28B68B-1B0F-ACCA-DBBF-4ABDECEC9B1E}"/>
              </a:ext>
            </a:extLst>
          </p:cNvPr>
          <p:cNvGrpSpPr/>
          <p:nvPr/>
        </p:nvGrpSpPr>
        <p:grpSpPr>
          <a:xfrm>
            <a:off x="7704293" y="2365719"/>
            <a:ext cx="274320" cy="274320"/>
            <a:chOff x="7586598" y="2580234"/>
            <a:chExt cx="326801" cy="271329"/>
          </a:xfrm>
        </p:grpSpPr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3A62EBCA-40EB-29F6-BEF1-07B44CDF115B}"/>
                </a:ext>
              </a:extLst>
            </p:cNvPr>
            <p:cNvSpPr/>
            <p:nvPr/>
          </p:nvSpPr>
          <p:spPr>
            <a:xfrm>
              <a:off x="7586598" y="2580234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54" name="CustomIcon">
              <a:extLst>
                <a:ext uri="{FF2B5EF4-FFF2-40B4-BE49-F238E27FC236}">
                  <a16:creationId xmlns:a16="http://schemas.microsoft.com/office/drawing/2014/main" id="{371483FE-6441-7C5B-DE5D-B56A0BC16F16}"/>
                </a:ext>
              </a:extLst>
            </p:cNvPr>
            <p:cNvPicPr>
              <a:picLocks noChangeAspect="1"/>
            </p:cNvPicPr>
            <p:nvPr>
              <p:custDataLst>
                <p:tags r:id="rId26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7655539" y="2637473"/>
              <a:ext cx="188920" cy="156852"/>
            </a:xfrm>
            <a:prstGeom prst="rect">
              <a:avLst/>
            </a:prstGeom>
          </p:spPr>
        </p:pic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59EB2E71-6FFD-37BF-C6C5-5BCC4931DB14}"/>
              </a:ext>
            </a:extLst>
          </p:cNvPr>
          <p:cNvGrpSpPr/>
          <p:nvPr/>
        </p:nvGrpSpPr>
        <p:grpSpPr>
          <a:xfrm>
            <a:off x="9167705" y="2472437"/>
            <a:ext cx="274320" cy="274320"/>
            <a:chOff x="9116443" y="2713622"/>
            <a:chExt cx="326801" cy="27132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C01FA0E2-14A1-08B9-AEA4-FAD8C7BEF154}"/>
                </a:ext>
              </a:extLst>
            </p:cNvPr>
            <p:cNvSpPr/>
            <p:nvPr/>
          </p:nvSpPr>
          <p:spPr>
            <a:xfrm>
              <a:off x="9116443" y="2713622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55" name="CustomIcon">
              <a:extLst>
                <a:ext uri="{FF2B5EF4-FFF2-40B4-BE49-F238E27FC236}">
                  <a16:creationId xmlns:a16="http://schemas.microsoft.com/office/drawing/2014/main" id="{70A5DAF2-BF29-D196-2A84-55FF8A9A4E9D}"/>
                </a:ext>
              </a:extLst>
            </p:cNvPr>
            <p:cNvPicPr>
              <a:picLocks noChangeAspect="1"/>
            </p:cNvPicPr>
            <p:nvPr>
              <p:custDataLst>
                <p:tags r:id="rId25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9185384" y="2770860"/>
              <a:ext cx="188920" cy="156852"/>
            </a:xfrm>
            <a:prstGeom prst="rect">
              <a:avLst/>
            </a:prstGeom>
          </p:spPr>
        </p:pic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18A4CBA7-7047-8BC1-6C04-4D3E46AB2165}"/>
              </a:ext>
            </a:extLst>
          </p:cNvPr>
          <p:cNvGrpSpPr/>
          <p:nvPr/>
        </p:nvGrpSpPr>
        <p:grpSpPr>
          <a:xfrm>
            <a:off x="5320544" y="3214086"/>
            <a:ext cx="274320" cy="274320"/>
            <a:chOff x="5291131" y="3371451"/>
            <a:chExt cx="326801" cy="271329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837E8D73-0A53-B3B2-8638-BEE9AC37065D}"/>
                </a:ext>
              </a:extLst>
            </p:cNvPr>
            <p:cNvSpPr/>
            <p:nvPr/>
          </p:nvSpPr>
          <p:spPr>
            <a:xfrm>
              <a:off x="5291131" y="3371451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56" name="CustomIcon">
              <a:extLst>
                <a:ext uri="{FF2B5EF4-FFF2-40B4-BE49-F238E27FC236}">
                  <a16:creationId xmlns:a16="http://schemas.microsoft.com/office/drawing/2014/main" id="{BFCC7579-2ABB-48B8-D831-5988AF91DA94}"/>
                </a:ext>
              </a:extLst>
            </p:cNvPr>
            <p:cNvPicPr>
              <a:picLocks noChangeAspect="1"/>
            </p:cNvPicPr>
            <p:nvPr>
              <p:custDataLst>
                <p:tags r:id="rId24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5360072" y="3428689"/>
              <a:ext cx="188920" cy="156852"/>
            </a:xfrm>
            <a:prstGeom prst="rect">
              <a:avLst/>
            </a:prstGeom>
          </p:spPr>
        </p:pic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6D68F7E-3751-0D37-278B-73C2C8AECA0F}"/>
              </a:ext>
            </a:extLst>
          </p:cNvPr>
          <p:cNvGrpSpPr/>
          <p:nvPr/>
        </p:nvGrpSpPr>
        <p:grpSpPr>
          <a:xfrm>
            <a:off x="7250135" y="1978270"/>
            <a:ext cx="274320" cy="274320"/>
            <a:chOff x="7273494" y="2192785"/>
            <a:chExt cx="326801" cy="271329"/>
          </a:xfrm>
        </p:grpSpPr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1969DF15-EC6D-2512-9E2D-EE2EEF20A47B}"/>
                </a:ext>
              </a:extLst>
            </p:cNvPr>
            <p:cNvSpPr/>
            <p:nvPr/>
          </p:nvSpPr>
          <p:spPr>
            <a:xfrm>
              <a:off x="7273494" y="2192785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58" name="CustomIcon">
              <a:extLst>
                <a:ext uri="{FF2B5EF4-FFF2-40B4-BE49-F238E27FC236}">
                  <a16:creationId xmlns:a16="http://schemas.microsoft.com/office/drawing/2014/main" id="{911E1851-7575-8E39-B533-A34CCCB4F39B}"/>
                </a:ext>
              </a:extLst>
            </p:cNvPr>
            <p:cNvPicPr>
              <a:picLocks noChangeAspect="1"/>
            </p:cNvPicPr>
            <p:nvPr>
              <p:custDataLst>
                <p:tags r:id="rId23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7342435" y="2250023"/>
              <a:ext cx="188920" cy="156852"/>
            </a:xfrm>
            <a:prstGeom prst="rect">
              <a:avLst/>
            </a:prstGeom>
          </p:spPr>
        </p:pic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2BB13C56-339C-664C-D448-7F58F283D435}"/>
              </a:ext>
            </a:extLst>
          </p:cNvPr>
          <p:cNvGrpSpPr/>
          <p:nvPr/>
        </p:nvGrpSpPr>
        <p:grpSpPr>
          <a:xfrm>
            <a:off x="6680647" y="2373235"/>
            <a:ext cx="274320" cy="274320"/>
            <a:chOff x="6596994" y="2637280"/>
            <a:chExt cx="326801" cy="271329"/>
          </a:xfrm>
        </p:grpSpPr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430A7052-7C4F-2CAD-BE79-3BC0BEA5795A}"/>
                </a:ext>
              </a:extLst>
            </p:cNvPr>
            <p:cNvSpPr/>
            <p:nvPr/>
          </p:nvSpPr>
          <p:spPr>
            <a:xfrm>
              <a:off x="6596994" y="2637280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60" name="CustomIcon">
              <a:extLst>
                <a:ext uri="{FF2B5EF4-FFF2-40B4-BE49-F238E27FC236}">
                  <a16:creationId xmlns:a16="http://schemas.microsoft.com/office/drawing/2014/main" id="{34182B66-6B8B-C7CF-3580-1756C6EEB8E9}"/>
                </a:ext>
              </a:extLst>
            </p:cNvPr>
            <p:cNvPicPr>
              <a:picLocks noChangeAspect="1"/>
            </p:cNvPicPr>
            <p:nvPr>
              <p:custDataLst>
                <p:tags r:id="rId22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6665932" y="2694516"/>
              <a:ext cx="188920" cy="156852"/>
            </a:xfrm>
            <a:prstGeom prst="rect">
              <a:avLst/>
            </a:prstGeom>
          </p:spPr>
        </p:pic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AB006366-F77A-9ADD-0574-5A2CCDAD9457}"/>
              </a:ext>
            </a:extLst>
          </p:cNvPr>
          <p:cNvGrpSpPr/>
          <p:nvPr/>
        </p:nvGrpSpPr>
        <p:grpSpPr>
          <a:xfrm>
            <a:off x="7078474" y="2892036"/>
            <a:ext cx="274320" cy="274320"/>
            <a:chOff x="7045276" y="3064641"/>
            <a:chExt cx="326801" cy="271329"/>
          </a:xfrm>
        </p:grpSpPr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261FE439-D799-32EF-C2EB-AB4563C87E28}"/>
                </a:ext>
              </a:extLst>
            </p:cNvPr>
            <p:cNvSpPr/>
            <p:nvPr/>
          </p:nvSpPr>
          <p:spPr>
            <a:xfrm>
              <a:off x="7045276" y="3064641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64" name="CustomIcon">
              <a:extLst>
                <a:ext uri="{FF2B5EF4-FFF2-40B4-BE49-F238E27FC236}">
                  <a16:creationId xmlns:a16="http://schemas.microsoft.com/office/drawing/2014/main" id="{11D360F0-769F-434D-5A6D-69FA18D1271E}"/>
                </a:ext>
              </a:extLst>
            </p:cNvPr>
            <p:cNvPicPr>
              <a:picLocks noChangeAspect="1"/>
            </p:cNvPicPr>
            <p:nvPr>
              <p:custDataLst>
                <p:tags r:id="rId21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42"/>
                </a:ext>
              </a:extLst>
            </a:blip>
            <a:stretch>
              <a:fillRect/>
            </a:stretch>
          </p:blipFill>
          <p:spPr>
            <a:xfrm>
              <a:off x="7114218" y="3121879"/>
              <a:ext cx="188920" cy="156852"/>
            </a:xfrm>
            <a:prstGeom prst="rect">
              <a:avLst/>
            </a:prstGeom>
          </p:spPr>
        </p:pic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D11DC5EF-8714-1090-880B-29E30FED75EA}"/>
              </a:ext>
            </a:extLst>
          </p:cNvPr>
          <p:cNvGrpSpPr/>
          <p:nvPr/>
        </p:nvGrpSpPr>
        <p:grpSpPr>
          <a:xfrm>
            <a:off x="8221463" y="2083576"/>
            <a:ext cx="274320" cy="274320"/>
            <a:chOff x="8232978" y="2298091"/>
            <a:chExt cx="326801" cy="271329"/>
          </a:xfrm>
        </p:grpSpPr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DBC7E05E-0421-4C7A-76F3-16739D2377A0}"/>
                </a:ext>
              </a:extLst>
            </p:cNvPr>
            <p:cNvSpPr/>
            <p:nvPr/>
          </p:nvSpPr>
          <p:spPr>
            <a:xfrm>
              <a:off x="8232978" y="2298091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68" name="CustomIcon">
              <a:extLst>
                <a:ext uri="{FF2B5EF4-FFF2-40B4-BE49-F238E27FC236}">
                  <a16:creationId xmlns:a16="http://schemas.microsoft.com/office/drawing/2014/main" id="{17433986-DDD5-EA8F-F006-DE607C45383B}"/>
                </a:ext>
              </a:extLst>
            </p:cNvPr>
            <p:cNvPicPr>
              <a:picLocks noChangeAspect="1"/>
            </p:cNvPicPr>
            <p:nvPr>
              <p:custDataLst>
                <p:tags r:id="rId20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42"/>
                </a:ext>
              </a:extLst>
            </a:blip>
            <a:stretch>
              <a:fillRect/>
            </a:stretch>
          </p:blipFill>
          <p:spPr>
            <a:xfrm>
              <a:off x="8301918" y="2355329"/>
              <a:ext cx="188920" cy="156852"/>
            </a:xfrm>
            <a:prstGeom prst="rect">
              <a:avLst/>
            </a:prstGeom>
          </p:spPr>
        </p:pic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96930964-8EA6-1E3B-DDB8-F39FB73FDE38}"/>
              </a:ext>
            </a:extLst>
          </p:cNvPr>
          <p:cNvGrpSpPr/>
          <p:nvPr/>
        </p:nvGrpSpPr>
        <p:grpSpPr>
          <a:xfrm>
            <a:off x="8983160" y="1880174"/>
            <a:ext cx="274320" cy="274320"/>
            <a:chOff x="8938007" y="2094689"/>
            <a:chExt cx="326801" cy="271329"/>
          </a:xfrm>
        </p:grpSpPr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95D6E304-9332-FE18-7F09-0C5D1116F3A9}"/>
                </a:ext>
              </a:extLst>
            </p:cNvPr>
            <p:cNvSpPr/>
            <p:nvPr/>
          </p:nvSpPr>
          <p:spPr>
            <a:xfrm>
              <a:off x="8938007" y="2094689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6FA7F766-F012-8138-E641-9E95F963910A}"/>
                </a:ext>
              </a:extLst>
            </p:cNvPr>
            <p:cNvGrpSpPr/>
            <p:nvPr/>
          </p:nvGrpSpPr>
          <p:grpSpPr>
            <a:xfrm>
              <a:off x="9026297" y="2136748"/>
              <a:ext cx="150222" cy="187210"/>
              <a:chOff x="-1275921" y="2979499"/>
              <a:chExt cx="604462" cy="907306"/>
            </a:xfrm>
          </p:grpSpPr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E66E443F-34CA-9E4A-8521-633815C0BFF9}"/>
                  </a:ext>
                </a:extLst>
              </p:cNvPr>
              <p:cNvSpPr/>
              <p:nvPr/>
            </p:nvSpPr>
            <p:spPr>
              <a:xfrm>
                <a:off x="-1275921" y="2979499"/>
                <a:ext cx="604462" cy="907306"/>
              </a:xfrm>
              <a:custGeom>
                <a:avLst/>
                <a:gdLst>
                  <a:gd name="csX0" fmla="*/ 563408 w 604462"/>
                  <a:gd name="csY0" fmla="*/ 907306 h 907306"/>
                  <a:gd name="csX1" fmla="*/ 40975 w 604462"/>
                  <a:gd name="csY1" fmla="*/ 907306 h 907306"/>
                  <a:gd name="csX2" fmla="*/ 0 w 604462"/>
                  <a:gd name="csY2" fmla="*/ 866331 h 907306"/>
                  <a:gd name="csX3" fmla="*/ 0 w 604462"/>
                  <a:gd name="csY3" fmla="*/ 40975 h 907306"/>
                  <a:gd name="csX4" fmla="*/ 40975 w 604462"/>
                  <a:gd name="csY4" fmla="*/ 0 h 907306"/>
                  <a:gd name="csX5" fmla="*/ 563408 w 604462"/>
                  <a:gd name="csY5" fmla="*/ 0 h 907306"/>
                  <a:gd name="csX6" fmla="*/ 604383 w 604462"/>
                  <a:gd name="csY6" fmla="*/ 40975 h 907306"/>
                  <a:gd name="csX7" fmla="*/ 604383 w 604462"/>
                  <a:gd name="csY7" fmla="*/ 864868 h 907306"/>
                  <a:gd name="csX8" fmla="*/ 563408 w 604462"/>
                  <a:gd name="csY8" fmla="*/ 907306 h 9073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</a:cxnLst>
                <a:rect l="l" t="t" r="r" b="b"/>
                <a:pathLst>
                  <a:path w="604462" h="907306">
                    <a:moveTo>
                      <a:pt x="563408" y="907306"/>
                    </a:moveTo>
                    <a:lnTo>
                      <a:pt x="40975" y="907306"/>
                    </a:lnTo>
                    <a:cubicBezTo>
                      <a:pt x="17561" y="907306"/>
                      <a:pt x="0" y="888282"/>
                      <a:pt x="0" y="866331"/>
                    </a:cubicBezTo>
                    <a:lnTo>
                      <a:pt x="0" y="40975"/>
                    </a:lnTo>
                    <a:cubicBezTo>
                      <a:pt x="0" y="17561"/>
                      <a:pt x="19024" y="0"/>
                      <a:pt x="40975" y="0"/>
                    </a:cubicBezTo>
                    <a:lnTo>
                      <a:pt x="563408" y="0"/>
                    </a:lnTo>
                    <a:cubicBezTo>
                      <a:pt x="586822" y="0"/>
                      <a:pt x="604383" y="19024"/>
                      <a:pt x="604383" y="40975"/>
                    </a:cubicBezTo>
                    <a:lnTo>
                      <a:pt x="604383" y="864868"/>
                    </a:lnTo>
                    <a:cubicBezTo>
                      <a:pt x="605846" y="888282"/>
                      <a:pt x="586822" y="907306"/>
                      <a:pt x="563408" y="90730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/>
              </a:ln>
            </p:spPr>
            <p:txBody>
              <a:bodyPr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F18AE72-B092-0F9F-3291-B02E65AD9F79}"/>
                  </a:ext>
                </a:extLst>
              </p:cNvPr>
              <p:cNvSpPr/>
              <p:nvPr/>
            </p:nvSpPr>
            <p:spPr>
              <a:xfrm>
                <a:off x="-1207313" y="3053985"/>
                <a:ext cx="467167" cy="638334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/>
              </a:ln>
            </p:spPr>
            <p:txBody>
              <a:bodyPr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sp>
            <p:nvSpPr>
              <p:cNvPr id="83" name="Oval 82">
                <a:extLst>
                  <a:ext uri="{FF2B5EF4-FFF2-40B4-BE49-F238E27FC236}">
                    <a16:creationId xmlns:a16="http://schemas.microsoft.com/office/drawing/2014/main" id="{92D54428-F735-E6B1-116E-F67B99F4BE4C}"/>
                  </a:ext>
                </a:extLst>
              </p:cNvPr>
              <p:cNvSpPr/>
              <p:nvPr/>
            </p:nvSpPr>
            <p:spPr>
              <a:xfrm>
                <a:off x="-1005192" y="3773789"/>
                <a:ext cx="64389" cy="64389"/>
              </a:xfrm>
              <a:prstGeom prst="ellips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/>
              </a:ln>
            </p:spPr>
            <p:txBody>
              <a:bodyPr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pic>
            <p:nvPicPr>
              <p:cNvPr id="84" name="CustomIcon">
                <a:extLst>
                  <a:ext uri="{FF2B5EF4-FFF2-40B4-BE49-F238E27FC236}">
                    <a16:creationId xmlns:a16="http://schemas.microsoft.com/office/drawing/2014/main" id="{BBED4133-9113-EAE0-0220-E8917142BAE1}"/>
                  </a:ext>
                </a:extLst>
              </p:cNvPr>
              <p:cNvPicPr>
                <a:picLocks noChangeAspect="1"/>
              </p:cNvPicPr>
              <p:nvPr>
                <p:custDataLst>
                  <p:tags r:id="rId19"/>
                </p:custDataLst>
              </p:nvPr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-1131210" y="3215672"/>
                <a:ext cx="314960" cy="314960"/>
              </a:xfrm>
              <a:prstGeom prst="rect">
                <a:avLst/>
              </a:prstGeom>
            </p:spPr>
          </p:pic>
        </p:grp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3321BBD5-8074-BC8E-233D-2ECE005F7BCD}"/>
              </a:ext>
            </a:extLst>
          </p:cNvPr>
          <p:cNvGrpSpPr/>
          <p:nvPr/>
        </p:nvGrpSpPr>
        <p:grpSpPr>
          <a:xfrm>
            <a:off x="8669789" y="3021272"/>
            <a:ext cx="274320" cy="274320"/>
            <a:chOff x="8629811" y="3235787"/>
            <a:chExt cx="326801" cy="271329"/>
          </a:xfrm>
        </p:grpSpPr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273E997A-63E6-8D3D-AA7F-FE4BBD2F2160}"/>
                </a:ext>
              </a:extLst>
            </p:cNvPr>
            <p:cNvSpPr/>
            <p:nvPr/>
          </p:nvSpPr>
          <p:spPr>
            <a:xfrm>
              <a:off x="8629811" y="3235787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3DF2CAF7-5035-ED9F-8A83-65B299DCD2B4}"/>
                </a:ext>
              </a:extLst>
            </p:cNvPr>
            <p:cNvGrpSpPr/>
            <p:nvPr/>
          </p:nvGrpSpPr>
          <p:grpSpPr>
            <a:xfrm>
              <a:off x="8718101" y="3277846"/>
              <a:ext cx="150222" cy="187210"/>
              <a:chOff x="-1275921" y="2979499"/>
              <a:chExt cx="604462" cy="907306"/>
            </a:xfrm>
          </p:grpSpPr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837CE6EF-8955-C7DD-B0F2-9C41259B0DD4}"/>
                  </a:ext>
                </a:extLst>
              </p:cNvPr>
              <p:cNvSpPr/>
              <p:nvPr/>
            </p:nvSpPr>
            <p:spPr>
              <a:xfrm>
                <a:off x="-1275921" y="2979499"/>
                <a:ext cx="604462" cy="907306"/>
              </a:xfrm>
              <a:custGeom>
                <a:avLst/>
                <a:gdLst>
                  <a:gd name="csX0" fmla="*/ 563408 w 604462"/>
                  <a:gd name="csY0" fmla="*/ 907306 h 907306"/>
                  <a:gd name="csX1" fmla="*/ 40975 w 604462"/>
                  <a:gd name="csY1" fmla="*/ 907306 h 907306"/>
                  <a:gd name="csX2" fmla="*/ 0 w 604462"/>
                  <a:gd name="csY2" fmla="*/ 866331 h 907306"/>
                  <a:gd name="csX3" fmla="*/ 0 w 604462"/>
                  <a:gd name="csY3" fmla="*/ 40975 h 907306"/>
                  <a:gd name="csX4" fmla="*/ 40975 w 604462"/>
                  <a:gd name="csY4" fmla="*/ 0 h 907306"/>
                  <a:gd name="csX5" fmla="*/ 563408 w 604462"/>
                  <a:gd name="csY5" fmla="*/ 0 h 907306"/>
                  <a:gd name="csX6" fmla="*/ 604383 w 604462"/>
                  <a:gd name="csY6" fmla="*/ 40975 h 907306"/>
                  <a:gd name="csX7" fmla="*/ 604383 w 604462"/>
                  <a:gd name="csY7" fmla="*/ 864868 h 907306"/>
                  <a:gd name="csX8" fmla="*/ 563408 w 604462"/>
                  <a:gd name="csY8" fmla="*/ 907306 h 9073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</a:cxnLst>
                <a:rect l="l" t="t" r="r" b="b"/>
                <a:pathLst>
                  <a:path w="604462" h="907306">
                    <a:moveTo>
                      <a:pt x="563408" y="907306"/>
                    </a:moveTo>
                    <a:lnTo>
                      <a:pt x="40975" y="907306"/>
                    </a:lnTo>
                    <a:cubicBezTo>
                      <a:pt x="17561" y="907306"/>
                      <a:pt x="0" y="888282"/>
                      <a:pt x="0" y="866331"/>
                    </a:cubicBezTo>
                    <a:lnTo>
                      <a:pt x="0" y="40975"/>
                    </a:lnTo>
                    <a:cubicBezTo>
                      <a:pt x="0" y="17561"/>
                      <a:pt x="19024" y="0"/>
                      <a:pt x="40975" y="0"/>
                    </a:cubicBezTo>
                    <a:lnTo>
                      <a:pt x="563408" y="0"/>
                    </a:lnTo>
                    <a:cubicBezTo>
                      <a:pt x="586822" y="0"/>
                      <a:pt x="604383" y="19024"/>
                      <a:pt x="604383" y="40975"/>
                    </a:cubicBezTo>
                    <a:lnTo>
                      <a:pt x="604383" y="864868"/>
                    </a:lnTo>
                    <a:cubicBezTo>
                      <a:pt x="605846" y="888282"/>
                      <a:pt x="586822" y="907306"/>
                      <a:pt x="563408" y="90730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/>
              </a:ln>
            </p:spPr>
            <p:txBody>
              <a:bodyPr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8A22CC84-B169-1A80-17FA-B8C93ED08229}"/>
                  </a:ext>
                </a:extLst>
              </p:cNvPr>
              <p:cNvSpPr/>
              <p:nvPr/>
            </p:nvSpPr>
            <p:spPr>
              <a:xfrm>
                <a:off x="-1207313" y="3053985"/>
                <a:ext cx="467167" cy="638334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/>
              </a:ln>
            </p:spPr>
            <p:txBody>
              <a:bodyPr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B1646B3F-1E52-40DF-FDBF-44B4EFF71728}"/>
                  </a:ext>
                </a:extLst>
              </p:cNvPr>
              <p:cNvSpPr/>
              <p:nvPr/>
            </p:nvSpPr>
            <p:spPr>
              <a:xfrm>
                <a:off x="-1005192" y="3773789"/>
                <a:ext cx="64389" cy="64389"/>
              </a:xfrm>
              <a:prstGeom prst="ellips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/>
              </a:ln>
            </p:spPr>
            <p:txBody>
              <a:bodyPr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111918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endParaRPr>
              </a:p>
            </p:txBody>
          </p:sp>
          <p:pic>
            <p:nvPicPr>
              <p:cNvPr id="80" name="CustomIcon">
                <a:extLst>
                  <a:ext uri="{FF2B5EF4-FFF2-40B4-BE49-F238E27FC236}">
                    <a16:creationId xmlns:a16="http://schemas.microsoft.com/office/drawing/2014/main" id="{D3657299-B4FA-76D8-82F6-AFB87331CD59}"/>
                  </a:ext>
                </a:extLst>
              </p:cNvPr>
              <p:cNvPicPr>
                <a:picLocks noChangeAspect="1"/>
              </p:cNvPicPr>
              <p:nvPr>
                <p:custDataLst>
                  <p:tags r:id="rId18"/>
                </p:custDataLst>
              </p:nvPr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-1131210" y="3215672"/>
                <a:ext cx="314960" cy="314960"/>
              </a:xfrm>
              <a:prstGeom prst="rect">
                <a:avLst/>
              </a:prstGeom>
            </p:spPr>
          </p:pic>
        </p:grp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38B50A9D-496F-1C89-150C-2DDD7049E7AD}"/>
              </a:ext>
            </a:extLst>
          </p:cNvPr>
          <p:cNvGrpSpPr/>
          <p:nvPr/>
        </p:nvGrpSpPr>
        <p:grpSpPr>
          <a:xfrm>
            <a:off x="7689771" y="3156936"/>
            <a:ext cx="274320" cy="274320"/>
            <a:chOff x="7655021" y="3371451"/>
            <a:chExt cx="326801" cy="271329"/>
          </a:xfrm>
        </p:grpSpPr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C723950C-7FE1-1857-A340-ED9BF417796A}"/>
                </a:ext>
              </a:extLst>
            </p:cNvPr>
            <p:cNvSpPr/>
            <p:nvPr/>
          </p:nvSpPr>
          <p:spPr>
            <a:xfrm>
              <a:off x="7655021" y="3371451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75" name="CustomIcon">
              <a:extLst>
                <a:ext uri="{FF2B5EF4-FFF2-40B4-BE49-F238E27FC236}">
                  <a16:creationId xmlns:a16="http://schemas.microsoft.com/office/drawing/2014/main" id="{D59654A7-2BE0-8E4A-890F-37B4D88F6D07}"/>
                </a:ext>
              </a:extLst>
            </p:cNvPr>
            <p:cNvPicPr>
              <a:picLocks noChangeAspect="1"/>
            </p:cNvPicPr>
            <p:nvPr>
              <p:custDataLst>
                <p:tags r:id="rId17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7723961" y="3428689"/>
              <a:ext cx="188920" cy="156852"/>
            </a:xfrm>
            <a:prstGeom prst="rect">
              <a:avLst/>
            </a:prstGeom>
          </p:spPr>
        </p:pic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5B0A2220-048E-2E30-74BD-BA7633277B17}"/>
              </a:ext>
            </a:extLst>
          </p:cNvPr>
          <p:cNvGrpSpPr/>
          <p:nvPr/>
        </p:nvGrpSpPr>
        <p:grpSpPr>
          <a:xfrm>
            <a:off x="8243378" y="2578798"/>
            <a:ext cx="274320" cy="274320"/>
            <a:chOff x="8192199" y="2793313"/>
            <a:chExt cx="326801" cy="271329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6B8A0A14-680F-9018-BF1D-95AC24001890}"/>
                </a:ext>
              </a:extLst>
            </p:cNvPr>
            <p:cNvSpPr/>
            <p:nvPr/>
          </p:nvSpPr>
          <p:spPr>
            <a:xfrm>
              <a:off x="8192199" y="2793313"/>
              <a:ext cx="326801" cy="271329"/>
            </a:xfrm>
            <a:prstGeom prst="ellipse">
              <a:avLst/>
            </a:prstGeom>
            <a:solidFill>
              <a:schemeClr val="accent2"/>
            </a:solidFill>
            <a:ln w="6350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pic>
          <p:nvPicPr>
            <p:cNvPr id="76" name="CustomIcon">
              <a:extLst>
                <a:ext uri="{FF2B5EF4-FFF2-40B4-BE49-F238E27FC236}">
                  <a16:creationId xmlns:a16="http://schemas.microsoft.com/office/drawing/2014/main" id="{F4B3312F-6447-3A1C-C705-C77BD429D037}"/>
                </a:ext>
              </a:extLst>
            </p:cNvPr>
            <p:cNvPicPr>
              <a:picLocks noChangeAspect="1"/>
            </p:cNvPicPr>
            <p:nvPr>
              <p:custDataLst>
                <p:tags r:id="rId16"/>
              </p:custDataLst>
            </p:nvPr>
          </p:nvPicPr>
          <p:blipFill>
            <a:blip>
              <a:extLs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8261139" y="2850551"/>
              <a:ext cx="188920" cy="156852"/>
            </a:xfrm>
            <a:prstGeom prst="rect">
              <a:avLst/>
            </a:prstGeom>
          </p:spPr>
        </p:pic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5B85A3E2-E35F-233A-0893-4F0672C4C384}"/>
              </a:ext>
            </a:extLst>
          </p:cNvPr>
          <p:cNvSpPr txBox="1"/>
          <p:nvPr/>
        </p:nvSpPr>
        <p:spPr>
          <a:xfrm>
            <a:off x="10444468" y="2218490"/>
            <a:ext cx="1172140" cy="1231106"/>
          </a:xfrm>
          <a:prstGeom prst="wedgeRectCallout">
            <a:avLst>
              <a:gd name="adj1" fmla="val -75874"/>
              <a:gd name="adj2" fmla="val -21265"/>
            </a:avLst>
          </a:prstGeom>
          <a:solidFill>
            <a:schemeClr val="bg2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6200" tIns="76200" rIns="76200" bIns="7620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Tool identified that most churners take the following journey and root causes of dissatisfaction are X and Y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568E569E-0D34-CF4C-008C-9F27D6893ACE}"/>
              </a:ext>
            </a:extLst>
          </p:cNvPr>
          <p:cNvSpPr>
            <a:spLocks/>
          </p:cNvSpPr>
          <p:nvPr/>
        </p:nvSpPr>
        <p:spPr>
          <a:xfrm>
            <a:off x="554734" y="1779309"/>
            <a:ext cx="1388366" cy="2115964"/>
          </a:xfrm>
          <a:prstGeom prst="roundRect">
            <a:avLst>
              <a:gd name="adj" fmla="val 6971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en-GB" sz="1200" b="1">
                <a:solidFill>
                  <a:schemeClr val="bg1"/>
                </a:solidFill>
              </a:rPr>
              <a:t>Approach</a:t>
            </a:r>
          </a:p>
        </p:txBody>
      </p:sp>
      <p:pic>
        <p:nvPicPr>
          <p:cNvPr id="63" name="CustomIcon">
            <a:extLst>
              <a:ext uri="{FF2B5EF4-FFF2-40B4-BE49-F238E27FC236}">
                <a16:creationId xmlns:a16="http://schemas.microsoft.com/office/drawing/2014/main" id="{5BC65694-6173-D042-3BE9-DB1824517299}"/>
              </a:ext>
            </a:extLst>
          </p:cNvPr>
          <p:cNvPicPr>
            <a:picLocks noChangeAspect="1"/>
          </p:cNvPicPr>
          <p:nvPr>
            <p:custDataLst>
              <p:tags r:id="rId7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1514477" y="3480263"/>
            <a:ext cx="350044" cy="350044"/>
          </a:xfrm>
          <a:prstGeom prst="rect">
            <a:avLst/>
          </a:prstGeom>
        </p:spPr>
      </p:pic>
      <p:sp>
        <p:nvSpPr>
          <p:cNvPr id="89" name="TextBox 88">
            <a:extLst>
              <a:ext uri="{FF2B5EF4-FFF2-40B4-BE49-F238E27FC236}">
                <a16:creationId xmlns:a16="http://schemas.microsoft.com/office/drawing/2014/main" id="{A6C7BAE2-925B-31A4-F2FB-4BB455CAD89E}"/>
              </a:ext>
            </a:extLst>
          </p:cNvPr>
          <p:cNvSpPr txBox="1">
            <a:spLocks/>
          </p:cNvSpPr>
          <p:nvPr>
            <p:custDataLst>
              <p:tags r:id="rId8"/>
            </p:custDataLst>
          </p:nvPr>
        </p:nvSpPr>
        <p:spPr>
          <a:xfrm>
            <a:off x="1997381" y="1779310"/>
            <a:ext cx="2498419" cy="2115964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000" b="1">
                <a:latin typeface="+mn-lt"/>
                <a:ea typeface="Arial Unicode MS" panose="020B0604020202020204"/>
              </a:rPr>
              <a:t>Installed an analysis tool</a:t>
            </a:r>
            <a:r>
              <a:rPr lang="en-US" sz="1000" b="1">
                <a:latin typeface="+mn-lt"/>
              </a:rPr>
              <a:t> </a:t>
            </a:r>
            <a:r>
              <a:rPr lang="en-US" sz="1000">
                <a:latin typeface="+mn-lt"/>
                <a:ea typeface="Arial Unicode MS" panose="020B0604020202020204"/>
              </a:rPr>
              <a:t>to process all customer data available</a:t>
            </a:r>
          </a:p>
          <a:p>
            <a:pPr lvl="1"/>
            <a:r>
              <a:rPr lang="en-US" sz="1000" b="1" err="1">
                <a:latin typeface="+mn-lt"/>
                <a:ea typeface="Arial Unicode MS" panose="020B0604020202020204"/>
              </a:rPr>
              <a:t>Visualised</a:t>
            </a:r>
            <a:r>
              <a:rPr lang="en-US" sz="1000" b="1">
                <a:latin typeface="+mn-lt"/>
                <a:ea typeface="Arial Unicode MS" panose="020B0604020202020204"/>
              </a:rPr>
              <a:t> the customer journeys </a:t>
            </a:r>
            <a:r>
              <a:rPr lang="en-US" sz="1000">
                <a:latin typeface="+mn-lt"/>
                <a:ea typeface="Arial Unicode MS" panose="020B0604020202020204"/>
              </a:rPr>
              <a:t>and root causes of customer dissatisfaction</a:t>
            </a:r>
          </a:p>
          <a:p>
            <a:pPr lvl="1"/>
            <a:r>
              <a:rPr lang="en-US" sz="1000" b="1">
                <a:latin typeface="+mn-lt"/>
                <a:ea typeface="Arial Unicode MS" panose="020B0604020202020204"/>
              </a:rPr>
              <a:t>Developed action plan </a:t>
            </a:r>
            <a:r>
              <a:rPr lang="en-US" sz="1000">
                <a:latin typeface="+mn-lt"/>
                <a:ea typeface="Arial Unicode MS" panose="020B0604020202020204"/>
              </a:rPr>
              <a:t>(including trainings, adjusted calls scripts, </a:t>
            </a:r>
            <a:r>
              <a:rPr lang="en-US" sz="1000" err="1">
                <a:latin typeface="+mn-lt"/>
                <a:ea typeface="Arial Unicode MS" panose="020B0604020202020204"/>
              </a:rPr>
              <a:t>etc</a:t>
            </a:r>
            <a:r>
              <a:rPr lang="en-US" sz="1000">
                <a:latin typeface="+mn-lt"/>
                <a:ea typeface="Arial Unicode MS" panose="020B0604020202020204"/>
              </a:rPr>
              <a:t>) to improve relevant touch points and provide a satisfactory experience</a:t>
            </a:r>
          </a:p>
          <a:p>
            <a:pPr lvl="1"/>
            <a:r>
              <a:rPr lang="en-US" sz="1000" b="1" err="1">
                <a:latin typeface="+mn-lt"/>
                <a:ea typeface="Arial Unicode MS" panose="020B0604020202020204"/>
              </a:rPr>
              <a:t>Optimised</a:t>
            </a:r>
            <a:r>
              <a:rPr lang="en-US" sz="1000" b="1">
                <a:latin typeface="+mn-lt"/>
                <a:ea typeface="Arial Unicode MS" panose="020B0604020202020204"/>
              </a:rPr>
              <a:t> service spend accordingly</a:t>
            </a:r>
            <a:r>
              <a:rPr lang="en-US" sz="1000">
                <a:latin typeface="+mn-lt"/>
                <a:ea typeface="Arial Unicode MS" panose="020B0604020202020204"/>
              </a:rPr>
              <a:t> (i.e., increased service spend where it gives impact, decreased service spend elsewhere) 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7E1DEBB6-5BA8-3163-38FF-6E4125040E2D}"/>
              </a:ext>
            </a:extLst>
          </p:cNvPr>
          <p:cNvSpPr>
            <a:spLocks/>
          </p:cNvSpPr>
          <p:nvPr/>
        </p:nvSpPr>
        <p:spPr>
          <a:xfrm>
            <a:off x="554734" y="4067174"/>
            <a:ext cx="1388366" cy="425412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en-GB" sz="1200" b="1">
                <a:solidFill>
                  <a:schemeClr val="bg1"/>
                </a:solidFill>
              </a:rPr>
              <a:t>Data usage </a:t>
            </a:r>
          </a:p>
        </p:txBody>
      </p:sp>
      <p:pic>
        <p:nvPicPr>
          <p:cNvPr id="65" name="CustomIcon">
            <a:extLst>
              <a:ext uri="{FF2B5EF4-FFF2-40B4-BE49-F238E27FC236}">
                <a16:creationId xmlns:a16="http://schemas.microsoft.com/office/drawing/2014/main" id="{CC1810D3-EFD9-93E2-0FA4-873CDFC1923B}"/>
              </a:ext>
            </a:extLst>
          </p:cNvPr>
          <p:cNvPicPr>
            <a:picLocks noChangeAspect="1"/>
          </p:cNvPicPr>
          <p:nvPr>
            <p:custDataLst>
              <p:tags r:id="rId9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44"/>
              </a:ext>
            </a:extLst>
          </a:blip>
          <a:stretch>
            <a:fillRect/>
          </a:stretch>
        </p:blipFill>
        <p:spPr>
          <a:xfrm>
            <a:off x="1550193" y="4122717"/>
            <a:ext cx="314327" cy="314327"/>
          </a:xfrm>
          <a:prstGeom prst="rect">
            <a:avLst/>
          </a:prstGeom>
        </p:spPr>
      </p:pic>
      <p:sp>
        <p:nvSpPr>
          <p:cNvPr id="91" name="TextBox 90">
            <a:extLst>
              <a:ext uri="{FF2B5EF4-FFF2-40B4-BE49-F238E27FC236}">
                <a16:creationId xmlns:a16="http://schemas.microsoft.com/office/drawing/2014/main" id="{59D2E563-1806-CADC-2C4F-8F765E5A7B00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1997379" y="4067174"/>
            <a:ext cx="9637409" cy="346249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000" b="1">
                <a:latin typeface="+mn-lt"/>
                <a:ea typeface="Arial Unicode MS" panose="020B0604020202020204"/>
              </a:rPr>
              <a:t>Used internal data </a:t>
            </a:r>
            <a:r>
              <a:rPr lang="en-US" sz="1000">
                <a:latin typeface="+mn-lt"/>
                <a:ea typeface="Arial Unicode MS" panose="020B0604020202020204"/>
              </a:rPr>
              <a:t>– as this activity is focused on retaining current customers </a:t>
            </a:r>
          </a:p>
          <a:p>
            <a:pPr lvl="1"/>
            <a:r>
              <a:rPr lang="en-US" sz="1000" b="1">
                <a:latin typeface="+mn-lt"/>
                <a:ea typeface="Arial Unicode MS" panose="020B0604020202020204"/>
              </a:rPr>
              <a:t>Data allowed bank to trace each dissatisfied customer </a:t>
            </a:r>
            <a:r>
              <a:rPr lang="en-US" sz="1000">
                <a:latin typeface="+mn-lt"/>
                <a:ea typeface="Arial Unicode MS" panose="020B0604020202020204"/>
              </a:rPr>
              <a:t>through their journey with the bank, looking at activity at each stage of the journey 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49AB276-8975-7ACB-A339-0E5127027664}"/>
              </a:ext>
            </a:extLst>
          </p:cNvPr>
          <p:cNvSpPr>
            <a:spLocks/>
          </p:cNvSpPr>
          <p:nvPr/>
        </p:nvSpPr>
        <p:spPr>
          <a:xfrm>
            <a:off x="554734" y="4664486"/>
            <a:ext cx="1388366" cy="538609"/>
          </a:xfrm>
          <a:prstGeom prst="roundRect">
            <a:avLst/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en-GB" sz="1200" b="1">
                <a:solidFill>
                  <a:schemeClr val="bg1"/>
                </a:solidFill>
              </a:rPr>
              <a:t>Impact</a:t>
            </a:r>
          </a:p>
        </p:txBody>
      </p:sp>
      <p:pic>
        <p:nvPicPr>
          <p:cNvPr id="67" name="CustomIcon">
            <a:extLst>
              <a:ext uri="{FF2B5EF4-FFF2-40B4-BE49-F238E27FC236}">
                <a16:creationId xmlns:a16="http://schemas.microsoft.com/office/drawing/2014/main" id="{7489724B-190C-C9B4-F009-CF51DD334A98}"/>
              </a:ext>
            </a:extLst>
          </p:cNvPr>
          <p:cNvPicPr>
            <a:picLocks noChangeAspect="1"/>
          </p:cNvPicPr>
          <p:nvPr>
            <p:custDataLst>
              <p:tags r:id="rId11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1514477" y="4758768"/>
            <a:ext cx="350044" cy="350044"/>
          </a:xfrm>
          <a:prstGeom prst="rect">
            <a:avLst/>
          </a:prstGeom>
        </p:spPr>
      </p:pic>
      <p:sp>
        <p:nvSpPr>
          <p:cNvPr id="93" name="TextBox 92">
            <a:extLst>
              <a:ext uri="{FF2B5EF4-FFF2-40B4-BE49-F238E27FC236}">
                <a16:creationId xmlns:a16="http://schemas.microsoft.com/office/drawing/2014/main" id="{450DBA0E-1205-B5BA-AA83-C289BCB018B2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1997381" y="4664486"/>
            <a:ext cx="9637409" cy="538609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sz="1000" b="1">
                <a:latin typeface="+mn-lt"/>
              </a:rPr>
              <a:t>Drove up CSAT by 5-10 ppts</a:t>
            </a:r>
          </a:p>
          <a:p>
            <a:pPr lvl="1"/>
            <a:r>
              <a:rPr lang="en-US" sz="1000" b="1">
                <a:latin typeface="+mn-lt"/>
              </a:rPr>
              <a:t>Decreased customer churn by 2%</a:t>
            </a:r>
          </a:p>
          <a:p>
            <a:pPr lvl="1"/>
            <a:r>
              <a:rPr lang="en-US" sz="1000" b="1">
                <a:latin typeface="+mn-lt"/>
              </a:rPr>
              <a:t>Reduced service cost by 10-25% 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12A6039-BC90-58BD-DB78-8CC1F22D5E51}"/>
              </a:ext>
            </a:extLst>
          </p:cNvPr>
          <p:cNvSpPr>
            <a:spLocks/>
          </p:cNvSpPr>
          <p:nvPr/>
        </p:nvSpPr>
        <p:spPr>
          <a:xfrm>
            <a:off x="554734" y="5374997"/>
            <a:ext cx="1388366" cy="811957"/>
          </a:xfrm>
          <a:prstGeom prst="roundRect">
            <a:avLst>
              <a:gd name="adj" fmla="val 7115"/>
            </a:avLst>
          </a:prstGeom>
          <a:solidFill>
            <a:schemeClr val="accent2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en-GB" sz="1200" b="1">
                <a:solidFill>
                  <a:schemeClr val="bg1"/>
                </a:solidFill>
              </a:rPr>
              <a:t>Other metrics </a:t>
            </a:r>
            <a:br>
              <a:rPr lang="en-GB" sz="1200" b="1">
                <a:solidFill>
                  <a:schemeClr val="bg1"/>
                </a:solidFill>
              </a:rPr>
            </a:br>
            <a:r>
              <a:rPr lang="en-GB" sz="1200" b="1">
                <a:solidFill>
                  <a:schemeClr val="bg1"/>
                </a:solidFill>
              </a:rPr>
              <a:t>that </a:t>
            </a:r>
            <a:br>
              <a:rPr lang="en-GB" sz="1200" b="1">
                <a:solidFill>
                  <a:schemeClr val="bg1"/>
                </a:solidFill>
              </a:rPr>
            </a:br>
            <a:r>
              <a:rPr lang="en-GB" sz="1200" b="1">
                <a:solidFill>
                  <a:schemeClr val="bg1"/>
                </a:solidFill>
              </a:rPr>
              <a:t>players </a:t>
            </a:r>
            <a:br>
              <a:rPr lang="en-GB" sz="1200" b="1">
                <a:solidFill>
                  <a:schemeClr val="bg1"/>
                </a:solidFill>
              </a:rPr>
            </a:br>
            <a:r>
              <a:rPr lang="en-GB" sz="1200" b="1">
                <a:solidFill>
                  <a:schemeClr val="bg1"/>
                </a:solidFill>
              </a:rPr>
              <a:t>use</a:t>
            </a:r>
          </a:p>
        </p:txBody>
      </p:sp>
      <p:pic>
        <p:nvPicPr>
          <p:cNvPr id="69" name="CustomIcon">
            <a:extLst>
              <a:ext uri="{FF2B5EF4-FFF2-40B4-BE49-F238E27FC236}">
                <a16:creationId xmlns:a16="http://schemas.microsoft.com/office/drawing/2014/main" id="{3E5372FA-1620-9FDA-703F-BEE35FB63BE9}"/>
              </a:ext>
            </a:extLst>
          </p:cNvPr>
          <p:cNvPicPr>
            <a:picLocks noChangeAspect="1"/>
          </p:cNvPicPr>
          <p:nvPr>
            <p:custDataLst>
              <p:tags r:id="rId13"/>
            </p:custDataLst>
          </p:nvPr>
        </p:nvPicPr>
        <p:blipFill>
          <a:blip>
            <a:extLs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>
            <a:off x="1514477" y="5773577"/>
            <a:ext cx="350044" cy="350044"/>
          </a:xfrm>
          <a:prstGeom prst="rect">
            <a:avLst/>
          </a:prstGeom>
        </p:spPr>
      </p:pic>
      <p:grpSp>
        <p:nvGrpSpPr>
          <p:cNvPr id="98" name="Group 97">
            <a:extLst>
              <a:ext uri="{FF2B5EF4-FFF2-40B4-BE49-F238E27FC236}">
                <a16:creationId xmlns:a16="http://schemas.microsoft.com/office/drawing/2014/main" id="{E545B28D-4E08-3ADD-A55F-5BD5489AA960}"/>
              </a:ext>
            </a:extLst>
          </p:cNvPr>
          <p:cNvGrpSpPr>
            <a:grpSpLocks/>
          </p:cNvGrpSpPr>
          <p:nvPr/>
        </p:nvGrpSpPr>
        <p:grpSpPr>
          <a:xfrm>
            <a:off x="1997381" y="5374996"/>
            <a:ext cx="9637409" cy="730969"/>
            <a:chOff x="1997381" y="5144373"/>
            <a:chExt cx="9637409" cy="730969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68326CD7-60B3-BFD4-45F9-E7254EBB55B4}"/>
                </a:ext>
              </a:extLst>
            </p:cNvPr>
            <p:cNvSpPr txBox="1"/>
            <p:nvPr>
              <p:custDataLst>
                <p:tags r:id="rId14"/>
              </p:custDataLst>
            </p:nvPr>
          </p:nvSpPr>
          <p:spPr>
            <a:xfrm>
              <a:off x="1997381" y="5144373"/>
              <a:ext cx="9637409" cy="730969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lvl="1"/>
              <a:r>
                <a:rPr lang="en-US" sz="1000">
                  <a:latin typeface="+mn-lt"/>
                </a:rPr>
                <a:t>Duration of </a:t>
              </a:r>
              <a:r>
                <a:rPr lang="en-US" sz="1000" b="1">
                  <a:latin typeface="+mn-lt"/>
                </a:rPr>
                <a:t>outstanding loans/credit lines </a:t>
              </a:r>
              <a:r>
                <a:rPr lang="en-US" sz="1000">
                  <a:latin typeface="+mn-lt"/>
                </a:rPr>
                <a:t>in maturity </a:t>
              </a:r>
            </a:p>
            <a:p>
              <a:pPr lvl="1"/>
              <a:r>
                <a:rPr lang="en-US" sz="1000">
                  <a:latin typeface="+mn-lt"/>
                </a:rPr>
                <a:t>Time since </a:t>
              </a:r>
              <a:r>
                <a:rPr lang="en-US" sz="1000" b="1">
                  <a:latin typeface="+mn-lt"/>
                </a:rPr>
                <a:t>last visit by RM </a:t>
              </a:r>
              <a:r>
                <a:rPr lang="en-US" sz="1000">
                  <a:latin typeface="+mn-lt"/>
                </a:rPr>
                <a:t>or Specialist </a:t>
              </a:r>
            </a:p>
            <a:p>
              <a:pPr lvl="1"/>
              <a:r>
                <a:rPr lang="en-US" sz="1000" b="1">
                  <a:latin typeface="+mn-lt"/>
                </a:rPr>
                <a:t>Cash balance </a:t>
              </a:r>
              <a:r>
                <a:rPr lang="en-US" sz="1000">
                  <a:latin typeface="+mn-lt"/>
                </a:rPr>
                <a:t>relative to size </a:t>
              </a:r>
            </a:p>
            <a:p>
              <a:pPr lvl="1"/>
              <a:r>
                <a:rPr lang="en-US" sz="1000" b="1">
                  <a:latin typeface="+mn-lt"/>
                </a:rPr>
                <a:t>Duration of cash management relationship </a:t>
              </a:r>
              <a:endParaRPr lang="en-US" sz="1000">
                <a:latin typeface="+mn-lt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5DC8CD9-6E67-FB64-7E37-DAF386CEF7D2}"/>
                </a:ext>
              </a:extLst>
            </p:cNvPr>
            <p:cNvSpPr txBox="1"/>
            <p:nvPr>
              <p:custDataLst>
                <p:tags r:id="rId15"/>
              </p:custDataLst>
            </p:nvPr>
          </p:nvSpPr>
          <p:spPr>
            <a:xfrm>
              <a:off x="6226139" y="5144373"/>
              <a:ext cx="5404207" cy="538609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lvl="1"/>
              <a:r>
                <a:rPr lang="en-US" sz="1000">
                  <a:latin typeface="+mn-lt"/>
                </a:rPr>
                <a:t>Growth of fees relative to GDP / sector growth</a:t>
              </a:r>
            </a:p>
            <a:p>
              <a:pPr lvl="1"/>
              <a:r>
                <a:rPr lang="en-US" sz="1000" b="1">
                  <a:latin typeface="+mn-lt"/>
                </a:rPr>
                <a:t>Number of administrative changes / user access </a:t>
              </a:r>
              <a:r>
                <a:rPr lang="en-US" sz="1000">
                  <a:latin typeface="+mn-lt"/>
                </a:rPr>
                <a:t>requests </a:t>
              </a:r>
            </a:p>
            <a:p>
              <a:pPr lvl="1"/>
              <a:r>
                <a:rPr lang="en-US" sz="1000" b="1">
                  <a:latin typeface="+mn-lt"/>
                </a:rPr>
                <a:t>Win rate </a:t>
              </a:r>
              <a:r>
                <a:rPr lang="en-US" sz="1000">
                  <a:latin typeface="+mn-lt"/>
                </a:rPr>
                <a:t>in competitive transaction products</a:t>
              </a:r>
            </a:p>
          </p:txBody>
        </p:sp>
      </p:grp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33D20101-A105-2C22-C6E2-5999D96AE0FB}"/>
              </a:ext>
            </a:extLst>
          </p:cNvPr>
          <p:cNvCxnSpPr>
            <a:cxnSpLocks/>
          </p:cNvCxnSpPr>
          <p:nvPr/>
        </p:nvCxnSpPr>
        <p:spPr>
          <a:xfrm>
            <a:off x="5942898" y="5388111"/>
            <a:ext cx="0" cy="730969"/>
          </a:xfrm>
          <a:prstGeom prst="line">
            <a:avLst/>
          </a:prstGeom>
          <a:ln w="6350" cap="sq">
            <a:solidFill>
              <a:schemeClr val="bg1">
                <a:lumMod val="7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1388133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6F1EDC-5650-4D59-33C2-5DFDFB10FD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4734" y="534400"/>
            <a:ext cx="11082528" cy="369332"/>
          </a:xfrm>
        </p:spPr>
        <p:txBody>
          <a:bodyPr/>
          <a:lstStyle/>
          <a:p>
            <a:r>
              <a:rPr lang="en-US"/>
              <a:t>Backup</a:t>
            </a:r>
          </a:p>
        </p:txBody>
      </p:sp>
      <p:sp>
        <p:nvSpPr>
          <p:cNvPr id="3" name="1. On-page tracker">
            <a:extLst>
              <a:ext uri="{FF2B5EF4-FFF2-40B4-BE49-F238E27FC236}">
                <a16:creationId xmlns:a16="http://schemas.microsoft.com/office/drawing/2014/main" id="{77340C59-550B-E570-CA9C-68665E68CB5E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1"/>
            </p:custDataLst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675199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29BB3E5C-8159-078C-A3C7-70505D1D8A6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868014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404" imgH="405" progId="TCLayout.ActiveDocument.1">
                  <p:embed/>
                </p:oleObj>
              </mc:Choice>
              <mc:Fallback>
                <p:oleObj name="think-cell Slide" r:id="rId31" imgW="404" imgH="405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9BB3E5C-8159-078C-A3C7-70505D1D8A6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A1E6D606-D9DD-EE5C-CA3B-438524531F22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6" y="226624"/>
            <a:ext cx="5501206" cy="677108"/>
          </a:xfrm>
        </p:spPr>
        <p:txBody>
          <a:bodyPr vert="horz"/>
          <a:lstStyle/>
          <a:p>
            <a:r>
              <a:rPr lang="tr-TR"/>
              <a:t>RM scorecards for commercial need to be further specialized...</a:t>
            </a:r>
            <a:endParaRPr lang="en-US"/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CF20D8E3-1F89-407A-B8D8-6486A701785F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BF15375-6E47-45F2-3A2A-362CE2364264}"/>
              </a:ext>
            </a:extLst>
          </p:cNvPr>
          <p:cNvSpPr/>
          <p:nvPr/>
        </p:nvSpPr>
        <p:spPr>
          <a:xfrm>
            <a:off x="1163925" y="1864750"/>
            <a:ext cx="1222856" cy="486098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bg1"/>
                </a:solidFill>
              </a:rPr>
              <a:t>Squad KPIs</a:t>
            </a:r>
            <a:endParaRPr lang="en-US" sz="1400" b="1" err="1">
              <a:solidFill>
                <a:schemeClr val="bg1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3D3B691-D833-00D7-1195-FF0332813F15}"/>
              </a:ext>
            </a:extLst>
          </p:cNvPr>
          <p:cNvSpPr/>
          <p:nvPr/>
        </p:nvSpPr>
        <p:spPr>
          <a:xfrm>
            <a:off x="1163925" y="4194058"/>
            <a:ext cx="1222856" cy="486098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bg1"/>
                </a:solidFill>
              </a:rPr>
              <a:t>Individual        KPIs</a:t>
            </a:r>
            <a:endParaRPr lang="en-US" sz="1400" b="1" err="1">
              <a:solidFill>
                <a:schemeClr val="bg1"/>
              </a:solidFill>
            </a:endParaRPr>
          </a:p>
        </p:txBody>
      </p:sp>
      <p:sp>
        <p:nvSpPr>
          <p:cNvPr id="8" name="TrackerNumBlue 8">
            <a:extLst>
              <a:ext uri="{FF2B5EF4-FFF2-40B4-BE49-F238E27FC236}">
                <a16:creationId xmlns:a16="http://schemas.microsoft.com/office/drawing/2014/main" id="{EEB398EE-B82E-51B9-CA05-E84A83D8FFA1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554735" y="1923742"/>
            <a:ext cx="609190" cy="36784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bg1"/>
                </a:solidFill>
              </a:rPr>
              <a:t>60%</a:t>
            </a:r>
            <a:endParaRPr lang="en-US" sz="1400" b="1">
              <a:solidFill>
                <a:schemeClr val="bg1"/>
              </a:solidFill>
            </a:endParaRPr>
          </a:p>
        </p:txBody>
      </p:sp>
      <p:sp>
        <p:nvSpPr>
          <p:cNvPr id="11" name="TrackerNumBlue 8">
            <a:extLst>
              <a:ext uri="{FF2B5EF4-FFF2-40B4-BE49-F238E27FC236}">
                <a16:creationId xmlns:a16="http://schemas.microsoft.com/office/drawing/2014/main" id="{F1795EE5-1013-FAC7-F3A1-4448A9F45993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554735" y="4233386"/>
            <a:ext cx="609190" cy="367842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bg1"/>
                </a:solidFill>
              </a:rPr>
              <a:t>40%</a:t>
            </a:r>
            <a:endParaRPr lang="en-US" sz="1400" b="1">
              <a:solidFill>
                <a:schemeClr val="bg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582EC0E-B090-00A9-9ED5-14007A4F5823}"/>
              </a:ext>
            </a:extLst>
          </p:cNvPr>
          <p:cNvSpPr txBox="1"/>
          <p:nvPr/>
        </p:nvSpPr>
        <p:spPr>
          <a:xfrm>
            <a:off x="3360897" y="1923742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Net Revenue</a:t>
            </a:r>
            <a:endParaRPr lang="en-US" sz="1200"/>
          </a:p>
        </p:txBody>
      </p:sp>
      <p:sp>
        <p:nvSpPr>
          <p:cNvPr id="19" name="TrackerNumBlue 8">
            <a:extLst>
              <a:ext uri="{FF2B5EF4-FFF2-40B4-BE49-F238E27FC236}">
                <a16:creationId xmlns:a16="http://schemas.microsoft.com/office/drawing/2014/main" id="{B8EEF374-536E-CFC2-BC19-FBB258768C8B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2751708" y="1885592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20%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C51FECB-AAFB-1CFA-077C-9BFD1DDFF547}"/>
              </a:ext>
            </a:extLst>
          </p:cNvPr>
          <p:cNvSpPr txBox="1"/>
          <p:nvPr/>
        </p:nvSpPr>
        <p:spPr>
          <a:xfrm>
            <a:off x="3360897" y="2291584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Portfolio</a:t>
            </a:r>
            <a:endParaRPr lang="en-US" sz="1200"/>
          </a:p>
        </p:txBody>
      </p:sp>
      <p:sp>
        <p:nvSpPr>
          <p:cNvPr id="22" name="TrackerNumBlue 8">
            <a:extLst>
              <a:ext uri="{FF2B5EF4-FFF2-40B4-BE49-F238E27FC236}">
                <a16:creationId xmlns:a16="http://schemas.microsoft.com/office/drawing/2014/main" id="{9A0B6B1D-C303-7DAC-9A26-42DCCC5D6F5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2751708" y="2259290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20%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AAF372F-ADB0-D2D1-67A5-28D7E1C86782}"/>
              </a:ext>
            </a:extLst>
          </p:cNvPr>
          <p:cNvSpPr txBox="1"/>
          <p:nvPr/>
        </p:nvSpPr>
        <p:spPr>
          <a:xfrm>
            <a:off x="3360897" y="2659819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Deposits/Turnover (Payment)</a:t>
            </a:r>
            <a:endParaRPr lang="en-US" sz="1200"/>
          </a:p>
        </p:txBody>
      </p:sp>
      <p:sp>
        <p:nvSpPr>
          <p:cNvPr id="24" name="TrackerNumBlue 8">
            <a:extLst>
              <a:ext uri="{FF2B5EF4-FFF2-40B4-BE49-F238E27FC236}">
                <a16:creationId xmlns:a16="http://schemas.microsoft.com/office/drawing/2014/main" id="{2F8FF04A-FEBA-8E11-1D8E-F85B55ECE3D8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2751708" y="2627525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15%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A2359F4-64E1-1C01-BFA7-C64086C11A3B}"/>
              </a:ext>
            </a:extLst>
          </p:cNvPr>
          <p:cNvSpPr txBox="1"/>
          <p:nvPr/>
        </p:nvSpPr>
        <p:spPr>
          <a:xfrm>
            <a:off x="3360897" y="3001964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Risk Cost</a:t>
            </a:r>
            <a:endParaRPr lang="en-US" sz="1200"/>
          </a:p>
        </p:txBody>
      </p:sp>
      <p:sp>
        <p:nvSpPr>
          <p:cNvPr id="26" name="TrackerNumBlue 8">
            <a:extLst>
              <a:ext uri="{FF2B5EF4-FFF2-40B4-BE49-F238E27FC236}">
                <a16:creationId xmlns:a16="http://schemas.microsoft.com/office/drawing/2014/main" id="{BA3F7D31-99BC-B7FE-5333-19F7ED33FE99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2751708" y="2969670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15%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EBA6914-2FD7-08E3-B4EE-447CA11076B4}"/>
              </a:ext>
            </a:extLst>
          </p:cNvPr>
          <p:cNvSpPr txBox="1"/>
          <p:nvPr/>
        </p:nvSpPr>
        <p:spPr>
          <a:xfrm>
            <a:off x="3360897" y="3361439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Penetration (Salary Product)</a:t>
            </a:r>
            <a:endParaRPr lang="en-US" sz="1200"/>
          </a:p>
        </p:txBody>
      </p:sp>
      <p:sp>
        <p:nvSpPr>
          <p:cNvPr id="28" name="TrackerNumBlue 8">
            <a:extLst>
              <a:ext uri="{FF2B5EF4-FFF2-40B4-BE49-F238E27FC236}">
                <a16:creationId xmlns:a16="http://schemas.microsoft.com/office/drawing/2014/main" id="{1EED440F-EA06-C423-4609-7DC9DC67C787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2751708" y="3329145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20%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6CB15B0-9BB5-521A-8E69-194305E30925}"/>
              </a:ext>
            </a:extLst>
          </p:cNvPr>
          <p:cNvSpPr txBox="1"/>
          <p:nvPr/>
        </p:nvSpPr>
        <p:spPr>
          <a:xfrm>
            <a:off x="3360897" y="3762281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CIB CSI</a:t>
            </a:r>
            <a:endParaRPr lang="en-US" sz="1200"/>
          </a:p>
        </p:txBody>
      </p:sp>
      <p:sp>
        <p:nvSpPr>
          <p:cNvPr id="30" name="TrackerNumBlue 8">
            <a:extLst>
              <a:ext uri="{FF2B5EF4-FFF2-40B4-BE49-F238E27FC236}">
                <a16:creationId xmlns:a16="http://schemas.microsoft.com/office/drawing/2014/main" id="{A66AFB53-900A-1128-2346-342090EF8BC0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2751708" y="3729987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10%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FCDD516-448A-56EE-4272-EAD34C96E4AF}"/>
              </a:ext>
            </a:extLst>
          </p:cNvPr>
          <p:cNvSpPr txBox="1"/>
          <p:nvPr/>
        </p:nvSpPr>
        <p:spPr>
          <a:xfrm>
            <a:off x="3360897" y="4240396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Gross Income (Non-interest)</a:t>
            </a:r>
            <a:endParaRPr lang="en-US" sz="1200"/>
          </a:p>
        </p:txBody>
      </p:sp>
      <p:sp>
        <p:nvSpPr>
          <p:cNvPr id="32" name="TrackerNumBlue 8">
            <a:extLst>
              <a:ext uri="{FF2B5EF4-FFF2-40B4-BE49-F238E27FC236}">
                <a16:creationId xmlns:a16="http://schemas.microsoft.com/office/drawing/2014/main" id="{E7F1A09F-4F0F-A04C-0C3C-813A4476D5D9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2751708" y="4208102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40%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5615BD9-6699-48C0-0FC3-AAE27D752A3B}"/>
              </a:ext>
            </a:extLst>
          </p:cNvPr>
          <p:cNvSpPr txBox="1"/>
          <p:nvPr/>
        </p:nvSpPr>
        <p:spPr>
          <a:xfrm>
            <a:off x="3360897" y="4674775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Credit Portfolio EOP balance</a:t>
            </a:r>
            <a:endParaRPr lang="en-US" sz="1200"/>
          </a:p>
        </p:txBody>
      </p:sp>
      <p:sp>
        <p:nvSpPr>
          <p:cNvPr id="34" name="TrackerNumBlue 8">
            <a:extLst>
              <a:ext uri="{FF2B5EF4-FFF2-40B4-BE49-F238E27FC236}">
                <a16:creationId xmlns:a16="http://schemas.microsoft.com/office/drawing/2014/main" id="{737E1C50-95CC-5402-008C-9B7737751EE4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2751708" y="4617081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25%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2CF5E7B-7CAE-06F1-BA70-78EC4891906C}"/>
              </a:ext>
            </a:extLst>
          </p:cNvPr>
          <p:cNvSpPr txBox="1"/>
          <p:nvPr/>
        </p:nvSpPr>
        <p:spPr>
          <a:xfrm>
            <a:off x="3360897" y="5118492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Total deposits EOP balance</a:t>
            </a:r>
            <a:endParaRPr lang="en-US" sz="1200"/>
          </a:p>
        </p:txBody>
      </p:sp>
      <p:sp>
        <p:nvSpPr>
          <p:cNvPr id="36" name="TrackerNumBlue 8">
            <a:extLst>
              <a:ext uri="{FF2B5EF4-FFF2-40B4-BE49-F238E27FC236}">
                <a16:creationId xmlns:a16="http://schemas.microsoft.com/office/drawing/2014/main" id="{1FCEDAEF-D93C-08E2-E1D6-5BD7A83C2800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2751708" y="5086198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15%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1C9131A-AA2D-7379-B83A-B45A6BBF7EB6}"/>
              </a:ext>
            </a:extLst>
          </p:cNvPr>
          <p:cNvSpPr txBox="1"/>
          <p:nvPr/>
        </p:nvSpPr>
        <p:spPr>
          <a:xfrm>
            <a:off x="3360897" y="5532386"/>
            <a:ext cx="237548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sz="1200"/>
              <a:t>TF portfolio EOP balance</a:t>
            </a:r>
            <a:endParaRPr lang="en-US" sz="1200"/>
          </a:p>
        </p:txBody>
      </p:sp>
      <p:sp>
        <p:nvSpPr>
          <p:cNvPr id="38" name="TrackerNumBlue 8">
            <a:extLst>
              <a:ext uri="{FF2B5EF4-FFF2-40B4-BE49-F238E27FC236}">
                <a16:creationId xmlns:a16="http://schemas.microsoft.com/office/drawing/2014/main" id="{20190CC2-E498-D2EF-EF10-F9B3006E65F3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2751708" y="5500092"/>
            <a:ext cx="519566" cy="309686"/>
          </a:xfrm>
          <a:prstGeom prst="ellipse">
            <a:avLst/>
          </a:prstGeom>
          <a:solidFill>
            <a:schemeClr val="accent4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100" b="1">
                <a:solidFill>
                  <a:schemeClr val="bg1"/>
                </a:solidFill>
              </a:rPr>
              <a:t>20%</a:t>
            </a:r>
            <a:endParaRPr lang="en-US" sz="1100" b="1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80C27-A751-85D4-D5B8-8692AD03F16A}"/>
              </a:ext>
            </a:extLst>
          </p:cNvPr>
          <p:cNvSpPr txBox="1"/>
          <p:nvPr/>
        </p:nvSpPr>
        <p:spPr>
          <a:xfrm>
            <a:off x="6269610" y="1557314"/>
            <a:ext cx="2833426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3600" lvl="1" indent="0">
              <a:buNone/>
            </a:pPr>
            <a:r>
              <a:rPr lang="tr-TR" b="1"/>
              <a:t>Key Recommendations</a:t>
            </a:r>
            <a:endParaRPr lang="en-US" b="1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066A751-7731-5DB9-DD86-3675ECEA9A7C}"/>
              </a:ext>
            </a:extLst>
          </p:cNvPr>
          <p:cNvSpPr>
            <a:spLocks/>
          </p:cNvSpPr>
          <p:nvPr/>
        </p:nvSpPr>
        <p:spPr>
          <a:xfrm>
            <a:off x="554735" y="1513341"/>
            <a:ext cx="5331715" cy="303391"/>
          </a:xfrm>
          <a:prstGeom prst="rect">
            <a:avLst/>
          </a:prstGeom>
          <a:solidFill>
            <a:schemeClr val="accent4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bg1"/>
                </a:solidFill>
              </a:rPr>
              <a:t>Commercial RM Scorecard KPIs</a:t>
            </a:r>
            <a:endParaRPr lang="en-US" sz="1400" b="1">
              <a:solidFill>
                <a:schemeClr val="bg1"/>
              </a:solidFill>
            </a:endParaRPr>
          </a:p>
        </p:txBody>
      </p:sp>
      <p:cxnSp>
        <p:nvCxnSpPr>
          <p:cNvPr id="59" name="LineBasicStrong 59">
            <a:extLst>
              <a:ext uri="{FF2B5EF4-FFF2-40B4-BE49-F238E27FC236}">
                <a16:creationId xmlns:a16="http://schemas.microsoft.com/office/drawing/2014/main" id="{F9B98410-B75A-CABF-1B27-146E2252754B}"/>
              </a:ext>
            </a:extLst>
          </p:cNvPr>
          <p:cNvCxnSpPr>
            <a:cxnSpLocks/>
          </p:cNvCxnSpPr>
          <p:nvPr>
            <p:custDataLst>
              <p:tags r:id="rId15"/>
            </p:custDataLst>
          </p:nvPr>
        </p:nvCxnSpPr>
        <p:spPr>
          <a:xfrm>
            <a:off x="528925" y="4079001"/>
            <a:ext cx="5091587" cy="0"/>
          </a:xfrm>
          <a:prstGeom prst="straightConnector1">
            <a:avLst/>
          </a:prstGeom>
          <a:ln w="190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LineBasicStrong 59">
            <a:extLst>
              <a:ext uri="{FF2B5EF4-FFF2-40B4-BE49-F238E27FC236}">
                <a16:creationId xmlns:a16="http://schemas.microsoft.com/office/drawing/2014/main" id="{EF25040F-10E6-D95E-7797-318E05F67C69}"/>
              </a:ext>
            </a:extLst>
          </p:cNvPr>
          <p:cNvCxnSpPr>
            <a:cxnSpLocks/>
          </p:cNvCxnSpPr>
          <p:nvPr>
            <p:custDataLst>
              <p:tags r:id="rId16"/>
            </p:custDataLst>
          </p:nvPr>
        </p:nvCxnSpPr>
        <p:spPr>
          <a:xfrm>
            <a:off x="545211" y="1816732"/>
            <a:ext cx="11256363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BD566A0B-E962-3016-BFAC-D5955017EB87}"/>
              </a:ext>
            </a:extLst>
          </p:cNvPr>
          <p:cNvSpPr txBox="1"/>
          <p:nvPr/>
        </p:nvSpPr>
        <p:spPr>
          <a:xfrm>
            <a:off x="6390966" y="1985373"/>
            <a:ext cx="5397077" cy="64633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tr-TR" b="1"/>
              <a:t>60% Squad KPIs for sales professionals owning own sales portfolios</a:t>
            </a:r>
            <a:r>
              <a:rPr lang="tr-TR"/>
              <a:t> is above benchmarks (app. 20% for team level KPIs) – where individual targets for RMs lack prioritization  </a:t>
            </a:r>
          </a:p>
        </p:txBody>
      </p:sp>
      <p:sp>
        <p:nvSpPr>
          <p:cNvPr id="39" name="TrackerNumBlue 39">
            <a:extLst>
              <a:ext uri="{FF2B5EF4-FFF2-40B4-BE49-F238E27FC236}">
                <a16:creationId xmlns:a16="http://schemas.microsoft.com/office/drawing/2014/main" id="{40A7AC6C-D640-7FD8-0B67-82E6551C6140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>
            <a:off x="6269610" y="1985373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41" name="TrackerNumBlue 39">
            <a:extLst>
              <a:ext uri="{FF2B5EF4-FFF2-40B4-BE49-F238E27FC236}">
                <a16:creationId xmlns:a16="http://schemas.microsoft.com/office/drawing/2014/main" id="{F899DD5C-6B43-049D-056C-B3FCA1449369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>
            <a:off x="1039594" y="1787958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42" name="TrackerNumBlue 39">
            <a:extLst>
              <a:ext uri="{FF2B5EF4-FFF2-40B4-BE49-F238E27FC236}">
                <a16:creationId xmlns:a16="http://schemas.microsoft.com/office/drawing/2014/main" id="{23919C09-DF54-2B7B-7DFE-BF4CA6CEEF20}"/>
              </a:ext>
            </a:extLst>
          </p:cNvPr>
          <p:cNvSpPr/>
          <p:nvPr>
            <p:custDataLst>
              <p:tags r:id="rId19"/>
            </p:custDataLst>
          </p:nvPr>
        </p:nvSpPr>
        <p:spPr>
          <a:xfrm>
            <a:off x="2521710" y="4201431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4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62EDAA60-64CB-9AED-EDCB-95F2DABF3811}"/>
              </a:ext>
            </a:extLst>
          </p:cNvPr>
          <p:cNvSpPr txBox="1"/>
          <p:nvPr/>
        </p:nvSpPr>
        <p:spPr>
          <a:xfrm>
            <a:off x="6390966" y="3358672"/>
            <a:ext cx="5397077" cy="64633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 b="1"/>
              <a:t>Penetration </a:t>
            </a:r>
            <a:r>
              <a:rPr lang="en-US"/>
              <a:t>is specialized through only </a:t>
            </a:r>
            <a:r>
              <a:rPr lang="en-US" b="1"/>
              <a:t>one product (Salary), </a:t>
            </a:r>
            <a:r>
              <a:rPr lang="en-US"/>
              <a:t>which should be on </a:t>
            </a:r>
            <a:r>
              <a:rPr lang="en-US" b="1"/>
              <a:t>multiple product level based on client portfolio</a:t>
            </a:r>
          </a:p>
        </p:txBody>
      </p:sp>
      <p:sp>
        <p:nvSpPr>
          <p:cNvPr id="44" name="TrackerNumBlue 39">
            <a:extLst>
              <a:ext uri="{FF2B5EF4-FFF2-40B4-BE49-F238E27FC236}">
                <a16:creationId xmlns:a16="http://schemas.microsoft.com/office/drawing/2014/main" id="{C6971898-BDDD-F0ED-DB24-1F20F33951A2}"/>
              </a:ext>
            </a:extLst>
          </p:cNvPr>
          <p:cNvSpPr/>
          <p:nvPr>
            <p:custDataLst>
              <p:tags r:id="rId20"/>
            </p:custDataLst>
          </p:nvPr>
        </p:nvSpPr>
        <p:spPr>
          <a:xfrm>
            <a:off x="6256910" y="3396739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3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45" name="TrackerNumBlue 39">
            <a:extLst>
              <a:ext uri="{FF2B5EF4-FFF2-40B4-BE49-F238E27FC236}">
                <a16:creationId xmlns:a16="http://schemas.microsoft.com/office/drawing/2014/main" id="{00344F65-7CC4-B216-6009-98FC29BD0558}"/>
              </a:ext>
            </a:extLst>
          </p:cNvPr>
          <p:cNvSpPr/>
          <p:nvPr>
            <p:custDataLst>
              <p:tags r:id="rId21"/>
            </p:custDataLst>
          </p:nvPr>
        </p:nvSpPr>
        <p:spPr>
          <a:xfrm>
            <a:off x="2521710" y="3311815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3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61A0DE9-8188-E20B-1F8D-9BB774C2A399}"/>
              </a:ext>
            </a:extLst>
          </p:cNvPr>
          <p:cNvSpPr txBox="1"/>
          <p:nvPr/>
        </p:nvSpPr>
        <p:spPr>
          <a:xfrm>
            <a:off x="6390966" y="4153777"/>
            <a:ext cx="5397077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/>
              <a:t>Do not have </a:t>
            </a:r>
            <a:r>
              <a:rPr lang="en-US" b="1"/>
              <a:t>individual interest income KPIs </a:t>
            </a:r>
            <a:r>
              <a:rPr lang="en-US"/>
              <a:t>leading to failed pricing strategy reinforcement</a:t>
            </a:r>
          </a:p>
        </p:txBody>
      </p:sp>
      <p:sp>
        <p:nvSpPr>
          <p:cNvPr id="47" name="TrackerNumBlue 39">
            <a:extLst>
              <a:ext uri="{FF2B5EF4-FFF2-40B4-BE49-F238E27FC236}">
                <a16:creationId xmlns:a16="http://schemas.microsoft.com/office/drawing/2014/main" id="{85F880C8-E2B7-536F-2922-FE7F26C1E653}"/>
              </a:ext>
            </a:extLst>
          </p:cNvPr>
          <p:cNvSpPr/>
          <p:nvPr>
            <p:custDataLst>
              <p:tags r:id="rId22"/>
            </p:custDataLst>
          </p:nvPr>
        </p:nvSpPr>
        <p:spPr>
          <a:xfrm>
            <a:off x="6269610" y="4179161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4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4FDA2BA-1D13-DFED-D07A-5CD33E20D7C6}"/>
              </a:ext>
            </a:extLst>
          </p:cNvPr>
          <p:cNvSpPr txBox="1"/>
          <p:nvPr/>
        </p:nvSpPr>
        <p:spPr>
          <a:xfrm>
            <a:off x="6404497" y="2783108"/>
            <a:ext cx="5397077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en-US"/>
              <a:t>Do not have </a:t>
            </a:r>
            <a:r>
              <a:rPr lang="en-US" b="1"/>
              <a:t>individual interest income KPIs </a:t>
            </a:r>
            <a:r>
              <a:rPr lang="en-US"/>
              <a:t>leading to failed pricing strategy reinforcement</a:t>
            </a:r>
          </a:p>
        </p:txBody>
      </p:sp>
      <p:sp>
        <p:nvSpPr>
          <p:cNvPr id="49" name="TrackerNumBlue 39">
            <a:extLst>
              <a:ext uri="{FF2B5EF4-FFF2-40B4-BE49-F238E27FC236}">
                <a16:creationId xmlns:a16="http://schemas.microsoft.com/office/drawing/2014/main" id="{E8524910-9068-B487-2841-599AFC465AB0}"/>
              </a:ext>
            </a:extLst>
          </p:cNvPr>
          <p:cNvSpPr/>
          <p:nvPr>
            <p:custDataLst>
              <p:tags r:id="rId23"/>
            </p:custDataLst>
          </p:nvPr>
        </p:nvSpPr>
        <p:spPr>
          <a:xfrm>
            <a:off x="6283141" y="2805717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2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50" name="TrackerNumBlue 39">
            <a:extLst>
              <a:ext uri="{FF2B5EF4-FFF2-40B4-BE49-F238E27FC236}">
                <a16:creationId xmlns:a16="http://schemas.microsoft.com/office/drawing/2014/main" id="{F4BB4A66-E6AE-B1DC-3C6D-C31FC11C8127}"/>
              </a:ext>
            </a:extLst>
          </p:cNvPr>
          <p:cNvSpPr/>
          <p:nvPr>
            <p:custDataLst>
              <p:tags r:id="rId24"/>
            </p:custDataLst>
          </p:nvPr>
        </p:nvSpPr>
        <p:spPr>
          <a:xfrm>
            <a:off x="2521710" y="2943580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2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A16BD54-CC97-6C6C-F1FA-B84F7B3C7733}"/>
              </a:ext>
            </a:extLst>
          </p:cNvPr>
          <p:cNvSpPr txBox="1"/>
          <p:nvPr/>
        </p:nvSpPr>
        <p:spPr>
          <a:xfrm>
            <a:off x="6390966" y="4726473"/>
            <a:ext cx="5397077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tr-TR" b="1"/>
              <a:t>Product such as deposit and TF </a:t>
            </a:r>
            <a:r>
              <a:rPr lang="tr-TR"/>
              <a:t> should be targeted based on cash portfolio targets</a:t>
            </a:r>
            <a:endParaRPr lang="en-US"/>
          </a:p>
        </p:txBody>
      </p:sp>
      <p:sp>
        <p:nvSpPr>
          <p:cNvPr id="51" name="TrackerNumBlue 39">
            <a:extLst>
              <a:ext uri="{FF2B5EF4-FFF2-40B4-BE49-F238E27FC236}">
                <a16:creationId xmlns:a16="http://schemas.microsoft.com/office/drawing/2014/main" id="{14659D7B-0FB9-9EB0-3B7B-335D0C334B3D}"/>
              </a:ext>
            </a:extLst>
          </p:cNvPr>
          <p:cNvSpPr/>
          <p:nvPr>
            <p:custDataLst>
              <p:tags r:id="rId25"/>
            </p:custDataLst>
          </p:nvPr>
        </p:nvSpPr>
        <p:spPr>
          <a:xfrm>
            <a:off x="6269610" y="4745051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5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53" name="TrackerNumBlue 39">
            <a:extLst>
              <a:ext uri="{FF2B5EF4-FFF2-40B4-BE49-F238E27FC236}">
                <a16:creationId xmlns:a16="http://schemas.microsoft.com/office/drawing/2014/main" id="{3EAD98E0-C3D6-9777-0423-EEB7AF4C5B15}"/>
              </a:ext>
            </a:extLst>
          </p:cNvPr>
          <p:cNvSpPr/>
          <p:nvPr>
            <p:custDataLst>
              <p:tags r:id="rId26"/>
            </p:custDataLst>
          </p:nvPr>
        </p:nvSpPr>
        <p:spPr>
          <a:xfrm>
            <a:off x="2521710" y="5050156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5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A660CD83-EBCA-9E96-82C6-FCB1BAD193E1}"/>
              </a:ext>
            </a:extLst>
          </p:cNvPr>
          <p:cNvSpPr txBox="1"/>
          <p:nvPr/>
        </p:nvSpPr>
        <p:spPr>
          <a:xfrm>
            <a:off x="6390966" y="5385785"/>
            <a:ext cx="5397077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/>
            <a:r>
              <a:rPr lang="tr-TR" b="1"/>
              <a:t>Introduce customer activation </a:t>
            </a:r>
            <a:r>
              <a:rPr lang="tr-TR"/>
              <a:t>as a main pillar for the commercial segment scorecards</a:t>
            </a:r>
            <a:endParaRPr lang="en-US"/>
          </a:p>
        </p:txBody>
      </p:sp>
      <p:sp>
        <p:nvSpPr>
          <p:cNvPr id="7" name="TrackerNumBlue 39">
            <a:extLst>
              <a:ext uri="{FF2B5EF4-FFF2-40B4-BE49-F238E27FC236}">
                <a16:creationId xmlns:a16="http://schemas.microsoft.com/office/drawing/2014/main" id="{FEB6A180-EB47-C64C-02DA-14327F9600B9}"/>
              </a:ext>
            </a:extLst>
          </p:cNvPr>
          <p:cNvSpPr/>
          <p:nvPr>
            <p:custDataLst>
              <p:tags r:id="rId27"/>
            </p:custDataLst>
          </p:nvPr>
        </p:nvSpPr>
        <p:spPr>
          <a:xfrm>
            <a:off x="6269610" y="5353837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6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58" name="TrackerNumBlue 8">
            <a:extLst>
              <a:ext uri="{FF2B5EF4-FFF2-40B4-BE49-F238E27FC236}">
                <a16:creationId xmlns:a16="http://schemas.microsoft.com/office/drawing/2014/main" id="{1E4B9D3F-7026-6F7A-DC2E-3DC196BE903B}"/>
              </a:ext>
            </a:extLst>
          </p:cNvPr>
          <p:cNvSpPr/>
          <p:nvPr>
            <p:custDataLst>
              <p:tags r:id="rId28"/>
            </p:custDataLst>
          </p:nvPr>
        </p:nvSpPr>
        <p:spPr>
          <a:xfrm>
            <a:off x="554735" y="2378503"/>
            <a:ext cx="609190" cy="367842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 w="6350" cap="sq" cmpd="sng" algn="ctr">
            <a:solidFill>
              <a:schemeClr val="tx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30%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60" name="TrackerNumBlue 8">
            <a:extLst>
              <a:ext uri="{FF2B5EF4-FFF2-40B4-BE49-F238E27FC236}">
                <a16:creationId xmlns:a16="http://schemas.microsoft.com/office/drawing/2014/main" id="{3EA275F1-A945-7E46-59EE-7D95CA70334D}"/>
              </a:ext>
            </a:extLst>
          </p:cNvPr>
          <p:cNvSpPr/>
          <p:nvPr>
            <p:custDataLst>
              <p:tags r:id="rId29"/>
            </p:custDataLst>
          </p:nvPr>
        </p:nvSpPr>
        <p:spPr>
          <a:xfrm>
            <a:off x="554735" y="4697443"/>
            <a:ext cx="609190" cy="367842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 w="6350" cap="sq" cmpd="sng" algn="ctr">
            <a:solidFill>
              <a:schemeClr val="tx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 b="1">
                <a:solidFill>
                  <a:schemeClr val="tx1"/>
                </a:solidFill>
              </a:rPr>
              <a:t>70%</a:t>
            </a:r>
            <a:endParaRPr lang="en-US" sz="1400" b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20413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6" hidden="1">
            <a:extLst>
              <a:ext uri="{FF2B5EF4-FFF2-40B4-BE49-F238E27FC236}">
                <a16:creationId xmlns:a16="http://schemas.microsoft.com/office/drawing/2014/main" id="{43D4B889-D194-FAA5-A037-036336A0AE1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6427031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1" imgW="404" imgH="405" progId="TCLayout.ActiveDocument.1">
                  <p:embed/>
                </p:oleObj>
              </mc:Choice>
              <mc:Fallback>
                <p:oleObj name="think-cell Slide" r:id="rId21" imgW="404" imgH="405" progId="TCLayout.ActiveDocument.1">
                  <p:embed/>
                  <p:pic>
                    <p:nvPicPr>
                      <p:cNvPr id="6" name="Object 6" hidden="1">
                        <a:extLst>
                          <a:ext uri="{FF2B5EF4-FFF2-40B4-BE49-F238E27FC236}">
                            <a16:creationId xmlns:a16="http://schemas.microsoft.com/office/drawing/2014/main" id="{43D4B889-D194-FAA5-A037-036336A0AE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23446072-97A9-C774-F785-5CD3B1F5FFA5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6" y="226624"/>
            <a:ext cx="7230364" cy="677108"/>
          </a:xfrm>
        </p:spPr>
        <p:txBody>
          <a:bodyPr vert="horz"/>
          <a:lstStyle/>
          <a:p>
            <a:r>
              <a:rPr lang="tr-TR"/>
              <a:t>...and lacking important KPI sets relevant for commercial banking </a:t>
            </a:r>
            <a:endParaRPr lang="en-US"/>
          </a:p>
        </p:txBody>
      </p:sp>
      <p:sp>
        <p:nvSpPr>
          <p:cNvPr id="37" name="1. On-page tracker">
            <a:extLst>
              <a:ext uri="{FF2B5EF4-FFF2-40B4-BE49-F238E27FC236}">
                <a16:creationId xmlns:a16="http://schemas.microsoft.com/office/drawing/2014/main" id="{D020203B-8DFD-5A7E-CC4A-90F2FB7F427B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3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BB5ACD6-5B1B-1565-58D7-46F14DBE8F1F}"/>
              </a:ext>
            </a:extLst>
          </p:cNvPr>
          <p:cNvSpPr txBox="1"/>
          <p:nvPr/>
        </p:nvSpPr>
        <p:spPr>
          <a:xfrm>
            <a:off x="554734" y="2317420"/>
            <a:ext cx="1283898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Category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BC1C72C-6D6F-177C-067D-EE63A94D011C}"/>
              </a:ext>
            </a:extLst>
          </p:cNvPr>
          <p:cNvSpPr txBox="1"/>
          <p:nvPr/>
        </p:nvSpPr>
        <p:spPr>
          <a:xfrm>
            <a:off x="1931249" y="2317420"/>
            <a:ext cx="672281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Weight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814EBBE-5855-FE2B-70C1-1879926CFC52}"/>
              </a:ext>
            </a:extLst>
          </p:cNvPr>
          <p:cNvSpPr txBox="1"/>
          <p:nvPr/>
        </p:nvSpPr>
        <p:spPr>
          <a:xfrm>
            <a:off x="2821858" y="2317420"/>
            <a:ext cx="4790564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Metric Examples</a:t>
            </a:r>
            <a:endParaRPr kumimoji="0" lang="en-US" sz="1200" b="1" i="1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D864DDBE-F787-133B-C475-6A0476F29D25}"/>
              </a:ext>
            </a:extLst>
          </p:cNvPr>
          <p:cNvGrpSpPr/>
          <p:nvPr/>
        </p:nvGrpSpPr>
        <p:grpSpPr>
          <a:xfrm>
            <a:off x="554734" y="2595142"/>
            <a:ext cx="6878453" cy="338554"/>
            <a:chOff x="554734" y="2595142"/>
            <a:chExt cx="6878453" cy="338554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18AFE81-DB56-33FE-4A78-5370824B8AB3}"/>
                </a:ext>
              </a:extLst>
            </p:cNvPr>
            <p:cNvSpPr txBox="1"/>
            <p:nvPr/>
          </p:nvSpPr>
          <p:spPr>
            <a:xfrm>
              <a:off x="554734" y="2595142"/>
              <a:ext cx="1097280" cy="33855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Financial &amp; Volume Metrics</a:t>
              </a: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28817060-6B9B-4352-CC1F-C08ED55E8B0E}"/>
                </a:ext>
              </a:extLst>
            </p:cNvPr>
            <p:cNvSpPr txBox="1"/>
            <p:nvPr/>
          </p:nvSpPr>
          <p:spPr>
            <a:xfrm>
              <a:off x="1980413" y="2595142"/>
              <a:ext cx="640080" cy="169277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30%</a:t>
              </a: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F2DD89D-1540-67FA-0001-58F1345C5948}"/>
                </a:ext>
              </a:extLst>
            </p:cNvPr>
            <p:cNvSpPr txBox="1"/>
            <p:nvPr/>
          </p:nvSpPr>
          <p:spPr>
            <a:xfrm>
              <a:off x="2821858" y="2595142"/>
              <a:ext cx="4611329" cy="33855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Total loan volume</a:t>
              </a: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, 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Cash loan volume</a:t>
              </a: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, 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Non-cash loan volume</a:t>
              </a: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, 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Deposit volume</a:t>
              </a: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, 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Loan-to-deposit contribution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71E4BC5B-CB8F-460C-C712-0616AF0144E2}"/>
              </a:ext>
            </a:extLst>
          </p:cNvPr>
          <p:cNvGrpSpPr/>
          <p:nvPr/>
        </p:nvGrpSpPr>
        <p:grpSpPr>
          <a:xfrm>
            <a:off x="554734" y="3092840"/>
            <a:ext cx="6878453" cy="338554"/>
            <a:chOff x="554734" y="3095563"/>
            <a:chExt cx="6878453" cy="338554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AFE7332-02BE-EE52-21B7-E3AA7DF259E5}"/>
                </a:ext>
              </a:extLst>
            </p:cNvPr>
            <p:cNvSpPr txBox="1"/>
            <p:nvPr/>
          </p:nvSpPr>
          <p:spPr>
            <a:xfrm>
              <a:off x="554734" y="3095563"/>
              <a:ext cx="1097280" cy="169277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Revenue Metrics</a:t>
              </a: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1D24343-2EDE-50DC-BDDF-F1DAE36A0971}"/>
                </a:ext>
              </a:extLst>
            </p:cNvPr>
            <p:cNvSpPr txBox="1"/>
            <p:nvPr/>
          </p:nvSpPr>
          <p:spPr>
            <a:xfrm>
              <a:off x="1980413" y="3095563"/>
              <a:ext cx="640080" cy="169277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25%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2F5284F4-7B1E-EA1F-DAB7-FABBDA90CDEA}"/>
                </a:ext>
              </a:extLst>
            </p:cNvPr>
            <p:cNvSpPr txBox="1"/>
            <p:nvPr/>
          </p:nvSpPr>
          <p:spPr>
            <a:xfrm>
              <a:off x="2821858" y="3095563"/>
              <a:ext cx="4611329" cy="33855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NII</a:t>
              </a: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, 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NFI</a:t>
              </a: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, 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Revenue per active client</a:t>
              </a: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, 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Product revenue diversificatio</a:t>
              </a: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n, 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Revenue contribution across lending, deposits, payments, FX, trade</a:t>
              </a: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2297FE92-AE9D-E13E-E019-6754ABE13003}"/>
              </a:ext>
            </a:extLst>
          </p:cNvPr>
          <p:cNvGrpSpPr/>
          <p:nvPr/>
        </p:nvGrpSpPr>
        <p:grpSpPr>
          <a:xfrm>
            <a:off x="554734" y="5101727"/>
            <a:ext cx="6878453" cy="507831"/>
            <a:chOff x="554734" y="5088699"/>
            <a:chExt cx="6878453" cy="507831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6C16F38-2CC6-AC4E-D953-98A25D755DB6}"/>
                </a:ext>
              </a:extLst>
            </p:cNvPr>
            <p:cNvSpPr txBox="1"/>
            <p:nvPr/>
          </p:nvSpPr>
          <p:spPr>
            <a:xfrm>
              <a:off x="554734" y="5088699"/>
              <a:ext cx="1097280" cy="507831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tr-TR" sz="110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Digitalization &amp; Transaction Banking</a:t>
              </a:r>
              <a:endParaRPr kumimoji="0" lang="en-US" sz="110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B206606-BC58-C187-B08F-414B065AD4D4}"/>
                </a:ext>
              </a:extLst>
            </p:cNvPr>
            <p:cNvSpPr txBox="1"/>
            <p:nvPr/>
          </p:nvSpPr>
          <p:spPr>
            <a:xfrm>
              <a:off x="1980413" y="5088699"/>
              <a:ext cx="640080" cy="169277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10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%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DABF7BD2-30B1-FE49-E52A-F3A3191C1CC7}"/>
                </a:ext>
              </a:extLst>
            </p:cNvPr>
            <p:cNvSpPr txBox="1"/>
            <p:nvPr/>
          </p:nvSpPr>
          <p:spPr>
            <a:xfrm>
              <a:off x="2821858" y="5088699"/>
              <a:ext cx="4611329" cy="33855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Digital channel activation, payments / cash management usage, self-service migration</a:t>
              </a: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0CEA45D-EBBA-40CF-8DC2-8C7B8734DA34}"/>
              </a:ext>
            </a:extLst>
          </p:cNvPr>
          <p:cNvGrpSpPr/>
          <p:nvPr/>
        </p:nvGrpSpPr>
        <p:grpSpPr>
          <a:xfrm>
            <a:off x="554734" y="5768704"/>
            <a:ext cx="6878453" cy="338554"/>
            <a:chOff x="554734" y="5768704"/>
            <a:chExt cx="6878453" cy="338554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504B3CD-7618-7BCE-6E06-AC968CA34286}"/>
                </a:ext>
              </a:extLst>
            </p:cNvPr>
            <p:cNvSpPr txBox="1"/>
            <p:nvPr/>
          </p:nvSpPr>
          <p:spPr>
            <a:xfrm>
              <a:off x="554734" y="5768704"/>
              <a:ext cx="1097280" cy="33855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Client Experience &amp; Conduct</a:t>
              </a: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C2BB839-FE50-A667-9006-E26013D9C2E1}"/>
                </a:ext>
              </a:extLst>
            </p:cNvPr>
            <p:cNvSpPr txBox="1"/>
            <p:nvPr/>
          </p:nvSpPr>
          <p:spPr>
            <a:xfrm>
              <a:off x="1980413" y="5768704"/>
              <a:ext cx="640080" cy="169277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Char char="​"/>
                <a:tabLst/>
                <a:defRPr/>
              </a:pPr>
              <a:r>
                <a:rPr kumimoji="0" lang="tr-TR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%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0995E233-0B89-24E0-D87B-EFD4CB30E0C8}"/>
                </a:ext>
              </a:extLst>
            </p:cNvPr>
            <p:cNvSpPr txBox="1"/>
            <p:nvPr/>
          </p:nvSpPr>
          <p:spPr>
            <a:xfrm>
              <a:off x="2821858" y="5768704"/>
              <a:ext cx="4611329" cy="169277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>
              <a:lvl1pPr lvl="0" inden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Font typeface="Segoe UI" panose="020B0502040204020203" pitchFamily="34" charset="0"/>
                <a:buChar char="​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1pPr>
              <a:lvl2pPr marL="230396" lvl="1" indent="-226796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Wingdings" panose="05000000000000000000" pitchFamily="2" charset="2"/>
                <a:buChar char="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2pPr>
              <a:lvl3pPr marL="442793" lvl="2" indent="-215997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10000"/>
                <a:buFont typeface="Arial" panose="020B0604020202020204" pitchFamily="34" charset="0"/>
                <a:buChar char="‒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3pPr>
              <a:lvl4pPr marL="597590" lvl="3" indent="-1511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•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4pPr>
              <a:lvl5pPr marL="817187" lvl="4" indent="-147598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tx1"/>
                </a:buClr>
                <a:buSzPct val="100000"/>
                <a:buFont typeface="Arial" panose="020B0604020202020204" pitchFamily="34" charset="0"/>
                <a:buChar char="̶"/>
                <a:defRPr lang="en-US" sz="1400" dirty="0">
                  <a:solidFill>
                    <a:srgbClr val="191C1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defRPr>
              </a:lvl5pPr>
              <a:lvl6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6pPr>
              <a:lvl7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7pPr>
              <a:lvl8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8pPr>
              <a:lvl9pPr marL="1085850" indent="-171450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SzPct val="100000"/>
                <a:buFont typeface="Arial" panose="020B0604020202020204" pitchFamily="34" charset="0"/>
                <a:buChar char="▫"/>
                <a:defRPr sz="1600"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 typeface="Segoe UI" panose="020B0502040204020203" pitchFamily="34" charset="0"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191C1E"/>
                  </a:solidFill>
                  <a:effectLst/>
                  <a:uLnTx/>
                  <a:uFillTx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Client satisfaction, response time, compliance and conduct</a:t>
              </a: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CF23BFAD-0B4B-EB63-5DAD-AB1E4B1978B3}"/>
              </a:ext>
            </a:extLst>
          </p:cNvPr>
          <p:cNvSpPr txBox="1"/>
          <p:nvPr/>
        </p:nvSpPr>
        <p:spPr>
          <a:xfrm>
            <a:off x="554734" y="1786281"/>
            <a:ext cx="6209860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Best practice scorecard categories for commercial banking</a:t>
            </a:r>
            <a:endParaRPr kumimoji="0" lang="en-US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2EDE4474-9942-A058-9C8C-4B3E43CE07B5}"/>
              </a:ext>
            </a:extLst>
          </p:cNvPr>
          <p:cNvSpPr/>
          <p:nvPr/>
        </p:nvSpPr>
        <p:spPr>
          <a:xfrm>
            <a:off x="8812753" y="914285"/>
            <a:ext cx="94645" cy="335214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24552C32-604E-5D9B-909E-1CBDF5BA2744}"/>
              </a:ext>
            </a:extLst>
          </p:cNvPr>
          <p:cNvSpPr txBox="1"/>
          <p:nvPr/>
        </p:nvSpPr>
        <p:spPr>
          <a:xfrm>
            <a:off x="8961794" y="890709"/>
            <a:ext cx="2925404" cy="338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What is not in the current RM scorecards for commercial banking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903AABF-B207-D364-8D0C-C4C4D1BAAB76}"/>
              </a:ext>
            </a:extLst>
          </p:cNvPr>
          <p:cNvSpPr/>
          <p:nvPr/>
        </p:nvSpPr>
        <p:spPr>
          <a:xfrm>
            <a:off x="476781" y="3544162"/>
            <a:ext cx="7140847" cy="81226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66A2787-085C-9778-E7DD-C680F6F87A96}"/>
              </a:ext>
            </a:extLst>
          </p:cNvPr>
          <p:cNvSpPr txBox="1"/>
          <p:nvPr/>
        </p:nvSpPr>
        <p:spPr>
          <a:xfrm>
            <a:off x="554734" y="3682920"/>
            <a:ext cx="1097280" cy="50783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1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Activation &amp; Portfolio Productivity</a:t>
            </a:r>
            <a:endParaRPr kumimoji="0" lang="en-US" sz="11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E452014-D149-7788-8530-E9318EA38A5A}"/>
              </a:ext>
            </a:extLst>
          </p:cNvPr>
          <p:cNvSpPr txBox="1"/>
          <p:nvPr/>
        </p:nvSpPr>
        <p:spPr>
          <a:xfrm>
            <a:off x="1980413" y="3682920"/>
            <a:ext cx="64008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20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%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944C7B4-96E1-6B22-1025-86AA0B45F6B0}"/>
              </a:ext>
            </a:extLst>
          </p:cNvPr>
          <p:cNvSpPr txBox="1"/>
          <p:nvPr/>
        </p:nvSpPr>
        <p:spPr>
          <a:xfrm>
            <a:off x="2821858" y="3682920"/>
            <a:ext cx="4611329" cy="50783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Active portfolio ratio</a:t>
            </a:r>
            <a:r>
              <a:rPr kumimoji="0" lang="tr-TR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(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Share of RM portfolio generating revenue in defined period</a:t>
            </a:r>
            <a:r>
              <a:rPr kumimoji="0" lang="tr-TR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), 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Inactive-to-active conversion</a:t>
            </a:r>
            <a:r>
              <a:rPr kumimoji="0" lang="tr-TR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Lead</a:t>
            </a:r>
            <a:r>
              <a:rPr kumimoji="0" lang="tr-TR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conversion</a:t>
            </a:r>
            <a:r>
              <a:rPr kumimoji="0" lang="tr-TR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Product penetration per client</a:t>
            </a:r>
          </a:p>
        </p:txBody>
      </p:sp>
      <p:sp>
        <p:nvSpPr>
          <p:cNvPr id="5" name="TrackerNumBlue 6">
            <a:extLst>
              <a:ext uri="{FF2B5EF4-FFF2-40B4-BE49-F238E27FC236}">
                <a16:creationId xmlns:a16="http://schemas.microsoft.com/office/drawing/2014/main" id="{826AAA1D-B9CC-B751-B4AB-66A26D57D1A5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>
          <a:xfrm>
            <a:off x="342687" y="3827607"/>
            <a:ext cx="209872" cy="209872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564BA43-6150-E1DF-320D-05ED57938AFF}"/>
              </a:ext>
            </a:extLst>
          </p:cNvPr>
          <p:cNvSpPr/>
          <p:nvPr/>
        </p:nvSpPr>
        <p:spPr>
          <a:xfrm>
            <a:off x="476781" y="4446959"/>
            <a:ext cx="7140847" cy="56126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AFC5731-1C10-E985-98CF-DAF9B374ACAB}"/>
              </a:ext>
            </a:extLst>
          </p:cNvPr>
          <p:cNvSpPr txBox="1"/>
          <p:nvPr/>
        </p:nvSpPr>
        <p:spPr>
          <a:xfrm>
            <a:off x="554734" y="4548548"/>
            <a:ext cx="1097280" cy="338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1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UW &amp; Credit Quality</a:t>
            </a:r>
            <a:endParaRPr kumimoji="0" lang="en-US" sz="11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BED3D251-5D80-B420-0BCB-6683CD7BCE70}"/>
              </a:ext>
            </a:extLst>
          </p:cNvPr>
          <p:cNvSpPr txBox="1"/>
          <p:nvPr/>
        </p:nvSpPr>
        <p:spPr>
          <a:xfrm>
            <a:off x="1980413" y="4548548"/>
            <a:ext cx="64008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10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%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618EF8CE-B0CB-FE80-DDC0-78EE43F10A69}"/>
              </a:ext>
            </a:extLst>
          </p:cNvPr>
          <p:cNvSpPr txBox="1"/>
          <p:nvPr/>
        </p:nvSpPr>
        <p:spPr>
          <a:xfrm>
            <a:off x="2821858" y="4548548"/>
            <a:ext cx="4611329" cy="338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Approval rate quality, NPL / delinquency ratio, early warning follow-up, collateral / documentation completeness</a:t>
            </a:r>
          </a:p>
        </p:txBody>
      </p:sp>
      <p:sp>
        <p:nvSpPr>
          <p:cNvPr id="9" name="TrackerNumBlue 6">
            <a:extLst>
              <a:ext uri="{FF2B5EF4-FFF2-40B4-BE49-F238E27FC236}">
                <a16:creationId xmlns:a16="http://schemas.microsoft.com/office/drawing/2014/main" id="{D83ED03C-A151-114C-7FA1-0143DCAAC1A2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>
          <a:xfrm>
            <a:off x="342687" y="4589020"/>
            <a:ext cx="209872" cy="209872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200" b="1">
                <a:solidFill>
                  <a:schemeClr val="tx1"/>
                </a:solidFill>
              </a:rPr>
              <a:t>2</a:t>
            </a:r>
            <a:endParaRPr lang="en-US" sz="1200" b="1">
              <a:solidFill>
                <a:schemeClr val="tx1"/>
              </a:solidFill>
            </a:endParaRPr>
          </a:p>
        </p:txBody>
      </p:sp>
      <p:cxnSp>
        <p:nvCxnSpPr>
          <p:cNvPr id="15" name="LineBasicStrong 15">
            <a:extLst>
              <a:ext uri="{FF2B5EF4-FFF2-40B4-BE49-F238E27FC236}">
                <a16:creationId xmlns:a16="http://schemas.microsoft.com/office/drawing/2014/main" id="{692986F2-0C45-126C-C541-09D8134C5AEA}"/>
              </a:ext>
            </a:extLst>
          </p:cNvPr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476781" y="2006689"/>
            <a:ext cx="11410419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E8E4AECE-12DA-4B37-3E81-41128063D72C}"/>
              </a:ext>
            </a:extLst>
          </p:cNvPr>
          <p:cNvSpPr txBox="1"/>
          <p:nvPr/>
        </p:nvSpPr>
        <p:spPr>
          <a:xfrm>
            <a:off x="8385602" y="4599402"/>
            <a:ext cx="2497571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UW &amp; Credit Quality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19A5AFA4-86AF-04D5-819D-E90315DFC626}"/>
              </a:ext>
            </a:extLst>
          </p:cNvPr>
          <p:cNvSpPr txBox="1"/>
          <p:nvPr/>
        </p:nvSpPr>
        <p:spPr>
          <a:xfrm>
            <a:off x="8385601" y="2325649"/>
            <a:ext cx="3319904" cy="1846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Activation &amp; Portfolio Productivity</a:t>
            </a:r>
            <a:endParaRPr kumimoji="0" lang="en-US" sz="12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CEA64AA3-0E6E-E3CF-C031-B5AA3743A1A9}"/>
              </a:ext>
            </a:extLst>
          </p:cNvPr>
          <p:cNvSpPr txBox="1"/>
          <p:nvPr/>
        </p:nvSpPr>
        <p:spPr>
          <a:xfrm>
            <a:off x="8071647" y="1355394"/>
            <a:ext cx="3445044" cy="64633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How do suggested KPIs support increased focus on commercial segment?</a:t>
            </a:r>
            <a:endParaRPr kumimoji="0" lang="en-US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2" name="TrackerNumBlue 6">
            <a:extLst>
              <a:ext uri="{FF2B5EF4-FFF2-40B4-BE49-F238E27FC236}">
                <a16:creationId xmlns:a16="http://schemas.microsoft.com/office/drawing/2014/main" id="{7560D375-80F3-AF2C-BB59-F75EBE557656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8071647" y="2295182"/>
            <a:ext cx="253945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13" name="TrackerNumBlue 6">
            <a:extLst>
              <a:ext uri="{FF2B5EF4-FFF2-40B4-BE49-F238E27FC236}">
                <a16:creationId xmlns:a16="http://schemas.microsoft.com/office/drawing/2014/main" id="{AFC4050E-FBC9-E45B-21D7-32BDCEC9D631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071647" y="4599402"/>
            <a:ext cx="253945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200" b="1">
                <a:solidFill>
                  <a:schemeClr val="tx1"/>
                </a:solidFill>
              </a:rPr>
              <a:t>2</a:t>
            </a:r>
            <a:endParaRPr lang="en-US" sz="1200" b="1">
              <a:solidFill>
                <a:schemeClr val="tx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B685C9C-D701-0F8A-D42C-D17B9CEE8614}"/>
              </a:ext>
            </a:extLst>
          </p:cNvPr>
          <p:cNvSpPr txBox="1"/>
          <p:nvPr/>
        </p:nvSpPr>
        <p:spPr>
          <a:xfrm>
            <a:off x="8132732" y="2768299"/>
            <a:ext cx="3572774" cy="14465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20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With +40% inactivity level in the commercial banking client portfolio and new business growth targets, individual KPI targets are needed on both; </a:t>
            </a:r>
          </a:p>
          <a:p>
            <a:pPr marL="401846" lvl="1" indent="-171450">
              <a:spcBef>
                <a:spcPts val="300"/>
              </a:spcBef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Lead conversion </a:t>
            </a:r>
            <a:r>
              <a:rPr kumimoji="0" lang="tr-TR" sz="120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(based on account planning targets) and </a:t>
            </a:r>
          </a:p>
          <a:p>
            <a:pPr marL="401846" lvl="1" indent="-171450">
              <a:spcBef>
                <a:spcPts val="300"/>
              </a:spcBef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lang="tr-TR" sz="1200" b="1"/>
              <a:t>A</a:t>
            </a: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ctivation</a:t>
            </a:r>
            <a:r>
              <a:rPr kumimoji="0" lang="tr-TR" sz="120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(based on revenue generation principle) </a:t>
            </a:r>
            <a:endParaRPr kumimoji="0" lang="en-US" sz="120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5217DE-A659-0DEA-203A-03E431A6575C}"/>
              </a:ext>
            </a:extLst>
          </p:cNvPr>
          <p:cNvSpPr txBox="1"/>
          <p:nvPr/>
        </p:nvSpPr>
        <p:spPr>
          <a:xfrm>
            <a:off x="8132732" y="4969156"/>
            <a:ext cx="3572774" cy="136960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Approval rate of cash/noncash credit applications</a:t>
            </a:r>
            <a:r>
              <a:rPr kumimoji="0" lang="tr-TR" sz="120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collateral and documentation completedness are </a:t>
            </a: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KPIs regarding underwriting processes</a:t>
            </a:r>
            <a:r>
              <a:rPr kumimoji="0" lang="tr-TR" sz="120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lang="tr-TR" sz="1200"/>
              <a:t>They </a:t>
            </a:r>
            <a:r>
              <a:rPr kumimoji="0" lang="tr-TR" sz="120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ensure </a:t>
            </a:r>
            <a:r>
              <a:rPr kumimoji="0" lang="tr-TR" sz="12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RMs take ownership of credit decision principles </a:t>
            </a:r>
            <a:r>
              <a:rPr kumimoji="0" lang="tr-TR" sz="120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based on market trends/segment specifities </a:t>
            </a:r>
            <a:endParaRPr kumimoji="0" lang="en-US" sz="120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cxnSp>
        <p:nvCxnSpPr>
          <p:cNvPr id="10" name="LineBasicStrong 10">
            <a:extLst>
              <a:ext uri="{FF2B5EF4-FFF2-40B4-BE49-F238E27FC236}">
                <a16:creationId xmlns:a16="http://schemas.microsoft.com/office/drawing/2014/main" id="{6B92E878-41AB-51C2-DBA1-8A91FA1AA463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7617628" y="3788872"/>
            <a:ext cx="392159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LineBasicVerticalDefault 16">
            <a:extLst>
              <a:ext uri="{FF2B5EF4-FFF2-40B4-BE49-F238E27FC236}">
                <a16:creationId xmlns:a16="http://schemas.microsoft.com/office/drawing/2014/main" id="{65F9C93F-B854-7751-7E47-6741CEA399EC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8009787" y="2216100"/>
            <a:ext cx="0" cy="2172176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LineBasicVerticalDefault 16">
            <a:extLst>
              <a:ext uri="{FF2B5EF4-FFF2-40B4-BE49-F238E27FC236}">
                <a16:creationId xmlns:a16="http://schemas.microsoft.com/office/drawing/2014/main" id="{3842939F-74B1-4193-E092-B000F7ADE1A8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>
          <a:xfrm>
            <a:off x="8009787" y="4529139"/>
            <a:ext cx="0" cy="1795187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Connector: Elbow 49">
            <a:extLst>
              <a:ext uri="{FF2B5EF4-FFF2-40B4-BE49-F238E27FC236}">
                <a16:creationId xmlns:a16="http://schemas.microsoft.com/office/drawing/2014/main" id="{B772936A-C87B-C2F2-08D8-FFC0C4E11622}"/>
              </a:ext>
            </a:extLst>
          </p:cNvPr>
          <p:cNvCxnSpPr>
            <a:cxnSpLocks/>
          </p:cNvCxnSpPr>
          <p:nvPr/>
        </p:nvCxnSpPr>
        <p:spPr>
          <a:xfrm>
            <a:off x="7627535" y="4462273"/>
            <a:ext cx="387005" cy="1134376"/>
          </a:xfrm>
          <a:prstGeom prst="bentConnector3">
            <a:avLst>
              <a:gd name="adj1" fmla="val 50000"/>
            </a:avLst>
          </a:prstGeom>
          <a:ln w="635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LineBasicStrong 54">
            <a:extLst>
              <a:ext uri="{FF2B5EF4-FFF2-40B4-BE49-F238E27FC236}">
                <a16:creationId xmlns:a16="http://schemas.microsoft.com/office/drawing/2014/main" id="{86734606-F783-6A81-EF17-DE092BE9EA33}"/>
              </a:ext>
            </a:extLst>
          </p:cNvPr>
          <p:cNvCxnSpPr/>
          <p:nvPr>
            <p:custDataLst>
              <p:tags r:id="rId12"/>
            </p:custDataLst>
          </p:nvPr>
        </p:nvCxnSpPr>
        <p:spPr>
          <a:xfrm>
            <a:off x="555444" y="2510315"/>
            <a:ext cx="7061093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LineBasicStrong 54">
            <a:extLst>
              <a:ext uri="{FF2B5EF4-FFF2-40B4-BE49-F238E27FC236}">
                <a16:creationId xmlns:a16="http://schemas.microsoft.com/office/drawing/2014/main" id="{CBEBB211-8205-3201-19E2-E3ECCB586163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>
            <a:off x="555444" y="3018315"/>
            <a:ext cx="7061093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LineBasicStrong 54">
            <a:extLst>
              <a:ext uri="{FF2B5EF4-FFF2-40B4-BE49-F238E27FC236}">
                <a16:creationId xmlns:a16="http://schemas.microsoft.com/office/drawing/2014/main" id="{132E16B1-E540-9DC9-A2E3-924029C71A0B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>
            <a:off x="555444" y="3526315"/>
            <a:ext cx="7061093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LineBasicStrong 54">
            <a:extLst>
              <a:ext uri="{FF2B5EF4-FFF2-40B4-BE49-F238E27FC236}">
                <a16:creationId xmlns:a16="http://schemas.microsoft.com/office/drawing/2014/main" id="{FACFE5C0-80DE-F71F-D8DF-C8F392F0957E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>
            <a:off x="555444" y="4391727"/>
            <a:ext cx="7061093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LineBasicStrong 54">
            <a:extLst>
              <a:ext uri="{FF2B5EF4-FFF2-40B4-BE49-F238E27FC236}">
                <a16:creationId xmlns:a16="http://schemas.microsoft.com/office/drawing/2014/main" id="{7CAFF9C4-2744-A931-15AD-147377A5C40F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>
            <a:off x="555444" y="5056542"/>
            <a:ext cx="7061093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LineBasicStrong 54">
            <a:extLst>
              <a:ext uri="{FF2B5EF4-FFF2-40B4-BE49-F238E27FC236}">
                <a16:creationId xmlns:a16="http://schemas.microsoft.com/office/drawing/2014/main" id="{CFEDB2C3-9853-B139-3E94-A8DF3A574A5C}"/>
              </a:ext>
            </a:extLst>
          </p:cNvPr>
          <p:cNvCxnSpPr/>
          <p:nvPr>
            <p:custDataLst>
              <p:tags r:id="rId17"/>
            </p:custDataLst>
          </p:nvPr>
        </p:nvCxnSpPr>
        <p:spPr>
          <a:xfrm>
            <a:off x="555444" y="5662301"/>
            <a:ext cx="7061093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LineBasicStrong 54">
            <a:extLst>
              <a:ext uri="{FF2B5EF4-FFF2-40B4-BE49-F238E27FC236}">
                <a16:creationId xmlns:a16="http://schemas.microsoft.com/office/drawing/2014/main" id="{57CCF7C4-C2A3-8797-4286-71E1B218E77B}"/>
              </a:ext>
            </a:extLst>
          </p:cNvPr>
          <p:cNvCxnSpPr/>
          <p:nvPr>
            <p:custDataLst>
              <p:tags r:id="rId18"/>
            </p:custDataLst>
          </p:nvPr>
        </p:nvCxnSpPr>
        <p:spPr>
          <a:xfrm>
            <a:off x="555444" y="6175113"/>
            <a:ext cx="7061093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9489745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5E3697-89E8-14FB-D8C0-A3830F142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9CD6178A-1B75-699D-490A-012BDAD02872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882491213"/>
              </p:ext>
            </p:extLst>
          </p:nvPr>
        </p:nvGraphicFramePr>
        <p:xfrm>
          <a:off x="1525890" y="1621"/>
          <a:ext cx="1620" cy="162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8" imgW="395" imgH="394" progId="TCLayout.ActiveDocument.1">
                  <p:embed/>
                </p:oleObj>
              </mc:Choice>
              <mc:Fallback>
                <p:oleObj name="think-cell Slide" r:id="rId148" imgW="395" imgH="394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9CD6178A-1B75-699D-490A-012BDAD0287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49"/>
                      <a:stretch>
                        <a:fillRect/>
                      </a:stretch>
                    </p:blipFill>
                    <p:spPr>
                      <a:xfrm>
                        <a:off x="1525890" y="1621"/>
                        <a:ext cx="1620" cy="162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14B62B3E-FBD2-F5F6-3B72-D284184D6EE2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524270" y="1"/>
            <a:ext cx="161974" cy="161974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1200" cap="none" spc="0" normalizeH="0" baseline="0" noProof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" name="2. Slide Title">
            <a:extLst>
              <a:ext uri="{FF2B5EF4-FFF2-40B4-BE49-F238E27FC236}">
                <a16:creationId xmlns:a16="http://schemas.microsoft.com/office/drawing/2014/main" id="{C1EAC5F8-AB4F-1883-A871-390BCBB8FF6D}"/>
              </a:ext>
            </a:extLst>
          </p:cNvPr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>
          <a:xfrm>
            <a:off x="547688" y="165068"/>
            <a:ext cx="11089574" cy="738664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anchor="b" anchorCtr="0">
            <a:spAutoFit/>
          </a:bodyPr>
          <a:lstStyle/>
          <a:p>
            <a:r>
              <a:rPr lang="en-US"/>
              <a:t>Effect from the introduction of AI agents and processes revamp in Underwriting: productivity growth</a:t>
            </a:r>
            <a:endParaRPr lang="en-GB"/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BAF61A13-8806-5432-B7D3-02E6C22A557C}"/>
              </a:ext>
            </a:extLst>
          </p:cNvPr>
          <p:cNvSpPr>
            <a:spLocks/>
          </p:cNvSpPr>
          <p:nvPr/>
        </p:nvSpPr>
        <p:spPr>
          <a:xfrm>
            <a:off x="9483725" y="1076325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Corporate: Loans volume granted annually 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 eq,</a:t>
            </a:r>
            <a:r>
              <a:rPr kumimoji="0" lang="ru-RU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</a:p>
        </p:txBody>
      </p:sp>
      <p:graphicFrame>
        <p:nvGraphicFramePr>
          <p:cNvPr id="602" name="Chart 601">
            <a:extLst>
              <a:ext uri="{FF2B5EF4-FFF2-40B4-BE49-F238E27FC236}">
                <a16:creationId xmlns:a16="http://schemas.microsoft.com/office/drawing/2014/main" id="{E2D48AEB-8EC5-7F94-3344-9762A29F3F05}"/>
              </a:ext>
            </a:extLst>
          </p:cNvPr>
          <p:cNvGraphicFramePr/>
          <p:nvPr>
            <p:custDataLst>
              <p:tags r:id="rId5"/>
            </p:custDataLst>
          </p:nvPr>
        </p:nvGraphicFramePr>
        <p:xfrm>
          <a:off x="9458325" y="1370013"/>
          <a:ext cx="2046288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0"/>
          </a:graphicData>
        </a:graphic>
      </p:graphicFrame>
      <p:sp>
        <p:nvSpPr>
          <p:cNvPr id="112" name="Text Placeholder 2">
            <a:extLst>
              <a:ext uri="{FF2B5EF4-FFF2-40B4-BE49-F238E27FC236}">
                <a16:creationId xmlns:a16="http://schemas.microsoft.com/office/drawing/2014/main" id="{36DA7A51-C257-8149-3C00-D6FB6D01F8DD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 bwMode="gray">
          <a:xfrm>
            <a:off x="9729788" y="1536700"/>
            <a:ext cx="2492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B1943EBD-5EE3-426C-8C51-CA311D48E461}" type="datetime'1'''',''''''''''2''''''2''''''''''''''''''''''''''''''''''''6'">
              <a:rPr lang="en-US" altLang="en-US" sz="700" kern="0" smtClean="0">
                <a:solidFill>
                  <a:schemeClr val="bg1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1,226</a:t>
            </a:fld>
            <a:endParaRPr lang="en-US" sz="700" kern="0">
              <a:solidFill>
                <a:schemeClr val="bg1"/>
              </a:solidFill>
              <a:cs typeface="+mn-cs"/>
              <a:sym typeface="+mn-lt"/>
            </a:endParaRPr>
          </a:p>
        </p:txBody>
      </p:sp>
      <p:sp>
        <p:nvSpPr>
          <p:cNvPr id="155" name="Text Placeholder 2">
            <a:extLst>
              <a:ext uri="{FF2B5EF4-FFF2-40B4-BE49-F238E27FC236}">
                <a16:creationId xmlns:a16="http://schemas.microsoft.com/office/drawing/2014/main" id="{F59BDE60-5034-5C3A-664A-AD82F318C20B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auto">
          <a:xfrm>
            <a:off x="9748838" y="175577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150724A6-29BC-411B-AB2D-63A81DCC03F7}" type="datetime'''2''''''''''0''''''''''''''''''2''''''''7'''''">
              <a:rPr lang="de-DE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113" name="Text Placeholder 2">
            <a:extLst>
              <a:ext uri="{FF2B5EF4-FFF2-40B4-BE49-F238E27FC236}">
                <a16:creationId xmlns:a16="http://schemas.microsoft.com/office/drawing/2014/main" id="{F2C211DF-832C-3C4B-F9ED-DA42503273F6}"/>
              </a:ext>
            </a:extLst>
          </p:cNvPr>
          <p:cNvSpPr txBox="1">
            <a:spLocks/>
          </p:cNvSpPr>
          <p:nvPr>
            <p:custDataLst>
              <p:tags r:id="rId8"/>
            </p:custDataLst>
          </p:nvPr>
        </p:nvSpPr>
        <p:spPr bwMode="gray">
          <a:xfrm>
            <a:off x="10356850" y="1536700"/>
            <a:ext cx="2492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3CB6DDD9-C89F-46FF-8852-42E193699D4A}" type="datetime'1'''''''''''''',''''''''2''''''2''''''6'''''''''''''''''">
              <a:rPr lang="en-US" altLang="en-US" sz="700" kern="0" smtClean="0">
                <a:solidFill>
                  <a:schemeClr val="bg1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1,226</a:t>
            </a:fld>
            <a:endParaRPr lang="en-US" sz="700" kern="0">
              <a:solidFill>
                <a:schemeClr val="bg1"/>
              </a:solidFill>
              <a:cs typeface="+mn-cs"/>
              <a:sym typeface="+mn-lt"/>
            </a:endParaRPr>
          </a:p>
        </p:txBody>
      </p:sp>
      <p:sp>
        <p:nvSpPr>
          <p:cNvPr id="154" name="Text Placeholder 2">
            <a:extLst>
              <a:ext uri="{FF2B5EF4-FFF2-40B4-BE49-F238E27FC236}">
                <a16:creationId xmlns:a16="http://schemas.microsoft.com/office/drawing/2014/main" id="{28A6927C-A577-50D3-9E89-8E7669BBB18F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10425113" y="1755775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64233021-3939-4583-B678-66AEEB2ECEC2}" type="datetime'''''''''''''''''''''''''2''''''''''8'''''''''''''''''''">
              <a:rPr lang="de-DE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118" name="Text Placeholder 2">
            <a:extLst>
              <a:ext uri="{FF2B5EF4-FFF2-40B4-BE49-F238E27FC236}">
                <a16:creationId xmlns:a16="http://schemas.microsoft.com/office/drawing/2014/main" id="{DAAC78C2-FB86-7F9C-AF90-73AD5BE449B1}"/>
              </a:ext>
            </a:extLst>
          </p:cNvPr>
          <p:cNvSpPr txBox="1">
            <a:spLocks/>
          </p:cNvSpPr>
          <p:nvPr>
            <p:custDataLst>
              <p:tags r:id="rId10"/>
            </p:custDataLst>
          </p:nvPr>
        </p:nvSpPr>
        <p:spPr bwMode="gray">
          <a:xfrm>
            <a:off x="10983913" y="1536700"/>
            <a:ext cx="2492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93779091-8BF3-4104-9D5D-F42274C0A0D5}" type="datetime'''1'''''''''''''''''''''''''''''',2''''2''''6'">
              <a:rPr lang="en-US" altLang="en-US" sz="700" kern="0" smtClean="0">
                <a:solidFill>
                  <a:schemeClr val="bg1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1,226</a:t>
            </a:fld>
            <a:endParaRPr lang="en-US" sz="700" kern="0">
              <a:solidFill>
                <a:schemeClr val="bg1"/>
              </a:solidFill>
              <a:cs typeface="+mn-cs"/>
              <a:sym typeface="+mn-lt"/>
            </a:endParaRPr>
          </a:p>
        </p:txBody>
      </p:sp>
      <p:sp>
        <p:nvSpPr>
          <p:cNvPr id="157" name="Text Placeholder 2">
            <a:extLst>
              <a:ext uri="{FF2B5EF4-FFF2-40B4-BE49-F238E27FC236}">
                <a16:creationId xmlns:a16="http://schemas.microsoft.com/office/drawing/2014/main" id="{FA6D1C2B-ECAB-D4A7-5682-C9AC848F40A5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auto">
          <a:xfrm>
            <a:off x="11002963" y="175577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E5785CF1-C258-4A3D-8C76-53B456B40EC7}" type="datetime'''''''2''''0''''29'''''''''''">
              <a:rPr lang="de-DE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260" name="4. Footnote">
            <a:extLst>
              <a:ext uri="{FF2B5EF4-FFF2-40B4-BE49-F238E27FC236}">
                <a16:creationId xmlns:a16="http://schemas.microsoft.com/office/drawing/2014/main" id="{9EDD85C5-1DCA-5E5E-E65C-F066D787C98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553972" y="6172201"/>
            <a:ext cx="6537391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219075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sz="800">
                <a:cs typeface="Arial" panose="020B0604020202020204" pitchFamily="34" charset="0"/>
              </a:rPr>
              <a:t>Coefficient for converting into the average annual portfolio</a:t>
            </a:r>
          </a:p>
          <a:p>
            <a:pPr marL="219075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sz="800" kern="1200">
                <a:latin typeface="+mn-lt"/>
                <a:ea typeface="+mn-ea"/>
                <a:cs typeface="Arial" panose="020B0604020202020204" pitchFamily="34" charset="0"/>
              </a:rPr>
              <a:t>Net Interest Income generated by the increment in the loans granted during the previous years</a:t>
            </a:r>
          </a:p>
          <a:p>
            <a:pPr marL="219075" indent="-228600">
              <a:buFontTx/>
              <a:buAutoNum type="arabicPeriod"/>
              <a:defRPr/>
            </a:pPr>
            <a:r>
              <a:rPr lang="en-US" sz="800"/>
              <a:t>starting from 2028</a:t>
            </a:r>
            <a:r>
              <a:rPr lang="en-US" sz="800" kern="1200">
                <a:latin typeface="+mn-lt"/>
                <a:ea typeface="+mn-ea"/>
                <a:cs typeface="Arial" panose="020B0604020202020204" pitchFamily="34" charset="0"/>
              </a:rPr>
              <a:t> </a:t>
            </a:r>
          </a:p>
        </p:txBody>
      </p:sp>
      <p:sp>
        <p:nvSpPr>
          <p:cNvPr id="272" name="Slide Number">
            <a:extLst>
              <a:ext uri="{FF2B5EF4-FFF2-40B4-BE49-F238E27FC236}">
                <a16:creationId xmlns:a16="http://schemas.microsoft.com/office/drawing/2014/main" id="{949192C7-5EE9-3B24-B15C-DBCCB69FABF2}"/>
              </a:ext>
            </a:extLst>
          </p:cNvPr>
          <p:cNvSpPr>
            <a:spLocks noChangeArrowheads="1"/>
          </p:cNvSpPr>
          <p:nvPr>
            <p:custDataLst>
              <p:tags r:id="rId13"/>
            </p:custDataLst>
          </p:nvPr>
        </p:nvSpPr>
        <p:spPr bwMode="black">
          <a:xfrm>
            <a:off x="11312525" y="6498754"/>
            <a:ext cx="325501" cy="1384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b">
            <a:spAutoFit/>
          </a:bodyPr>
          <a:lstStyle/>
          <a:p>
            <a:pPr algn="r" defTabSz="610744" fontAlgn="auto">
              <a:spcBef>
                <a:spcPts val="0"/>
              </a:spcBef>
              <a:spcAft>
                <a:spcPts val="0"/>
              </a:spcAft>
              <a:defRPr/>
            </a:pPr>
            <a:fld id="{4ABDCABE-3F10-B64C-92F1-862014417034}" type="slidenum">
              <a:rPr lang="en-US" sz="900" smtClean="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rPr>
              <a:pPr algn="r" defTabSz="610744" fontAlgn="auto">
                <a:spcBef>
                  <a:spcPts val="0"/>
                </a:spcBef>
                <a:spcAft>
                  <a:spcPts val="0"/>
                </a:spcAft>
                <a:defRPr/>
              </a:pPr>
              <a:t>62</a:t>
            </a:fld>
            <a:endParaRPr lang="en-US" sz="900">
              <a:solidFill>
                <a:schemeClr val="tx1"/>
              </a:solidFill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278" name="SlideLogoText">
            <a:extLst>
              <a:ext uri="{FF2B5EF4-FFF2-40B4-BE49-F238E27FC236}">
                <a16:creationId xmlns:a16="http://schemas.microsoft.com/office/drawing/2014/main" id="{262B89D6-899A-5DFB-C001-03235C5A8E66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10142505" y="6499381"/>
            <a:ext cx="1134927" cy="1384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rPr>
              <a:t>McKinsey &amp; Company</a:t>
            </a:r>
          </a:p>
        </p:txBody>
      </p:sp>
      <p:sp>
        <p:nvSpPr>
          <p:cNvPr id="262" name="Rectangle 261">
            <a:extLst>
              <a:ext uri="{FF2B5EF4-FFF2-40B4-BE49-F238E27FC236}">
                <a16:creationId xmlns:a16="http://schemas.microsoft.com/office/drawing/2014/main" id="{855F214E-C8DC-CFAE-F593-473D89B841D8}"/>
              </a:ext>
            </a:extLst>
          </p:cNvPr>
          <p:cNvSpPr>
            <a:spLocks/>
          </p:cNvSpPr>
          <p:nvPr/>
        </p:nvSpPr>
        <p:spPr>
          <a:xfrm>
            <a:off x="9483725" y="1955800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Corporate: Productivity growth</a:t>
            </a:r>
            <a:br>
              <a:rPr kumimoji="0" lang="hu-HU" sz="900" b="1" i="0" u="none" strike="noStrike" kern="1200" cap="none" spc="0" normalizeH="0" baseline="0" noProof="0">
                <a:ln>
                  <a:noFill/>
                </a:ln>
                <a:solidFill>
                  <a:srgbClr val="00664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(%)</a:t>
            </a:r>
          </a:p>
        </p:txBody>
      </p:sp>
      <p:graphicFrame>
        <p:nvGraphicFramePr>
          <p:cNvPr id="607" name="Chart 606">
            <a:extLst>
              <a:ext uri="{FF2B5EF4-FFF2-40B4-BE49-F238E27FC236}">
                <a16:creationId xmlns:a16="http://schemas.microsoft.com/office/drawing/2014/main" id="{88969353-C61C-2B4E-0A3B-92B3D4FD47A6}"/>
              </a:ext>
            </a:extLst>
          </p:cNvPr>
          <p:cNvGraphicFramePr/>
          <p:nvPr>
            <p:custDataLst>
              <p:tags r:id="rId15"/>
            </p:custDataLst>
          </p:nvPr>
        </p:nvGraphicFramePr>
        <p:xfrm>
          <a:off x="9458325" y="3162300"/>
          <a:ext cx="2046288" cy="4365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1"/>
          </a:graphicData>
        </a:graphic>
      </p:graphicFrame>
      <p:sp>
        <p:nvSpPr>
          <p:cNvPr id="60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gray">
          <a:xfrm>
            <a:off x="9767888" y="3438526"/>
            <a:ext cx="173038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C9F9F69-0CB2-4914-985D-BB549256ED74}" type="datetime'''''''2''''''''''''2''''''''''''''''''9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229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273" name="Text Placeholder 2">
            <a:extLst>
              <a:ext uri="{FF2B5EF4-FFF2-40B4-BE49-F238E27FC236}">
                <a16:creationId xmlns:a16="http://schemas.microsoft.com/office/drawing/2014/main" id="{FA0CC6B0-E0A7-4510-22FA-E8761A668205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auto">
          <a:xfrm>
            <a:off x="9748838" y="3575050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877B352B-041D-42BB-B541-F62FBC7136A5}" type="datetime'''''''''''''''''''''2''''''0''''''2''''''''''''''7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60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gray">
          <a:xfrm>
            <a:off x="10394950" y="3438526"/>
            <a:ext cx="173038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F15BDBB-19B7-4A85-8912-FB218C420DEC}" type="datetime'''''2''''''''''''''2''''''9''''''''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229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275" name="Text Placeholder 2">
            <a:extLst>
              <a:ext uri="{FF2B5EF4-FFF2-40B4-BE49-F238E27FC236}">
                <a16:creationId xmlns:a16="http://schemas.microsoft.com/office/drawing/2014/main" id="{D6A2E05D-295C-1E09-2961-DA5E3A998266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auto">
          <a:xfrm>
            <a:off x="10425113" y="3575050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A6BE4B48-0727-4FE6-936D-841D1F465A01}" type="datetime'''''''28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60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gray">
          <a:xfrm>
            <a:off x="11022013" y="3438526"/>
            <a:ext cx="173038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DE60160-3E35-4241-9F15-D3DBD84BE702}" type="datetime'''2''''''''''''''''2''''9''''''''''''''''''''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229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277" name="Text Placeholder 2">
            <a:extLst>
              <a:ext uri="{FF2B5EF4-FFF2-40B4-BE49-F238E27FC236}">
                <a16:creationId xmlns:a16="http://schemas.microsoft.com/office/drawing/2014/main" id="{08C46456-E851-09F3-BFC8-2C32653EE824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auto">
          <a:xfrm>
            <a:off x="11002963" y="3575050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2CCD0275-BEED-47A6-A4EF-0B53A5EB1AA1}" type="datetime'''''2''''''''''''''''''''''0''2''''''''9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281" name="Rectangle 280">
            <a:extLst>
              <a:ext uri="{FF2B5EF4-FFF2-40B4-BE49-F238E27FC236}">
                <a16:creationId xmlns:a16="http://schemas.microsoft.com/office/drawing/2014/main" id="{8CA2C04C-86AA-07ED-02F9-6CF810949868}"/>
              </a:ext>
            </a:extLst>
          </p:cNvPr>
          <p:cNvSpPr>
            <a:spLocks/>
          </p:cNvSpPr>
          <p:nvPr/>
        </p:nvSpPr>
        <p:spPr>
          <a:xfrm>
            <a:off x="9483725" y="2889250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Commercial: Loans volume gran-ted annually </a:t>
            </a:r>
            <a:r>
              <a:rPr lang="en-US" sz="900">
                <a:solidFill>
                  <a:srgbClr val="000000"/>
                </a:solidFill>
                <a:latin typeface="Arial"/>
              </a:rPr>
              <a:t>(2025 eq,</a:t>
            </a:r>
            <a:r>
              <a:rPr lang="ru-RU" sz="900">
                <a:solidFill>
                  <a:srgbClr val="000000"/>
                </a:solidFill>
                <a:latin typeface="Arial"/>
              </a:rPr>
              <a:t> 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lang="en-US" sz="900">
                <a:solidFill>
                  <a:srgbClr val="000000"/>
                </a:solidFill>
                <a:latin typeface="Arial"/>
              </a:rPr>
              <a:t>)</a:t>
            </a:r>
          </a:p>
        </p:txBody>
      </p:sp>
      <p:graphicFrame>
        <p:nvGraphicFramePr>
          <p:cNvPr id="615" name="Chart 614">
            <a:extLst>
              <a:ext uri="{FF2B5EF4-FFF2-40B4-BE49-F238E27FC236}">
                <a16:creationId xmlns:a16="http://schemas.microsoft.com/office/drawing/2014/main" id="{5F1999C1-7008-EAB9-F0F3-EE8C627EA254}"/>
              </a:ext>
            </a:extLst>
          </p:cNvPr>
          <p:cNvGraphicFramePr/>
          <p:nvPr>
            <p:custDataLst>
              <p:tags r:id="rId22"/>
            </p:custDataLst>
          </p:nvPr>
        </p:nvGraphicFramePr>
        <p:xfrm>
          <a:off x="9458325" y="4079875"/>
          <a:ext cx="2046288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2"/>
          </a:graphicData>
        </a:graphic>
      </p:graphicFrame>
      <p:sp>
        <p:nvSpPr>
          <p:cNvPr id="283" name="Text Placeholder 2">
            <a:extLst>
              <a:ext uri="{FF2B5EF4-FFF2-40B4-BE49-F238E27FC236}">
                <a16:creationId xmlns:a16="http://schemas.microsoft.com/office/drawing/2014/main" id="{6D9C070D-6989-4B52-CF66-DA5F7145FE2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 bwMode="gray">
          <a:xfrm>
            <a:off x="9710738" y="4300538"/>
            <a:ext cx="2873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227D1CB6-CD6A-4851-B86C-0D097662C645}" type="datetime'''''''30''''''''''.''''0''''''''''''''''''''''''''''''''''%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30.0%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284" name="Text Placeholder 2">
            <a:extLst>
              <a:ext uri="{FF2B5EF4-FFF2-40B4-BE49-F238E27FC236}">
                <a16:creationId xmlns:a16="http://schemas.microsoft.com/office/drawing/2014/main" id="{0686BB14-82CC-89A4-55D4-D78D4CDA2002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auto">
          <a:xfrm>
            <a:off x="9748838" y="4465638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7C6AC99F-5305-4BE6-9C4C-E4426372F2E7}" type="datetime'''''2''''''''''''''''''''''''0''2''7''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286" name="Text Placeholder 2">
            <a:extLst>
              <a:ext uri="{FF2B5EF4-FFF2-40B4-BE49-F238E27FC236}">
                <a16:creationId xmlns:a16="http://schemas.microsoft.com/office/drawing/2014/main" id="{50D74754-FF0E-4CFA-8414-211FEF7893DC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 bwMode="gray">
          <a:xfrm>
            <a:off x="10337799" y="4273550"/>
            <a:ext cx="2873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1A977BB5-217E-4F57-A7FE-EC6ABC1B84F0}" type="datetime'''''''''''4''''''''''0''''.''''''''''''0''''''''''''%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40.0%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287" name="Text Placeholder 2">
            <a:extLst>
              <a:ext uri="{FF2B5EF4-FFF2-40B4-BE49-F238E27FC236}">
                <a16:creationId xmlns:a16="http://schemas.microsoft.com/office/drawing/2014/main" id="{24874143-5B72-2531-CF19-F320501AAA91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auto">
          <a:xfrm>
            <a:off x="10425113" y="4465638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AFFD768D-F948-4137-A149-10EF45AEDAD5}" type="datetime'''''''''''''''''''''''''''''''''''''''''''''''2''''''8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288" name="Text Placeholder 2">
            <a:extLst>
              <a:ext uri="{FF2B5EF4-FFF2-40B4-BE49-F238E27FC236}">
                <a16:creationId xmlns:a16="http://schemas.microsoft.com/office/drawing/2014/main" id="{878190FB-0182-91D3-A82E-2EBA2B06E879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 bwMode="gray">
          <a:xfrm>
            <a:off x="10964863" y="4246563"/>
            <a:ext cx="2873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8E63C808-4C61-440A-B558-1612DA2ECDEE}" type="datetime'''5''''0''''''''''''''''.''''0''''''''''%''''''''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50.0%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291" name="Text Placeholder 2">
            <a:extLst>
              <a:ext uri="{FF2B5EF4-FFF2-40B4-BE49-F238E27FC236}">
                <a16:creationId xmlns:a16="http://schemas.microsoft.com/office/drawing/2014/main" id="{8D791B6D-8C8F-2FE9-B7DE-1DB2ED66FFF6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auto">
          <a:xfrm>
            <a:off x="11002963" y="4465638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A07A6711-2D0A-4643-B9C9-75F76433173B}" type="datetime'''''''''''''''2''''''0''''''''2''''''''''''''9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292" name="Rectangle 291">
            <a:extLst>
              <a:ext uri="{FF2B5EF4-FFF2-40B4-BE49-F238E27FC236}">
                <a16:creationId xmlns:a16="http://schemas.microsoft.com/office/drawing/2014/main" id="{64623313-53EB-4B38-37BD-F62AE51461DD}"/>
              </a:ext>
            </a:extLst>
          </p:cNvPr>
          <p:cNvSpPr>
            <a:spLocks/>
          </p:cNvSpPr>
          <p:nvPr/>
        </p:nvSpPr>
        <p:spPr>
          <a:xfrm>
            <a:off x="9483725" y="3759200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Commercial: Productivity growth </a:t>
            </a:r>
            <a:r>
              <a:rPr lang="en-US" sz="900">
                <a:solidFill>
                  <a:srgbClr val="000000"/>
                </a:solidFill>
                <a:latin typeface="Arial"/>
              </a:rPr>
              <a:t>(%)</a:t>
            </a:r>
          </a:p>
        </p:txBody>
      </p:sp>
      <p:sp>
        <p:nvSpPr>
          <p:cNvPr id="306" name="Rectangle 305">
            <a:extLst>
              <a:ext uri="{FF2B5EF4-FFF2-40B4-BE49-F238E27FC236}">
                <a16:creationId xmlns:a16="http://schemas.microsoft.com/office/drawing/2014/main" id="{71C8D0A5-DF53-2ACC-CEA0-E53A108C09F6}"/>
              </a:ext>
            </a:extLst>
          </p:cNvPr>
          <p:cNvSpPr>
            <a:spLocks/>
          </p:cNvSpPr>
          <p:nvPr/>
        </p:nvSpPr>
        <p:spPr>
          <a:xfrm>
            <a:off x="9483725" y="4692650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SME: Loans volume granted annually </a:t>
            </a:r>
            <a:r>
              <a:rPr lang="en-US" sz="900">
                <a:solidFill>
                  <a:srgbClr val="000000"/>
                </a:solidFill>
                <a:latin typeface="Arial"/>
              </a:rPr>
              <a:t>(2025 eq,</a:t>
            </a:r>
            <a:r>
              <a:rPr lang="ru-RU" sz="900">
                <a:solidFill>
                  <a:srgbClr val="000000"/>
                </a:solidFill>
                <a:latin typeface="Arial"/>
              </a:rPr>
              <a:t> 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lang="en-US" sz="900">
                <a:solidFill>
                  <a:srgbClr val="000000"/>
                </a:solidFill>
                <a:latin typeface="Arial"/>
              </a:rPr>
              <a:t>)</a:t>
            </a:r>
          </a:p>
        </p:txBody>
      </p:sp>
      <p:graphicFrame>
        <p:nvGraphicFramePr>
          <p:cNvPr id="608" name="Chart 607">
            <a:extLst>
              <a:ext uri="{FF2B5EF4-FFF2-40B4-BE49-F238E27FC236}">
                <a16:creationId xmlns:a16="http://schemas.microsoft.com/office/drawing/2014/main" id="{E2EAC215-5382-AAD3-BE3F-B28B96CEEDC8}"/>
              </a:ext>
            </a:extLst>
          </p:cNvPr>
          <p:cNvGraphicFramePr/>
          <p:nvPr>
            <p:custDataLst>
              <p:tags r:id="rId29"/>
            </p:custDataLst>
          </p:nvPr>
        </p:nvGraphicFramePr>
        <p:xfrm>
          <a:off x="9458325" y="4986338"/>
          <a:ext cx="2046288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3"/>
          </a:graphicData>
        </a:graphic>
      </p:graphicFrame>
      <p:sp>
        <p:nvSpPr>
          <p:cNvPr id="56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gray">
          <a:xfrm>
            <a:off x="9767888" y="5259389"/>
            <a:ext cx="173038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301DDDB-14C2-4307-9109-EBA7F316A59A}" type="datetime'''''''''''''''''''2''''''''7''2''''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272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309" name="Text Placeholder 2">
            <a:extLst>
              <a:ext uri="{FF2B5EF4-FFF2-40B4-BE49-F238E27FC236}">
                <a16:creationId xmlns:a16="http://schemas.microsoft.com/office/drawing/2014/main" id="{CEFA0476-FF49-5F60-D1A7-5743A82C47A3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9748838" y="5395913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053D070F-B4B8-478A-A97D-2975A5DCDF0C}" type="datetime'''''''''''''''''2''''''''0''''''''''''''''''''27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56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10394950" y="5259389"/>
            <a:ext cx="173038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01F228B-8629-4FF7-AD0B-DFF43AAB693C}" type="datetime'''''''''''''''''''''''''''2''''7''''''''''''''''2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272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311" name="Text Placeholder 2">
            <a:extLst>
              <a:ext uri="{FF2B5EF4-FFF2-40B4-BE49-F238E27FC236}">
                <a16:creationId xmlns:a16="http://schemas.microsoft.com/office/drawing/2014/main" id="{50DD86DF-230F-65D4-1D47-389D4C816D15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auto">
          <a:xfrm>
            <a:off x="10425113" y="5395913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7FE5A3A6-4099-4680-9A3F-EB9DB030D7BF}" type="datetime'''''2''''''''''''''''''''''''''''''''''''''8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56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34"/>
            </p:custDataLst>
          </p:nvPr>
        </p:nvSpPr>
        <p:spPr bwMode="gray">
          <a:xfrm>
            <a:off x="11022013" y="5259389"/>
            <a:ext cx="173038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1ADD8C3-FCE7-4C44-82D6-0051FD6B4FCB}" type="datetime'''''''''''''2''''''''''''7''''''''2''''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272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313" name="Text Placeholder 2">
            <a:extLst>
              <a:ext uri="{FF2B5EF4-FFF2-40B4-BE49-F238E27FC236}">
                <a16:creationId xmlns:a16="http://schemas.microsoft.com/office/drawing/2014/main" id="{790C1CCA-C4DE-75C0-3850-1363BF09151E}"/>
              </a:ext>
            </a:extLst>
          </p:cNvPr>
          <p:cNvSpPr>
            <a:spLocks noGrp="1"/>
          </p:cNvSpPr>
          <p:nvPr>
            <p:custDataLst>
              <p:tags r:id="rId35"/>
            </p:custDataLst>
          </p:nvPr>
        </p:nvSpPr>
        <p:spPr bwMode="auto">
          <a:xfrm>
            <a:off x="11002963" y="5395913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AD83FB21-43BE-4353-A47C-DC3794B166FD}" type="datetime'''''''''''''''2''''''0''''2''''''''9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314" name="Rectangle 313">
            <a:extLst>
              <a:ext uri="{FF2B5EF4-FFF2-40B4-BE49-F238E27FC236}">
                <a16:creationId xmlns:a16="http://schemas.microsoft.com/office/drawing/2014/main" id="{AE86B095-2FC9-B34D-172B-BC6F6DFAB192}"/>
              </a:ext>
            </a:extLst>
          </p:cNvPr>
          <p:cNvSpPr>
            <a:spLocks/>
          </p:cNvSpPr>
          <p:nvPr/>
        </p:nvSpPr>
        <p:spPr>
          <a:xfrm>
            <a:off x="9483725" y="5572125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SME: Productivity growth</a:t>
            </a:r>
            <a:br>
              <a:rPr lang="hu-HU" sz="900" b="1">
                <a:solidFill>
                  <a:srgbClr val="006649"/>
                </a:solidFill>
                <a:latin typeface="Arial"/>
              </a:rPr>
            </a:br>
            <a:r>
              <a:rPr lang="en-US" sz="900">
                <a:solidFill>
                  <a:srgbClr val="000000"/>
                </a:solidFill>
                <a:latin typeface="Arial"/>
              </a:rPr>
              <a:t>(%)</a:t>
            </a:r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D675223C-63C2-3999-EDD2-F46920037A7E}"/>
              </a:ext>
            </a:extLst>
          </p:cNvPr>
          <p:cNvSpPr>
            <a:spLocks/>
          </p:cNvSpPr>
          <p:nvPr/>
        </p:nvSpPr>
        <p:spPr>
          <a:xfrm>
            <a:off x="6559550" y="1073150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Corporate: Increment in loans granted 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</a:p>
        </p:txBody>
      </p:sp>
      <p:sp>
        <p:nvSpPr>
          <p:cNvPr id="345" name="Rectangle 344">
            <a:extLst>
              <a:ext uri="{FF2B5EF4-FFF2-40B4-BE49-F238E27FC236}">
                <a16:creationId xmlns:a16="http://schemas.microsoft.com/office/drawing/2014/main" id="{92B91E4C-DDB2-13A6-3FBA-BF5BFC4C3036}"/>
              </a:ext>
            </a:extLst>
          </p:cNvPr>
          <p:cNvSpPr>
            <a:spLocks/>
          </p:cNvSpPr>
          <p:nvPr/>
        </p:nvSpPr>
        <p:spPr>
          <a:xfrm>
            <a:off x="6559550" y="1952625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Corporate: Net Interest Margin after risk </a:t>
            </a:r>
            <a:r>
              <a:rPr lang="en-US" sz="900">
                <a:solidFill>
                  <a:schemeClr val="tx1"/>
                </a:solidFill>
                <a:latin typeface="Arial"/>
              </a:rPr>
              <a:t>(</a:t>
            </a:r>
            <a:r>
              <a:rPr lang="en-US" sz="900">
                <a:solidFill>
                  <a:srgbClr val="000000"/>
                </a:solidFill>
                <a:latin typeface="Arial"/>
              </a:rPr>
              <a:t>%)</a:t>
            </a: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53" name="Rectangle 352">
            <a:extLst>
              <a:ext uri="{FF2B5EF4-FFF2-40B4-BE49-F238E27FC236}">
                <a16:creationId xmlns:a16="http://schemas.microsoft.com/office/drawing/2014/main" id="{570679DD-8F7F-AB23-8208-D3B0528CA52F}"/>
              </a:ext>
            </a:extLst>
          </p:cNvPr>
          <p:cNvSpPr>
            <a:spLocks/>
          </p:cNvSpPr>
          <p:nvPr/>
        </p:nvSpPr>
        <p:spPr>
          <a:xfrm>
            <a:off x="6559550" y="2886075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Commercial: Increment in loans granted </a:t>
            </a:r>
            <a:r>
              <a:rPr lang="en-US" sz="900">
                <a:solidFill>
                  <a:srgbClr val="000000"/>
                </a:solidFill>
                <a:latin typeface="Arial"/>
              </a:rPr>
              <a:t>(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lang="en-US" sz="900">
                <a:solidFill>
                  <a:srgbClr val="000000"/>
                </a:solidFill>
                <a:latin typeface="Arial"/>
              </a:rPr>
              <a:t>)</a:t>
            </a:r>
          </a:p>
        </p:txBody>
      </p:sp>
      <p:sp>
        <p:nvSpPr>
          <p:cNvPr id="361" name="Rectangle 360">
            <a:extLst>
              <a:ext uri="{FF2B5EF4-FFF2-40B4-BE49-F238E27FC236}">
                <a16:creationId xmlns:a16="http://schemas.microsoft.com/office/drawing/2014/main" id="{345370CD-20C1-D4D8-CD06-9CB2E0B0ED76}"/>
              </a:ext>
            </a:extLst>
          </p:cNvPr>
          <p:cNvSpPr>
            <a:spLocks/>
          </p:cNvSpPr>
          <p:nvPr/>
        </p:nvSpPr>
        <p:spPr>
          <a:xfrm>
            <a:off x="6559550" y="3756025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Commercial: Net Interest Margin after risk </a:t>
            </a:r>
            <a:r>
              <a:rPr lang="en-US" sz="900">
                <a:solidFill>
                  <a:schemeClr val="tx1"/>
                </a:solidFill>
                <a:latin typeface="Arial"/>
              </a:rPr>
              <a:t>(</a:t>
            </a:r>
            <a:r>
              <a:rPr lang="en-US" sz="900">
                <a:solidFill>
                  <a:srgbClr val="000000"/>
                </a:solidFill>
                <a:latin typeface="Arial"/>
              </a:rPr>
              <a:t>%)</a:t>
            </a: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F2702436-632E-AF13-78DD-B947D2B2EFD4}"/>
              </a:ext>
            </a:extLst>
          </p:cNvPr>
          <p:cNvSpPr>
            <a:spLocks/>
          </p:cNvSpPr>
          <p:nvPr/>
        </p:nvSpPr>
        <p:spPr>
          <a:xfrm>
            <a:off x="6559550" y="4689475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SME: Increment in loans granted</a:t>
            </a:r>
            <a:br>
              <a:rPr lang="hu-HU" sz="900" b="1">
                <a:solidFill>
                  <a:srgbClr val="006649"/>
                </a:solidFill>
                <a:latin typeface="Arial"/>
              </a:rPr>
            </a:br>
            <a:r>
              <a:rPr lang="en-US" sz="900">
                <a:solidFill>
                  <a:srgbClr val="000000"/>
                </a:solidFill>
                <a:latin typeface="Arial"/>
              </a:rPr>
              <a:t>(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lang="en-US" sz="900">
                <a:solidFill>
                  <a:srgbClr val="000000"/>
                </a:solidFill>
                <a:latin typeface="Arial"/>
              </a:rPr>
              <a:t>)</a:t>
            </a:r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95101115-FF2C-4DE2-23A1-D1706C296095}"/>
              </a:ext>
            </a:extLst>
          </p:cNvPr>
          <p:cNvSpPr>
            <a:spLocks/>
          </p:cNvSpPr>
          <p:nvPr/>
        </p:nvSpPr>
        <p:spPr>
          <a:xfrm>
            <a:off x="6559550" y="5568950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SME: </a:t>
            </a:r>
            <a:r>
              <a:rPr lang="en-US" sz="900" b="1">
                <a:solidFill>
                  <a:schemeClr val="tx1"/>
                </a:solidFill>
                <a:latin typeface="Arial"/>
              </a:rPr>
              <a:t>Net Interest Margin after risk </a:t>
            </a:r>
            <a:r>
              <a:rPr lang="en-US" sz="900">
                <a:solidFill>
                  <a:schemeClr val="tx1"/>
                </a:solidFill>
                <a:latin typeface="Arial"/>
              </a:rPr>
              <a:t>(</a:t>
            </a:r>
            <a:r>
              <a:rPr lang="en-US" sz="900">
                <a:solidFill>
                  <a:srgbClr val="000000"/>
                </a:solidFill>
                <a:latin typeface="Arial"/>
              </a:rPr>
              <a:t>%)</a:t>
            </a: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420490A2-BF7C-EFA6-3833-ABD72F2EFCCE}"/>
              </a:ext>
            </a:extLst>
          </p:cNvPr>
          <p:cNvGrpSpPr/>
          <p:nvPr/>
        </p:nvGrpSpPr>
        <p:grpSpPr>
          <a:xfrm>
            <a:off x="8580438" y="1401984"/>
            <a:ext cx="914400" cy="961803"/>
            <a:chOff x="8580438" y="1401984"/>
            <a:chExt cx="914400" cy="961803"/>
          </a:xfrm>
        </p:grpSpPr>
        <p:cxnSp>
          <p:nvCxnSpPr>
            <p:cNvPr id="396" name="Connector: Elbow 395">
              <a:extLst>
                <a:ext uri="{FF2B5EF4-FFF2-40B4-BE49-F238E27FC236}">
                  <a16:creationId xmlns:a16="http://schemas.microsoft.com/office/drawing/2014/main" id="{FCF1462F-7F38-31A4-303E-487E89E6BEFB}"/>
                </a:ext>
              </a:extLst>
            </p:cNvPr>
            <p:cNvCxnSpPr>
              <a:cxnSpLocks/>
              <a:stCxn id="337" idx="3"/>
            </p:cNvCxnSpPr>
            <p:nvPr/>
          </p:nvCxnSpPr>
          <p:spPr>
            <a:xfrm>
              <a:off x="8580438" y="1477963"/>
              <a:ext cx="914400" cy="885824"/>
            </a:xfrm>
            <a:prstGeom prst="bentConnector3">
              <a:avLst/>
            </a:prstGeom>
            <a:ln w="28575" cap="sq">
              <a:solidFill>
                <a:schemeClr val="accent3">
                  <a:lumMod val="25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Connector: Elbow 396">
              <a:extLst>
                <a:ext uri="{FF2B5EF4-FFF2-40B4-BE49-F238E27FC236}">
                  <a16:creationId xmlns:a16="http://schemas.microsoft.com/office/drawing/2014/main" id="{7BE5E887-A1EA-AB8B-2873-1C2F3DEAE691}"/>
                </a:ext>
              </a:extLst>
            </p:cNvPr>
            <p:cNvCxnSpPr>
              <a:cxnSpLocks/>
              <a:stCxn id="337" idx="3"/>
            </p:cNvCxnSpPr>
            <p:nvPr/>
          </p:nvCxnSpPr>
          <p:spPr>
            <a:xfrm flipV="1">
              <a:off x="8580438" y="1477962"/>
              <a:ext cx="903287" cy="1"/>
            </a:xfrm>
            <a:prstGeom prst="bentConnector3">
              <a:avLst/>
            </a:prstGeom>
            <a:ln w="28575" cap="sq">
              <a:solidFill>
                <a:schemeClr val="accent3">
                  <a:lumMod val="25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8F1275AF-19DB-C21B-F81D-741A7018BB45}"/>
                </a:ext>
              </a:extLst>
            </p:cNvPr>
            <p:cNvGrpSpPr/>
            <p:nvPr>
              <p:custDataLst>
                <p:tags r:id="rId145"/>
              </p:custDataLst>
            </p:nvPr>
          </p:nvGrpSpPr>
          <p:grpSpPr>
            <a:xfrm rot="19031924">
              <a:off x="8945563" y="1401984"/>
              <a:ext cx="174625" cy="173038"/>
              <a:chOff x="10525919" y="2516188"/>
              <a:chExt cx="174625" cy="173038"/>
            </a:xfrm>
            <a:solidFill>
              <a:schemeClr val="accent2"/>
            </a:solidFill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08ABF5C-1375-60C5-F26D-61526D8C64E4}"/>
                  </a:ext>
                </a:extLst>
              </p:cNvPr>
              <p:cNvSpPr/>
              <p:nvPr/>
            </p:nvSpPr>
            <p:spPr>
              <a:xfrm>
                <a:off x="10525919" y="2516188"/>
                <a:ext cx="174625" cy="173038"/>
              </a:xfrm>
              <a:prstGeom prst="ellipse">
                <a:avLst/>
              </a:prstGeom>
              <a:grpFill/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32962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32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212" name="Graphic 211">
                <a:extLst>
                  <a:ext uri="{FF2B5EF4-FFF2-40B4-BE49-F238E27FC236}">
                    <a16:creationId xmlns:a16="http://schemas.microsoft.com/office/drawing/2014/main" id="{1C543FA8-1126-5F6B-392F-B1DBD517E2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4"/>
                  </a:ext>
                </a:extLst>
              </a:blip>
              <a:stretch>
                <a:fillRect/>
              </a:stretch>
            </p:blipFill>
            <p:spPr>
              <a:xfrm>
                <a:off x="10529275" y="2519513"/>
                <a:ext cx="167914" cy="166388"/>
              </a:xfrm>
              <a:prstGeom prst="rect">
                <a:avLst/>
              </a:prstGeom>
            </p:spPr>
          </p:pic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C30BD2F0-0D70-848C-C297-7A69C08C342F}"/>
              </a:ext>
            </a:extLst>
          </p:cNvPr>
          <p:cNvGrpSpPr/>
          <p:nvPr/>
        </p:nvGrpSpPr>
        <p:grpSpPr>
          <a:xfrm>
            <a:off x="8583613" y="3199939"/>
            <a:ext cx="914400" cy="961803"/>
            <a:chOff x="8580438" y="1401984"/>
            <a:chExt cx="914400" cy="961803"/>
          </a:xfrm>
        </p:grpSpPr>
        <p:cxnSp>
          <p:nvCxnSpPr>
            <p:cNvPr id="438" name="Connector: Elbow 437">
              <a:extLst>
                <a:ext uri="{FF2B5EF4-FFF2-40B4-BE49-F238E27FC236}">
                  <a16:creationId xmlns:a16="http://schemas.microsoft.com/office/drawing/2014/main" id="{34E4BC4D-83EC-BBDB-8208-D5D9C59216EC}"/>
                </a:ext>
              </a:extLst>
            </p:cNvPr>
            <p:cNvCxnSpPr>
              <a:cxnSpLocks/>
            </p:cNvCxnSpPr>
            <p:nvPr/>
          </p:nvCxnSpPr>
          <p:spPr>
            <a:xfrm>
              <a:off x="8580438" y="1477963"/>
              <a:ext cx="914400" cy="885824"/>
            </a:xfrm>
            <a:prstGeom prst="bentConnector3">
              <a:avLst/>
            </a:prstGeom>
            <a:ln w="28575" cap="sq">
              <a:solidFill>
                <a:schemeClr val="accent3">
                  <a:lumMod val="25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Connector: Elbow 438">
              <a:extLst>
                <a:ext uri="{FF2B5EF4-FFF2-40B4-BE49-F238E27FC236}">
                  <a16:creationId xmlns:a16="http://schemas.microsoft.com/office/drawing/2014/main" id="{005727AD-95D1-795A-9888-0B9A2E81DFE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580438" y="1477962"/>
              <a:ext cx="903287" cy="1"/>
            </a:xfrm>
            <a:prstGeom prst="bentConnector3">
              <a:avLst/>
            </a:prstGeom>
            <a:ln w="28575" cap="sq">
              <a:solidFill>
                <a:schemeClr val="accent3">
                  <a:lumMod val="25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0" name="Group 439">
              <a:extLst>
                <a:ext uri="{FF2B5EF4-FFF2-40B4-BE49-F238E27FC236}">
                  <a16:creationId xmlns:a16="http://schemas.microsoft.com/office/drawing/2014/main" id="{482A69E5-75E7-63DC-4068-847A6471B01B}"/>
                </a:ext>
              </a:extLst>
            </p:cNvPr>
            <p:cNvGrpSpPr/>
            <p:nvPr>
              <p:custDataLst>
                <p:tags r:id="rId144"/>
              </p:custDataLst>
            </p:nvPr>
          </p:nvGrpSpPr>
          <p:grpSpPr>
            <a:xfrm rot="19031924">
              <a:off x="8945563" y="1401984"/>
              <a:ext cx="174625" cy="173038"/>
              <a:chOff x="10525919" y="2516188"/>
              <a:chExt cx="174625" cy="173038"/>
            </a:xfrm>
            <a:solidFill>
              <a:schemeClr val="accent2"/>
            </a:solidFill>
          </p:grpSpPr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467037C7-3FDC-E34C-D90D-C918F3D8F43C}"/>
                  </a:ext>
                </a:extLst>
              </p:cNvPr>
              <p:cNvSpPr/>
              <p:nvPr/>
            </p:nvSpPr>
            <p:spPr>
              <a:xfrm>
                <a:off x="10525919" y="2516188"/>
                <a:ext cx="174625" cy="173038"/>
              </a:xfrm>
              <a:prstGeom prst="ellipse">
                <a:avLst/>
              </a:prstGeom>
              <a:grpFill/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32962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32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442" name="Graphic 441">
                <a:extLst>
                  <a:ext uri="{FF2B5EF4-FFF2-40B4-BE49-F238E27FC236}">
                    <a16:creationId xmlns:a16="http://schemas.microsoft.com/office/drawing/2014/main" id="{06018655-8C14-2299-CEAB-80201FDF93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4"/>
                  </a:ext>
                </a:extLst>
              </a:blip>
              <a:stretch>
                <a:fillRect/>
              </a:stretch>
            </p:blipFill>
            <p:spPr>
              <a:xfrm>
                <a:off x="10529275" y="2519513"/>
                <a:ext cx="167914" cy="166388"/>
              </a:xfrm>
              <a:prstGeom prst="rect">
                <a:avLst/>
              </a:prstGeom>
            </p:spPr>
          </p:pic>
        </p:grp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7440C3C1-29C3-E926-1701-E6E797FC95C3}"/>
              </a:ext>
            </a:extLst>
          </p:cNvPr>
          <p:cNvGrpSpPr/>
          <p:nvPr/>
        </p:nvGrpSpPr>
        <p:grpSpPr>
          <a:xfrm>
            <a:off x="8580438" y="5005388"/>
            <a:ext cx="914400" cy="961803"/>
            <a:chOff x="8580438" y="1401984"/>
            <a:chExt cx="914400" cy="961803"/>
          </a:xfrm>
        </p:grpSpPr>
        <p:cxnSp>
          <p:nvCxnSpPr>
            <p:cNvPr id="444" name="Connector: Elbow 443">
              <a:extLst>
                <a:ext uri="{FF2B5EF4-FFF2-40B4-BE49-F238E27FC236}">
                  <a16:creationId xmlns:a16="http://schemas.microsoft.com/office/drawing/2014/main" id="{08D5A716-3D28-28C9-6C45-E5C13530498D}"/>
                </a:ext>
              </a:extLst>
            </p:cNvPr>
            <p:cNvCxnSpPr>
              <a:cxnSpLocks/>
            </p:cNvCxnSpPr>
            <p:nvPr/>
          </p:nvCxnSpPr>
          <p:spPr>
            <a:xfrm>
              <a:off x="8580438" y="1477963"/>
              <a:ext cx="914400" cy="885824"/>
            </a:xfrm>
            <a:prstGeom prst="bentConnector3">
              <a:avLst/>
            </a:prstGeom>
            <a:ln w="28575" cap="sq">
              <a:solidFill>
                <a:schemeClr val="accent3">
                  <a:lumMod val="25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Connector: Elbow 444">
              <a:extLst>
                <a:ext uri="{FF2B5EF4-FFF2-40B4-BE49-F238E27FC236}">
                  <a16:creationId xmlns:a16="http://schemas.microsoft.com/office/drawing/2014/main" id="{8C91DE8F-08C6-0584-22F4-A8088AC903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580438" y="1477962"/>
              <a:ext cx="903287" cy="1"/>
            </a:xfrm>
            <a:prstGeom prst="bentConnector3">
              <a:avLst/>
            </a:prstGeom>
            <a:ln w="28575" cap="sq">
              <a:solidFill>
                <a:schemeClr val="accent3">
                  <a:lumMod val="25000"/>
                </a:schemeClr>
              </a:solidFill>
              <a:miter lim="800000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6" name="Group 445">
              <a:extLst>
                <a:ext uri="{FF2B5EF4-FFF2-40B4-BE49-F238E27FC236}">
                  <a16:creationId xmlns:a16="http://schemas.microsoft.com/office/drawing/2014/main" id="{C051B195-4806-DF53-19AD-924E9F0D8299}"/>
                </a:ext>
              </a:extLst>
            </p:cNvPr>
            <p:cNvGrpSpPr/>
            <p:nvPr>
              <p:custDataLst>
                <p:tags r:id="rId143"/>
              </p:custDataLst>
            </p:nvPr>
          </p:nvGrpSpPr>
          <p:grpSpPr>
            <a:xfrm rot="19031924">
              <a:off x="8945563" y="1401984"/>
              <a:ext cx="174625" cy="173038"/>
              <a:chOff x="10525919" y="2516188"/>
              <a:chExt cx="174625" cy="173038"/>
            </a:xfrm>
            <a:solidFill>
              <a:schemeClr val="accent2"/>
            </a:solidFill>
          </p:grpSpPr>
          <p:sp>
            <p:nvSpPr>
              <p:cNvPr id="447" name="Oval 446">
                <a:extLst>
                  <a:ext uri="{FF2B5EF4-FFF2-40B4-BE49-F238E27FC236}">
                    <a16:creationId xmlns:a16="http://schemas.microsoft.com/office/drawing/2014/main" id="{FC326E42-13A7-F47B-05B9-F663F9D3CE40}"/>
                  </a:ext>
                </a:extLst>
              </p:cNvPr>
              <p:cNvSpPr/>
              <p:nvPr/>
            </p:nvSpPr>
            <p:spPr>
              <a:xfrm>
                <a:off x="10525919" y="2516188"/>
                <a:ext cx="174625" cy="173038"/>
              </a:xfrm>
              <a:prstGeom prst="ellipse">
                <a:avLst/>
              </a:prstGeom>
              <a:grpFill/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32962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32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448" name="Graphic 447">
                <a:extLst>
                  <a:ext uri="{FF2B5EF4-FFF2-40B4-BE49-F238E27FC236}">
                    <a16:creationId xmlns:a16="http://schemas.microsoft.com/office/drawing/2014/main" id="{03C2E79E-DF40-F136-B731-5FAB05E489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4"/>
                  </a:ext>
                </a:extLst>
              </a:blip>
              <a:stretch>
                <a:fillRect/>
              </a:stretch>
            </p:blipFill>
            <p:spPr>
              <a:xfrm>
                <a:off x="10529275" y="2519513"/>
                <a:ext cx="167914" cy="166388"/>
              </a:xfrm>
              <a:prstGeom prst="rect">
                <a:avLst/>
              </a:prstGeom>
            </p:spPr>
          </p:pic>
        </p:grpSp>
      </p:grpSp>
      <p:graphicFrame>
        <p:nvGraphicFramePr>
          <p:cNvPr id="616" name="Chart 615">
            <a:extLst>
              <a:ext uri="{FF2B5EF4-FFF2-40B4-BE49-F238E27FC236}">
                <a16:creationId xmlns:a16="http://schemas.microsoft.com/office/drawing/2014/main" id="{A2F46EB3-9174-0F38-7F3B-9E480B10ACAF}"/>
              </a:ext>
            </a:extLst>
          </p:cNvPr>
          <p:cNvGraphicFramePr/>
          <p:nvPr>
            <p:custDataLst>
              <p:tags r:id="rId36"/>
            </p:custDataLst>
          </p:nvPr>
        </p:nvGraphicFramePr>
        <p:xfrm>
          <a:off x="9458325" y="5884863"/>
          <a:ext cx="2046288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5"/>
          </a:graphicData>
        </a:graphic>
      </p:graphicFrame>
      <p:sp>
        <p:nvSpPr>
          <p:cNvPr id="580" name="Text Placeholder 2">
            <a:extLst>
              <a:ext uri="{FF2B5EF4-FFF2-40B4-BE49-F238E27FC236}">
                <a16:creationId xmlns:a16="http://schemas.microsoft.com/office/drawing/2014/main" id="{21EF28BF-0397-E8C7-EF6F-B2F14ED1667C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 bwMode="gray">
          <a:xfrm>
            <a:off x="9710738" y="6105525"/>
            <a:ext cx="2873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61CB47AB-B3F2-4086-8D75-7E623E2A7A19}" type="datetime'''3''''0''''''.''''0''''''''%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30.0%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81" name="Text Placeholder 2">
            <a:extLst>
              <a:ext uri="{FF2B5EF4-FFF2-40B4-BE49-F238E27FC236}">
                <a16:creationId xmlns:a16="http://schemas.microsoft.com/office/drawing/2014/main" id="{F8B1001B-BB4B-760B-7C32-EDCFDDC8D612}"/>
              </a:ext>
            </a:extLst>
          </p:cNvPr>
          <p:cNvSpPr>
            <a:spLocks noGrp="1"/>
          </p:cNvSpPr>
          <p:nvPr>
            <p:custDataLst>
              <p:tags r:id="rId38"/>
            </p:custDataLst>
          </p:nvPr>
        </p:nvSpPr>
        <p:spPr bwMode="auto">
          <a:xfrm>
            <a:off x="9748838" y="62706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26EE6994-1942-40E8-9D9F-A9D7C392BC61}" type="datetime'''''2''''''''''''''''''0''''2''''''''''7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582" name="Text Placeholder 2">
            <a:extLst>
              <a:ext uri="{FF2B5EF4-FFF2-40B4-BE49-F238E27FC236}">
                <a16:creationId xmlns:a16="http://schemas.microsoft.com/office/drawing/2014/main" id="{FB93E06B-A212-E94B-5D58-FCBC6D920AC7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 bwMode="gray">
          <a:xfrm>
            <a:off x="10337800" y="6078538"/>
            <a:ext cx="2873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A7DEED45-4F7E-4CA2-9049-CA636539D006}" type="datetime'4''0''''''''''''''.0''''''''%''''''''''''''''''''''''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40.0%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83" name="Text Placeholder 2">
            <a:extLst>
              <a:ext uri="{FF2B5EF4-FFF2-40B4-BE49-F238E27FC236}">
                <a16:creationId xmlns:a16="http://schemas.microsoft.com/office/drawing/2014/main" id="{A84050F0-11AF-9D05-FB0D-C93736934980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auto">
          <a:xfrm>
            <a:off x="10425113" y="6270625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523F7A70-EEB3-4D1E-ABE0-F6C0B516F9D0}" type="datetime'2''''''''''''8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584" name="Text Placeholder 2">
            <a:extLst>
              <a:ext uri="{FF2B5EF4-FFF2-40B4-BE49-F238E27FC236}">
                <a16:creationId xmlns:a16="http://schemas.microsoft.com/office/drawing/2014/main" id="{7FDF89FF-934B-390C-BBA2-485DBDDB72B8}"/>
              </a:ext>
            </a:extLst>
          </p:cNvPr>
          <p:cNvSpPr txBox="1">
            <a:spLocks/>
          </p:cNvSpPr>
          <p:nvPr>
            <p:custDataLst>
              <p:tags r:id="rId41"/>
            </p:custDataLst>
          </p:nvPr>
        </p:nvSpPr>
        <p:spPr bwMode="gray">
          <a:xfrm>
            <a:off x="10964863" y="6051550"/>
            <a:ext cx="2873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329D2E5F-FCF9-48B0-9F8E-CAD0FD16AA9D}" type="datetime'''5''0''''''''''.''''''''0''''''''%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50.0%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85" name="Text Placeholder 2">
            <a:extLst>
              <a:ext uri="{FF2B5EF4-FFF2-40B4-BE49-F238E27FC236}">
                <a16:creationId xmlns:a16="http://schemas.microsoft.com/office/drawing/2014/main" id="{C34E6902-D213-6340-80F1-97FD93AA4B37}"/>
              </a:ext>
            </a:extLst>
          </p:cNvPr>
          <p:cNvSpPr>
            <a:spLocks noGrp="1"/>
          </p:cNvSpPr>
          <p:nvPr>
            <p:custDataLst>
              <p:tags r:id="rId42"/>
            </p:custDataLst>
          </p:nvPr>
        </p:nvSpPr>
        <p:spPr bwMode="auto">
          <a:xfrm>
            <a:off x="11002963" y="62706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3B6472A0-42EF-4974-8DC6-447A4EFA892E}" type="datetime'''''2''''''''''''''''0''''2''9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graphicFrame>
        <p:nvGraphicFramePr>
          <p:cNvPr id="620" name="Chart 619">
            <a:extLst>
              <a:ext uri="{FF2B5EF4-FFF2-40B4-BE49-F238E27FC236}">
                <a16:creationId xmlns:a16="http://schemas.microsoft.com/office/drawing/2014/main" id="{B77A010C-B24B-9A61-4AEA-7DBC5742F62C}"/>
              </a:ext>
            </a:extLst>
          </p:cNvPr>
          <p:cNvGraphicFramePr/>
          <p:nvPr>
            <p:custDataLst>
              <p:tags r:id="rId43"/>
            </p:custDataLst>
          </p:nvPr>
        </p:nvGraphicFramePr>
        <p:xfrm>
          <a:off x="9491663" y="2262188"/>
          <a:ext cx="2047875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6"/>
          </a:graphicData>
        </a:graphic>
      </p:graphicFrame>
      <p:sp>
        <p:nvSpPr>
          <p:cNvPr id="589" name="Text Placeholder 2">
            <a:extLst>
              <a:ext uri="{FF2B5EF4-FFF2-40B4-BE49-F238E27FC236}">
                <a16:creationId xmlns:a16="http://schemas.microsoft.com/office/drawing/2014/main" id="{AED94844-05D0-F895-0E47-5F101569C2A8}"/>
              </a:ext>
            </a:extLst>
          </p:cNvPr>
          <p:cNvSpPr txBox="1">
            <a:spLocks/>
          </p:cNvSpPr>
          <p:nvPr>
            <p:custDataLst>
              <p:tags r:id="rId44"/>
            </p:custDataLst>
          </p:nvPr>
        </p:nvSpPr>
        <p:spPr bwMode="gray">
          <a:xfrm>
            <a:off x="9744075" y="2524125"/>
            <a:ext cx="287338" cy="106363"/>
          </a:xfrm>
          <a:prstGeom prst="rect">
            <a:avLst/>
          </a:prstGeom>
          <a:solidFill>
            <a:srgbClr val="B9D0CD"/>
          </a:solidFill>
          <a:ln>
            <a:noFill/>
          </a:ln>
          <a:effectLst/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60804065-A130-420C-95C9-5FD479D42A9B}" type="datetime'''''''''''''''''''1''''''''''5''''''''''''''.''''0''''%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15.0%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90" name="Text Placeholder 2">
            <a:extLst>
              <a:ext uri="{FF2B5EF4-FFF2-40B4-BE49-F238E27FC236}">
                <a16:creationId xmlns:a16="http://schemas.microsoft.com/office/drawing/2014/main" id="{A731629B-45CF-CAEE-5EB4-E8F3A696BD53}"/>
              </a:ext>
            </a:extLst>
          </p:cNvPr>
          <p:cNvSpPr>
            <a:spLocks noGrp="1"/>
          </p:cNvSpPr>
          <p:nvPr>
            <p:custDataLst>
              <p:tags r:id="rId45"/>
            </p:custDataLst>
          </p:nvPr>
        </p:nvSpPr>
        <p:spPr bwMode="auto">
          <a:xfrm>
            <a:off x="9782175" y="2660650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F651F897-33E1-4A5F-BA72-2261634B99F8}" type="datetime'''''''''2''''''''''''''0''''''''''''''2''7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591" name="Text Placeholder 2">
            <a:extLst>
              <a:ext uri="{FF2B5EF4-FFF2-40B4-BE49-F238E27FC236}">
                <a16:creationId xmlns:a16="http://schemas.microsoft.com/office/drawing/2014/main" id="{40754F6E-3821-5C2F-AAB3-00EE8EBE08B9}"/>
              </a:ext>
            </a:extLst>
          </p:cNvPr>
          <p:cNvSpPr txBox="1">
            <a:spLocks/>
          </p:cNvSpPr>
          <p:nvPr>
            <p:custDataLst>
              <p:tags r:id="rId46"/>
            </p:custDataLst>
          </p:nvPr>
        </p:nvSpPr>
        <p:spPr bwMode="gray">
          <a:xfrm>
            <a:off x="10371138" y="2509838"/>
            <a:ext cx="2873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3A28B8CF-BDE9-41BA-9F35-B5CB2E80304F}" type="datetime'''2''''''''''''''''0.''''''''''''''''0''%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20.0%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92" name="Text Placeholder 2">
            <a:extLst>
              <a:ext uri="{FF2B5EF4-FFF2-40B4-BE49-F238E27FC236}">
                <a16:creationId xmlns:a16="http://schemas.microsoft.com/office/drawing/2014/main" id="{E869A739-6FE1-13E2-2209-4F2682841A40}"/>
              </a:ext>
            </a:extLst>
          </p:cNvPr>
          <p:cNvSpPr>
            <a:spLocks noGrp="1"/>
          </p:cNvSpPr>
          <p:nvPr>
            <p:custDataLst>
              <p:tags r:id="rId47"/>
            </p:custDataLst>
          </p:nvPr>
        </p:nvSpPr>
        <p:spPr bwMode="auto">
          <a:xfrm>
            <a:off x="10458450" y="2660650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F8047504-D5CB-4D51-BF0F-2520B910A88C}" type="datetime'''''''''''''''28''''''''''''''''''''''''''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593" name="Text Placeholder 2">
            <a:extLst>
              <a:ext uri="{FF2B5EF4-FFF2-40B4-BE49-F238E27FC236}">
                <a16:creationId xmlns:a16="http://schemas.microsoft.com/office/drawing/2014/main" id="{457F8B57-2A2F-4E0E-776F-59C32380B449}"/>
              </a:ext>
            </a:extLst>
          </p:cNvPr>
          <p:cNvSpPr txBox="1">
            <a:spLocks/>
          </p:cNvSpPr>
          <p:nvPr>
            <p:custDataLst>
              <p:tags r:id="rId48"/>
            </p:custDataLst>
          </p:nvPr>
        </p:nvSpPr>
        <p:spPr bwMode="gray">
          <a:xfrm>
            <a:off x="10999788" y="2497138"/>
            <a:ext cx="287338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EF8CE2DF-18FD-4017-A018-74410173E50E}" type="datetime'''''''''''''''''''''''''2''5''''''.''0''''''''%''''''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25.0%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594" name="Text Placeholder 2">
            <a:extLst>
              <a:ext uri="{FF2B5EF4-FFF2-40B4-BE49-F238E27FC236}">
                <a16:creationId xmlns:a16="http://schemas.microsoft.com/office/drawing/2014/main" id="{D555F787-F75F-73C4-AEE3-1A693573F290}"/>
              </a:ext>
            </a:extLst>
          </p:cNvPr>
          <p:cNvSpPr>
            <a:spLocks noGrp="1"/>
          </p:cNvSpPr>
          <p:nvPr>
            <p:custDataLst>
              <p:tags r:id="rId49"/>
            </p:custDataLst>
          </p:nvPr>
        </p:nvSpPr>
        <p:spPr bwMode="auto">
          <a:xfrm>
            <a:off x="11037888" y="2660650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7343760A-1364-46B2-946B-E7F42560C054}" type="datetime'''''''2''''''0''''''''''''29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graphicFrame>
        <p:nvGraphicFramePr>
          <p:cNvPr id="1072" name="Chart 1071">
            <a:extLst>
              <a:ext uri="{FF2B5EF4-FFF2-40B4-BE49-F238E27FC236}">
                <a16:creationId xmlns:a16="http://schemas.microsoft.com/office/drawing/2014/main" id="{3F9AF237-C0EE-FD6B-EF6C-E57458B1F0A6}"/>
              </a:ext>
            </a:extLst>
          </p:cNvPr>
          <p:cNvGraphicFramePr/>
          <p:nvPr>
            <p:custDataLst>
              <p:tags r:id="rId50"/>
            </p:custDataLst>
          </p:nvPr>
        </p:nvGraphicFramePr>
        <p:xfrm>
          <a:off x="6532563" y="1287463"/>
          <a:ext cx="2047875" cy="6032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7"/>
          </a:graphicData>
        </a:graphic>
      </p:graphicFrame>
      <p:sp>
        <p:nvSpPr>
          <p:cNvPr id="623" name="Text Placeholder 2">
            <a:extLst>
              <a:ext uri="{FF2B5EF4-FFF2-40B4-BE49-F238E27FC236}">
                <a16:creationId xmlns:a16="http://schemas.microsoft.com/office/drawing/2014/main" id="{46355648-C172-E6CB-BCD1-F1B4FB78C280}"/>
              </a:ext>
            </a:extLst>
          </p:cNvPr>
          <p:cNvSpPr>
            <a:spLocks noGrp="1"/>
          </p:cNvSpPr>
          <p:nvPr>
            <p:custDataLst>
              <p:tags r:id="rId51"/>
            </p:custDataLst>
          </p:nvPr>
        </p:nvSpPr>
        <p:spPr bwMode="auto">
          <a:xfrm>
            <a:off x="6823075" y="175577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A103C764-C423-4145-827C-43BEA2AEE4F9}" type="datetime'''''''''''''202''''''''''''7''''''''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625" name="Text Placeholder 2">
            <a:extLst>
              <a:ext uri="{FF2B5EF4-FFF2-40B4-BE49-F238E27FC236}">
                <a16:creationId xmlns:a16="http://schemas.microsoft.com/office/drawing/2014/main" id="{255F9DE7-9192-ACAD-A10D-3EDE5080BC80}"/>
              </a:ext>
            </a:extLst>
          </p:cNvPr>
          <p:cNvSpPr>
            <a:spLocks noGrp="1"/>
          </p:cNvSpPr>
          <p:nvPr>
            <p:custDataLst>
              <p:tags r:id="rId52"/>
            </p:custDataLst>
          </p:nvPr>
        </p:nvSpPr>
        <p:spPr bwMode="auto">
          <a:xfrm>
            <a:off x="7499350" y="1755775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CCED3DA5-8A3D-4D18-875A-F7DD07DAA61C}" type="datetime'''''''28''''''''''''''''''''''''''''''''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627" name="Text Placeholder 2">
            <a:extLst>
              <a:ext uri="{FF2B5EF4-FFF2-40B4-BE49-F238E27FC236}">
                <a16:creationId xmlns:a16="http://schemas.microsoft.com/office/drawing/2014/main" id="{B5C2CAC3-0824-9113-22F5-D1E1B75F0300}"/>
              </a:ext>
            </a:extLst>
          </p:cNvPr>
          <p:cNvSpPr>
            <a:spLocks noGrp="1"/>
          </p:cNvSpPr>
          <p:nvPr>
            <p:custDataLst>
              <p:tags r:id="rId53"/>
            </p:custDataLst>
          </p:nvPr>
        </p:nvSpPr>
        <p:spPr bwMode="auto">
          <a:xfrm>
            <a:off x="8078788" y="175577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77662310-1542-4FA6-A2AE-1DC9D9E74224}" type="datetime'''''''''2''''''''0''''''''''''''''''''''''''29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graphicFrame>
        <p:nvGraphicFramePr>
          <p:cNvPr id="1073" name="Chart 1072">
            <a:extLst>
              <a:ext uri="{FF2B5EF4-FFF2-40B4-BE49-F238E27FC236}">
                <a16:creationId xmlns:a16="http://schemas.microsoft.com/office/drawing/2014/main" id="{32B8BB66-7E6D-68F6-06FC-5A8C7A56F66F}"/>
              </a:ext>
            </a:extLst>
          </p:cNvPr>
          <p:cNvGraphicFramePr/>
          <p:nvPr>
            <p:custDataLst>
              <p:tags r:id="rId54"/>
            </p:custDataLst>
          </p:nvPr>
        </p:nvGraphicFramePr>
        <p:xfrm>
          <a:off x="6532563" y="3095625"/>
          <a:ext cx="2047875" cy="6032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8"/>
          </a:graphicData>
        </a:graphic>
      </p:graphicFrame>
      <p:sp>
        <p:nvSpPr>
          <p:cNvPr id="71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5"/>
            </p:custDataLst>
          </p:nvPr>
        </p:nvSpPr>
        <p:spPr bwMode="gray">
          <a:xfrm>
            <a:off x="6865938" y="3449638"/>
            <a:ext cx="123825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81E9239-C2A3-4699-83FC-17CE8DF74A45}" type="datetime'''''''''''''6''''''''''''''''''''''9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69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633" name="Text Placeholder 2">
            <a:extLst>
              <a:ext uri="{FF2B5EF4-FFF2-40B4-BE49-F238E27FC236}">
                <a16:creationId xmlns:a16="http://schemas.microsoft.com/office/drawing/2014/main" id="{6E3AE309-69F8-CD10-560A-D4609F5A7B61}"/>
              </a:ext>
            </a:extLst>
          </p:cNvPr>
          <p:cNvSpPr>
            <a:spLocks noGrp="1"/>
          </p:cNvSpPr>
          <p:nvPr>
            <p:custDataLst>
              <p:tags r:id="rId56"/>
            </p:custDataLst>
          </p:nvPr>
        </p:nvSpPr>
        <p:spPr bwMode="auto">
          <a:xfrm>
            <a:off x="6823075" y="3586163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04989481-A27D-4D9E-A54A-CCFBDDFED389}" type="datetime'''''20''''''''2''''''''''''''''''''''''''7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705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57"/>
            </p:custDataLst>
          </p:nvPr>
        </p:nvSpPr>
        <p:spPr bwMode="gray">
          <a:xfrm>
            <a:off x="7493000" y="3440113"/>
            <a:ext cx="123825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7295D74-F435-47AD-99BB-D8F850913546}" type="datetime'9''''''''''2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92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635" name="Text Placeholder 2">
            <a:extLst>
              <a:ext uri="{FF2B5EF4-FFF2-40B4-BE49-F238E27FC236}">
                <a16:creationId xmlns:a16="http://schemas.microsoft.com/office/drawing/2014/main" id="{0F3890BD-8F39-0BA3-87D8-6B8540E54425}"/>
              </a:ext>
            </a:extLst>
          </p:cNvPr>
          <p:cNvSpPr>
            <a:spLocks noGrp="1"/>
          </p:cNvSpPr>
          <p:nvPr>
            <p:custDataLst>
              <p:tags r:id="rId58"/>
            </p:custDataLst>
          </p:nvPr>
        </p:nvSpPr>
        <p:spPr bwMode="auto">
          <a:xfrm>
            <a:off x="7499350" y="3586163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364F29A8-EEAB-47E0-93CD-69DE7C312B37}" type="datetime'''''2''''''''''''''''''''''8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637" name="Text Placeholder 2">
            <a:extLst>
              <a:ext uri="{FF2B5EF4-FFF2-40B4-BE49-F238E27FC236}">
                <a16:creationId xmlns:a16="http://schemas.microsoft.com/office/drawing/2014/main" id="{457819C6-85E5-2246-23F2-E2BA4C57EB07}"/>
              </a:ext>
            </a:extLst>
          </p:cNvPr>
          <p:cNvSpPr>
            <a:spLocks noGrp="1"/>
          </p:cNvSpPr>
          <p:nvPr>
            <p:custDataLst>
              <p:tags r:id="rId59"/>
            </p:custDataLst>
          </p:nvPr>
        </p:nvSpPr>
        <p:spPr bwMode="auto">
          <a:xfrm>
            <a:off x="8078788" y="3586163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C9CB849A-C26F-43F4-A4D7-A61407E5B8B5}" type="datetime'''''''''''''2''0''''''''''''''''''2''9''''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graphicFrame>
        <p:nvGraphicFramePr>
          <p:cNvPr id="1074" name="Chart 1073">
            <a:extLst>
              <a:ext uri="{FF2B5EF4-FFF2-40B4-BE49-F238E27FC236}">
                <a16:creationId xmlns:a16="http://schemas.microsoft.com/office/drawing/2014/main" id="{8BB61B75-7F64-7E55-B015-630119ED78D8}"/>
              </a:ext>
            </a:extLst>
          </p:cNvPr>
          <p:cNvGraphicFramePr/>
          <p:nvPr>
            <p:custDataLst>
              <p:tags r:id="rId60"/>
            </p:custDataLst>
          </p:nvPr>
        </p:nvGraphicFramePr>
        <p:xfrm>
          <a:off x="6532563" y="4897438"/>
          <a:ext cx="2047875" cy="6032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9"/>
          </a:graphicData>
        </a:graphic>
      </p:graphicFrame>
      <p:sp>
        <p:nvSpPr>
          <p:cNvPr id="71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61"/>
            </p:custDataLst>
          </p:nvPr>
        </p:nvSpPr>
        <p:spPr bwMode="gray">
          <a:xfrm>
            <a:off x="6865938" y="5246688"/>
            <a:ext cx="123825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A78B915-A714-4889-B318-A93D4437F345}" type="datetime'''''''''''''''''82''''''''''''''''''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82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647" name="Text Placeholder 2">
            <a:extLst>
              <a:ext uri="{FF2B5EF4-FFF2-40B4-BE49-F238E27FC236}">
                <a16:creationId xmlns:a16="http://schemas.microsoft.com/office/drawing/2014/main" id="{45FE445D-8BA6-A32B-2BAF-92CF8AA6921B}"/>
              </a:ext>
            </a:extLst>
          </p:cNvPr>
          <p:cNvSpPr>
            <a:spLocks noGrp="1"/>
          </p:cNvSpPr>
          <p:nvPr>
            <p:custDataLst>
              <p:tags r:id="rId62"/>
            </p:custDataLst>
          </p:nvPr>
        </p:nvSpPr>
        <p:spPr bwMode="auto">
          <a:xfrm>
            <a:off x="6823075" y="5383213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539E3A82-96F8-4381-A4B4-EFAEAA867410}" type="datetime'''2''''''''''''''''''''''''''0''''''''''''''27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649" name="Text Placeholder 2">
            <a:extLst>
              <a:ext uri="{FF2B5EF4-FFF2-40B4-BE49-F238E27FC236}">
                <a16:creationId xmlns:a16="http://schemas.microsoft.com/office/drawing/2014/main" id="{4B71E7CC-E9D0-198F-06E2-043BDDD65F87}"/>
              </a:ext>
            </a:extLst>
          </p:cNvPr>
          <p:cNvSpPr>
            <a:spLocks noGrp="1"/>
          </p:cNvSpPr>
          <p:nvPr>
            <p:custDataLst>
              <p:tags r:id="rId63"/>
            </p:custDataLst>
          </p:nvPr>
        </p:nvSpPr>
        <p:spPr bwMode="auto">
          <a:xfrm>
            <a:off x="7499350" y="5383213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7B6D3547-55BF-4B45-9044-146071D25648}" type="datetime'''''''''''''''''''2''''''''''''''''''''''8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651" name="Text Placeholder 2">
            <a:extLst>
              <a:ext uri="{FF2B5EF4-FFF2-40B4-BE49-F238E27FC236}">
                <a16:creationId xmlns:a16="http://schemas.microsoft.com/office/drawing/2014/main" id="{57464C74-2554-F509-ECF6-01BA92AC98EE}"/>
              </a:ext>
            </a:extLst>
          </p:cNvPr>
          <p:cNvSpPr>
            <a:spLocks noGrp="1"/>
          </p:cNvSpPr>
          <p:nvPr>
            <p:custDataLst>
              <p:tags r:id="rId64"/>
            </p:custDataLst>
          </p:nvPr>
        </p:nvSpPr>
        <p:spPr bwMode="auto">
          <a:xfrm>
            <a:off x="8078788" y="5383213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B37E9CBF-01C4-4435-84FF-EE9FE57ED12F}" type="datetime'''''''''''''''2''''''0''''''''''''''''''2''9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graphicFrame>
        <p:nvGraphicFramePr>
          <p:cNvPr id="960" name="Chart 959">
            <a:extLst>
              <a:ext uri="{FF2B5EF4-FFF2-40B4-BE49-F238E27FC236}">
                <a16:creationId xmlns:a16="http://schemas.microsoft.com/office/drawing/2014/main" id="{3C782A70-F2EB-C38B-F5CC-1CC6DD4B3400}"/>
              </a:ext>
            </a:extLst>
          </p:cNvPr>
          <p:cNvGraphicFramePr/>
          <p:nvPr>
            <p:custDataLst>
              <p:tags r:id="rId65"/>
            </p:custDataLst>
          </p:nvPr>
        </p:nvGraphicFramePr>
        <p:xfrm>
          <a:off x="6532563" y="2252663"/>
          <a:ext cx="2047875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0"/>
          </a:graphicData>
        </a:graphic>
      </p:graphicFrame>
      <p:sp>
        <p:nvSpPr>
          <p:cNvPr id="729" name="Text Placeholder 2">
            <a:extLst>
              <a:ext uri="{FF2B5EF4-FFF2-40B4-BE49-F238E27FC236}">
                <a16:creationId xmlns:a16="http://schemas.microsoft.com/office/drawing/2014/main" id="{A54FDD25-B49E-8CAC-3FE9-775F1CCA9AA1}"/>
              </a:ext>
            </a:extLst>
          </p:cNvPr>
          <p:cNvSpPr txBox="1">
            <a:spLocks/>
          </p:cNvSpPr>
          <p:nvPr>
            <p:custDataLst>
              <p:tags r:id="rId66"/>
            </p:custDataLst>
          </p:nvPr>
        </p:nvSpPr>
        <p:spPr bwMode="gray">
          <a:xfrm>
            <a:off x="6808789" y="2435225"/>
            <a:ext cx="238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6FC07046-CB3F-41FE-A0FF-BAF9C206A351}" type="datetime'3''''''''''''''''.''''''''''''''''''5''''''''''''''%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3.5%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730" name="Text Placeholder 2">
            <a:extLst>
              <a:ext uri="{FF2B5EF4-FFF2-40B4-BE49-F238E27FC236}">
                <a16:creationId xmlns:a16="http://schemas.microsoft.com/office/drawing/2014/main" id="{FD63DCA6-FF6B-8CB0-133F-A2B6CC9ACBA1}"/>
              </a:ext>
            </a:extLst>
          </p:cNvPr>
          <p:cNvSpPr>
            <a:spLocks noGrp="1"/>
          </p:cNvSpPr>
          <p:nvPr>
            <p:custDataLst>
              <p:tags r:id="rId67"/>
            </p:custDataLst>
          </p:nvPr>
        </p:nvSpPr>
        <p:spPr bwMode="auto">
          <a:xfrm>
            <a:off x="6823075" y="26384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4B798BCF-4F60-4312-84BD-C2BA92109F6C}" type="datetime'''''''''''''''''''''''''''''''''''20''''2''''''''''''''''7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731" name="Text Placeholder 2">
            <a:extLst>
              <a:ext uri="{FF2B5EF4-FFF2-40B4-BE49-F238E27FC236}">
                <a16:creationId xmlns:a16="http://schemas.microsoft.com/office/drawing/2014/main" id="{57E05501-C93D-5D3C-FB36-5D66C4D64982}"/>
              </a:ext>
            </a:extLst>
          </p:cNvPr>
          <p:cNvSpPr txBox="1">
            <a:spLocks/>
          </p:cNvSpPr>
          <p:nvPr>
            <p:custDataLst>
              <p:tags r:id="rId68"/>
            </p:custDataLst>
          </p:nvPr>
        </p:nvSpPr>
        <p:spPr bwMode="gray">
          <a:xfrm>
            <a:off x="7435851" y="2435225"/>
            <a:ext cx="238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018B1691-4CEE-454B-9B8B-3F8FB245871C}" type="datetime'''3''''''''.''''''''''''''''5''''''''''''''''''''''''''''%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3.5%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732" name="Text Placeholder 2">
            <a:extLst>
              <a:ext uri="{FF2B5EF4-FFF2-40B4-BE49-F238E27FC236}">
                <a16:creationId xmlns:a16="http://schemas.microsoft.com/office/drawing/2014/main" id="{52A05A45-5CA6-DF3D-57F5-70038D7FB55F}"/>
              </a:ext>
            </a:extLst>
          </p:cNvPr>
          <p:cNvSpPr>
            <a:spLocks noGrp="1"/>
          </p:cNvSpPr>
          <p:nvPr>
            <p:custDataLst>
              <p:tags r:id="rId69"/>
            </p:custDataLst>
          </p:nvPr>
        </p:nvSpPr>
        <p:spPr bwMode="auto">
          <a:xfrm>
            <a:off x="7499350" y="2638425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3234D2B6-15ED-4778-927F-0461A9C16F9C}" type="datetime'''''''''2''''''''''''''''''8''''''''''''''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733" name="Text Placeholder 2">
            <a:extLst>
              <a:ext uri="{FF2B5EF4-FFF2-40B4-BE49-F238E27FC236}">
                <a16:creationId xmlns:a16="http://schemas.microsoft.com/office/drawing/2014/main" id="{DF2126DD-8FFC-CF09-EE47-CCFE8BD9B985}"/>
              </a:ext>
            </a:extLst>
          </p:cNvPr>
          <p:cNvSpPr txBox="1">
            <a:spLocks/>
          </p:cNvSpPr>
          <p:nvPr>
            <p:custDataLst>
              <p:tags r:id="rId70"/>
            </p:custDataLst>
          </p:nvPr>
        </p:nvSpPr>
        <p:spPr bwMode="gray">
          <a:xfrm>
            <a:off x="8064500" y="2435225"/>
            <a:ext cx="238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F2E01FDF-B1B2-4325-9D18-BD9530C17B69}" type="datetime'''''''''''''''''''''3.''''''''''''''''''''5%''''''''''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3.5%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734" name="Text Placeholder 2">
            <a:extLst>
              <a:ext uri="{FF2B5EF4-FFF2-40B4-BE49-F238E27FC236}">
                <a16:creationId xmlns:a16="http://schemas.microsoft.com/office/drawing/2014/main" id="{19286572-0407-2C10-2104-34A14A455604}"/>
              </a:ext>
            </a:extLst>
          </p:cNvPr>
          <p:cNvSpPr>
            <a:spLocks noGrp="1"/>
          </p:cNvSpPr>
          <p:nvPr>
            <p:custDataLst>
              <p:tags r:id="rId71"/>
            </p:custDataLst>
          </p:nvPr>
        </p:nvSpPr>
        <p:spPr bwMode="auto">
          <a:xfrm>
            <a:off x="8078788" y="26384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CC4E9DAD-536E-4DDA-98F6-7A665DB85958}" type="datetime'''''''2''''''''''''''''''''''''''02''''''''''''9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graphicFrame>
        <p:nvGraphicFramePr>
          <p:cNvPr id="798" name="Chart 797">
            <a:extLst>
              <a:ext uri="{FF2B5EF4-FFF2-40B4-BE49-F238E27FC236}">
                <a16:creationId xmlns:a16="http://schemas.microsoft.com/office/drawing/2014/main" id="{EBEA1A11-8CFC-34AF-4A42-885F39E63164}"/>
              </a:ext>
            </a:extLst>
          </p:cNvPr>
          <p:cNvGraphicFramePr/>
          <p:nvPr>
            <p:custDataLst>
              <p:tags r:id="rId72"/>
            </p:custDataLst>
          </p:nvPr>
        </p:nvGraphicFramePr>
        <p:xfrm>
          <a:off x="6532563" y="4060825"/>
          <a:ext cx="2047875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1"/>
          </a:graphicData>
        </a:graphic>
      </p:graphicFrame>
      <p:sp>
        <p:nvSpPr>
          <p:cNvPr id="750" name="Text Placeholder 2">
            <a:extLst>
              <a:ext uri="{FF2B5EF4-FFF2-40B4-BE49-F238E27FC236}">
                <a16:creationId xmlns:a16="http://schemas.microsoft.com/office/drawing/2014/main" id="{1C3B601D-8977-3505-D09A-697522B2A3F6}"/>
              </a:ext>
            </a:extLst>
          </p:cNvPr>
          <p:cNvSpPr txBox="1">
            <a:spLocks/>
          </p:cNvSpPr>
          <p:nvPr>
            <p:custDataLst>
              <p:tags r:id="rId73"/>
            </p:custDataLst>
          </p:nvPr>
        </p:nvSpPr>
        <p:spPr bwMode="gray">
          <a:xfrm>
            <a:off x="6808788" y="4227513"/>
            <a:ext cx="238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20837906-C2AB-4D62-A165-037AED6C6EC0}" type="datetime'''''''''''''''4''.''''''''''''''''0''''''%''''''''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4.0%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751" name="Text Placeholder 2">
            <a:extLst>
              <a:ext uri="{FF2B5EF4-FFF2-40B4-BE49-F238E27FC236}">
                <a16:creationId xmlns:a16="http://schemas.microsoft.com/office/drawing/2014/main" id="{F49ED001-B98F-A848-CBFE-83F97EED311B}"/>
              </a:ext>
            </a:extLst>
          </p:cNvPr>
          <p:cNvSpPr>
            <a:spLocks noGrp="1"/>
          </p:cNvSpPr>
          <p:nvPr>
            <p:custDataLst>
              <p:tags r:id="rId74"/>
            </p:custDataLst>
          </p:nvPr>
        </p:nvSpPr>
        <p:spPr bwMode="auto">
          <a:xfrm>
            <a:off x="6823075" y="4446588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3CA888AF-3682-446F-B965-C60B417118DB}" type="datetime'''''''''''2''''''''0''''''''''''''''27''''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752" name="Text Placeholder 2">
            <a:extLst>
              <a:ext uri="{FF2B5EF4-FFF2-40B4-BE49-F238E27FC236}">
                <a16:creationId xmlns:a16="http://schemas.microsoft.com/office/drawing/2014/main" id="{59D9085E-7D9B-C717-37E2-D3A993A9C49A}"/>
              </a:ext>
            </a:extLst>
          </p:cNvPr>
          <p:cNvSpPr txBox="1">
            <a:spLocks/>
          </p:cNvSpPr>
          <p:nvPr>
            <p:custDataLst>
              <p:tags r:id="rId75"/>
            </p:custDataLst>
          </p:nvPr>
        </p:nvSpPr>
        <p:spPr bwMode="gray">
          <a:xfrm>
            <a:off x="7435850" y="4227513"/>
            <a:ext cx="238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46787417-A84F-47FD-9A9E-48907D2F8C3E}" type="datetime'''''4.''''0''''''''''''''%''''''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4.0%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753" name="Text Placeholder 2">
            <a:extLst>
              <a:ext uri="{FF2B5EF4-FFF2-40B4-BE49-F238E27FC236}">
                <a16:creationId xmlns:a16="http://schemas.microsoft.com/office/drawing/2014/main" id="{969EF8F6-5FC4-5E79-4A2E-0057022CD33A}"/>
              </a:ext>
            </a:extLst>
          </p:cNvPr>
          <p:cNvSpPr>
            <a:spLocks noGrp="1"/>
          </p:cNvSpPr>
          <p:nvPr>
            <p:custDataLst>
              <p:tags r:id="rId76"/>
            </p:custDataLst>
          </p:nvPr>
        </p:nvSpPr>
        <p:spPr bwMode="auto">
          <a:xfrm>
            <a:off x="7499350" y="4446588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D8A3C698-D268-472A-AFB1-D989786D410A}" type="datetime'''''''''''''''''''''''''''''2''''''8''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754" name="Text Placeholder 2">
            <a:extLst>
              <a:ext uri="{FF2B5EF4-FFF2-40B4-BE49-F238E27FC236}">
                <a16:creationId xmlns:a16="http://schemas.microsoft.com/office/drawing/2014/main" id="{8EDC5D61-DB2E-423E-10E4-6E9601A277B5}"/>
              </a:ext>
            </a:extLst>
          </p:cNvPr>
          <p:cNvSpPr txBox="1">
            <a:spLocks/>
          </p:cNvSpPr>
          <p:nvPr>
            <p:custDataLst>
              <p:tags r:id="rId77"/>
            </p:custDataLst>
          </p:nvPr>
        </p:nvSpPr>
        <p:spPr bwMode="gray">
          <a:xfrm>
            <a:off x="8064500" y="4227513"/>
            <a:ext cx="238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83C314DE-CA36-4973-BCD8-4EA20F95EB56}" type="datetime'4''''''''''''''''''''.''0''''''''''''''''''''''%''''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4.0%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755" name="Text Placeholder 2">
            <a:extLst>
              <a:ext uri="{FF2B5EF4-FFF2-40B4-BE49-F238E27FC236}">
                <a16:creationId xmlns:a16="http://schemas.microsoft.com/office/drawing/2014/main" id="{BDEE7B72-EF2E-9BAA-32C2-0CBD37FB7A70}"/>
              </a:ext>
            </a:extLst>
          </p:cNvPr>
          <p:cNvSpPr>
            <a:spLocks noGrp="1"/>
          </p:cNvSpPr>
          <p:nvPr>
            <p:custDataLst>
              <p:tags r:id="rId78"/>
            </p:custDataLst>
          </p:nvPr>
        </p:nvSpPr>
        <p:spPr bwMode="auto">
          <a:xfrm>
            <a:off x="8078788" y="4446588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05C1CAF0-EAB9-40B6-80B2-697DE2FBCBE2}" type="datetime'''''''''''''''''''''''''2''''''''''''''0''''2''''9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graphicFrame>
        <p:nvGraphicFramePr>
          <p:cNvPr id="799" name="Chart 798">
            <a:extLst>
              <a:ext uri="{FF2B5EF4-FFF2-40B4-BE49-F238E27FC236}">
                <a16:creationId xmlns:a16="http://schemas.microsoft.com/office/drawing/2014/main" id="{439C2AEB-6A90-3E20-E37B-91DEEDE36BCA}"/>
              </a:ext>
            </a:extLst>
          </p:cNvPr>
          <p:cNvGraphicFramePr/>
          <p:nvPr>
            <p:custDataLst>
              <p:tags r:id="rId79"/>
            </p:custDataLst>
          </p:nvPr>
        </p:nvGraphicFramePr>
        <p:xfrm>
          <a:off x="6532563" y="5884863"/>
          <a:ext cx="2047875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2"/>
          </a:graphicData>
        </a:graphic>
      </p:graphicFrame>
      <p:sp>
        <p:nvSpPr>
          <p:cNvPr id="764" name="Text Placeholder 2">
            <a:extLst>
              <a:ext uri="{FF2B5EF4-FFF2-40B4-BE49-F238E27FC236}">
                <a16:creationId xmlns:a16="http://schemas.microsoft.com/office/drawing/2014/main" id="{D2B76530-0D7D-65C5-B064-4D7A5CCA9713}"/>
              </a:ext>
            </a:extLst>
          </p:cNvPr>
          <p:cNvSpPr txBox="1">
            <a:spLocks/>
          </p:cNvSpPr>
          <p:nvPr>
            <p:custDataLst>
              <p:tags r:id="rId80"/>
            </p:custDataLst>
          </p:nvPr>
        </p:nvSpPr>
        <p:spPr bwMode="gray">
          <a:xfrm>
            <a:off x="6808788" y="6116638"/>
            <a:ext cx="238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84ECE750-6B7A-4104-BE93-F9A09C11486D}" type="datetime'2.''''''''''''''1%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2.1%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765" name="Text Placeholder 2">
            <a:extLst>
              <a:ext uri="{FF2B5EF4-FFF2-40B4-BE49-F238E27FC236}">
                <a16:creationId xmlns:a16="http://schemas.microsoft.com/office/drawing/2014/main" id="{3AA36333-7CF9-42CA-886E-35151AC5CC59}"/>
              </a:ext>
            </a:extLst>
          </p:cNvPr>
          <p:cNvSpPr>
            <a:spLocks noGrp="1"/>
          </p:cNvSpPr>
          <p:nvPr>
            <p:custDataLst>
              <p:tags r:id="rId81"/>
            </p:custDataLst>
          </p:nvPr>
        </p:nvSpPr>
        <p:spPr bwMode="auto">
          <a:xfrm>
            <a:off x="6823075" y="62706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5665D99C-1FAB-46C8-8644-BF44D86F00E4}" type="datetime'''''2''''0''''''''''''''''''''''2''7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766" name="Text Placeholder 2">
            <a:extLst>
              <a:ext uri="{FF2B5EF4-FFF2-40B4-BE49-F238E27FC236}">
                <a16:creationId xmlns:a16="http://schemas.microsoft.com/office/drawing/2014/main" id="{504C42E9-A51E-BE0A-BF8B-B1AE7E12C227}"/>
              </a:ext>
            </a:extLst>
          </p:cNvPr>
          <p:cNvSpPr txBox="1">
            <a:spLocks/>
          </p:cNvSpPr>
          <p:nvPr>
            <p:custDataLst>
              <p:tags r:id="rId82"/>
            </p:custDataLst>
          </p:nvPr>
        </p:nvSpPr>
        <p:spPr bwMode="gray">
          <a:xfrm>
            <a:off x="7435850" y="6116638"/>
            <a:ext cx="238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A9AB56CD-B11F-47E6-B264-10028A70B4F7}" type="datetime'''2''''.''''''''''''''''''''''''''''1%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2.1%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767" name="Text Placeholder 2">
            <a:extLst>
              <a:ext uri="{FF2B5EF4-FFF2-40B4-BE49-F238E27FC236}">
                <a16:creationId xmlns:a16="http://schemas.microsoft.com/office/drawing/2014/main" id="{6337DD76-DDDC-3AB9-3CBB-6FE64ADAEA9F}"/>
              </a:ext>
            </a:extLst>
          </p:cNvPr>
          <p:cNvSpPr>
            <a:spLocks noGrp="1"/>
          </p:cNvSpPr>
          <p:nvPr>
            <p:custDataLst>
              <p:tags r:id="rId83"/>
            </p:custDataLst>
          </p:nvPr>
        </p:nvSpPr>
        <p:spPr bwMode="auto">
          <a:xfrm>
            <a:off x="7499350" y="6270625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E6245CC0-BBA6-42F7-B4F7-4244D0E3636B}" type="datetime'''''''''''''''''''''28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768" name="Text Placeholder 2">
            <a:extLst>
              <a:ext uri="{FF2B5EF4-FFF2-40B4-BE49-F238E27FC236}">
                <a16:creationId xmlns:a16="http://schemas.microsoft.com/office/drawing/2014/main" id="{8D94B228-2AC4-EBC7-79C6-52D8C69B89FB}"/>
              </a:ext>
            </a:extLst>
          </p:cNvPr>
          <p:cNvSpPr txBox="1">
            <a:spLocks/>
          </p:cNvSpPr>
          <p:nvPr>
            <p:custDataLst>
              <p:tags r:id="rId84"/>
            </p:custDataLst>
          </p:nvPr>
        </p:nvSpPr>
        <p:spPr bwMode="gray">
          <a:xfrm>
            <a:off x="8064500" y="6116638"/>
            <a:ext cx="238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228600" indent="-2254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pitchFamily="2" charset="2"/>
              <a:buChar char="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2pPr>
            <a:lvl3pPr marL="515938" indent="-28733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—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3pPr>
            <a:lvl4pPr marL="742950" indent="-182563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4pPr>
            <a:lvl5pPr marL="914400" indent="-136525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›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spcAft>
                <a:spcPct val="0"/>
              </a:spcAft>
            </a:pPr>
            <a:fld id="{415C33EB-0701-43EF-A8A0-EBEC9604C995}" type="datetime'''''2''''''''''''''''.''''''''''''''1%'''''''">
              <a:rPr lang="en-US" altLang="en-US" sz="700" kern="0" smtClean="0">
                <a:solidFill>
                  <a:srgbClr val="191C1E"/>
                </a:solidFill>
                <a:cs typeface="+mn-cs"/>
              </a:rPr>
              <a:pPr algn="ctr">
                <a:spcBef>
                  <a:spcPct val="0"/>
                </a:spcBef>
                <a:spcAft>
                  <a:spcPct val="0"/>
                </a:spcAft>
              </a:pPr>
              <a:t>2.1%</a:t>
            </a:fld>
            <a:endParaRPr lang="en-US" sz="700" kern="0">
              <a:solidFill>
                <a:srgbClr val="191C1E"/>
              </a:solidFill>
              <a:cs typeface="+mn-cs"/>
              <a:sym typeface="+mn-lt"/>
            </a:endParaRPr>
          </a:p>
        </p:txBody>
      </p:sp>
      <p:sp>
        <p:nvSpPr>
          <p:cNvPr id="769" name="Text Placeholder 2">
            <a:extLst>
              <a:ext uri="{FF2B5EF4-FFF2-40B4-BE49-F238E27FC236}">
                <a16:creationId xmlns:a16="http://schemas.microsoft.com/office/drawing/2014/main" id="{E22AE516-D033-AC8E-A346-69B9AE42E10B}"/>
              </a:ext>
            </a:extLst>
          </p:cNvPr>
          <p:cNvSpPr>
            <a:spLocks noGrp="1"/>
          </p:cNvSpPr>
          <p:nvPr>
            <p:custDataLst>
              <p:tags r:id="rId85"/>
            </p:custDataLst>
          </p:nvPr>
        </p:nvSpPr>
        <p:spPr bwMode="auto">
          <a:xfrm>
            <a:off x="8078788" y="62706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88D3418A-0F72-4ECE-859E-8CA0DDBA32C4}" type="datetime'''''''''''2''''''''0''''''''''''''''2''9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800" name="Rectangle 799">
            <a:extLst>
              <a:ext uri="{FF2B5EF4-FFF2-40B4-BE49-F238E27FC236}">
                <a16:creationId xmlns:a16="http://schemas.microsoft.com/office/drawing/2014/main" id="{9C6A373E-2F07-65F7-BC04-E9DEBD4702FB}"/>
              </a:ext>
            </a:extLst>
          </p:cNvPr>
          <p:cNvSpPr>
            <a:spLocks/>
          </p:cNvSpPr>
          <p:nvPr/>
        </p:nvSpPr>
        <p:spPr>
          <a:xfrm>
            <a:off x="3389313" y="1076325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Corporate: Net Interest Income after risk 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</a:p>
        </p:txBody>
      </p:sp>
      <p:graphicFrame>
        <p:nvGraphicFramePr>
          <p:cNvPr id="19" name="Chart 18">
            <a:extLst>
              <a:ext uri="{FF2B5EF4-FFF2-40B4-BE49-F238E27FC236}">
                <a16:creationId xmlns:a16="http://schemas.microsoft.com/office/drawing/2014/main" id="{BD5613D2-4785-E18B-3966-2D965D4B0B09}"/>
              </a:ext>
            </a:extLst>
          </p:cNvPr>
          <p:cNvGraphicFramePr/>
          <p:nvPr>
            <p:custDataLst>
              <p:tags r:id="rId86"/>
            </p:custDataLst>
          </p:nvPr>
        </p:nvGraphicFramePr>
        <p:xfrm>
          <a:off x="3362325" y="1373188"/>
          <a:ext cx="2046288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3"/>
          </a:graphicData>
        </a:graphic>
      </p:graphicFrame>
      <p:cxnSp>
        <p:nvCxnSpPr>
          <p:cNvPr id="1084" name="Straight Connector 1083">
            <a:extLst>
              <a:ext uri="{FF2B5EF4-FFF2-40B4-BE49-F238E27FC236}">
                <a16:creationId xmlns:a16="http://schemas.microsoft.com/office/drawing/2014/main" id="{D0564A1C-FD77-77F7-1B76-70E3F99B168E}"/>
              </a:ext>
            </a:extLst>
          </p:cNvPr>
          <p:cNvCxnSpPr/>
          <p:nvPr>
            <p:custDataLst>
              <p:tags r:id="rId87"/>
            </p:custDataLst>
          </p:nvPr>
        </p:nvCxnSpPr>
        <p:spPr bwMode="gray">
          <a:xfrm flipH="1">
            <a:off x="3925888" y="1649413"/>
            <a:ext cx="69850" cy="47625"/>
          </a:xfrm>
          <a:prstGeom prst="line">
            <a:avLst/>
          </a:prstGeom>
          <a:ln w="3175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85" name="Straight Connector 1084">
            <a:extLst>
              <a:ext uri="{FF2B5EF4-FFF2-40B4-BE49-F238E27FC236}">
                <a16:creationId xmlns:a16="http://schemas.microsoft.com/office/drawing/2014/main" id="{8E62C4E1-2244-92D5-5FD1-DB00D1CB990C}"/>
              </a:ext>
            </a:extLst>
          </p:cNvPr>
          <p:cNvCxnSpPr/>
          <p:nvPr>
            <p:custDataLst>
              <p:tags r:id="rId88"/>
            </p:custDataLst>
          </p:nvPr>
        </p:nvCxnSpPr>
        <p:spPr bwMode="gray">
          <a:xfrm flipH="1">
            <a:off x="4552950" y="1649413"/>
            <a:ext cx="69850" cy="38100"/>
          </a:xfrm>
          <a:prstGeom prst="line">
            <a:avLst/>
          </a:prstGeom>
          <a:ln w="3175" cap="flat" cmpd="sng" algn="ctr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40" name="Text Placeholder 4">
            <a:extLst>
              <a:ext uri="{FF2B5EF4-FFF2-40B4-BE49-F238E27FC236}">
                <a16:creationId xmlns:a16="http://schemas.microsoft.com/office/drawing/2014/main" id="{3B08563D-BF81-5388-3D7F-4A0E91A7B3AB}"/>
              </a:ext>
            </a:extLst>
          </p:cNvPr>
          <p:cNvSpPr>
            <a:spLocks noGrp="1"/>
          </p:cNvSpPr>
          <p:nvPr>
            <p:custDataLst>
              <p:tags r:id="rId89"/>
            </p:custDataLst>
          </p:nvPr>
        </p:nvSpPr>
        <p:spPr bwMode="gray">
          <a:xfrm>
            <a:off x="3721100" y="1614488"/>
            <a:ext cx="74613" cy="1063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F73EAE2-00E2-4CD6-8AA3-75D34D658378}" type="datetime'''''''''''''''''''''''''''''''''''''''0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802" name="Text Placeholder 2">
            <a:extLst>
              <a:ext uri="{FF2B5EF4-FFF2-40B4-BE49-F238E27FC236}">
                <a16:creationId xmlns:a16="http://schemas.microsoft.com/office/drawing/2014/main" id="{57742053-01F0-2A21-484F-BB25FE0611F6}"/>
              </a:ext>
            </a:extLst>
          </p:cNvPr>
          <p:cNvSpPr>
            <a:spLocks noGrp="1"/>
          </p:cNvSpPr>
          <p:nvPr>
            <p:custDataLst>
              <p:tags r:id="rId90"/>
            </p:custDataLst>
          </p:nvPr>
        </p:nvSpPr>
        <p:spPr bwMode="auto">
          <a:xfrm>
            <a:off x="3652838" y="1758950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A5B92EA6-D9CB-4536-9272-A7B49AFD481C}" type="datetime'''''2''''''''''''''''''''''''''''''''02''''''''''''''''''7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90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1"/>
            </p:custDataLst>
          </p:nvPr>
        </p:nvSpPr>
        <p:spPr bwMode="gray">
          <a:xfrm>
            <a:off x="4310063" y="1574800"/>
            <a:ext cx="150813" cy="1063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7697708-DECB-451A-BCD1-C4EA03FB7B69}" type="datetime'''''''''''''''''''''2'''''''''',''''''''''''''0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2,0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803" name="Text Placeholder 2">
            <a:extLst>
              <a:ext uri="{FF2B5EF4-FFF2-40B4-BE49-F238E27FC236}">
                <a16:creationId xmlns:a16="http://schemas.microsoft.com/office/drawing/2014/main" id="{7EDFB8C5-1DC1-079C-60E1-8585BAC59635}"/>
              </a:ext>
            </a:extLst>
          </p:cNvPr>
          <p:cNvSpPr>
            <a:spLocks noGrp="1"/>
          </p:cNvSpPr>
          <p:nvPr>
            <p:custDataLst>
              <p:tags r:id="rId92"/>
            </p:custDataLst>
          </p:nvPr>
        </p:nvSpPr>
        <p:spPr bwMode="auto">
          <a:xfrm>
            <a:off x="4329113" y="1758950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30ED0FC3-E3CA-4231-8476-A47777EDDBD2}" type="datetime'''''''''''''''''''''2''''''8''''''''''''''''''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108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3"/>
            </p:custDataLst>
          </p:nvPr>
        </p:nvSpPr>
        <p:spPr bwMode="gray">
          <a:xfrm>
            <a:off x="5049838" y="1539876"/>
            <a:ext cx="150813" cy="1063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18F064B-843C-4158-8475-70711F381F39}" type="datetime'3'''''''''',''''''''''''''''''''''3''''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3,3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804" name="Text Placeholder 2">
            <a:extLst>
              <a:ext uri="{FF2B5EF4-FFF2-40B4-BE49-F238E27FC236}">
                <a16:creationId xmlns:a16="http://schemas.microsoft.com/office/drawing/2014/main" id="{F87484EB-6F80-2763-5A2D-98BCD232557F}"/>
              </a:ext>
            </a:extLst>
          </p:cNvPr>
          <p:cNvSpPr>
            <a:spLocks noGrp="1"/>
          </p:cNvSpPr>
          <p:nvPr>
            <p:custDataLst>
              <p:tags r:id="rId94"/>
            </p:custDataLst>
          </p:nvPr>
        </p:nvSpPr>
        <p:spPr bwMode="auto">
          <a:xfrm>
            <a:off x="4906963" y="1758950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601A2E3F-AAE0-4B21-AA99-DAEC020ED041}" type="datetime'''''''''''2''''''''''''''''''''''''''''''0''''''29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104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5"/>
            </p:custDataLst>
          </p:nvPr>
        </p:nvSpPr>
        <p:spPr bwMode="gray">
          <a:xfrm>
            <a:off x="3673475" y="1508125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E9641D2-42D3-4AC5-9FFC-A0CECE9BC077}" type="datetime'''''''''''''''''''''''''''''''''''3'',''''''''2'">
              <a:rPr lang="en-US" altLang="en-US" sz="700" b="1" kern="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3,2</a:t>
            </a:fld>
            <a:endParaRPr lang="en-US" sz="700" b="1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97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6"/>
            </p:custDataLst>
          </p:nvPr>
        </p:nvSpPr>
        <p:spPr bwMode="gray">
          <a:xfrm>
            <a:off x="4300538" y="1468438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D061C87-5166-4D4A-9814-DEB467BA8DFE}" type="datetime'''''''''6'''''''''''''''''''''',''''''''''''''''''''''''3'''">
              <a:rPr lang="en-US" altLang="en-US" sz="700" b="1" kern="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6,3</a:t>
            </a:fld>
            <a:endParaRPr lang="en-US" sz="700" b="1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97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7"/>
            </p:custDataLst>
          </p:nvPr>
        </p:nvSpPr>
        <p:spPr bwMode="gray">
          <a:xfrm>
            <a:off x="4927600" y="1428750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A98C3F8-E8B0-49B6-9F3F-56EB77CBC36A}" type="datetime'''''''8'''''''''''''''''''',''7'''''''''''''''''''''">
              <a:rPr lang="en-US" altLang="en-US" sz="700" b="1" kern="0" smtClean="0"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8,7</a:t>
            </a:fld>
            <a:endParaRPr lang="en-US" sz="700" b="1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8"/>
            </p:custDataLst>
          </p:nvPr>
        </p:nvSpPr>
        <p:spPr bwMode="gray">
          <a:xfrm>
            <a:off x="3995738" y="1597026"/>
            <a:ext cx="150813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75B1D80E-7C4E-4E02-996A-B150B56AE552}" type="datetime'''''''''''''''''''3'''''''''''''',''''''''''''2'''''''''">
              <a:rPr lang="en-US" altLang="en-US" sz="700" kern="0" smtClean="0">
                <a:effectLst/>
                <a:latin typeface="+mn-lt"/>
                <a:ea typeface="+mn-ea"/>
                <a:cs typeface="+mn-cs"/>
                <a:sym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3,2</a:t>
            </a:fld>
            <a:endParaRPr lang="en-US" sz="700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99"/>
            </p:custDataLst>
          </p:nvPr>
        </p:nvSpPr>
        <p:spPr bwMode="gray">
          <a:xfrm>
            <a:off x="4622800" y="1597026"/>
            <a:ext cx="150813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fld id="{90260784-82A6-4E5E-8CBC-068F03B7E524}" type="datetime'''''''''''''''''4'''''''''''''''''''''',3'''''''''''''''''''''">
              <a:rPr lang="en-US" altLang="en-US" sz="700" kern="0" smtClean="0">
                <a:effectLst/>
                <a:latin typeface="+mn-lt"/>
                <a:ea typeface="+mn-ea"/>
                <a:cs typeface="+mn-cs"/>
                <a:sym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4,3</a:t>
            </a:fld>
            <a:endParaRPr lang="en-US" sz="700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00"/>
            </p:custDataLst>
          </p:nvPr>
        </p:nvSpPr>
        <p:spPr bwMode="gray">
          <a:xfrm>
            <a:off x="4826000" y="1624014"/>
            <a:ext cx="150813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1F5A372-D0EE-4AF7-BC78-A6A19B883F05}" type="datetime'''''''''''''''''''''''5'''''''''''',''4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5,4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808" name="Rectangle 807">
            <a:extLst>
              <a:ext uri="{FF2B5EF4-FFF2-40B4-BE49-F238E27FC236}">
                <a16:creationId xmlns:a16="http://schemas.microsoft.com/office/drawing/2014/main" id="{2C04131B-B2B1-0441-AF37-7662E3D343B9}"/>
              </a:ext>
            </a:extLst>
          </p:cNvPr>
          <p:cNvSpPr>
            <a:spLocks/>
          </p:cNvSpPr>
          <p:nvPr/>
        </p:nvSpPr>
        <p:spPr>
          <a:xfrm>
            <a:off x="3389313" y="2886075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Commercial: Net Interest Income after risk 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</a:p>
        </p:txBody>
      </p:sp>
      <p:sp>
        <p:nvSpPr>
          <p:cNvPr id="815" name="Rectangle 814">
            <a:extLst>
              <a:ext uri="{FF2B5EF4-FFF2-40B4-BE49-F238E27FC236}">
                <a16:creationId xmlns:a16="http://schemas.microsoft.com/office/drawing/2014/main" id="{EFFA08C1-A6BE-FCA6-3648-A120D38180D8}"/>
              </a:ext>
            </a:extLst>
          </p:cNvPr>
          <p:cNvSpPr>
            <a:spLocks/>
          </p:cNvSpPr>
          <p:nvPr/>
        </p:nvSpPr>
        <p:spPr>
          <a:xfrm>
            <a:off x="3389313" y="4689475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SME: Net Interest Income after risk 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</a:p>
        </p:txBody>
      </p: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CA04EFB5-A5F1-C118-D946-B036631B9004}"/>
              </a:ext>
            </a:extLst>
          </p:cNvPr>
          <p:cNvGrpSpPr/>
          <p:nvPr/>
        </p:nvGrpSpPr>
        <p:grpSpPr>
          <a:xfrm>
            <a:off x="5435600" y="1340380"/>
            <a:ext cx="1111251" cy="1002659"/>
            <a:chOff x="5435600" y="1340380"/>
            <a:chExt cx="1111251" cy="1002659"/>
          </a:xfrm>
        </p:grpSpPr>
        <p:grpSp>
          <p:nvGrpSpPr>
            <p:cNvPr id="825" name="Group 824">
              <a:extLst>
                <a:ext uri="{FF2B5EF4-FFF2-40B4-BE49-F238E27FC236}">
                  <a16:creationId xmlns:a16="http://schemas.microsoft.com/office/drawing/2014/main" id="{048F3FF1-8644-8EC4-B9C9-70FD197270C0}"/>
                </a:ext>
              </a:extLst>
            </p:cNvPr>
            <p:cNvGrpSpPr/>
            <p:nvPr/>
          </p:nvGrpSpPr>
          <p:grpSpPr>
            <a:xfrm>
              <a:off x="5435600" y="1381236"/>
              <a:ext cx="1111251" cy="961803"/>
              <a:chOff x="8383587" y="1401984"/>
              <a:chExt cx="1111251" cy="961803"/>
            </a:xfrm>
          </p:grpSpPr>
          <p:cxnSp>
            <p:nvCxnSpPr>
              <p:cNvPr id="826" name="Connector: Elbow 825">
                <a:extLst>
                  <a:ext uri="{FF2B5EF4-FFF2-40B4-BE49-F238E27FC236}">
                    <a16:creationId xmlns:a16="http://schemas.microsoft.com/office/drawing/2014/main" id="{D384BF38-9712-CC1D-B1B9-16DA14BDF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0438" y="1477963"/>
                <a:ext cx="914400" cy="885824"/>
              </a:xfrm>
              <a:prstGeom prst="bentConnector3">
                <a:avLst/>
              </a:prstGeom>
              <a:ln w="28575" cap="sq">
                <a:solidFill>
                  <a:schemeClr val="accent3">
                    <a:lumMod val="25000"/>
                  </a:schemeClr>
                </a:solidFill>
                <a:miter lim="800000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7" name="Connector: Elbow 826">
                <a:extLst>
                  <a:ext uri="{FF2B5EF4-FFF2-40B4-BE49-F238E27FC236}">
                    <a16:creationId xmlns:a16="http://schemas.microsoft.com/office/drawing/2014/main" id="{5A0EA6F9-981A-5989-C9E3-17A10F3697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3587" y="1477962"/>
                <a:ext cx="1100138" cy="12700"/>
              </a:xfrm>
              <a:prstGeom prst="bentConnector3">
                <a:avLst/>
              </a:prstGeom>
              <a:ln w="28575" cap="sq">
                <a:solidFill>
                  <a:schemeClr val="accent3">
                    <a:lumMod val="25000"/>
                  </a:schemeClr>
                </a:solidFill>
                <a:miter lim="800000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8" name="Group 827">
                <a:extLst>
                  <a:ext uri="{FF2B5EF4-FFF2-40B4-BE49-F238E27FC236}">
                    <a16:creationId xmlns:a16="http://schemas.microsoft.com/office/drawing/2014/main" id="{190B9AF8-E556-2013-02B5-BD8769CBB726}"/>
                  </a:ext>
                </a:extLst>
              </p:cNvPr>
              <p:cNvGrpSpPr/>
              <p:nvPr>
                <p:custDataLst>
                  <p:tags r:id="rId142"/>
                </p:custDataLst>
              </p:nvPr>
            </p:nvGrpSpPr>
            <p:grpSpPr>
              <a:xfrm rot="19031924">
                <a:off x="8945563" y="1401984"/>
                <a:ext cx="174625" cy="173038"/>
                <a:chOff x="10525919" y="2516188"/>
                <a:chExt cx="174625" cy="173038"/>
              </a:xfrm>
              <a:solidFill>
                <a:schemeClr val="accent2"/>
              </a:solidFill>
            </p:grpSpPr>
            <p:sp>
              <p:nvSpPr>
                <p:cNvPr id="829" name="Oval 828">
                  <a:extLst>
                    <a:ext uri="{FF2B5EF4-FFF2-40B4-BE49-F238E27FC236}">
                      <a16:creationId xmlns:a16="http://schemas.microsoft.com/office/drawing/2014/main" id="{2BF9D2AC-330D-E97F-751F-CB8A6E3431D2}"/>
                    </a:ext>
                  </a:extLst>
                </p:cNvPr>
                <p:cNvSpPr/>
                <p:nvPr/>
              </p:nvSpPr>
              <p:spPr>
                <a:xfrm>
                  <a:off x="10525919" y="2516188"/>
                  <a:ext cx="174625" cy="173038"/>
                </a:xfrm>
                <a:prstGeom prst="ellipse">
                  <a:avLst/>
                </a:prstGeom>
                <a:grpFill/>
                <a:ln w="9525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32962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32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pic>
              <p:nvPicPr>
                <p:cNvPr id="830" name="Graphic 829">
                  <a:extLst>
                    <a:ext uri="{FF2B5EF4-FFF2-40B4-BE49-F238E27FC236}">
                      <a16:creationId xmlns:a16="http://schemas.microsoft.com/office/drawing/2014/main" id="{02696D48-7F01-B356-0EAD-AAEE07F7727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29275" y="2519513"/>
                  <a:ext cx="167914" cy="166388"/>
                </a:xfrm>
                <a:prstGeom prst="rect">
                  <a:avLst/>
                </a:prstGeom>
              </p:spPr>
            </p:pic>
          </p:grpSp>
        </p:grpSp>
        <p:sp>
          <p:nvSpPr>
            <p:cNvPr id="833" name="4. Footnote">
              <a:extLst>
                <a:ext uri="{FF2B5EF4-FFF2-40B4-BE49-F238E27FC236}">
                  <a16:creationId xmlns:a16="http://schemas.microsoft.com/office/drawing/2014/main" id="{7892689D-483B-15D9-1106-AFD9086AC0A3}"/>
                </a:ext>
              </a:extLst>
            </p:cNvPr>
            <p:cNvSpPr txBox="1"/>
            <p:nvPr>
              <p:custDataLst>
                <p:tags r:id="rId141"/>
              </p:custDataLst>
            </p:nvPr>
          </p:nvSpPr>
          <p:spPr>
            <a:xfrm>
              <a:off x="5629276" y="1340380"/>
              <a:ext cx="371925" cy="215444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 anchor="b">
              <a:spAutoFit/>
            </a:bodyPr>
            <a:lstStyle/>
            <a:p>
              <a:pPr marL="203200" marR="0" lvl="0" indent="-212725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kern="1200">
                  <a:solidFill>
                    <a:srgbClr val="1C863F"/>
                  </a:solidFill>
                  <a:latin typeface="+mj-lt"/>
                  <a:ea typeface="+mn-ea"/>
                  <a:cs typeface="Arial" panose="020B0604020202020204" pitchFamily="34" charset="0"/>
                </a:rPr>
                <a:t>0,5</a:t>
              </a:r>
              <a:r>
                <a:rPr lang="en-US" sz="1400" b="1" kern="1200" baseline="30000">
                  <a:solidFill>
                    <a:srgbClr val="1C863F"/>
                  </a:solidFill>
                  <a:latin typeface="+mj-lt"/>
                  <a:ea typeface="+mn-ea"/>
                  <a:cs typeface="Arial" panose="020B0604020202020204" pitchFamily="34" charset="0"/>
                </a:rPr>
                <a:t>1</a:t>
              </a:r>
            </a:p>
          </p:txBody>
        </p:sp>
      </p:grpSp>
      <p:grpSp>
        <p:nvGrpSpPr>
          <p:cNvPr id="835" name="Group 834">
            <a:extLst>
              <a:ext uri="{FF2B5EF4-FFF2-40B4-BE49-F238E27FC236}">
                <a16:creationId xmlns:a16="http://schemas.microsoft.com/office/drawing/2014/main" id="{7DDEC5D9-DEDA-BF40-3867-8A821DE82D97}"/>
              </a:ext>
            </a:extLst>
          </p:cNvPr>
          <p:cNvGrpSpPr/>
          <p:nvPr/>
        </p:nvGrpSpPr>
        <p:grpSpPr>
          <a:xfrm>
            <a:off x="5427280" y="3156876"/>
            <a:ext cx="1111251" cy="1002659"/>
            <a:chOff x="5435600" y="1340380"/>
            <a:chExt cx="1111251" cy="1002659"/>
          </a:xfrm>
        </p:grpSpPr>
        <p:grpSp>
          <p:nvGrpSpPr>
            <p:cNvPr id="836" name="Group 835">
              <a:extLst>
                <a:ext uri="{FF2B5EF4-FFF2-40B4-BE49-F238E27FC236}">
                  <a16:creationId xmlns:a16="http://schemas.microsoft.com/office/drawing/2014/main" id="{622CE80D-813C-DD2E-57F4-EACCA0C45691}"/>
                </a:ext>
              </a:extLst>
            </p:cNvPr>
            <p:cNvGrpSpPr/>
            <p:nvPr/>
          </p:nvGrpSpPr>
          <p:grpSpPr>
            <a:xfrm>
              <a:off x="5435600" y="1381236"/>
              <a:ext cx="1111251" cy="961803"/>
              <a:chOff x="8383587" y="1401984"/>
              <a:chExt cx="1111251" cy="961803"/>
            </a:xfrm>
          </p:grpSpPr>
          <p:cxnSp>
            <p:nvCxnSpPr>
              <p:cNvPr id="838" name="Connector: Elbow 837">
                <a:extLst>
                  <a:ext uri="{FF2B5EF4-FFF2-40B4-BE49-F238E27FC236}">
                    <a16:creationId xmlns:a16="http://schemas.microsoft.com/office/drawing/2014/main" id="{B40ACDDA-C75D-C957-520F-F7FB03CB0D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0438" y="1477963"/>
                <a:ext cx="914400" cy="885824"/>
              </a:xfrm>
              <a:prstGeom prst="bentConnector3">
                <a:avLst/>
              </a:prstGeom>
              <a:ln w="28575" cap="sq">
                <a:solidFill>
                  <a:schemeClr val="accent3">
                    <a:lumMod val="25000"/>
                  </a:schemeClr>
                </a:solidFill>
                <a:miter lim="800000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Connector: Elbow 838">
                <a:extLst>
                  <a:ext uri="{FF2B5EF4-FFF2-40B4-BE49-F238E27FC236}">
                    <a16:creationId xmlns:a16="http://schemas.microsoft.com/office/drawing/2014/main" id="{2AED67EF-ADBB-15B1-4F57-3278FEBFE5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3587" y="1477962"/>
                <a:ext cx="1100138" cy="12700"/>
              </a:xfrm>
              <a:prstGeom prst="bentConnector3">
                <a:avLst/>
              </a:prstGeom>
              <a:ln w="28575" cap="sq">
                <a:solidFill>
                  <a:schemeClr val="accent3">
                    <a:lumMod val="25000"/>
                  </a:schemeClr>
                </a:solidFill>
                <a:miter lim="800000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0" name="Group 839">
                <a:extLst>
                  <a:ext uri="{FF2B5EF4-FFF2-40B4-BE49-F238E27FC236}">
                    <a16:creationId xmlns:a16="http://schemas.microsoft.com/office/drawing/2014/main" id="{A02F47A3-805C-DC87-5B63-987F77462A28}"/>
                  </a:ext>
                </a:extLst>
              </p:cNvPr>
              <p:cNvGrpSpPr/>
              <p:nvPr>
                <p:custDataLst>
                  <p:tags r:id="rId140"/>
                </p:custDataLst>
              </p:nvPr>
            </p:nvGrpSpPr>
            <p:grpSpPr>
              <a:xfrm rot="19031924">
                <a:off x="8945563" y="1401984"/>
                <a:ext cx="174625" cy="173038"/>
                <a:chOff x="10525919" y="2516188"/>
                <a:chExt cx="174625" cy="173038"/>
              </a:xfrm>
              <a:solidFill>
                <a:schemeClr val="accent2"/>
              </a:solidFill>
            </p:grpSpPr>
            <p:sp>
              <p:nvSpPr>
                <p:cNvPr id="841" name="Oval 840">
                  <a:extLst>
                    <a:ext uri="{FF2B5EF4-FFF2-40B4-BE49-F238E27FC236}">
                      <a16:creationId xmlns:a16="http://schemas.microsoft.com/office/drawing/2014/main" id="{9BA1B0F1-DA88-E7F1-12EE-3C635EC24A32}"/>
                    </a:ext>
                  </a:extLst>
                </p:cNvPr>
                <p:cNvSpPr/>
                <p:nvPr/>
              </p:nvSpPr>
              <p:spPr>
                <a:xfrm>
                  <a:off x="10525919" y="2516188"/>
                  <a:ext cx="174625" cy="173038"/>
                </a:xfrm>
                <a:prstGeom prst="ellipse">
                  <a:avLst/>
                </a:prstGeom>
                <a:grpFill/>
                <a:ln w="9525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32962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32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pic>
              <p:nvPicPr>
                <p:cNvPr id="842" name="Graphic 841">
                  <a:extLst>
                    <a:ext uri="{FF2B5EF4-FFF2-40B4-BE49-F238E27FC236}">
                      <a16:creationId xmlns:a16="http://schemas.microsoft.com/office/drawing/2014/main" id="{760E3F2C-E824-D74F-3091-9F127DC890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29275" y="2519513"/>
                  <a:ext cx="167914" cy="166388"/>
                </a:xfrm>
                <a:prstGeom prst="rect">
                  <a:avLst/>
                </a:prstGeom>
              </p:spPr>
            </p:pic>
          </p:grpSp>
        </p:grpSp>
        <p:sp>
          <p:nvSpPr>
            <p:cNvPr id="837" name="4. Footnote">
              <a:extLst>
                <a:ext uri="{FF2B5EF4-FFF2-40B4-BE49-F238E27FC236}">
                  <a16:creationId xmlns:a16="http://schemas.microsoft.com/office/drawing/2014/main" id="{9907CDB0-A620-EF5A-1DF8-6927FFF47CEE}"/>
                </a:ext>
              </a:extLst>
            </p:cNvPr>
            <p:cNvSpPr txBox="1"/>
            <p:nvPr>
              <p:custDataLst>
                <p:tags r:id="rId139"/>
              </p:custDataLst>
            </p:nvPr>
          </p:nvSpPr>
          <p:spPr>
            <a:xfrm>
              <a:off x="5629276" y="1340380"/>
              <a:ext cx="371925" cy="215444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 anchor="b">
              <a:spAutoFit/>
            </a:bodyPr>
            <a:lstStyle/>
            <a:p>
              <a:pPr marL="203200" marR="0" lvl="0" indent="-212725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kern="1200">
                  <a:solidFill>
                    <a:srgbClr val="1C863F"/>
                  </a:solidFill>
                  <a:latin typeface="+mj-lt"/>
                  <a:ea typeface="+mn-ea"/>
                  <a:cs typeface="Arial" panose="020B0604020202020204" pitchFamily="34" charset="0"/>
                </a:rPr>
                <a:t>0,5</a:t>
              </a:r>
              <a:r>
                <a:rPr lang="en-US" sz="1400" b="1" kern="1200" baseline="30000">
                  <a:solidFill>
                    <a:srgbClr val="1C863F"/>
                  </a:solidFill>
                  <a:latin typeface="+mj-lt"/>
                  <a:ea typeface="+mn-ea"/>
                  <a:cs typeface="Arial" panose="020B0604020202020204" pitchFamily="34" charset="0"/>
                </a:rPr>
                <a:t>1</a:t>
              </a:r>
            </a:p>
          </p:txBody>
        </p:sp>
      </p:grpSp>
      <p:grpSp>
        <p:nvGrpSpPr>
          <p:cNvPr id="843" name="Group 842">
            <a:extLst>
              <a:ext uri="{FF2B5EF4-FFF2-40B4-BE49-F238E27FC236}">
                <a16:creationId xmlns:a16="http://schemas.microsoft.com/office/drawing/2014/main" id="{25D0F7AF-4BA6-9D60-9D7F-5D2D47317827}"/>
              </a:ext>
            </a:extLst>
          </p:cNvPr>
          <p:cNvGrpSpPr/>
          <p:nvPr/>
        </p:nvGrpSpPr>
        <p:grpSpPr>
          <a:xfrm>
            <a:off x="5419725" y="4947764"/>
            <a:ext cx="1111251" cy="1002659"/>
            <a:chOff x="5435600" y="1340380"/>
            <a:chExt cx="1111251" cy="1002659"/>
          </a:xfrm>
        </p:grpSpPr>
        <p:grpSp>
          <p:nvGrpSpPr>
            <p:cNvPr id="844" name="Group 843">
              <a:extLst>
                <a:ext uri="{FF2B5EF4-FFF2-40B4-BE49-F238E27FC236}">
                  <a16:creationId xmlns:a16="http://schemas.microsoft.com/office/drawing/2014/main" id="{ECC0C3D8-FAFB-C5D1-52CB-70D10532803D}"/>
                </a:ext>
              </a:extLst>
            </p:cNvPr>
            <p:cNvGrpSpPr/>
            <p:nvPr/>
          </p:nvGrpSpPr>
          <p:grpSpPr>
            <a:xfrm>
              <a:off x="5435600" y="1381236"/>
              <a:ext cx="1111251" cy="961803"/>
              <a:chOff x="8383587" y="1401984"/>
              <a:chExt cx="1111251" cy="961803"/>
            </a:xfrm>
          </p:grpSpPr>
          <p:cxnSp>
            <p:nvCxnSpPr>
              <p:cNvPr id="846" name="Connector: Elbow 845">
                <a:extLst>
                  <a:ext uri="{FF2B5EF4-FFF2-40B4-BE49-F238E27FC236}">
                    <a16:creationId xmlns:a16="http://schemas.microsoft.com/office/drawing/2014/main" id="{1A7D8074-3233-3C14-FB25-E0FD766AF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0438" y="1477963"/>
                <a:ext cx="914400" cy="885824"/>
              </a:xfrm>
              <a:prstGeom prst="bentConnector3">
                <a:avLst/>
              </a:prstGeom>
              <a:ln w="28575" cap="sq">
                <a:solidFill>
                  <a:schemeClr val="accent3">
                    <a:lumMod val="25000"/>
                  </a:schemeClr>
                </a:solidFill>
                <a:miter lim="800000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7" name="Connector: Elbow 846">
                <a:extLst>
                  <a:ext uri="{FF2B5EF4-FFF2-40B4-BE49-F238E27FC236}">
                    <a16:creationId xmlns:a16="http://schemas.microsoft.com/office/drawing/2014/main" id="{1733DEE6-868F-77AC-F9E1-A138A8228B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3587" y="1477962"/>
                <a:ext cx="1100138" cy="12700"/>
              </a:xfrm>
              <a:prstGeom prst="bentConnector3">
                <a:avLst/>
              </a:prstGeom>
              <a:ln w="28575" cap="sq">
                <a:solidFill>
                  <a:schemeClr val="accent3">
                    <a:lumMod val="25000"/>
                  </a:schemeClr>
                </a:solidFill>
                <a:miter lim="800000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8" name="Group 847">
                <a:extLst>
                  <a:ext uri="{FF2B5EF4-FFF2-40B4-BE49-F238E27FC236}">
                    <a16:creationId xmlns:a16="http://schemas.microsoft.com/office/drawing/2014/main" id="{DBF6375D-3E7E-332A-00ED-3F561233B215}"/>
                  </a:ext>
                </a:extLst>
              </p:cNvPr>
              <p:cNvGrpSpPr/>
              <p:nvPr>
                <p:custDataLst>
                  <p:tags r:id="rId138"/>
                </p:custDataLst>
              </p:nvPr>
            </p:nvGrpSpPr>
            <p:grpSpPr>
              <a:xfrm rot="19031924">
                <a:off x="8945563" y="1401984"/>
                <a:ext cx="174625" cy="173038"/>
                <a:chOff x="10525919" y="2516188"/>
                <a:chExt cx="174625" cy="173038"/>
              </a:xfrm>
              <a:solidFill>
                <a:schemeClr val="accent2"/>
              </a:solidFill>
            </p:grpSpPr>
            <p:sp>
              <p:nvSpPr>
                <p:cNvPr id="849" name="Oval 848">
                  <a:extLst>
                    <a:ext uri="{FF2B5EF4-FFF2-40B4-BE49-F238E27FC236}">
                      <a16:creationId xmlns:a16="http://schemas.microsoft.com/office/drawing/2014/main" id="{90E88BCA-3989-0B14-EC2D-D763E079C7CC}"/>
                    </a:ext>
                  </a:extLst>
                </p:cNvPr>
                <p:cNvSpPr/>
                <p:nvPr/>
              </p:nvSpPr>
              <p:spPr>
                <a:xfrm>
                  <a:off x="10525919" y="2516188"/>
                  <a:ext cx="174625" cy="173038"/>
                </a:xfrm>
                <a:prstGeom prst="ellipse">
                  <a:avLst/>
                </a:prstGeom>
                <a:grpFill/>
                <a:ln w="9525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32962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32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pic>
              <p:nvPicPr>
                <p:cNvPr id="850" name="Graphic 849">
                  <a:extLst>
                    <a:ext uri="{FF2B5EF4-FFF2-40B4-BE49-F238E27FC236}">
                      <a16:creationId xmlns:a16="http://schemas.microsoft.com/office/drawing/2014/main" id="{0E46EC35-FC5D-68A0-59D7-7D92EBBC66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29275" y="2519513"/>
                  <a:ext cx="167914" cy="166388"/>
                </a:xfrm>
                <a:prstGeom prst="rect">
                  <a:avLst/>
                </a:prstGeom>
              </p:spPr>
            </p:pic>
          </p:grpSp>
        </p:grpSp>
        <p:sp>
          <p:nvSpPr>
            <p:cNvPr id="845" name="4. Footnote">
              <a:extLst>
                <a:ext uri="{FF2B5EF4-FFF2-40B4-BE49-F238E27FC236}">
                  <a16:creationId xmlns:a16="http://schemas.microsoft.com/office/drawing/2014/main" id="{F447F869-69F2-87AF-0990-60699BEADA24}"/>
                </a:ext>
              </a:extLst>
            </p:cNvPr>
            <p:cNvSpPr txBox="1"/>
            <p:nvPr>
              <p:custDataLst>
                <p:tags r:id="rId137"/>
              </p:custDataLst>
            </p:nvPr>
          </p:nvSpPr>
          <p:spPr>
            <a:xfrm>
              <a:off x="5629276" y="1340380"/>
              <a:ext cx="371925" cy="215444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 anchor="b">
              <a:spAutoFit/>
            </a:bodyPr>
            <a:lstStyle/>
            <a:p>
              <a:pPr marL="203200" marR="0" lvl="0" indent="-212725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kern="1200">
                  <a:solidFill>
                    <a:srgbClr val="1C863F"/>
                  </a:solidFill>
                  <a:latin typeface="+mj-lt"/>
                  <a:ea typeface="+mn-ea"/>
                  <a:cs typeface="Arial" panose="020B0604020202020204" pitchFamily="34" charset="0"/>
                </a:rPr>
                <a:t>0,5</a:t>
              </a:r>
              <a:r>
                <a:rPr lang="en-US" sz="1400" b="1" kern="1200" baseline="30000">
                  <a:solidFill>
                    <a:srgbClr val="1C863F"/>
                  </a:solidFill>
                  <a:latin typeface="+mj-lt"/>
                  <a:ea typeface="+mn-ea"/>
                  <a:cs typeface="Arial" panose="020B0604020202020204" pitchFamily="34" charset="0"/>
                </a:rPr>
                <a:t>1</a:t>
              </a:r>
            </a:p>
          </p:txBody>
        </p:sp>
      </p:grpSp>
      <p:graphicFrame>
        <p:nvGraphicFramePr>
          <p:cNvPr id="15" name="Chart 14">
            <a:extLst>
              <a:ext uri="{FF2B5EF4-FFF2-40B4-BE49-F238E27FC236}">
                <a16:creationId xmlns:a16="http://schemas.microsoft.com/office/drawing/2014/main" id="{FF5D963A-358A-49DD-F543-19A23FFFB020}"/>
              </a:ext>
            </a:extLst>
          </p:cNvPr>
          <p:cNvGraphicFramePr/>
          <p:nvPr>
            <p:custDataLst>
              <p:tags r:id="rId101"/>
            </p:custDataLst>
          </p:nvPr>
        </p:nvGraphicFramePr>
        <p:xfrm>
          <a:off x="3362325" y="3178175"/>
          <a:ext cx="2046288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4"/>
          </a:graphicData>
        </a:graphic>
      </p:graphicFrame>
      <p:sp>
        <p:nvSpPr>
          <p:cNvPr id="922" name="Text Placeholder 4">
            <a:extLst>
              <a:ext uri="{FF2B5EF4-FFF2-40B4-BE49-F238E27FC236}">
                <a16:creationId xmlns:a16="http://schemas.microsoft.com/office/drawing/2014/main" id="{F79EE708-7BA2-02AF-214D-B82E12BB99DF}"/>
              </a:ext>
            </a:extLst>
          </p:cNvPr>
          <p:cNvSpPr>
            <a:spLocks noGrp="1"/>
          </p:cNvSpPr>
          <p:nvPr>
            <p:custDataLst>
              <p:tags r:id="rId102"/>
            </p:custDataLst>
          </p:nvPr>
        </p:nvSpPr>
        <p:spPr bwMode="gray">
          <a:xfrm>
            <a:off x="3833813" y="3454400"/>
            <a:ext cx="74613" cy="1063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630C8A1-5EBE-4BA3-A33A-B74A4A130751}" type="datetime'''''''''''''''''''''''''''''''''''''0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03"/>
            </p:custDataLst>
          </p:nvPr>
        </p:nvSpPr>
        <p:spPr bwMode="gray">
          <a:xfrm>
            <a:off x="3571875" y="3467101"/>
            <a:ext cx="150813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63A0207-AF59-42B4-AA93-629E16F4C545}" type="datetime'''''''''''1'',''''''''''''''''''4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1,4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919" name="Text Placeholder 2">
            <a:extLst>
              <a:ext uri="{FF2B5EF4-FFF2-40B4-BE49-F238E27FC236}">
                <a16:creationId xmlns:a16="http://schemas.microsoft.com/office/drawing/2014/main" id="{4DE8FE8D-0D9F-D850-E40B-21FA836D1600}"/>
              </a:ext>
            </a:extLst>
          </p:cNvPr>
          <p:cNvSpPr>
            <a:spLocks noGrp="1"/>
          </p:cNvSpPr>
          <p:nvPr>
            <p:custDataLst>
              <p:tags r:id="rId104"/>
            </p:custDataLst>
          </p:nvPr>
        </p:nvSpPr>
        <p:spPr bwMode="auto">
          <a:xfrm>
            <a:off x="3652838" y="36036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EFEFF34E-AFEF-49A9-92C0-EF1D1CEF2AE7}" type="datetime'''2''''''''0''''''''''2''''7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923" name="Text Placeholder 4">
            <a:extLst>
              <a:ext uri="{FF2B5EF4-FFF2-40B4-BE49-F238E27FC236}">
                <a16:creationId xmlns:a16="http://schemas.microsoft.com/office/drawing/2014/main" id="{BF45CB3C-664E-55E7-9581-BF73B808852A}"/>
              </a:ext>
            </a:extLst>
          </p:cNvPr>
          <p:cNvSpPr>
            <a:spLocks noGrp="1"/>
          </p:cNvSpPr>
          <p:nvPr>
            <p:custDataLst>
              <p:tags r:id="rId105"/>
            </p:custDataLst>
          </p:nvPr>
        </p:nvSpPr>
        <p:spPr bwMode="gray">
          <a:xfrm>
            <a:off x="4422775" y="3438525"/>
            <a:ext cx="150813" cy="1063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2A51F73-672E-4460-B9A2-FAD92C3682A8}" type="datetime'''''''''''''''''''''''''''''''''''0'''''''''''''''''''',''7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0,7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06"/>
            </p:custDataLst>
          </p:nvPr>
        </p:nvSpPr>
        <p:spPr bwMode="gray">
          <a:xfrm>
            <a:off x="4198938" y="3463926"/>
            <a:ext cx="150813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DCE7DAA-D094-4E4A-8B46-6B9751896382}" type="datetime'''1'''''''''''''''''''''''''''''''''''''''''''',''8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1,8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920" name="Text Placeholder 2">
            <a:extLst>
              <a:ext uri="{FF2B5EF4-FFF2-40B4-BE49-F238E27FC236}">
                <a16:creationId xmlns:a16="http://schemas.microsoft.com/office/drawing/2014/main" id="{1D76D856-2DD7-7525-F25C-2E18832B936A}"/>
              </a:ext>
            </a:extLst>
          </p:cNvPr>
          <p:cNvSpPr>
            <a:spLocks noGrp="1"/>
          </p:cNvSpPr>
          <p:nvPr>
            <p:custDataLst>
              <p:tags r:id="rId107"/>
            </p:custDataLst>
          </p:nvPr>
        </p:nvSpPr>
        <p:spPr bwMode="auto">
          <a:xfrm>
            <a:off x="4329113" y="3603625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7AAF07C6-0CAE-4091-ACB3-F1E13A8F8F15}" type="datetime'''''''''2''''''''''''''8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924" name="Text Placeholder 4">
            <a:extLst>
              <a:ext uri="{FF2B5EF4-FFF2-40B4-BE49-F238E27FC236}">
                <a16:creationId xmlns:a16="http://schemas.microsoft.com/office/drawing/2014/main" id="{5FB2D762-0C12-6873-A216-C9C08ADC9CC4}"/>
              </a:ext>
            </a:extLst>
          </p:cNvPr>
          <p:cNvSpPr>
            <a:spLocks noGrp="1"/>
          </p:cNvSpPr>
          <p:nvPr>
            <p:custDataLst>
              <p:tags r:id="rId108"/>
            </p:custDataLst>
          </p:nvPr>
        </p:nvSpPr>
        <p:spPr bwMode="gray">
          <a:xfrm>
            <a:off x="5049838" y="3425825"/>
            <a:ext cx="150813" cy="1063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21ECA4B-B6D7-4211-957C-C3413FE76787}" type="datetime'''''''1'''''''''''''''''''''''',1''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1,1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09"/>
            </p:custDataLst>
          </p:nvPr>
        </p:nvSpPr>
        <p:spPr bwMode="gray">
          <a:xfrm>
            <a:off x="4826000" y="3459164"/>
            <a:ext cx="150813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C00C152-9B53-4D6B-B72C-FA686D23703B}" type="datetime'''''''''''''''''''2'''''''''''''',''''''''''''3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2,3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921" name="Text Placeholder 2">
            <a:extLst>
              <a:ext uri="{FF2B5EF4-FFF2-40B4-BE49-F238E27FC236}">
                <a16:creationId xmlns:a16="http://schemas.microsoft.com/office/drawing/2014/main" id="{3FA0C872-9010-3DDC-2B2C-0611746470A5}"/>
              </a:ext>
            </a:extLst>
          </p:cNvPr>
          <p:cNvSpPr>
            <a:spLocks noGrp="1"/>
          </p:cNvSpPr>
          <p:nvPr>
            <p:custDataLst>
              <p:tags r:id="rId110"/>
            </p:custDataLst>
          </p:nvPr>
        </p:nvSpPr>
        <p:spPr bwMode="auto">
          <a:xfrm>
            <a:off x="4906963" y="36036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272B8ADB-1EB7-44B6-A886-A310DCB4E60A}" type="datetime'''''''20''''''''''2''9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100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1"/>
            </p:custDataLst>
          </p:nvPr>
        </p:nvSpPr>
        <p:spPr bwMode="gray">
          <a:xfrm>
            <a:off x="3673475" y="3348038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B00A0D2-31D3-4C49-99C2-A4B17B813068}" type="datetime'1'''''''''''''''''''''''''''''',''''''''''''''''''''''''4'''''">
              <a:rPr lang="en-US" altLang="en-US" sz="700" b="1" kern="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1,4</a:t>
            </a:fld>
            <a:endParaRPr lang="en-US" sz="700" b="1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00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2"/>
            </p:custDataLst>
          </p:nvPr>
        </p:nvSpPr>
        <p:spPr bwMode="gray">
          <a:xfrm>
            <a:off x="4300538" y="3332163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578F4AD-27FE-4241-A271-CE86BDBC4FD4}" type="datetime'''2,''''''6'''''''''''''''''''''''''''''''''''''''''">
              <a:rPr lang="en-US" altLang="en-US" sz="700" b="1" kern="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2,6</a:t>
            </a:fld>
            <a:endParaRPr lang="en-US" sz="700" b="1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00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3"/>
            </p:custDataLst>
          </p:nvPr>
        </p:nvSpPr>
        <p:spPr bwMode="gray">
          <a:xfrm>
            <a:off x="4927600" y="3319463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491265A-7922-4171-B25B-CFFA10B70625}" type="datetime'''3'''''''''''''''''''',''''''''''''''''''4'''''">
              <a:rPr lang="en-US" altLang="en-US" sz="700" b="1" kern="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3,4</a:t>
            </a:fld>
            <a:endParaRPr lang="en-US" sz="700" b="1" kern="0">
              <a:latin typeface="+mn-lt"/>
              <a:ea typeface="+mn-ea"/>
              <a:cs typeface="+mn-cs"/>
              <a:sym typeface="+mn-lt"/>
            </a:endParaRPr>
          </a:p>
        </p:txBody>
      </p:sp>
      <p:graphicFrame>
        <p:nvGraphicFramePr>
          <p:cNvPr id="1088" name="Chart 1087">
            <a:extLst>
              <a:ext uri="{FF2B5EF4-FFF2-40B4-BE49-F238E27FC236}">
                <a16:creationId xmlns:a16="http://schemas.microsoft.com/office/drawing/2014/main" id="{144B344D-D196-04D5-D17B-4EF2533C2E43}"/>
              </a:ext>
            </a:extLst>
          </p:cNvPr>
          <p:cNvGraphicFramePr/>
          <p:nvPr>
            <p:custDataLst>
              <p:tags r:id="rId114"/>
            </p:custDataLst>
          </p:nvPr>
        </p:nvGraphicFramePr>
        <p:xfrm>
          <a:off x="3362325" y="4983163"/>
          <a:ext cx="2046288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5"/>
          </a:graphicData>
        </a:graphic>
      </p:graphicFrame>
      <p:sp>
        <p:nvSpPr>
          <p:cNvPr id="928" name="Text Placeholder 4">
            <a:extLst>
              <a:ext uri="{FF2B5EF4-FFF2-40B4-BE49-F238E27FC236}">
                <a16:creationId xmlns:a16="http://schemas.microsoft.com/office/drawing/2014/main" id="{D651346F-0345-1C96-42EE-4BD91539CA4E}"/>
              </a:ext>
            </a:extLst>
          </p:cNvPr>
          <p:cNvSpPr>
            <a:spLocks noGrp="1"/>
          </p:cNvSpPr>
          <p:nvPr>
            <p:custDataLst>
              <p:tags r:id="rId115"/>
            </p:custDataLst>
          </p:nvPr>
        </p:nvSpPr>
        <p:spPr bwMode="gray">
          <a:xfrm>
            <a:off x="3833813" y="5270500"/>
            <a:ext cx="74613" cy="1063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EB6DAB4-3307-43C4-BC4D-E2D0E696BDA3}" type="datetime'''''''''''''''''''''''0''''''''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069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6"/>
            </p:custDataLst>
          </p:nvPr>
        </p:nvSpPr>
        <p:spPr bwMode="gray">
          <a:xfrm>
            <a:off x="3571875" y="5278438"/>
            <a:ext cx="150813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FAA0E1B-2F45-4775-A6A1-A2C6E4E8051E}" type="datetime'''0'''',''''''''''''''''''''''''''''''''''''''''''''''''''''8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0,8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929" name="Text Placeholder 2">
            <a:extLst>
              <a:ext uri="{FF2B5EF4-FFF2-40B4-BE49-F238E27FC236}">
                <a16:creationId xmlns:a16="http://schemas.microsoft.com/office/drawing/2014/main" id="{AA32D4AB-EF86-F36A-0108-3322DC59B5D0}"/>
              </a:ext>
            </a:extLst>
          </p:cNvPr>
          <p:cNvSpPr>
            <a:spLocks noGrp="1"/>
          </p:cNvSpPr>
          <p:nvPr>
            <p:custDataLst>
              <p:tags r:id="rId117"/>
            </p:custDataLst>
          </p:nvPr>
        </p:nvSpPr>
        <p:spPr bwMode="auto">
          <a:xfrm>
            <a:off x="3652838" y="5414963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259B5BE5-1CDE-4BDF-B4A4-EAE0A8743CB4}" type="datetime'''''2''''''''''''''''''''''''''''0''2''''7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930" name="Text Placeholder 4">
            <a:extLst>
              <a:ext uri="{FF2B5EF4-FFF2-40B4-BE49-F238E27FC236}">
                <a16:creationId xmlns:a16="http://schemas.microsoft.com/office/drawing/2014/main" id="{1B3C8487-B9B0-4C66-499D-48610E81D011}"/>
              </a:ext>
            </a:extLst>
          </p:cNvPr>
          <p:cNvSpPr>
            <a:spLocks noGrp="1"/>
          </p:cNvSpPr>
          <p:nvPr>
            <p:custDataLst>
              <p:tags r:id="rId118"/>
            </p:custDataLst>
          </p:nvPr>
        </p:nvSpPr>
        <p:spPr bwMode="gray">
          <a:xfrm>
            <a:off x="4422775" y="5259388"/>
            <a:ext cx="150813" cy="1063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D85942E-9FD0-4329-A7BE-4FED50A97E7A}" type="datetime'''''''''''''''''0'',''''''''''''5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0,5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066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19"/>
            </p:custDataLst>
          </p:nvPr>
        </p:nvSpPr>
        <p:spPr bwMode="gray">
          <a:xfrm>
            <a:off x="4198938" y="5275263"/>
            <a:ext cx="150813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A6C7988-65F4-498B-BBFA-5EC567211010}" type="datetime'''''1'''''''',''''''''''''''''''''''''''''''''''''''''1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1,1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931" name="Text Placeholder 2">
            <a:extLst>
              <a:ext uri="{FF2B5EF4-FFF2-40B4-BE49-F238E27FC236}">
                <a16:creationId xmlns:a16="http://schemas.microsoft.com/office/drawing/2014/main" id="{733AFDEC-D8DF-D9E1-7F63-31959D96ECCD}"/>
              </a:ext>
            </a:extLst>
          </p:cNvPr>
          <p:cNvSpPr>
            <a:spLocks noGrp="1"/>
          </p:cNvSpPr>
          <p:nvPr>
            <p:custDataLst>
              <p:tags r:id="rId120"/>
            </p:custDataLst>
          </p:nvPr>
        </p:nvSpPr>
        <p:spPr bwMode="auto">
          <a:xfrm>
            <a:off x="4329113" y="5414963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86566499-84C5-45CD-A273-2D7F7745E3FC}" type="datetime'''''''''''''''''''''''''2''''''''''''''8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932" name="Text Placeholder 4">
            <a:extLst>
              <a:ext uri="{FF2B5EF4-FFF2-40B4-BE49-F238E27FC236}">
                <a16:creationId xmlns:a16="http://schemas.microsoft.com/office/drawing/2014/main" id="{CF5AFCD0-5D1D-9706-CDE6-B4D5B755174B}"/>
              </a:ext>
            </a:extLst>
          </p:cNvPr>
          <p:cNvSpPr>
            <a:spLocks noGrp="1"/>
          </p:cNvSpPr>
          <p:nvPr>
            <p:custDataLst>
              <p:tags r:id="rId121"/>
            </p:custDataLst>
          </p:nvPr>
        </p:nvSpPr>
        <p:spPr bwMode="gray">
          <a:xfrm>
            <a:off x="5049838" y="5253038"/>
            <a:ext cx="150813" cy="10636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6AA2C328-D012-422E-B697-2C97C7DF68EF}" type="datetime'''''0'''''''''''''''''''''''''''',''''''''''''''7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0,7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06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2"/>
            </p:custDataLst>
          </p:nvPr>
        </p:nvSpPr>
        <p:spPr bwMode="gray">
          <a:xfrm>
            <a:off x="4826000" y="5272088"/>
            <a:ext cx="150813" cy="1063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8FCF267-4007-4B22-9493-BB7A4238CD3A}" type="datetime'''''''''''''1'''''''''',''''''''''4'''''''''''''''">
              <a:rPr lang="en-US" altLang="en-US" sz="700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1,4</a:t>
            </a:fld>
            <a:endParaRPr lang="en-US" sz="700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933" name="Text Placeholder 2">
            <a:extLst>
              <a:ext uri="{FF2B5EF4-FFF2-40B4-BE49-F238E27FC236}">
                <a16:creationId xmlns:a16="http://schemas.microsoft.com/office/drawing/2014/main" id="{2F3C4179-6022-F46D-516E-EBEE1C525378}"/>
              </a:ext>
            </a:extLst>
          </p:cNvPr>
          <p:cNvSpPr>
            <a:spLocks noGrp="1"/>
          </p:cNvSpPr>
          <p:nvPr>
            <p:custDataLst>
              <p:tags r:id="rId123"/>
            </p:custDataLst>
          </p:nvPr>
        </p:nvSpPr>
        <p:spPr bwMode="auto">
          <a:xfrm>
            <a:off x="4906963" y="5414963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C12E7CF9-453F-4519-BCBB-C1CE1926CD01}" type="datetime'''''''''''''''''2''''''0''2''''''''9''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103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4"/>
            </p:custDataLst>
          </p:nvPr>
        </p:nvSpPr>
        <p:spPr bwMode="gray">
          <a:xfrm>
            <a:off x="3673475" y="5164138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D759E2A-7EA7-44B6-ADE7-AA0E6D3217F6}" type="datetime'''''''''''''''''''''''''''0'''''''''''''''''''',8'''''''''''''">
              <a:rPr lang="en-US" altLang="en-US" sz="700" b="1" kern="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0,8</a:t>
            </a:fld>
            <a:endParaRPr lang="en-US" sz="700" b="1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033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5"/>
            </p:custDataLst>
          </p:nvPr>
        </p:nvSpPr>
        <p:spPr bwMode="gray">
          <a:xfrm>
            <a:off x="4300538" y="5153025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5C47FAE-C1F1-4E08-A7EE-3CD29F46F6BE}" type="datetime'''''''''''''1'''''''''''''',''''6'''''''''''''''''''''">
              <a:rPr lang="en-US" altLang="en-US" sz="700" b="1" kern="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1,6</a:t>
            </a:fld>
            <a:endParaRPr lang="en-US" sz="700" b="1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1034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26"/>
            </p:custDataLst>
          </p:nvPr>
        </p:nvSpPr>
        <p:spPr bwMode="gray">
          <a:xfrm>
            <a:off x="4927600" y="5146675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9C0C046-F7A3-418B-A663-B3EBFD1FDB5B}" type="datetime'''''''''''''''''2'''''''''''''''''''',''''''''''''''''''1'''">
              <a:rPr lang="en-US" altLang="en-US" sz="700" b="1" kern="0" smtClean="0"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2,1</a:t>
            </a:fld>
            <a:endParaRPr lang="en-US" sz="700" b="1" kern="0"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936" name="Rectangle 935">
            <a:extLst>
              <a:ext uri="{FF2B5EF4-FFF2-40B4-BE49-F238E27FC236}">
                <a16:creationId xmlns:a16="http://schemas.microsoft.com/office/drawing/2014/main" id="{F9D391F5-77BE-F3D3-B239-4C0AA0A37391}"/>
              </a:ext>
            </a:extLst>
          </p:cNvPr>
          <p:cNvSpPr>
            <a:spLocks/>
          </p:cNvSpPr>
          <p:nvPr/>
        </p:nvSpPr>
        <p:spPr>
          <a:xfrm>
            <a:off x="554038" y="2887663"/>
            <a:ext cx="2020888" cy="809625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>
            <a:noAutofit/>
          </a:bodyPr>
          <a:lstStyle/>
          <a:p>
            <a:pPr lvl="0" defTabSz="932962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r>
              <a:rPr lang="en-US" sz="900" b="1">
                <a:solidFill>
                  <a:schemeClr val="tx1"/>
                </a:solidFill>
                <a:latin typeface="Arial"/>
              </a:rPr>
              <a:t>Pretax Income Increment </a:t>
            </a:r>
            <a:br>
              <a:rPr lang="en-US" sz="900" b="1">
                <a:solidFill>
                  <a:schemeClr val="tx1"/>
                </a:solidFill>
                <a:latin typeface="Arial"/>
              </a:rPr>
            </a:b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lang="en-US" sz="900" err="1">
                <a:solidFill>
                  <a:srgbClr val="000000"/>
                </a:solidFill>
              </a:rPr>
              <a:t>mn</a:t>
            </a:r>
            <a:r>
              <a:rPr lang="en-US" sz="900">
                <a:solidFill>
                  <a:srgbClr val="000000"/>
                </a:solidFill>
              </a:rPr>
              <a:t> AZN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</a:p>
        </p:txBody>
      </p:sp>
      <p:graphicFrame>
        <p:nvGraphicFramePr>
          <p:cNvPr id="23" name="Chart 22">
            <a:extLst>
              <a:ext uri="{FF2B5EF4-FFF2-40B4-BE49-F238E27FC236}">
                <a16:creationId xmlns:a16="http://schemas.microsoft.com/office/drawing/2014/main" id="{54948FB8-93BA-99AE-2FAB-CEDFE5AA6C33}"/>
              </a:ext>
            </a:extLst>
          </p:cNvPr>
          <p:cNvGraphicFramePr/>
          <p:nvPr>
            <p:custDataLst>
              <p:tags r:id="rId127"/>
            </p:custDataLst>
          </p:nvPr>
        </p:nvGraphicFramePr>
        <p:xfrm>
          <a:off x="527050" y="3179763"/>
          <a:ext cx="2047875" cy="438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6"/>
          </a:graphicData>
        </a:graphic>
      </p:graphicFrame>
      <p:sp>
        <p:nvSpPr>
          <p:cNvPr id="939" name="Text Placeholder 2">
            <a:extLst>
              <a:ext uri="{FF2B5EF4-FFF2-40B4-BE49-F238E27FC236}">
                <a16:creationId xmlns:a16="http://schemas.microsoft.com/office/drawing/2014/main" id="{B75D0A81-F823-5445-E307-1167273DB756}"/>
              </a:ext>
            </a:extLst>
          </p:cNvPr>
          <p:cNvSpPr>
            <a:spLocks noGrp="1"/>
          </p:cNvSpPr>
          <p:nvPr>
            <p:custDataLst>
              <p:tags r:id="rId128"/>
            </p:custDataLst>
          </p:nvPr>
        </p:nvSpPr>
        <p:spPr bwMode="auto">
          <a:xfrm>
            <a:off x="817563" y="35655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482E2CA9-8B57-42E3-8A33-E4E7F11858FA}" type="datetime'''''''''''2''''0''''''''''''''''''''''''''''27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2027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941" name="Text Placeholder 2">
            <a:extLst>
              <a:ext uri="{FF2B5EF4-FFF2-40B4-BE49-F238E27FC236}">
                <a16:creationId xmlns:a16="http://schemas.microsoft.com/office/drawing/2014/main" id="{E7FFDD78-D45F-8755-89F4-193888C68557}"/>
              </a:ext>
            </a:extLst>
          </p:cNvPr>
          <p:cNvSpPr>
            <a:spLocks noGrp="1"/>
          </p:cNvSpPr>
          <p:nvPr>
            <p:custDataLst>
              <p:tags r:id="rId129"/>
            </p:custDataLst>
          </p:nvPr>
        </p:nvSpPr>
        <p:spPr bwMode="auto">
          <a:xfrm>
            <a:off x="1493838" y="3565525"/>
            <a:ext cx="1111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9D071645-9313-46BC-8E43-546C944FFF99}" type="datetime'''''''''''''''''''''''''''''''2''''''8''''''''''''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28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943" name="Text Placeholder 2">
            <a:extLst>
              <a:ext uri="{FF2B5EF4-FFF2-40B4-BE49-F238E27FC236}">
                <a16:creationId xmlns:a16="http://schemas.microsoft.com/office/drawing/2014/main" id="{90D26577-5B84-CBC9-81AA-A7B74F804A42}"/>
              </a:ext>
            </a:extLst>
          </p:cNvPr>
          <p:cNvSpPr>
            <a:spLocks noGrp="1"/>
          </p:cNvSpPr>
          <p:nvPr>
            <p:custDataLst>
              <p:tags r:id="rId130"/>
            </p:custDataLst>
          </p:nvPr>
        </p:nvSpPr>
        <p:spPr bwMode="auto">
          <a:xfrm>
            <a:off x="2073275" y="3565525"/>
            <a:ext cx="209550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0" indent="0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00000"/>
              <a:defRPr lang="x-none" sz="1905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3488" indent="-26132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5000"/>
              <a:buFont typeface="Arial" charset="0"/>
              <a:buChar char="▪"/>
              <a:defRPr lang="x-none" sz="1905" baseline="0">
                <a:solidFill>
                  <a:schemeClr val="tx1"/>
                </a:solidFill>
                <a:latin typeface="+mn-lt"/>
              </a:defRPr>
            </a:lvl2pPr>
            <a:lvl3pPr marL="622005" indent="-356358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–"/>
              <a:defRPr lang="x-none" sz="1905" baseline="0">
                <a:solidFill>
                  <a:schemeClr val="tx1"/>
                </a:solidFill>
                <a:latin typeface="+mn-lt"/>
              </a:defRPr>
            </a:lvl3pPr>
            <a:lvl4pPr marL="835822" indent="-211655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120000"/>
              <a:buFont typeface="Arial" charset="0"/>
              <a:buChar char="▫"/>
              <a:defRPr lang="x-none" sz="1905" baseline="0">
                <a:solidFill>
                  <a:schemeClr val="tx1"/>
                </a:solidFill>
                <a:latin typeface="+mn-lt"/>
              </a:defRPr>
            </a:lvl4pPr>
            <a:lvl5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1905" baseline="0">
                <a:solidFill>
                  <a:schemeClr val="tx1"/>
                </a:solidFill>
                <a:latin typeface="+mn-lt"/>
              </a:defRPr>
            </a:lvl5pPr>
            <a:lvl6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6pPr>
            <a:lvl7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7pPr>
            <a:lvl8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8pPr>
            <a:lvl9pPr marL="1020090" indent="-177099" algn="l" defTabSz="1218095" rtl="0" eaLnBrk="1" fontAlgn="base" hangingPunct="1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sz="2176" baseline="0">
                <a:solidFill>
                  <a:schemeClr val="tx1"/>
                </a:solidFill>
                <a:latin typeface="+mn-lt"/>
              </a:defRPr>
            </a:lvl9pPr>
          </a:lstStyle>
          <a:p>
            <a:pPr lvl="0" algn="ctr">
              <a:buClr>
                <a:srgbClr val="006649"/>
              </a:buClr>
              <a:defRPr/>
            </a:pPr>
            <a:fld id="{0056ADEC-8B5C-4B97-8145-DD721DE75B75}" type="datetime'''''''''''''''2''''''0''2''''''''''''''''''''''''''''9'">
              <a:rPr lang="en-US" altLang="en-US" sz="700" kern="0" smtClean="0">
                <a:solidFill>
                  <a:srgbClr val="000000"/>
                </a:solidFill>
              </a:rPr>
              <a:pPr lvl="0" algn="ctr">
                <a:buClr>
                  <a:srgbClr val="006649"/>
                </a:buClr>
                <a:defRPr/>
              </a:pPr>
              <a:t>2029</a:t>
            </a:fld>
            <a:endParaRPr kumimoji="0" lang="en-US" sz="700" b="0" i="0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+mn-lt"/>
            </a:endParaRP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31"/>
            </p:custDataLst>
          </p:nvPr>
        </p:nvSpPr>
        <p:spPr bwMode="gray">
          <a:xfrm>
            <a:off x="838200" y="3430589"/>
            <a:ext cx="16827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3D69932-1B17-4A88-8B49-159E90362D0D}" type="datetime'''''5'''''''''''''''''''''''''''''',''4'''''''''''">
              <a:rPr lang="en-US" altLang="en-US" sz="700" b="1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5,4</a:t>
            </a:fld>
            <a:endParaRPr lang="en-US" sz="700" b="1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32"/>
            </p:custDataLst>
          </p:nvPr>
        </p:nvSpPr>
        <p:spPr bwMode="gray">
          <a:xfrm>
            <a:off x="1436688" y="3382964"/>
            <a:ext cx="2254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97432C0-8DF0-40F5-9FDA-C75A465B1E8D}" type="datetime'1''0'''''''''''''''''',''4'''''''''''''''''''''''''''">
              <a:rPr lang="en-US" altLang="en-US" sz="700" b="1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10,4</a:t>
            </a:fld>
            <a:endParaRPr lang="en-US" sz="700" b="1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133"/>
            </p:custDataLst>
          </p:nvPr>
        </p:nvSpPr>
        <p:spPr bwMode="gray">
          <a:xfrm>
            <a:off x="2065338" y="3346451"/>
            <a:ext cx="225425" cy="10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2700" tIns="0" rIns="1270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2E26C3B-A840-4C58-B914-2529CDD1EB6C}" type="datetime'''''''''''''''1''''4'''''''''''''''''',''''''''''2'''''''''''">
              <a:rPr lang="en-US" altLang="en-US" sz="700" b="1" kern="0" smtClean="0">
                <a:solidFill>
                  <a:schemeClr val="bg1"/>
                </a:solidFill>
                <a:effectLst/>
                <a:latin typeface="+mn-lt"/>
                <a:ea typeface="+mn-ea"/>
                <a:cs typeface="+mn-cs"/>
                <a:sym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14,2</a:t>
            </a:fld>
            <a:endParaRPr lang="en-US" sz="700" b="1" kern="0">
              <a:solidFill>
                <a:schemeClr val="bg1"/>
              </a:solidFill>
              <a:latin typeface="+mn-lt"/>
              <a:ea typeface="+mn-ea"/>
              <a:cs typeface="+mn-cs"/>
              <a:sym typeface="+mn-lt"/>
            </a:endParaRPr>
          </a:p>
        </p:txBody>
      </p:sp>
      <p:cxnSp>
        <p:nvCxnSpPr>
          <p:cNvPr id="946" name="Connector: Elbow 945">
            <a:extLst>
              <a:ext uri="{FF2B5EF4-FFF2-40B4-BE49-F238E27FC236}">
                <a16:creationId xmlns:a16="http://schemas.microsoft.com/office/drawing/2014/main" id="{C50E113F-12F2-2C33-67ED-CE498AD74A68}"/>
              </a:ext>
            </a:extLst>
          </p:cNvPr>
          <p:cNvCxnSpPr>
            <a:cxnSpLocks/>
            <a:stCxn id="936" idx="3"/>
          </p:cNvCxnSpPr>
          <p:nvPr/>
        </p:nvCxnSpPr>
        <p:spPr>
          <a:xfrm flipV="1">
            <a:off x="2574926" y="1592263"/>
            <a:ext cx="787399" cy="1700213"/>
          </a:xfrm>
          <a:prstGeom prst="bentConnector3">
            <a:avLst/>
          </a:prstGeom>
          <a:ln w="28575" cap="sq">
            <a:solidFill>
              <a:schemeClr val="accent3">
                <a:lumMod val="2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9" name="Connector: Elbow 948">
            <a:extLst>
              <a:ext uri="{FF2B5EF4-FFF2-40B4-BE49-F238E27FC236}">
                <a16:creationId xmlns:a16="http://schemas.microsoft.com/office/drawing/2014/main" id="{F8D709DF-159E-8F78-CDD4-6EB5DAE8666C}"/>
              </a:ext>
            </a:extLst>
          </p:cNvPr>
          <p:cNvCxnSpPr>
            <a:cxnSpLocks/>
            <a:stCxn id="936" idx="3"/>
            <a:endCxn id="815" idx="1"/>
          </p:cNvCxnSpPr>
          <p:nvPr/>
        </p:nvCxnSpPr>
        <p:spPr>
          <a:xfrm>
            <a:off x="2574926" y="3292476"/>
            <a:ext cx="814387" cy="1801812"/>
          </a:xfrm>
          <a:prstGeom prst="bentConnector3">
            <a:avLst>
              <a:gd name="adj1" fmla="val 50000"/>
            </a:avLst>
          </a:prstGeom>
          <a:ln w="28575" cap="sq">
            <a:solidFill>
              <a:schemeClr val="accent3">
                <a:lumMod val="2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2" name="Connector: Elbow 951">
            <a:extLst>
              <a:ext uri="{FF2B5EF4-FFF2-40B4-BE49-F238E27FC236}">
                <a16:creationId xmlns:a16="http://schemas.microsoft.com/office/drawing/2014/main" id="{2CF19A96-7827-2D01-92EE-D502B55F6EEF}"/>
              </a:ext>
            </a:extLst>
          </p:cNvPr>
          <p:cNvCxnSpPr>
            <a:cxnSpLocks/>
            <a:stCxn id="936" idx="3"/>
          </p:cNvCxnSpPr>
          <p:nvPr/>
        </p:nvCxnSpPr>
        <p:spPr>
          <a:xfrm flipV="1">
            <a:off x="2574926" y="3290887"/>
            <a:ext cx="838834" cy="1589"/>
          </a:xfrm>
          <a:prstGeom prst="bentConnector3">
            <a:avLst>
              <a:gd name="adj1" fmla="val 50000"/>
            </a:avLst>
          </a:prstGeom>
          <a:ln w="28575" cap="sq">
            <a:solidFill>
              <a:schemeClr val="accent3">
                <a:lumMod val="25000"/>
              </a:schemeClr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8" name="Oval 957">
            <a:extLst>
              <a:ext uri="{FF2B5EF4-FFF2-40B4-BE49-F238E27FC236}">
                <a16:creationId xmlns:a16="http://schemas.microsoft.com/office/drawing/2014/main" id="{2BF62204-D59E-3176-D30A-3213A5220563}"/>
              </a:ext>
            </a:extLst>
          </p:cNvPr>
          <p:cNvSpPr/>
          <p:nvPr/>
        </p:nvSpPr>
        <p:spPr>
          <a:xfrm>
            <a:off x="2890455" y="3207543"/>
            <a:ext cx="174625" cy="173038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32962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32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+</a:t>
            </a:r>
          </a:p>
        </p:txBody>
      </p:sp>
      <p:sp>
        <p:nvSpPr>
          <p:cNvPr id="1102" name="Rectangle 1101">
            <a:extLst>
              <a:ext uri="{FF2B5EF4-FFF2-40B4-BE49-F238E27FC236}">
                <a16:creationId xmlns:a16="http://schemas.microsoft.com/office/drawing/2014/main" id="{F1B74752-60E2-3F6F-B74E-9C458894AFF2}"/>
              </a:ext>
            </a:extLst>
          </p:cNvPr>
          <p:cNvSpPr/>
          <p:nvPr/>
        </p:nvSpPr>
        <p:spPr>
          <a:xfrm>
            <a:off x="3407978" y="958743"/>
            <a:ext cx="219777" cy="59396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103" name="Rectangle 1102">
            <a:extLst>
              <a:ext uri="{FF2B5EF4-FFF2-40B4-BE49-F238E27FC236}">
                <a16:creationId xmlns:a16="http://schemas.microsoft.com/office/drawing/2014/main" id="{3F9A5258-9BB4-3753-6170-886C61D5513E}"/>
              </a:ext>
            </a:extLst>
          </p:cNvPr>
          <p:cNvSpPr/>
          <p:nvPr/>
        </p:nvSpPr>
        <p:spPr>
          <a:xfrm>
            <a:off x="4611936" y="958743"/>
            <a:ext cx="219777" cy="59396"/>
          </a:xfrm>
          <a:prstGeom prst="rect">
            <a:avLst/>
          </a:prstGeom>
          <a:solidFill>
            <a:schemeClr val="accent2"/>
          </a:solidFill>
          <a:ln w="6350" cap="sq">
            <a:solidFill>
              <a:schemeClr val="accent3">
                <a:lumMod val="25000"/>
              </a:schemeClr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600" err="1">
              <a:solidFill>
                <a:schemeClr val="bg1"/>
              </a:solidFill>
            </a:endParaRPr>
          </a:p>
        </p:txBody>
      </p:sp>
      <p:sp>
        <p:nvSpPr>
          <p:cNvPr id="1104" name="4. Footnote">
            <a:extLst>
              <a:ext uri="{FF2B5EF4-FFF2-40B4-BE49-F238E27FC236}">
                <a16:creationId xmlns:a16="http://schemas.microsoft.com/office/drawing/2014/main" id="{ACFB64FF-E78D-ECB2-7819-B688CE5EE7EC}"/>
              </a:ext>
            </a:extLst>
          </p:cNvPr>
          <p:cNvSpPr txBox="1"/>
          <p:nvPr>
            <p:custDataLst>
              <p:tags r:id="rId134"/>
            </p:custDataLst>
          </p:nvPr>
        </p:nvSpPr>
        <p:spPr>
          <a:xfrm>
            <a:off x="4849220" y="929443"/>
            <a:ext cx="874247" cy="107722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203200" marR="0" lvl="0" indent="-2127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700">
                <a:cs typeface="Arial" panose="020B0604020202020204" pitchFamily="34" charset="0"/>
              </a:rPr>
              <a:t>From the current year</a:t>
            </a:r>
            <a:endParaRPr lang="en-US" sz="700" kern="1200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1105" name="4. Footnote">
            <a:extLst>
              <a:ext uri="{FF2B5EF4-FFF2-40B4-BE49-F238E27FC236}">
                <a16:creationId xmlns:a16="http://schemas.microsoft.com/office/drawing/2014/main" id="{E3C4AF90-C872-CC54-5AB1-B2880BB0135A}"/>
              </a:ext>
            </a:extLst>
          </p:cNvPr>
          <p:cNvSpPr txBox="1"/>
          <p:nvPr>
            <p:custDataLst>
              <p:tags r:id="rId135"/>
            </p:custDataLst>
          </p:nvPr>
        </p:nvSpPr>
        <p:spPr>
          <a:xfrm>
            <a:off x="3642730" y="925210"/>
            <a:ext cx="1047805" cy="107722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203200" marR="0" lvl="0" indent="-2127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700">
                <a:cs typeface="Arial" panose="020B0604020202020204" pitchFamily="34" charset="0"/>
              </a:rPr>
              <a:t>From the previous year</a:t>
            </a:r>
            <a:r>
              <a:rPr lang="en-US" sz="700" baseline="30000">
                <a:cs typeface="Arial" panose="020B0604020202020204" pitchFamily="34" charset="0"/>
              </a:rPr>
              <a:t>2</a:t>
            </a:r>
            <a:endParaRPr lang="en-US" sz="700" kern="1200" baseline="30000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AA9458D-F6A1-3F8E-F55B-FB33DDA0026D}"/>
              </a:ext>
            </a:extLst>
          </p:cNvPr>
          <p:cNvSpPr>
            <a:spLocks/>
          </p:cNvSpPr>
          <p:nvPr/>
        </p:nvSpPr>
        <p:spPr>
          <a:xfrm>
            <a:off x="553972" y="4014482"/>
            <a:ext cx="2047875" cy="1554468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000" err="1">
              <a:solidFill>
                <a:schemeClr val="bg1"/>
              </a:solidFill>
            </a:endParaRPr>
          </a:p>
        </p:txBody>
      </p:sp>
      <p:sp>
        <p:nvSpPr>
          <p:cNvPr id="7" name="4. Footnote">
            <a:extLst>
              <a:ext uri="{FF2B5EF4-FFF2-40B4-BE49-F238E27FC236}">
                <a16:creationId xmlns:a16="http://schemas.microsoft.com/office/drawing/2014/main" id="{C88BA861-FA3A-EDF5-F58A-9FBF80D23E61}"/>
              </a:ext>
            </a:extLst>
          </p:cNvPr>
          <p:cNvSpPr txBox="1"/>
          <p:nvPr>
            <p:custDataLst>
              <p:tags r:id="rId136"/>
            </p:custDataLst>
          </p:nvPr>
        </p:nvSpPr>
        <p:spPr>
          <a:xfrm>
            <a:off x="687387" y="4096816"/>
            <a:ext cx="1817688" cy="1323439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lvl="0">
              <a:spcBef>
                <a:spcPts val="300"/>
              </a:spcBef>
              <a:defRPr/>
            </a:pPr>
            <a:r>
              <a:rPr lang="en-US" sz="900">
                <a:cs typeface="Arial" panose="020B0604020202020204" pitchFamily="34" charset="0"/>
              </a:rPr>
              <a:t>Introduction of Agentic AI in Underwriting will:</a:t>
            </a:r>
          </a:p>
          <a:p>
            <a:pPr marL="171450" lvl="0" indent="-171450">
              <a:spcBef>
                <a:spcPts val="300"/>
              </a:spcBef>
              <a:buFont typeface="Arial" panose="020B0604020202020204" pitchFamily="34" charset="0"/>
              <a:buChar char="•"/>
              <a:defRPr/>
            </a:pPr>
            <a:r>
              <a:rPr lang="en-US" sz="900" b="1">
                <a:cs typeface="Arial" panose="020B0604020202020204" pitchFamily="34" charset="0"/>
              </a:rPr>
              <a:t>increase the productivity of the current staff</a:t>
            </a:r>
            <a:r>
              <a:rPr lang="en-US" sz="900">
                <a:cs typeface="Arial" panose="020B0604020202020204" pitchFamily="34" charset="0"/>
              </a:rPr>
              <a:t> through the seamless process of forming the credit decisions </a:t>
            </a:r>
          </a:p>
          <a:p>
            <a:pPr marL="171450" lvl="0" indent="-171450">
              <a:spcBef>
                <a:spcPts val="300"/>
              </a:spcBef>
              <a:buFont typeface="Arial" panose="020B0604020202020204" pitchFamily="34" charset="0"/>
              <a:buChar char="•"/>
              <a:defRPr/>
            </a:pPr>
            <a:r>
              <a:rPr lang="en-US" sz="900" b="1">
                <a:cs typeface="Arial" panose="020B0604020202020204" pitchFamily="34" charset="0"/>
              </a:rPr>
              <a:t>as an enabler secures 10-14 </a:t>
            </a:r>
            <a:r>
              <a:rPr lang="en-US" sz="900" b="1" err="1">
                <a:cs typeface="Arial" panose="020B0604020202020204" pitchFamily="34" charset="0"/>
              </a:rPr>
              <a:t>mn</a:t>
            </a:r>
            <a:r>
              <a:rPr lang="en-US" sz="900" b="1">
                <a:cs typeface="Arial" panose="020B0604020202020204" pitchFamily="34" charset="0"/>
              </a:rPr>
              <a:t> AZN</a:t>
            </a:r>
            <a:r>
              <a:rPr lang="en-US" sz="900" b="1" baseline="30000">
                <a:cs typeface="Arial" panose="020B0604020202020204" pitchFamily="34" charset="0"/>
              </a:rPr>
              <a:t>3</a:t>
            </a:r>
            <a:r>
              <a:rPr lang="en-US" sz="900" b="1">
                <a:cs typeface="Arial" panose="020B0604020202020204" pitchFamily="34" charset="0"/>
              </a:rPr>
              <a:t> of Pretax Income</a:t>
            </a:r>
            <a:r>
              <a:rPr lang="en-US" sz="900">
                <a:cs typeface="Arial" panose="020B0604020202020204" pitchFamily="34" charset="0"/>
              </a:rPr>
              <a:t> from the expansion of lending</a:t>
            </a:r>
          </a:p>
        </p:txBody>
      </p:sp>
      <p:grpSp>
        <p:nvGrpSpPr>
          <p:cNvPr id="9" name="sticker">
            <a:extLst>
              <a:ext uri="{FF2B5EF4-FFF2-40B4-BE49-F238E27FC236}">
                <a16:creationId xmlns:a16="http://schemas.microsoft.com/office/drawing/2014/main" id="{3D1E1057-6427-B65B-0242-8E8FFE6022B2}"/>
              </a:ext>
            </a:extLst>
          </p:cNvPr>
          <p:cNvGrpSpPr/>
          <p:nvPr/>
        </p:nvGrpSpPr>
        <p:grpSpPr>
          <a:xfrm>
            <a:off x="559460" y="920865"/>
            <a:ext cx="698909" cy="156966"/>
            <a:chOff x="559460" y="1289273"/>
            <a:chExt cx="698909" cy="156966"/>
          </a:xfrm>
        </p:grpSpPr>
        <p:sp>
          <p:nvSpPr>
            <p:cNvPr id="10" name="StickerRectangle">
              <a:extLst>
                <a:ext uri="{FF2B5EF4-FFF2-40B4-BE49-F238E27FC236}">
                  <a16:creationId xmlns:a16="http://schemas.microsoft.com/office/drawing/2014/main" id="{0AA0A49F-6559-DAD6-D267-6883048862F7}"/>
                </a:ext>
              </a:extLst>
            </p:cNvPr>
            <p:cNvSpPr>
              <a:spLocks noChangeArrowheads="1"/>
            </p:cNvSpPr>
            <p:nvPr userDrawn="1"/>
          </p:nvSpPr>
          <p:spPr bwMode="gray">
            <a:xfrm>
              <a:off x="559460" y="1289273"/>
              <a:ext cx="698909" cy="156966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18288" anchor="t" anchorCtr="0">
              <a:spAutoFit/>
            </a:bodyPr>
            <a:lstStyle/>
            <a:p>
              <a:pPr marL="0" marR="0" lvl="0" indent="0" algn="l" defTabSz="119386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50" normalizeH="0" baseline="0" noProof="0">
                  <a:ln w="3175">
                    <a:noFill/>
                  </a:ln>
                  <a:effectLst/>
                  <a:uLnTx/>
                  <a:uFillTx/>
                  <a:latin typeface="Arial"/>
                  <a:ea typeface="+mn-ea"/>
                  <a:cs typeface="+mn-cs"/>
                </a:rPr>
                <a:t>Preliminary</a:t>
              </a:r>
              <a:endParaRPr kumimoji="0" 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cxnSp>
          <p:nvCxnSpPr>
            <p:cNvPr id="11" name="StickerUnderline">
              <a:extLst>
                <a:ext uri="{FF2B5EF4-FFF2-40B4-BE49-F238E27FC236}">
                  <a16:creationId xmlns:a16="http://schemas.microsoft.com/office/drawing/2014/main" id="{32C66F99-29A2-21A6-967E-E45D70D8063A}"/>
                </a:ext>
              </a:extLst>
            </p:cNvPr>
            <p:cNvCxnSpPr>
              <a:cxnSpLocks noChangeShapeType="1"/>
              <a:stCxn id="10" idx="4"/>
              <a:endCxn id="10" idx="6"/>
            </p:cNvCxnSpPr>
            <p:nvPr/>
          </p:nvCxnSpPr>
          <p:spPr bwMode="gray">
            <a:xfrm>
              <a:off x="559460" y="1446239"/>
              <a:ext cx="698909" cy="0"/>
            </a:xfrm>
            <a:prstGeom prst="straightConnector1">
              <a:avLst/>
            </a:prstGeom>
            <a:noFill/>
            <a:ln w="4191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7385359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6B54A8-0F8F-F639-560A-240366FC41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2" hidden="1">
            <a:extLst>
              <a:ext uri="{FF2B5EF4-FFF2-40B4-BE49-F238E27FC236}">
                <a16:creationId xmlns:a16="http://schemas.microsoft.com/office/drawing/2014/main" id="{95866B0C-FA00-3119-4881-0CBE406BD7C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5030637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4" imgW="404" imgH="405" progId="TCLayout.ActiveDocument.1">
                  <p:embed/>
                </p:oleObj>
              </mc:Choice>
              <mc:Fallback>
                <p:oleObj name="think-cell Slide" r:id="rId84" imgW="404" imgH="405" progId="TCLayout.ActiveDocument.1">
                  <p:embed/>
                  <p:pic>
                    <p:nvPicPr>
                      <p:cNvPr id="5" name="Object 2" hidden="1">
                        <a:extLst>
                          <a:ext uri="{FF2B5EF4-FFF2-40B4-BE49-F238E27FC236}">
                            <a16:creationId xmlns:a16="http://schemas.microsoft.com/office/drawing/2014/main" id="{95866B0C-FA00-3119-4881-0CBE406BD7C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F1295243-F1C0-1941-B197-12713DDA9064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/>
        <p:txBody>
          <a:bodyPr vert="horz"/>
          <a:lstStyle/>
          <a:p>
            <a:r>
              <a:rPr lang="tr-TR"/>
              <a:t>Individual RM performance differentiate significantly due to squad level KPI management</a:t>
            </a:r>
            <a:endParaRPr lang="en-US"/>
          </a:p>
        </p:txBody>
      </p:sp>
      <p:sp>
        <p:nvSpPr>
          <p:cNvPr id="148" name="1. On-page tracker">
            <a:extLst>
              <a:ext uri="{FF2B5EF4-FFF2-40B4-BE49-F238E27FC236}">
                <a16:creationId xmlns:a16="http://schemas.microsoft.com/office/drawing/2014/main" id="{096370F6-5E23-81CD-B1EE-BD57C10C789E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3"/>
            </p:custDataLst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92" name="Chart 91">
            <a:extLst>
              <a:ext uri="{FF2B5EF4-FFF2-40B4-BE49-F238E27FC236}">
                <a16:creationId xmlns:a16="http://schemas.microsoft.com/office/drawing/2014/main" id="{86E39208-0F19-B871-D190-D170F092A385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1404938" y="3422650"/>
          <a:ext cx="7089775" cy="9794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6"/>
          </a:graphicData>
        </a:graphic>
      </p:graphicFrame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4AB9F35F-C798-A88C-A167-A9DE07EA9505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1487488" y="3962400"/>
            <a:ext cx="2349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0" name="Straight Connector 89">
            <a:extLst>
              <a:ext uri="{FF2B5EF4-FFF2-40B4-BE49-F238E27FC236}">
                <a16:creationId xmlns:a16="http://schemas.microsoft.com/office/drawing/2014/main" id="{E8D9DE12-B4C6-EAC8-C5A8-11FD161CADC4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2020888" y="3962400"/>
            <a:ext cx="473075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4B2C92A5-40F7-712D-B850-CF83758E8543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2790825" y="3962400"/>
            <a:ext cx="5621338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Text Placeholder 4">
            <a:extLst>
              <a:ext uri="{FF2B5EF4-FFF2-40B4-BE49-F238E27FC236}">
                <a16:creationId xmlns:a16="http://schemas.microsoft.com/office/drawing/2014/main" id="{DDD15B5C-DC4E-642A-F0A5-DC22BB76AA85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1665288" y="43783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7C9239D-7E0F-43BF-84F4-C094B11AE950}" type="datetime'''''''''R''''''''''''''''M'''' ''''''''''''''''''1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1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32" name="Text Placeholder 4">
            <a:extLst>
              <a:ext uri="{FF2B5EF4-FFF2-40B4-BE49-F238E27FC236}">
                <a16:creationId xmlns:a16="http://schemas.microsoft.com/office/drawing/2014/main" id="{5C05F03F-82DE-F6E5-74A6-BAD012809817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2435225" y="43783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B5955B6-B84A-4584-A185-BEC1623F3D18}" type="datetime'''''''''''''R''M'''''''' ''2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2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33" name="Text Placeholder 4">
            <a:extLst>
              <a:ext uri="{FF2B5EF4-FFF2-40B4-BE49-F238E27FC236}">
                <a16:creationId xmlns:a16="http://schemas.microsoft.com/office/drawing/2014/main" id="{EC59B36D-F5FF-EAA3-FA24-836FF1608589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3203575" y="43783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1E895AB-59B9-43F8-AD11-954491451A42}" type="datetime'''''R''''''''''''''M'''''' ''''''''''''''''''''''''''''3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3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22" name="Text Placeholder 4">
            <a:extLst>
              <a:ext uri="{FF2B5EF4-FFF2-40B4-BE49-F238E27FC236}">
                <a16:creationId xmlns:a16="http://schemas.microsoft.com/office/drawing/2014/main" id="{8A0CE575-7B5E-2E33-4BE9-810C5570189C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auto">
          <a:xfrm>
            <a:off x="3973513" y="43783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4D08980-9D8B-44E3-B3DE-120E7B3CAE41}" type="datetime'''''''''''''''R''M'''''''''''''''''' ''''''4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4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23" name="Text Placeholder 4">
            <a:extLst>
              <a:ext uri="{FF2B5EF4-FFF2-40B4-BE49-F238E27FC236}">
                <a16:creationId xmlns:a16="http://schemas.microsoft.com/office/drawing/2014/main" id="{BD7AE3EF-E752-7000-1BA9-E9BA3D50CB30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auto">
          <a:xfrm>
            <a:off x="4743450" y="43783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1C51F2F-C2BA-450D-A4DC-1A0B0934D11F}" type="datetime'''''''''''''''R''''''M'''''''''''''''''''''''''''''''''' ''5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5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24" name="Text Placeholder 4">
            <a:extLst>
              <a:ext uri="{FF2B5EF4-FFF2-40B4-BE49-F238E27FC236}">
                <a16:creationId xmlns:a16="http://schemas.microsoft.com/office/drawing/2014/main" id="{BE82A840-A11F-1CCD-2269-BD5897315C38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auto">
          <a:xfrm>
            <a:off x="5511800" y="43783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BE10EDF-9E35-4C98-A9EE-8E9B7F547D91}" type="datetime'R''''''''''''''''''''M'''''' ''''''''''''''''''''''''''''6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6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25" name="Text Placeholder 4">
            <a:extLst>
              <a:ext uri="{FF2B5EF4-FFF2-40B4-BE49-F238E27FC236}">
                <a16:creationId xmlns:a16="http://schemas.microsoft.com/office/drawing/2014/main" id="{32D55B27-E9D8-A866-979A-83C44110CEE8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auto">
          <a:xfrm>
            <a:off x="6281738" y="43783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026CD58-11E4-4E38-A879-E33ACAD02C37}" type="datetime'''''''''''''''''R''''M'''''''''''''''' ''7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7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26" name="Text Placeholder 4">
            <a:extLst>
              <a:ext uri="{FF2B5EF4-FFF2-40B4-BE49-F238E27FC236}">
                <a16:creationId xmlns:a16="http://schemas.microsoft.com/office/drawing/2014/main" id="{5EB59CE8-8E67-2F03-4AC1-13F20424C1FD}"/>
              </a:ext>
            </a:extLst>
          </p:cNvPr>
          <p:cNvSpPr>
            <a:spLocks noGrp="1"/>
          </p:cNvSpPr>
          <p:nvPr>
            <p:custDataLst>
              <p:tags r:id="rId15"/>
            </p:custDataLst>
          </p:nvPr>
        </p:nvSpPr>
        <p:spPr bwMode="auto">
          <a:xfrm>
            <a:off x="7051675" y="43783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264120F-FA3B-4516-B941-7284E7D8CF94}" type="datetime'''''R''''''''''''''''''M'' 8''''''''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8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27" name="Text Placeholder 4">
            <a:extLst>
              <a:ext uri="{FF2B5EF4-FFF2-40B4-BE49-F238E27FC236}">
                <a16:creationId xmlns:a16="http://schemas.microsoft.com/office/drawing/2014/main" id="{D700EA03-2A7F-BB5D-D657-852916310D64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auto">
          <a:xfrm>
            <a:off x="7820025" y="43783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D82FE66-761C-4CA6-B7AD-F3078C7AEDF5}" type="datetime'''''''R''M ''''''''''''''''9''''''''''''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9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01" name="Text Placeholder 4">
            <a:extLst>
              <a:ext uri="{FF2B5EF4-FFF2-40B4-BE49-F238E27FC236}">
                <a16:creationId xmlns:a16="http://schemas.microsoft.com/office/drawing/2014/main" id="{907EE2EB-75CD-FF44-ECFC-99808CD908C8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gray">
          <a:xfrm>
            <a:off x="1722438" y="3752850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A71AD11-CAE9-42E8-96E2-121AA2F10544}" type="datetime'''''6''''''''''''''''''''.1''''''''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6.1</a:t>
            </a:fld>
            <a:endParaRPr lang="en-US">
              <a:latin typeface="+mn-lt"/>
            </a:endParaRPr>
          </a:p>
        </p:txBody>
      </p:sp>
      <p:sp>
        <p:nvSpPr>
          <p:cNvPr id="102" name="Text Placeholder 4">
            <a:extLst>
              <a:ext uri="{FF2B5EF4-FFF2-40B4-BE49-F238E27FC236}">
                <a16:creationId xmlns:a16="http://schemas.microsoft.com/office/drawing/2014/main" id="{76B9EB88-EC69-5451-C17C-7EEAB5501D0C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gray">
          <a:xfrm>
            <a:off x="2493963" y="3863975"/>
            <a:ext cx="296863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4E417A3-B5AA-486B-9728-E62A57AAD339}" type="datetime'''''4''''''''''''''''''''.''''''''''0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4.0</a:t>
            </a:fld>
            <a:endParaRPr lang="en-US">
              <a:latin typeface="+mn-lt"/>
            </a:endParaRPr>
          </a:p>
        </p:txBody>
      </p:sp>
      <p:sp>
        <p:nvSpPr>
          <p:cNvPr id="103" name="Text Placeholder 4">
            <a:extLst>
              <a:ext uri="{FF2B5EF4-FFF2-40B4-BE49-F238E27FC236}">
                <a16:creationId xmlns:a16="http://schemas.microsoft.com/office/drawing/2014/main" id="{4A208B2E-CFBA-2D29-50C1-16F5B28FC8B4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gray">
          <a:xfrm>
            <a:off x="3263900" y="3559175"/>
            <a:ext cx="2936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3AAE441-4D30-4AD3-B237-12065C93DA95}" type="datetime'''''''''''''''''''''''''9''''''''''''''''''''.''''''7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9.7</a:t>
            </a:fld>
            <a:endParaRPr lang="en-US">
              <a:latin typeface="+mn-lt"/>
            </a:endParaRPr>
          </a:p>
        </p:txBody>
      </p:sp>
      <p:sp>
        <p:nvSpPr>
          <p:cNvPr id="104" name="Text Placeholder 4">
            <a:extLst>
              <a:ext uri="{FF2B5EF4-FFF2-40B4-BE49-F238E27FC236}">
                <a16:creationId xmlns:a16="http://schemas.microsoft.com/office/drawing/2014/main" id="{16FA8044-FECA-99E7-B624-41C859998FCE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gray">
          <a:xfrm>
            <a:off x="4030663" y="3970338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EE2CD34-F792-4681-9222-AFBB2C820DB7}" type="datetime'''''2''''''''''''''''''''''''''''''''''''''''''''''''''''.''1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2.1</a:t>
            </a:fld>
            <a:endParaRPr lang="en-US">
              <a:latin typeface="+mn-lt"/>
            </a:endParaRPr>
          </a:p>
        </p:txBody>
      </p:sp>
      <p:sp>
        <p:nvSpPr>
          <p:cNvPr id="105" name="Text Placeholder 4">
            <a:extLst>
              <a:ext uri="{FF2B5EF4-FFF2-40B4-BE49-F238E27FC236}">
                <a16:creationId xmlns:a16="http://schemas.microsoft.com/office/drawing/2014/main" id="{0EA5F967-9911-2AD8-D240-246DB6C8CCC9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4803775" y="4043363"/>
            <a:ext cx="2936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A180BE9-DC30-43E4-A1E2-7D63CAB34C51}" type="datetime'''''''''0''''.7''''''''''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0.7</a:t>
            </a:fld>
            <a:endParaRPr lang="en-US">
              <a:latin typeface="+mn-lt"/>
            </a:endParaRPr>
          </a:p>
        </p:txBody>
      </p:sp>
      <p:sp>
        <p:nvSpPr>
          <p:cNvPr id="106" name="Text Placeholder 4">
            <a:extLst>
              <a:ext uri="{FF2B5EF4-FFF2-40B4-BE49-F238E27FC236}">
                <a16:creationId xmlns:a16="http://schemas.microsoft.com/office/drawing/2014/main" id="{E36E7471-0FE1-6B72-8B2F-855999DB72FA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gray">
          <a:xfrm>
            <a:off x="5568950" y="3741738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A7494BA-2C2E-4F38-BE6C-83F37BE36746}" type="datetime'''''''''''6''''''''''''''''''''''''''''.''''''''''''''''''3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6.3</a:t>
            </a:fld>
            <a:endParaRPr lang="en-US">
              <a:latin typeface="+mn-lt"/>
            </a:endParaRPr>
          </a:p>
        </p:txBody>
      </p:sp>
      <p:sp>
        <p:nvSpPr>
          <p:cNvPr id="107" name="Text Placeholder 4">
            <a:extLst>
              <a:ext uri="{FF2B5EF4-FFF2-40B4-BE49-F238E27FC236}">
                <a16:creationId xmlns:a16="http://schemas.microsoft.com/office/drawing/2014/main" id="{2FD8011D-450B-E105-565A-27A4E5F3618F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6291263" y="3267075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48759F9-0DA0-478A-9CB5-63D034678F7D}" type="datetime'''1''''''''5''''''''.''''''''''''''''''''''''''''''2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15.2</a:t>
            </a:fld>
            <a:endParaRPr lang="en-US">
              <a:latin typeface="+mn-lt"/>
            </a:endParaRPr>
          </a:p>
        </p:txBody>
      </p:sp>
      <p:sp>
        <p:nvSpPr>
          <p:cNvPr id="108" name="Text Placeholder 4">
            <a:extLst>
              <a:ext uri="{FF2B5EF4-FFF2-40B4-BE49-F238E27FC236}">
                <a16:creationId xmlns:a16="http://schemas.microsoft.com/office/drawing/2014/main" id="{5DC372F5-4DA3-E458-3EE1-B208705064A4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7108825" y="3625850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614913F-5A1A-490B-83BB-1B04444D54A2}" type="datetime'''''8.''''''''''''''''''''''''''''''''''''''''''''5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8.5</a:t>
            </a:fld>
            <a:endParaRPr lang="en-US">
              <a:latin typeface="+mn-lt"/>
            </a:endParaRPr>
          </a:p>
        </p:txBody>
      </p:sp>
      <p:sp>
        <p:nvSpPr>
          <p:cNvPr id="109" name="Text Placeholder 4">
            <a:extLst>
              <a:ext uri="{FF2B5EF4-FFF2-40B4-BE49-F238E27FC236}">
                <a16:creationId xmlns:a16="http://schemas.microsoft.com/office/drawing/2014/main" id="{092B0B8B-D21F-CA66-5C0E-0935FCD3BF2F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7883525" y="3697288"/>
            <a:ext cx="285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A1AAF48-CE5A-4809-91D9-34CE70748A5D}" type="datetime'''''''''7''''''''''''''''''''''''''.''''''''''''''1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7.1</a:t>
            </a:fld>
            <a:endParaRPr lang="en-US">
              <a:latin typeface="+mn-lt"/>
            </a:endParaRPr>
          </a:p>
        </p:txBody>
      </p:sp>
      <p:sp>
        <p:nvSpPr>
          <p:cNvPr id="87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auto">
          <a:xfrm>
            <a:off x="8642350" y="3856039"/>
            <a:ext cx="277813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effectLst/>
                <a:latin typeface="+mn-lt"/>
              </a:rPr>
              <a:t>Ø </a:t>
            </a:r>
            <a:fld id="{190B2B11-ED8B-4D03-9CE4-E102903C98B3}" type="datetime'''''''''''''''''''''''''''''''''''''''''7'''''''''''''''''''''">
              <a:rPr lang="en-US" altLang="en-US" smtClean="0">
                <a:effectLst/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7</a:t>
            </a:fld>
            <a:endParaRPr lang="en-US">
              <a:latin typeface="+mn-lt"/>
            </a:endParaRPr>
          </a:p>
        </p:txBody>
      </p:sp>
      <p:cxnSp>
        <p:nvCxnSpPr>
          <p:cNvPr id="525" name="LineBasicStrong 525">
            <a:extLst>
              <a:ext uri="{FF2B5EF4-FFF2-40B4-BE49-F238E27FC236}">
                <a16:creationId xmlns:a16="http://schemas.microsoft.com/office/drawing/2014/main" id="{93368C6F-AEB7-8054-59E9-85A34B2C17D2}"/>
              </a:ext>
            </a:extLst>
          </p:cNvPr>
          <p:cNvCxnSpPr>
            <a:cxnSpLocks/>
          </p:cNvCxnSpPr>
          <p:nvPr>
            <p:custDataLst>
              <p:tags r:id="rId27"/>
            </p:custDataLst>
          </p:nvPr>
        </p:nvCxnSpPr>
        <p:spPr>
          <a:xfrm>
            <a:off x="5314517" y="1319540"/>
            <a:ext cx="0" cy="5150086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902752A9-C72D-48AE-3EE7-D048BE7ABEE0}"/>
              </a:ext>
            </a:extLst>
          </p:cNvPr>
          <p:cNvSpPr txBox="1"/>
          <p:nvPr/>
        </p:nvSpPr>
        <p:spPr>
          <a:xfrm>
            <a:off x="1484670" y="1064332"/>
            <a:ext cx="3145273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4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Commercial Heavy Squad</a:t>
            </a:r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CD7C82E-41C7-5C43-382E-DBB7A4106655}"/>
              </a:ext>
            </a:extLst>
          </p:cNvPr>
          <p:cNvSpPr txBox="1"/>
          <p:nvPr/>
        </p:nvSpPr>
        <p:spPr>
          <a:xfrm>
            <a:off x="5498922" y="1064332"/>
            <a:ext cx="3162556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4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Commercial Light Squad</a:t>
            </a:r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460D4A35-CC82-6058-0D24-FD098306D09E}"/>
              </a:ext>
            </a:extLst>
          </p:cNvPr>
          <p:cNvSpPr txBox="1"/>
          <p:nvPr/>
        </p:nvSpPr>
        <p:spPr>
          <a:xfrm>
            <a:off x="385086" y="3641418"/>
            <a:ext cx="961114" cy="67786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lang="tr-TR" sz="1100" b="1"/>
              <a:t>Total banking income managed </a:t>
            </a:r>
            <a:endParaRPr kumimoji="0" lang="en-US" sz="11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0A51E297-3CF2-1168-BB94-F2D65A2A8A3C}"/>
              </a:ext>
            </a:extLst>
          </p:cNvPr>
          <p:cNvSpPr txBox="1"/>
          <p:nvPr/>
        </p:nvSpPr>
        <p:spPr>
          <a:xfrm>
            <a:off x="8937192" y="1434971"/>
            <a:ext cx="2954981" cy="378565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lvl="1">
              <a:spcBef>
                <a:spcPts val="600"/>
              </a:spcBef>
              <a:spcAft>
                <a:spcPts val="600"/>
              </a:spcAft>
            </a:pPr>
            <a:r>
              <a:rPr lang="tr-TR"/>
              <a:t>Based on workload and active potential individual RM portfolios </a:t>
            </a:r>
            <a:r>
              <a:rPr lang="tr-TR" b="1"/>
              <a:t>can be re-distributed to equalize income generation and asset growth opportunity </a:t>
            </a:r>
            <a:r>
              <a:rPr lang="tr-TR"/>
              <a:t>upon scorecard and KPI approach change</a:t>
            </a:r>
          </a:p>
          <a:p>
            <a:pPr lvl="1">
              <a:spcBef>
                <a:spcPts val="600"/>
              </a:spcBef>
              <a:spcAft>
                <a:spcPts val="600"/>
              </a:spcAft>
            </a:pPr>
            <a:r>
              <a:rPr lang="tr-TR"/>
              <a:t>Distribution approach should be based on</a:t>
            </a:r>
          </a:p>
          <a:p>
            <a:pPr lvl="2">
              <a:spcBef>
                <a:spcPts val="600"/>
              </a:spcBef>
              <a:spcAft>
                <a:spcPts val="600"/>
              </a:spcAft>
            </a:pPr>
            <a:r>
              <a:rPr lang="tr-TR"/>
              <a:t>Daily workload</a:t>
            </a:r>
          </a:p>
          <a:p>
            <a:pPr lvl="2">
              <a:spcBef>
                <a:spcPts val="600"/>
              </a:spcBef>
              <a:spcAft>
                <a:spcPts val="600"/>
              </a:spcAft>
            </a:pPr>
            <a:r>
              <a:rPr lang="tr-TR"/>
              <a:t>Customer preference</a:t>
            </a:r>
          </a:p>
          <a:p>
            <a:pPr lvl="2">
              <a:spcBef>
                <a:spcPts val="600"/>
              </a:spcBef>
              <a:spcAft>
                <a:spcPts val="600"/>
              </a:spcAft>
            </a:pPr>
            <a:r>
              <a:rPr lang="tr-TR"/>
              <a:t>Sector specialty</a:t>
            </a:r>
          </a:p>
          <a:p>
            <a:pPr lvl="2">
              <a:spcBef>
                <a:spcPts val="600"/>
              </a:spcBef>
              <a:spcAft>
                <a:spcPts val="600"/>
              </a:spcAft>
            </a:pPr>
            <a:r>
              <a:rPr lang="tr-TR"/>
              <a:t>RM seniority and scorecard applicability</a:t>
            </a:r>
            <a:endParaRPr lang="en-US"/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4A66EA4E-631B-EF26-50C6-FFBA07FA509B}"/>
              </a:ext>
            </a:extLst>
          </p:cNvPr>
          <p:cNvSpPr txBox="1"/>
          <p:nvPr/>
        </p:nvSpPr>
        <p:spPr>
          <a:xfrm>
            <a:off x="8937192" y="1064332"/>
            <a:ext cx="3162556" cy="2154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kumimoji="0" lang="tr-TR" sz="1400" b="1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Recommendations</a:t>
            </a:r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graphicFrame>
        <p:nvGraphicFramePr>
          <p:cNvPr id="93" name="Chart 92">
            <a:extLst>
              <a:ext uri="{FF2B5EF4-FFF2-40B4-BE49-F238E27FC236}">
                <a16:creationId xmlns:a16="http://schemas.microsoft.com/office/drawing/2014/main" id="{8801CC46-2404-2A7A-8005-D7AFDED61870}"/>
              </a:ext>
            </a:extLst>
          </p:cNvPr>
          <p:cNvGraphicFramePr/>
          <p:nvPr>
            <p:custDataLst>
              <p:tags r:id="rId28"/>
            </p:custDataLst>
          </p:nvPr>
        </p:nvGraphicFramePr>
        <p:xfrm>
          <a:off x="1404938" y="2001838"/>
          <a:ext cx="7089775" cy="927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7"/>
          </a:graphicData>
        </a:graphic>
      </p:graphicFrame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CA7A700F-F1B2-D9BB-834E-7EB025F3D4D0}"/>
              </a:ext>
            </a:extLst>
          </p:cNvPr>
          <p:cNvSpPr>
            <a:spLocks noGrp="1"/>
          </p:cNvSpPr>
          <p:nvPr>
            <p:custDataLst>
              <p:tags r:id="rId29"/>
            </p:custDataLst>
          </p:nvPr>
        </p:nvSpPr>
        <p:spPr bwMode="auto">
          <a:xfrm>
            <a:off x="1665288" y="29051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837F446-8663-435F-9499-C17B463C25C4}" type="datetime'''R''''''''M'''' ''''''''''''''''''''''''''''''''''''''1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1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2215AEB0-47E2-7DFD-703E-1084C2B2DB1A}"/>
              </a:ext>
            </a:extLst>
          </p:cNvPr>
          <p:cNvSpPr>
            <a:spLocks noGrp="1"/>
          </p:cNvSpPr>
          <p:nvPr>
            <p:custDataLst>
              <p:tags r:id="rId30"/>
            </p:custDataLst>
          </p:nvPr>
        </p:nvSpPr>
        <p:spPr bwMode="auto">
          <a:xfrm>
            <a:off x="2435225" y="29051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B038AB4B-4380-49B7-B720-3E704A400716}" type="datetime'''''''''''''''''R''''''''''''M'''''''''' ''''''2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2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A8201E20-31E1-C4EF-579C-41F79DE0C956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3203575" y="29051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EEE2254-C7CE-4D46-84B6-DA68736D1E5D}" type="datetime'''''''''RM'''''''''''''''''''''''' 3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3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D763C765-FA7A-EFA0-E023-4297E6216D97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auto">
          <a:xfrm>
            <a:off x="3973513" y="29051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4F2CB4F-3F6C-4F27-BA03-40FB7FE26AA2}" type="datetime'''''''''''''''''''RM'''''''''' ''''''''''4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4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E4DF34C7-9C0B-76F3-31FD-643A6E6DE0F9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auto">
          <a:xfrm>
            <a:off x="4743450" y="29051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B7F65A3-1DFB-4F10-89F7-F59C9C0D13C5}" type="datetime'''''''''RM'''''''''''''''''' ''''5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5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6" name="Text Placeholder 4">
            <a:extLst>
              <a:ext uri="{FF2B5EF4-FFF2-40B4-BE49-F238E27FC236}">
                <a16:creationId xmlns:a16="http://schemas.microsoft.com/office/drawing/2014/main" id="{04BEA015-8A79-73D9-DDE1-6CB083A3EB7B}"/>
              </a:ext>
            </a:extLst>
          </p:cNvPr>
          <p:cNvSpPr>
            <a:spLocks noGrp="1"/>
          </p:cNvSpPr>
          <p:nvPr>
            <p:custDataLst>
              <p:tags r:id="rId34"/>
            </p:custDataLst>
          </p:nvPr>
        </p:nvSpPr>
        <p:spPr bwMode="auto">
          <a:xfrm>
            <a:off x="5511800" y="29051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76CF3F3-4F0C-4C1D-97F3-CA236072B9C1}" type="datetime'R''''M'''''' ''6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6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68D48CE6-55C5-D25F-BB09-47FD2C9B5A49}"/>
              </a:ext>
            </a:extLst>
          </p:cNvPr>
          <p:cNvSpPr>
            <a:spLocks noGrp="1"/>
          </p:cNvSpPr>
          <p:nvPr>
            <p:custDataLst>
              <p:tags r:id="rId35"/>
            </p:custDataLst>
          </p:nvPr>
        </p:nvSpPr>
        <p:spPr bwMode="auto">
          <a:xfrm>
            <a:off x="6281738" y="29051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1B03052-0B41-456F-90A3-2CAD728C587D}" type="datetime'RM'''''''''''''''''''' ''''''''''''''''''''''''7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7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08D4C0AD-37E7-E5E1-A632-D113914BAA0F}"/>
              </a:ext>
            </a:extLst>
          </p:cNvPr>
          <p:cNvSpPr>
            <a:spLocks noGrp="1"/>
          </p:cNvSpPr>
          <p:nvPr>
            <p:custDataLst>
              <p:tags r:id="rId36"/>
            </p:custDataLst>
          </p:nvPr>
        </p:nvSpPr>
        <p:spPr bwMode="auto">
          <a:xfrm>
            <a:off x="7051675" y="29051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76B5B04-4170-48A4-8C68-8816B31C4BF0}" type="datetime'R''''''''''M'''''''' ''''8''''''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8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19" name="Text Placeholder 4">
            <a:extLst>
              <a:ext uri="{FF2B5EF4-FFF2-40B4-BE49-F238E27FC236}">
                <a16:creationId xmlns:a16="http://schemas.microsoft.com/office/drawing/2014/main" id="{195002B9-DA19-0831-73C3-556926E07FED}"/>
              </a:ext>
            </a:extLst>
          </p:cNvPr>
          <p:cNvSpPr>
            <a:spLocks noGrp="1"/>
          </p:cNvSpPr>
          <p:nvPr>
            <p:custDataLst>
              <p:tags r:id="rId37"/>
            </p:custDataLst>
          </p:nvPr>
        </p:nvSpPr>
        <p:spPr bwMode="auto">
          <a:xfrm>
            <a:off x="7820025" y="2905125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BAD73D0-1655-420E-B0CD-F3DF7E8012FB}" type="datetime'R''''''''''''''M'''''''''' ''''''9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9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1160552F-6C9A-B223-CCA3-73A97BA6B5E1}"/>
              </a:ext>
            </a:extLst>
          </p:cNvPr>
          <p:cNvSpPr>
            <a:spLocks noGrp="1"/>
          </p:cNvSpPr>
          <p:nvPr>
            <p:custDataLst>
              <p:tags r:id="rId38"/>
            </p:custDataLst>
          </p:nvPr>
        </p:nvSpPr>
        <p:spPr bwMode="gray">
          <a:xfrm>
            <a:off x="1514475" y="2155825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F2972A1-B26D-4A9F-88C4-2CA9949E93BB}" type="datetime'''''''''5''''''''''1''''''''''''''''''''''''''''.''''''6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51.6</a:t>
            </a:fld>
            <a:endParaRPr lang="en-US">
              <a:latin typeface="+mn-lt"/>
            </a:endParaRP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C6C73FAF-9ACA-3003-3799-EFA841017FF8}"/>
              </a:ext>
            </a:extLst>
          </p:cNvPr>
          <p:cNvSpPr>
            <a:spLocks noGrp="1"/>
          </p:cNvSpPr>
          <p:nvPr>
            <p:custDataLst>
              <p:tags r:id="rId39"/>
            </p:custDataLst>
          </p:nvPr>
        </p:nvSpPr>
        <p:spPr bwMode="gray">
          <a:xfrm>
            <a:off x="2284413" y="2379663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5E31864-C39F-4A98-902E-BE1ED4153DAF}" type="datetime'''2''''''''''''''''''''''6''''.1''''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26.1</a:t>
            </a:fld>
            <a:endParaRPr lang="en-US">
              <a:latin typeface="+mn-lt"/>
            </a:endParaRPr>
          </a:p>
        </p:txBody>
      </p:sp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2E9A3FF7-92A3-5BD0-A5CC-6BBE58934004}"/>
              </a:ext>
            </a:extLst>
          </p:cNvPr>
          <p:cNvSpPr>
            <a:spLocks noGrp="1"/>
          </p:cNvSpPr>
          <p:nvPr>
            <p:custDataLst>
              <p:tags r:id="rId40"/>
            </p:custDataLst>
          </p:nvPr>
        </p:nvSpPr>
        <p:spPr bwMode="gray">
          <a:xfrm>
            <a:off x="3052763" y="1920875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A5D91D6-1C03-4B6F-A927-58613BF4CF9E}" type="datetime'''''''''''78''''''''.''''''''4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78.4</a:t>
            </a:fld>
            <a:endParaRPr lang="en-US">
              <a:latin typeface="+mn-lt"/>
            </a:endParaRPr>
          </a:p>
        </p:txBody>
      </p:sp>
      <p:sp>
        <p:nvSpPr>
          <p:cNvPr id="23" name="Text Placeholder 4">
            <a:extLst>
              <a:ext uri="{FF2B5EF4-FFF2-40B4-BE49-F238E27FC236}">
                <a16:creationId xmlns:a16="http://schemas.microsoft.com/office/drawing/2014/main" id="{9FDA14B3-68CD-C239-1951-B35411F9EFCC}"/>
              </a:ext>
            </a:extLst>
          </p:cNvPr>
          <p:cNvSpPr>
            <a:spLocks noGrp="1"/>
          </p:cNvSpPr>
          <p:nvPr>
            <p:custDataLst>
              <p:tags r:id="rId41"/>
            </p:custDataLst>
          </p:nvPr>
        </p:nvSpPr>
        <p:spPr bwMode="gray">
          <a:xfrm>
            <a:off x="3822700" y="2482850"/>
            <a:ext cx="39370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3C7DB61-8366-4526-A1A0-D51FE5C33F47}" type="datetime'''''1''''''''''''''4''''''''''''''.3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14.3</a:t>
            </a:fld>
            <a:endParaRPr lang="en-US">
              <a:latin typeface="+mn-lt"/>
            </a:endParaRPr>
          </a:p>
        </p:txBody>
      </p:sp>
      <p:sp>
        <p:nvSpPr>
          <p:cNvPr id="24" name="Text Placeholder 4">
            <a:extLst>
              <a:ext uri="{FF2B5EF4-FFF2-40B4-BE49-F238E27FC236}">
                <a16:creationId xmlns:a16="http://schemas.microsoft.com/office/drawing/2014/main" id="{F7793653-0A4E-D63E-A5C3-7B87611F496F}"/>
              </a:ext>
            </a:extLst>
          </p:cNvPr>
          <p:cNvSpPr>
            <a:spLocks noGrp="1"/>
          </p:cNvSpPr>
          <p:nvPr>
            <p:custDataLst>
              <p:tags r:id="rId42"/>
            </p:custDataLst>
          </p:nvPr>
        </p:nvSpPr>
        <p:spPr bwMode="gray">
          <a:xfrm>
            <a:off x="4643438" y="2549525"/>
            <a:ext cx="2936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89EDC4D-0FC6-492B-B817-8896DF0F471E}" type="datetime'''''''''''''''''''''''6''''.''''7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6.7</a:t>
            </a:fld>
            <a:endParaRPr lang="en-US">
              <a:latin typeface="+mn-lt"/>
            </a:endParaRP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50D09F7B-2E0D-9CA1-D11F-17F6E0AB026A}"/>
              </a:ext>
            </a:extLst>
          </p:cNvPr>
          <p:cNvSpPr>
            <a:spLocks noGrp="1"/>
          </p:cNvSpPr>
          <p:nvPr>
            <p:custDataLst>
              <p:tags r:id="rId43"/>
            </p:custDataLst>
          </p:nvPr>
        </p:nvSpPr>
        <p:spPr bwMode="gray">
          <a:xfrm>
            <a:off x="5367338" y="2368550"/>
            <a:ext cx="3825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A8A1D04-166A-46C2-AD48-CA1E0AD27331}" type="datetime'2''''''''''''''''7''''''''''''''''''''''''''''''.''''3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27.3</a:t>
            </a:fld>
            <a:endParaRPr lang="en-US">
              <a:latin typeface="+mn-lt"/>
            </a:endParaRP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4A067F2A-DEE9-7159-00D4-C75F6E3AA647}"/>
              </a:ext>
            </a:extLst>
          </p:cNvPr>
          <p:cNvSpPr>
            <a:spLocks noGrp="1"/>
          </p:cNvSpPr>
          <p:nvPr>
            <p:custDataLst>
              <p:tags r:id="rId44"/>
            </p:custDataLst>
          </p:nvPr>
        </p:nvSpPr>
        <p:spPr bwMode="gray">
          <a:xfrm>
            <a:off x="6130925" y="1846263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AF686FF-744D-47AC-9C03-596A35541DC4}" type="datetime'''''''8''''''6''''''''''.9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86.9</a:t>
            </a:fld>
            <a:endParaRPr lang="en-US">
              <a:latin typeface="+mn-lt"/>
            </a:endParaRP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F7D4F1B9-B487-7626-9B05-E9725B72262B}"/>
              </a:ext>
            </a:extLst>
          </p:cNvPr>
          <p:cNvSpPr>
            <a:spLocks noGrp="1"/>
          </p:cNvSpPr>
          <p:nvPr>
            <p:custDataLst>
              <p:tags r:id="rId45"/>
            </p:custDataLst>
          </p:nvPr>
        </p:nvSpPr>
        <p:spPr bwMode="gray">
          <a:xfrm>
            <a:off x="6900863" y="2292350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C88B64B0-E5EA-4D9B-80EA-FF7D7D545F45}" type="datetime'3''''''''''''''''''''''''5''''''''''''''''''''''''.''''''5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35.5</a:t>
            </a:fld>
            <a:endParaRPr lang="en-US">
              <a:latin typeface="+mn-lt"/>
            </a:endParaRP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BDA973EC-1D50-C517-0B1B-D8EDA8F5F412}"/>
              </a:ext>
            </a:extLst>
          </p:cNvPr>
          <p:cNvSpPr>
            <a:spLocks noGrp="1"/>
          </p:cNvSpPr>
          <p:nvPr>
            <p:custDataLst>
              <p:tags r:id="rId46"/>
            </p:custDataLst>
          </p:nvPr>
        </p:nvSpPr>
        <p:spPr bwMode="gray">
          <a:xfrm>
            <a:off x="7642225" y="2393950"/>
            <a:ext cx="39370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C306582-3BD8-4C57-9318-1B9E86AA3A8E}" type="datetime'''''''''''''''''''''''''''''''2''''''4''''.4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24.4</a:t>
            </a:fld>
            <a:endParaRPr lang="en-US">
              <a:latin typeface="+mn-lt"/>
            </a:endParaRP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82175FB3-CA58-A711-634C-B1F1E5474EE2}"/>
              </a:ext>
            </a:extLst>
          </p:cNvPr>
          <p:cNvSpPr>
            <a:spLocks noGrp="1"/>
          </p:cNvSpPr>
          <p:nvPr>
            <p:custDataLst>
              <p:tags r:id="rId47"/>
            </p:custDataLst>
          </p:nvPr>
        </p:nvSpPr>
        <p:spPr bwMode="gray">
          <a:xfrm>
            <a:off x="1873250" y="2497138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9CA24DC-E669-48FA-B548-C326BAD3F1F7}" type="datetime'''''''''''''''''''''''''''''''''''''1''''''''''2.''''''''''6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12.6</a:t>
            </a:fld>
            <a:endParaRPr lang="en-US">
              <a:latin typeface="+mn-lt"/>
            </a:endParaRPr>
          </a:p>
        </p:txBody>
      </p:sp>
      <p:sp>
        <p:nvSpPr>
          <p:cNvPr id="34" name="Text Placeholder 4">
            <a:extLst>
              <a:ext uri="{FF2B5EF4-FFF2-40B4-BE49-F238E27FC236}">
                <a16:creationId xmlns:a16="http://schemas.microsoft.com/office/drawing/2014/main" id="{BDC67176-CC85-38E5-2AD5-70D47C8DE326}"/>
              </a:ext>
            </a:extLst>
          </p:cNvPr>
          <p:cNvSpPr>
            <a:spLocks noGrp="1"/>
          </p:cNvSpPr>
          <p:nvPr>
            <p:custDataLst>
              <p:tags r:id="rId48"/>
            </p:custDataLst>
          </p:nvPr>
        </p:nvSpPr>
        <p:spPr bwMode="gray">
          <a:xfrm>
            <a:off x="2652713" y="2600325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D4F06A5-E0CA-4DEB-8F7A-6D20F46E3FEF}" type="datetime'''''''''''''''''''''''''0''.''''''9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0.9</a:t>
            </a:fld>
            <a:endParaRPr lang="en-US">
              <a:latin typeface="+mn-lt"/>
            </a:endParaRPr>
          </a:p>
        </p:txBody>
      </p:sp>
      <p:sp>
        <p:nvSpPr>
          <p:cNvPr id="36" name="Text Placeholder 4">
            <a:extLst>
              <a:ext uri="{FF2B5EF4-FFF2-40B4-BE49-F238E27FC236}">
                <a16:creationId xmlns:a16="http://schemas.microsoft.com/office/drawing/2014/main" id="{045DAB58-6780-837B-42E0-E22FC1AE0F11}"/>
              </a:ext>
            </a:extLst>
          </p:cNvPr>
          <p:cNvSpPr>
            <a:spLocks noGrp="1"/>
          </p:cNvSpPr>
          <p:nvPr>
            <p:custDataLst>
              <p:tags r:id="rId49"/>
            </p:custDataLst>
          </p:nvPr>
        </p:nvSpPr>
        <p:spPr bwMode="gray">
          <a:xfrm>
            <a:off x="3411538" y="2505075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A22D834-24BF-407F-AB1F-1D65D1D103F4}" type="datetime'''1''''''''''''''''''''1''''''''''''''''''''.''''8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11.8</a:t>
            </a:fld>
            <a:endParaRPr lang="en-US">
              <a:latin typeface="+mn-lt"/>
            </a:endParaRPr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AB098150-E27D-8CE2-A96F-C44764DFEF2F}"/>
              </a:ext>
            </a:extLst>
          </p:cNvPr>
          <p:cNvSpPr>
            <a:spLocks noGrp="1"/>
          </p:cNvSpPr>
          <p:nvPr>
            <p:custDataLst>
              <p:tags r:id="rId50"/>
            </p:custDataLst>
          </p:nvPr>
        </p:nvSpPr>
        <p:spPr bwMode="gray">
          <a:xfrm>
            <a:off x="4268788" y="2608263"/>
            <a:ext cx="14763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6A15AB5-2F91-4F00-A064-192EFE559E70}" type="datetime'''''''''''0''''''''''''''''''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</a:t>
            </a:fld>
            <a:endParaRPr lang="en-US">
              <a:latin typeface="+mn-lt"/>
            </a:endParaRPr>
          </a:p>
        </p:txBody>
      </p:sp>
      <p:sp>
        <p:nvSpPr>
          <p:cNvPr id="38" name="Text Placeholder 4">
            <a:extLst>
              <a:ext uri="{FF2B5EF4-FFF2-40B4-BE49-F238E27FC236}">
                <a16:creationId xmlns:a16="http://schemas.microsoft.com/office/drawing/2014/main" id="{14CB795D-D873-DCC5-32C1-17D9FC62630A}"/>
              </a:ext>
            </a:extLst>
          </p:cNvPr>
          <p:cNvSpPr>
            <a:spLocks noGrp="1"/>
          </p:cNvSpPr>
          <p:nvPr>
            <p:custDataLst>
              <p:tags r:id="rId51"/>
            </p:custDataLst>
          </p:nvPr>
        </p:nvSpPr>
        <p:spPr bwMode="gray">
          <a:xfrm>
            <a:off x="4960938" y="2605088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14B119F-F721-4BEE-AAAE-881670306C9A}" type="datetime'0''''''''''''''''''.''''''''''''''''''''''''''''''''4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0.4</a:t>
            </a:fld>
            <a:endParaRPr lang="en-US">
              <a:latin typeface="+mn-lt"/>
            </a:endParaRPr>
          </a:p>
        </p:txBody>
      </p:sp>
      <p:sp>
        <p:nvSpPr>
          <p:cNvPr id="39" name="Text Placeholder 4">
            <a:extLst>
              <a:ext uri="{FF2B5EF4-FFF2-40B4-BE49-F238E27FC236}">
                <a16:creationId xmlns:a16="http://schemas.microsoft.com/office/drawing/2014/main" id="{3C724EB8-6755-7ABA-F8C6-8B7AA26F1560}"/>
              </a:ext>
            </a:extLst>
          </p:cNvPr>
          <p:cNvSpPr>
            <a:spLocks noGrp="1"/>
          </p:cNvSpPr>
          <p:nvPr>
            <p:custDataLst>
              <p:tags r:id="rId52"/>
            </p:custDataLst>
          </p:nvPr>
        </p:nvSpPr>
        <p:spPr bwMode="gray">
          <a:xfrm>
            <a:off x="5719763" y="2511425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05D4BD8-FC7B-48B4-A323-598452A9D04C}" type="datetime'''''''1''''''''''''''''''''1''''''''.''1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11.1</a:t>
            </a:fld>
            <a:endParaRPr lang="en-US">
              <a:latin typeface="+mn-lt"/>
            </a:endParaRPr>
          </a:p>
        </p:txBody>
      </p:sp>
      <p:sp>
        <p:nvSpPr>
          <p:cNvPr id="40" name="Text Placeholder 4">
            <a:extLst>
              <a:ext uri="{FF2B5EF4-FFF2-40B4-BE49-F238E27FC236}">
                <a16:creationId xmlns:a16="http://schemas.microsoft.com/office/drawing/2014/main" id="{71541928-F484-F643-E5F6-4E0EE61B417A}"/>
              </a:ext>
            </a:extLst>
          </p:cNvPr>
          <p:cNvSpPr>
            <a:spLocks noGrp="1"/>
          </p:cNvSpPr>
          <p:nvPr>
            <p:custDataLst>
              <p:tags r:id="rId53"/>
            </p:custDataLst>
          </p:nvPr>
        </p:nvSpPr>
        <p:spPr bwMode="gray">
          <a:xfrm>
            <a:off x="6489700" y="2432050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560C161-C0E2-4598-A846-972CA1596037}" type="datetime'''''''''''''''''''''''2''''0''''''''.''''''''''''''''1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20.1</a:t>
            </a:fld>
            <a:endParaRPr lang="en-US">
              <a:latin typeface="+mn-lt"/>
            </a:endParaRPr>
          </a:p>
        </p:txBody>
      </p:sp>
      <p:sp>
        <p:nvSpPr>
          <p:cNvPr id="42" name="Text Placeholder 4">
            <a:extLst>
              <a:ext uri="{FF2B5EF4-FFF2-40B4-BE49-F238E27FC236}">
                <a16:creationId xmlns:a16="http://schemas.microsoft.com/office/drawing/2014/main" id="{C729E072-E32C-3AE1-60DC-3F516EE0CC80}"/>
              </a:ext>
            </a:extLst>
          </p:cNvPr>
          <p:cNvSpPr>
            <a:spLocks noGrp="1"/>
          </p:cNvSpPr>
          <p:nvPr>
            <p:custDataLst>
              <p:tags r:id="rId54"/>
            </p:custDataLst>
          </p:nvPr>
        </p:nvSpPr>
        <p:spPr bwMode="gray">
          <a:xfrm>
            <a:off x="7258050" y="2505075"/>
            <a:ext cx="390525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D0C124A-F6C2-4B79-B12D-3B97FA5A68EA}" type="datetime'''''''11''''''.''''''''''''''''''7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11.7</a:t>
            </a:fld>
            <a:endParaRPr lang="en-US">
              <a:latin typeface="+mn-lt"/>
            </a:endParaRPr>
          </a:p>
        </p:txBody>
      </p:sp>
      <p:sp>
        <p:nvSpPr>
          <p:cNvPr id="43" name="Text Placeholder 4">
            <a:extLst>
              <a:ext uri="{FF2B5EF4-FFF2-40B4-BE49-F238E27FC236}">
                <a16:creationId xmlns:a16="http://schemas.microsoft.com/office/drawing/2014/main" id="{311EFF6A-16FD-2D1E-BF27-A055BD9C2BBA}"/>
              </a:ext>
            </a:extLst>
          </p:cNvPr>
          <p:cNvSpPr>
            <a:spLocks noGrp="1"/>
          </p:cNvSpPr>
          <p:nvPr>
            <p:custDataLst>
              <p:tags r:id="rId55"/>
            </p:custDataLst>
          </p:nvPr>
        </p:nvSpPr>
        <p:spPr bwMode="gray">
          <a:xfrm>
            <a:off x="8027988" y="2497138"/>
            <a:ext cx="3952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0E34A04-A5E5-4F08-967A-78B142F8FB10}" type="datetime'''''''''''''''''1''''2''''''''''''''''''''''.''''''''6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12.6</a:t>
            </a:fld>
            <a:endParaRPr lang="en-US">
              <a:latin typeface="+mn-lt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1423C79-C650-4F98-7501-84BB7EAAD187}"/>
              </a:ext>
            </a:extLst>
          </p:cNvPr>
          <p:cNvSpPr txBox="1"/>
          <p:nvPr/>
        </p:nvSpPr>
        <p:spPr>
          <a:xfrm>
            <a:off x="385086" y="2167142"/>
            <a:ext cx="960438" cy="6762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lang="tr-TR" sz="1100" b="1"/>
              <a:t>Total of average cash &amp; non-cash loan portfolio</a:t>
            </a:r>
            <a:endParaRPr kumimoji="0" lang="en-US" sz="11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566D52C3-3FBD-79B4-236E-AE95F6905376}"/>
              </a:ext>
            </a:extLst>
          </p:cNvPr>
          <p:cNvSpPr txBox="1"/>
          <p:nvPr/>
        </p:nvSpPr>
        <p:spPr>
          <a:xfrm>
            <a:off x="1505706" y="1439955"/>
            <a:ext cx="3690285" cy="338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lvl="1" indent="0">
              <a:spcBef>
                <a:spcPts val="300"/>
              </a:spcBef>
              <a:buClrTx/>
              <a:buSzTx/>
              <a:buNone/>
            </a:pPr>
            <a:r>
              <a:rPr lang="tr-TR" sz="1100"/>
              <a:t>Manufacturing, Construction, Energy, Trade of construction goods etc.</a:t>
            </a:r>
            <a:endParaRPr kumimoji="0" lang="en-US" sz="110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8F53D375-D72C-C46C-A1B1-881E2DD5419E}"/>
              </a:ext>
            </a:extLst>
          </p:cNvPr>
          <p:cNvSpPr txBox="1"/>
          <p:nvPr/>
        </p:nvSpPr>
        <p:spPr>
          <a:xfrm>
            <a:off x="5498923" y="1439955"/>
            <a:ext cx="3218982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lvl="1" indent="0">
              <a:spcBef>
                <a:spcPts val="300"/>
              </a:spcBef>
              <a:buClrTx/>
              <a:buSzTx/>
              <a:buNone/>
            </a:pPr>
            <a:r>
              <a:rPr kumimoji="0" lang="tr-TR" sz="1100" i="0" u="none" strike="noStrike" kern="1200" cap="none" spc="0" normalizeH="0" baseline="0" noProof="0">
                <a:ln>
                  <a:noFill/>
                </a:ln>
                <a:solidFill>
                  <a:srgbClr val="191C1E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Trade (FMCG), Retail &amp; Horeca, Telecom</a:t>
            </a:r>
            <a:endParaRPr kumimoji="0" lang="en-US" sz="1100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C1D1244-1F5E-C3C5-C686-DB0A95A923D3}"/>
              </a:ext>
            </a:extLst>
          </p:cNvPr>
          <p:cNvSpPr txBox="1"/>
          <p:nvPr/>
        </p:nvSpPr>
        <p:spPr>
          <a:xfrm>
            <a:off x="385086" y="1439955"/>
            <a:ext cx="653786" cy="338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lang="tr-TR" sz="1100" b="1"/>
              <a:t>Sectors covered</a:t>
            </a:r>
            <a:endParaRPr kumimoji="0" lang="en-US" sz="11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cxnSp>
        <p:nvCxnSpPr>
          <p:cNvPr id="62" name="LineBasicStrong 62">
            <a:extLst>
              <a:ext uri="{FF2B5EF4-FFF2-40B4-BE49-F238E27FC236}">
                <a16:creationId xmlns:a16="http://schemas.microsoft.com/office/drawing/2014/main" id="{E3A77190-205A-2E0C-3DBD-F83186DD6BDF}"/>
              </a:ext>
            </a:extLst>
          </p:cNvPr>
          <p:cNvCxnSpPr>
            <a:cxnSpLocks/>
          </p:cNvCxnSpPr>
          <p:nvPr>
            <p:custDataLst>
              <p:tags r:id="rId56"/>
            </p:custDataLst>
          </p:nvPr>
        </p:nvCxnSpPr>
        <p:spPr>
          <a:xfrm>
            <a:off x="385086" y="1309272"/>
            <a:ext cx="11433288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68" name="Chart 567">
            <a:extLst>
              <a:ext uri="{FF2B5EF4-FFF2-40B4-BE49-F238E27FC236}">
                <a16:creationId xmlns:a16="http://schemas.microsoft.com/office/drawing/2014/main" id="{23123C66-33EB-11E2-A307-2A58D85A2A0D}"/>
              </a:ext>
            </a:extLst>
          </p:cNvPr>
          <p:cNvGraphicFramePr/>
          <p:nvPr>
            <p:custDataLst>
              <p:tags r:id="rId57"/>
            </p:custDataLst>
          </p:nvPr>
        </p:nvGraphicFramePr>
        <p:xfrm>
          <a:off x="1404938" y="5064125"/>
          <a:ext cx="7089775" cy="9794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8"/>
          </a:graphicData>
        </a:graphic>
      </p:graphicFrame>
      <p:cxnSp>
        <p:nvCxnSpPr>
          <p:cNvPr id="560" name="Straight Connector 559">
            <a:extLst>
              <a:ext uri="{FF2B5EF4-FFF2-40B4-BE49-F238E27FC236}">
                <a16:creationId xmlns:a16="http://schemas.microsoft.com/office/drawing/2014/main" id="{4AFE72C3-AD57-9EAC-C8D9-7065C00614ED}"/>
              </a:ext>
            </a:extLst>
          </p:cNvPr>
          <p:cNvCxnSpPr/>
          <p:nvPr>
            <p:custDataLst>
              <p:tags r:id="rId58"/>
            </p:custDataLst>
          </p:nvPr>
        </p:nvCxnSpPr>
        <p:spPr bwMode="auto">
          <a:xfrm>
            <a:off x="1487488" y="5527675"/>
            <a:ext cx="2349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1" name="Straight Connector 560">
            <a:extLst>
              <a:ext uri="{FF2B5EF4-FFF2-40B4-BE49-F238E27FC236}">
                <a16:creationId xmlns:a16="http://schemas.microsoft.com/office/drawing/2014/main" id="{01753021-F427-362D-03D4-F5C7CE1105A9}"/>
              </a:ext>
            </a:extLst>
          </p:cNvPr>
          <p:cNvCxnSpPr/>
          <p:nvPr>
            <p:custDataLst>
              <p:tags r:id="rId59"/>
            </p:custDataLst>
          </p:nvPr>
        </p:nvCxnSpPr>
        <p:spPr bwMode="auto">
          <a:xfrm>
            <a:off x="2020888" y="5527675"/>
            <a:ext cx="471487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2" name="Straight Connector 561">
            <a:extLst>
              <a:ext uri="{FF2B5EF4-FFF2-40B4-BE49-F238E27FC236}">
                <a16:creationId xmlns:a16="http://schemas.microsoft.com/office/drawing/2014/main" id="{E9F57003-0EB9-F0FE-99CC-176C98BC9FE7}"/>
              </a:ext>
            </a:extLst>
          </p:cNvPr>
          <p:cNvCxnSpPr/>
          <p:nvPr>
            <p:custDataLst>
              <p:tags r:id="rId60"/>
            </p:custDataLst>
          </p:nvPr>
        </p:nvCxnSpPr>
        <p:spPr bwMode="auto">
          <a:xfrm>
            <a:off x="2790825" y="5527675"/>
            <a:ext cx="1239838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34E1D548-7CB5-5DB3-000C-66491490CDCC}"/>
              </a:ext>
            </a:extLst>
          </p:cNvPr>
          <p:cNvCxnSpPr/>
          <p:nvPr>
            <p:custDataLst>
              <p:tags r:id="rId61"/>
            </p:custDataLst>
          </p:nvPr>
        </p:nvCxnSpPr>
        <p:spPr bwMode="auto">
          <a:xfrm>
            <a:off x="4329113" y="5527675"/>
            <a:ext cx="1239837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075BD1CD-F80F-058B-1408-9ACC18A7C68B}"/>
              </a:ext>
            </a:extLst>
          </p:cNvPr>
          <p:cNvCxnSpPr/>
          <p:nvPr>
            <p:custDataLst>
              <p:tags r:id="rId62"/>
            </p:custDataLst>
          </p:nvPr>
        </p:nvCxnSpPr>
        <p:spPr bwMode="auto">
          <a:xfrm>
            <a:off x="5867400" y="5527675"/>
            <a:ext cx="2009775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A5697028-E33A-D996-410C-F32C70EAB3DB}"/>
              </a:ext>
            </a:extLst>
          </p:cNvPr>
          <p:cNvCxnSpPr/>
          <p:nvPr>
            <p:custDataLst>
              <p:tags r:id="rId63"/>
            </p:custDataLst>
          </p:nvPr>
        </p:nvCxnSpPr>
        <p:spPr bwMode="auto">
          <a:xfrm>
            <a:off x="8175625" y="5527675"/>
            <a:ext cx="236538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6" name="Text Placeholder 4">
            <a:extLst>
              <a:ext uri="{FF2B5EF4-FFF2-40B4-BE49-F238E27FC236}">
                <a16:creationId xmlns:a16="http://schemas.microsoft.com/office/drawing/2014/main" id="{3BDE8960-FED0-3058-D007-9A047A3CDDB0}"/>
              </a:ext>
            </a:extLst>
          </p:cNvPr>
          <p:cNvSpPr>
            <a:spLocks noGrp="1"/>
          </p:cNvSpPr>
          <p:nvPr>
            <p:custDataLst>
              <p:tags r:id="rId64"/>
            </p:custDataLst>
          </p:nvPr>
        </p:nvSpPr>
        <p:spPr bwMode="auto">
          <a:xfrm>
            <a:off x="1665288" y="6019800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AE55B6E8-E775-4118-9F56-9AF92A1370D0}" type="datetime'''''R''''''M'''''''''''''''''' ''''1''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1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67" name="Text Placeholder 4">
            <a:extLst>
              <a:ext uri="{FF2B5EF4-FFF2-40B4-BE49-F238E27FC236}">
                <a16:creationId xmlns:a16="http://schemas.microsoft.com/office/drawing/2014/main" id="{F2096F74-1B9B-1667-D614-CFE6DA068EC2}"/>
              </a:ext>
            </a:extLst>
          </p:cNvPr>
          <p:cNvSpPr>
            <a:spLocks noGrp="1"/>
          </p:cNvSpPr>
          <p:nvPr>
            <p:custDataLst>
              <p:tags r:id="rId65"/>
            </p:custDataLst>
          </p:nvPr>
        </p:nvSpPr>
        <p:spPr bwMode="auto">
          <a:xfrm>
            <a:off x="2435225" y="6019800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7CAE859B-27C1-40C0-8F4E-A6E93237C74F}" type="datetime'''''''''''''''''''''''R''''''''''''M'''''''' 2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2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68" name="Text Placeholder 4">
            <a:extLst>
              <a:ext uri="{FF2B5EF4-FFF2-40B4-BE49-F238E27FC236}">
                <a16:creationId xmlns:a16="http://schemas.microsoft.com/office/drawing/2014/main" id="{03F9DF4B-3D89-FC3B-5375-E91F6FBBF387}"/>
              </a:ext>
            </a:extLst>
          </p:cNvPr>
          <p:cNvSpPr>
            <a:spLocks noGrp="1"/>
          </p:cNvSpPr>
          <p:nvPr>
            <p:custDataLst>
              <p:tags r:id="rId66"/>
            </p:custDataLst>
          </p:nvPr>
        </p:nvSpPr>
        <p:spPr bwMode="auto">
          <a:xfrm>
            <a:off x="3203575" y="6019800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865EFC06-9171-429C-9E9A-B100B5FE71F2}" type="datetime'R''M'''' ''''''''''''''''''''''''3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3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69" name="Text Placeholder 4">
            <a:extLst>
              <a:ext uri="{FF2B5EF4-FFF2-40B4-BE49-F238E27FC236}">
                <a16:creationId xmlns:a16="http://schemas.microsoft.com/office/drawing/2014/main" id="{25368393-E674-76D0-72D7-1A182828CCB7}"/>
              </a:ext>
            </a:extLst>
          </p:cNvPr>
          <p:cNvSpPr>
            <a:spLocks noGrp="1"/>
          </p:cNvSpPr>
          <p:nvPr>
            <p:custDataLst>
              <p:tags r:id="rId67"/>
            </p:custDataLst>
          </p:nvPr>
        </p:nvSpPr>
        <p:spPr bwMode="auto">
          <a:xfrm>
            <a:off x="3973513" y="6019800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FBAC3BA5-4C65-49D1-A50A-74836B5BE833}" type="datetime'RM'''''''' ''''''''''''''''''''''''''''''''4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4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70" name="Text Placeholder 4">
            <a:extLst>
              <a:ext uri="{FF2B5EF4-FFF2-40B4-BE49-F238E27FC236}">
                <a16:creationId xmlns:a16="http://schemas.microsoft.com/office/drawing/2014/main" id="{2947644E-4302-4F17-8AC3-1056538DDE3C}"/>
              </a:ext>
            </a:extLst>
          </p:cNvPr>
          <p:cNvSpPr>
            <a:spLocks noGrp="1"/>
          </p:cNvSpPr>
          <p:nvPr>
            <p:custDataLst>
              <p:tags r:id="rId68"/>
            </p:custDataLst>
          </p:nvPr>
        </p:nvSpPr>
        <p:spPr bwMode="auto">
          <a:xfrm>
            <a:off x="4743450" y="6019800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DD901FC-088C-4768-9E88-81F00E2B77C8}" type="datetime'R''''M'''''''''''''''''''' ''5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5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71" name="Text Placeholder 4">
            <a:extLst>
              <a:ext uri="{FF2B5EF4-FFF2-40B4-BE49-F238E27FC236}">
                <a16:creationId xmlns:a16="http://schemas.microsoft.com/office/drawing/2014/main" id="{EC8507E1-27BF-C048-A6C1-D5636BA7D7BB}"/>
              </a:ext>
            </a:extLst>
          </p:cNvPr>
          <p:cNvSpPr>
            <a:spLocks noGrp="1"/>
          </p:cNvSpPr>
          <p:nvPr>
            <p:custDataLst>
              <p:tags r:id="rId69"/>
            </p:custDataLst>
          </p:nvPr>
        </p:nvSpPr>
        <p:spPr bwMode="auto">
          <a:xfrm>
            <a:off x="5511800" y="6019800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D4515F6-CAEC-4B8E-9C83-05AF646BF216}" type="datetime'R''''''''''M ''''''''''''''''''''''''''''''6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6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72" name="Text Placeholder 4">
            <a:extLst>
              <a:ext uri="{FF2B5EF4-FFF2-40B4-BE49-F238E27FC236}">
                <a16:creationId xmlns:a16="http://schemas.microsoft.com/office/drawing/2014/main" id="{2EAB241F-5312-8180-CD42-436909A71E12}"/>
              </a:ext>
            </a:extLst>
          </p:cNvPr>
          <p:cNvSpPr>
            <a:spLocks noGrp="1"/>
          </p:cNvSpPr>
          <p:nvPr>
            <p:custDataLst>
              <p:tags r:id="rId70"/>
            </p:custDataLst>
          </p:nvPr>
        </p:nvSpPr>
        <p:spPr bwMode="auto">
          <a:xfrm>
            <a:off x="6281738" y="6019800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E558A6F0-44E4-4AFB-A691-5AE3B9FB088B}" type="datetime'''''RM'''''''' 7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7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73" name="Text Placeholder 4">
            <a:extLst>
              <a:ext uri="{FF2B5EF4-FFF2-40B4-BE49-F238E27FC236}">
                <a16:creationId xmlns:a16="http://schemas.microsoft.com/office/drawing/2014/main" id="{745F9E8F-062A-8FDF-9EF4-215C2D675E6D}"/>
              </a:ext>
            </a:extLst>
          </p:cNvPr>
          <p:cNvSpPr>
            <a:spLocks noGrp="1"/>
          </p:cNvSpPr>
          <p:nvPr>
            <p:custDataLst>
              <p:tags r:id="rId71"/>
            </p:custDataLst>
          </p:nvPr>
        </p:nvSpPr>
        <p:spPr bwMode="auto">
          <a:xfrm>
            <a:off x="7051675" y="6019800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2BAFB95-9EDA-4FAE-A065-81E5F1ED2EB6}" type="datetime'''''''''''''''''R''''''''M'''' ''''''''''''8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8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74" name="Text Placeholder 4">
            <a:extLst>
              <a:ext uri="{FF2B5EF4-FFF2-40B4-BE49-F238E27FC236}">
                <a16:creationId xmlns:a16="http://schemas.microsoft.com/office/drawing/2014/main" id="{AAAF81B2-80B0-0853-5DB1-EC303062DB24}"/>
              </a:ext>
            </a:extLst>
          </p:cNvPr>
          <p:cNvSpPr>
            <a:spLocks noGrp="1"/>
          </p:cNvSpPr>
          <p:nvPr>
            <p:custDataLst>
              <p:tags r:id="rId72"/>
            </p:custDataLst>
          </p:nvPr>
        </p:nvSpPr>
        <p:spPr bwMode="auto">
          <a:xfrm>
            <a:off x="7820025" y="6019800"/>
            <a:ext cx="4127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5B4D2F3F-49FA-4D14-ABED-06103CEAB6DF}" type="datetime'''''''R''''''''''''''''M'''''' ''''''''9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RM 9</a:t>
            </a:fld>
            <a:endParaRPr kumimoji="0" lang="en-US" sz="1400" b="0" i="0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lt"/>
            </a:endParaRPr>
          </a:p>
        </p:txBody>
      </p:sp>
      <p:sp>
        <p:nvSpPr>
          <p:cNvPr id="75" name="Text Placeholder 4">
            <a:extLst>
              <a:ext uri="{FF2B5EF4-FFF2-40B4-BE49-F238E27FC236}">
                <a16:creationId xmlns:a16="http://schemas.microsoft.com/office/drawing/2014/main" id="{64FD0584-AFE3-85F9-47DD-7F13BDCE9AF1}"/>
              </a:ext>
            </a:extLst>
          </p:cNvPr>
          <p:cNvSpPr>
            <a:spLocks noGrp="1"/>
          </p:cNvSpPr>
          <p:nvPr>
            <p:custDataLst>
              <p:tags r:id="rId73"/>
            </p:custDataLst>
          </p:nvPr>
        </p:nvSpPr>
        <p:spPr bwMode="gray">
          <a:xfrm>
            <a:off x="1722438" y="5440363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8C0ECB3-EF46-42D7-8554-DCEC0D6F4196}" type="datetime'''''''''''''''''''''0''''''''''.''''''''''''''2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0.2</a:t>
            </a:fld>
            <a:endParaRPr lang="en-US">
              <a:latin typeface="+mn-lt"/>
            </a:endParaRPr>
          </a:p>
        </p:txBody>
      </p:sp>
      <p:sp>
        <p:nvSpPr>
          <p:cNvPr id="76" name="Text Placeholder 4">
            <a:extLst>
              <a:ext uri="{FF2B5EF4-FFF2-40B4-BE49-F238E27FC236}">
                <a16:creationId xmlns:a16="http://schemas.microsoft.com/office/drawing/2014/main" id="{831ECE3A-5432-FEBF-B8E5-9F28765BF1E1}"/>
              </a:ext>
            </a:extLst>
          </p:cNvPr>
          <p:cNvSpPr>
            <a:spLocks noGrp="1"/>
          </p:cNvSpPr>
          <p:nvPr>
            <p:custDataLst>
              <p:tags r:id="rId74"/>
            </p:custDataLst>
          </p:nvPr>
        </p:nvSpPr>
        <p:spPr bwMode="gray">
          <a:xfrm>
            <a:off x="2492375" y="5510213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48704722-26A1-4997-B057-FDD060EFE4A6}" type="datetime'''''''''''''''''''''0''''.''''''''''''''2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0.2</a:t>
            </a:fld>
            <a:endParaRPr lang="en-US">
              <a:latin typeface="+mn-lt"/>
            </a:endParaRPr>
          </a:p>
        </p:txBody>
      </p:sp>
      <p:sp>
        <p:nvSpPr>
          <p:cNvPr id="77" name="Text Placeholder 4">
            <a:extLst>
              <a:ext uri="{FF2B5EF4-FFF2-40B4-BE49-F238E27FC236}">
                <a16:creationId xmlns:a16="http://schemas.microsoft.com/office/drawing/2014/main" id="{EC300544-87F9-CBC0-9FF5-0095BA059DDB}"/>
              </a:ext>
            </a:extLst>
          </p:cNvPr>
          <p:cNvSpPr>
            <a:spLocks noGrp="1"/>
          </p:cNvSpPr>
          <p:nvPr>
            <p:custDataLst>
              <p:tags r:id="rId75"/>
            </p:custDataLst>
          </p:nvPr>
        </p:nvSpPr>
        <p:spPr bwMode="gray">
          <a:xfrm>
            <a:off x="3260725" y="5159375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4FBD26E-1C83-4E51-8034-D0692CBC1E76}" type="datetime'''''''''''''0''''.''''''5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0.5</a:t>
            </a:fld>
            <a:endParaRPr lang="en-US">
              <a:latin typeface="+mn-lt"/>
            </a:endParaRPr>
          </a:p>
        </p:txBody>
      </p:sp>
      <p:sp>
        <p:nvSpPr>
          <p:cNvPr id="78" name="Text Placeholder 4">
            <a:extLst>
              <a:ext uri="{FF2B5EF4-FFF2-40B4-BE49-F238E27FC236}">
                <a16:creationId xmlns:a16="http://schemas.microsoft.com/office/drawing/2014/main" id="{6DEB825B-B93F-7606-3411-583B40AFC5FF}"/>
              </a:ext>
            </a:extLst>
          </p:cNvPr>
          <p:cNvSpPr>
            <a:spLocks noGrp="1"/>
          </p:cNvSpPr>
          <p:nvPr>
            <p:custDataLst>
              <p:tags r:id="rId76"/>
            </p:custDataLst>
          </p:nvPr>
        </p:nvSpPr>
        <p:spPr bwMode="gray">
          <a:xfrm>
            <a:off x="4030663" y="5324475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9901DCAC-E171-44B4-983C-7AA08A79AE76}" type="datetime'''''''0''''''''''''''''''''.''3''''''''''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0.3</a:t>
            </a:fld>
            <a:endParaRPr lang="en-US">
              <a:latin typeface="+mn-lt"/>
            </a:endParaRPr>
          </a:p>
        </p:txBody>
      </p:sp>
      <p:sp>
        <p:nvSpPr>
          <p:cNvPr id="79" name="Text Placeholder 4">
            <a:extLst>
              <a:ext uri="{FF2B5EF4-FFF2-40B4-BE49-F238E27FC236}">
                <a16:creationId xmlns:a16="http://schemas.microsoft.com/office/drawing/2014/main" id="{2E5D750B-022C-BAAD-AC1C-77288B9FD0BB}"/>
              </a:ext>
            </a:extLst>
          </p:cNvPr>
          <p:cNvSpPr>
            <a:spLocks noGrp="1"/>
          </p:cNvSpPr>
          <p:nvPr>
            <p:custDataLst>
              <p:tags r:id="rId77"/>
            </p:custDataLst>
          </p:nvPr>
        </p:nvSpPr>
        <p:spPr bwMode="gray">
          <a:xfrm>
            <a:off x="4803775" y="4908550"/>
            <a:ext cx="293688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32D74BFD-C73B-434F-A68C-B898FF497A81}" type="datetime'''''''''''''''''''''''0''''''.''''''''''''''''7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0.7</a:t>
            </a:fld>
            <a:endParaRPr lang="en-US">
              <a:latin typeface="+mn-lt"/>
            </a:endParaRPr>
          </a:p>
        </p:txBody>
      </p:sp>
      <p:sp>
        <p:nvSpPr>
          <p:cNvPr id="80" name="Text Placeholder 4">
            <a:extLst>
              <a:ext uri="{FF2B5EF4-FFF2-40B4-BE49-F238E27FC236}">
                <a16:creationId xmlns:a16="http://schemas.microsoft.com/office/drawing/2014/main" id="{1EB93CC4-88C8-0464-923A-784C7DCE017D}"/>
              </a:ext>
            </a:extLst>
          </p:cNvPr>
          <p:cNvSpPr>
            <a:spLocks noGrp="1"/>
          </p:cNvSpPr>
          <p:nvPr>
            <p:custDataLst>
              <p:tags r:id="rId78"/>
            </p:custDataLst>
          </p:nvPr>
        </p:nvSpPr>
        <p:spPr bwMode="gray">
          <a:xfrm>
            <a:off x="5568950" y="5478463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2BDB1987-50D4-4693-8503-A89D7A2DA034}" type="datetime'''''''''''''''''''''0''''''.''''''2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0.2</a:t>
            </a:fld>
            <a:endParaRPr lang="en-US">
              <a:latin typeface="+mn-lt"/>
            </a:endParaRPr>
          </a:p>
        </p:txBody>
      </p:sp>
      <p:sp>
        <p:nvSpPr>
          <p:cNvPr id="81" name="Text Placeholder 4">
            <a:extLst>
              <a:ext uri="{FF2B5EF4-FFF2-40B4-BE49-F238E27FC236}">
                <a16:creationId xmlns:a16="http://schemas.microsoft.com/office/drawing/2014/main" id="{9FA97669-4ABD-ED85-3908-E55BB10669F3}"/>
              </a:ext>
            </a:extLst>
          </p:cNvPr>
          <p:cNvSpPr>
            <a:spLocks noGrp="1"/>
          </p:cNvSpPr>
          <p:nvPr>
            <p:custDataLst>
              <p:tags r:id="rId79"/>
            </p:custDataLst>
          </p:nvPr>
        </p:nvSpPr>
        <p:spPr bwMode="gray">
          <a:xfrm>
            <a:off x="6338888" y="5118100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12DFD5DB-C821-4618-8E48-87F9C6D0ECBE}" type="datetime'''''''''''''''''0''.''''''''''''''''''''''''''5''''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0.5</a:t>
            </a:fld>
            <a:endParaRPr lang="en-US">
              <a:latin typeface="+mn-lt"/>
            </a:endParaRPr>
          </a:p>
        </p:txBody>
      </p:sp>
      <p:sp>
        <p:nvSpPr>
          <p:cNvPr id="82" name="Text Placeholder 4">
            <a:extLst>
              <a:ext uri="{FF2B5EF4-FFF2-40B4-BE49-F238E27FC236}">
                <a16:creationId xmlns:a16="http://schemas.microsoft.com/office/drawing/2014/main" id="{C7EA6251-BD74-5756-39FF-4A78C4367144}"/>
              </a:ext>
            </a:extLst>
          </p:cNvPr>
          <p:cNvSpPr>
            <a:spLocks noGrp="1"/>
          </p:cNvSpPr>
          <p:nvPr>
            <p:custDataLst>
              <p:tags r:id="rId80"/>
            </p:custDataLst>
          </p:nvPr>
        </p:nvSpPr>
        <p:spPr bwMode="gray">
          <a:xfrm>
            <a:off x="7108825" y="5295900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0D9820A5-C8CB-4346-B50E-1571CE059B1F}" type="datetime'''''''''''''''''''''''''''''''''''0.''4''''''''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0.4</a:t>
            </a:fld>
            <a:endParaRPr lang="en-US">
              <a:latin typeface="+mn-lt"/>
            </a:endParaRPr>
          </a:p>
        </p:txBody>
      </p:sp>
      <p:sp>
        <p:nvSpPr>
          <p:cNvPr id="83" name="Text Placeholder 4">
            <a:extLst>
              <a:ext uri="{FF2B5EF4-FFF2-40B4-BE49-F238E27FC236}">
                <a16:creationId xmlns:a16="http://schemas.microsoft.com/office/drawing/2014/main" id="{F6C9A83B-9FF2-2A04-704C-745D5F80F90A}"/>
              </a:ext>
            </a:extLst>
          </p:cNvPr>
          <p:cNvSpPr>
            <a:spLocks noGrp="1"/>
          </p:cNvSpPr>
          <p:nvPr>
            <p:custDataLst>
              <p:tags r:id="rId81"/>
            </p:custDataLst>
          </p:nvPr>
        </p:nvSpPr>
        <p:spPr bwMode="gray">
          <a:xfrm>
            <a:off x="7877175" y="5364163"/>
            <a:ext cx="2984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spcAft>
                <a:spcPct val="0"/>
              </a:spcAft>
            </a:pPr>
            <a:fld id="{D3F563AA-B76D-4280-9A1C-5222BB632110}" type="datetime'''''''''''0''''''''.''''''''''''''''''''''''3'">
              <a:rPr lang="en-US" altLang="en-US" smtClean="0">
                <a:latin typeface="+mn-lt"/>
              </a:rPr>
              <a:pPr lvl="0" algn="ctr">
                <a:spcBef>
                  <a:spcPct val="0"/>
                </a:spcBef>
                <a:spcAft>
                  <a:spcPct val="0"/>
                </a:spcAft>
              </a:pPr>
              <a:t>0.3</a:t>
            </a:fld>
            <a:endParaRPr lang="en-US">
              <a:latin typeface="+mn-lt"/>
            </a:endParaRPr>
          </a:p>
        </p:txBody>
      </p:sp>
      <p:sp>
        <p:nvSpPr>
          <p:cNvPr id="558" name="Text Placeholder 4">
            <a:extLst>
              <a:ext uri="{FF2B5EF4-FFF2-40B4-BE49-F238E27FC236}">
                <a16:creationId xmlns:a16="http://schemas.microsoft.com/office/drawing/2014/main" id="{4C1F3293-4EFE-461D-940D-7EE66BAE31C5}"/>
              </a:ext>
            </a:extLst>
          </p:cNvPr>
          <p:cNvSpPr>
            <a:spLocks noGrp="1"/>
          </p:cNvSpPr>
          <p:nvPr>
            <p:custDataLst>
              <p:tags r:id="rId82"/>
            </p:custDataLst>
          </p:nvPr>
        </p:nvSpPr>
        <p:spPr bwMode="auto">
          <a:xfrm>
            <a:off x="8642350" y="5421314"/>
            <a:ext cx="428625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indent="-226796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indent="-215997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indent="-1511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indent="-147598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kern="12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6pPr>
            <a:lvl7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7pPr>
            <a:lvl8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8pPr>
            <a:lvl9pPr marL="1085850" indent="-17145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 kern="120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9pPr>
          </a:lstStyle>
          <a:p>
            <a:pPr lvl="0"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effectLst/>
                <a:latin typeface="+mn-lt"/>
              </a:rPr>
              <a:t>Ø </a:t>
            </a:r>
            <a:fld id="{60956201-9CE1-4018-95A5-86033B444F5E}" type="datetime'''''''''0''''''''''''''''''''''''''''.''''''4'">
              <a:rPr lang="en-US" altLang="en-US" smtClean="0">
                <a:latin typeface="+mn-lt"/>
              </a:rPr>
              <a:pPr lvl="0">
                <a:spcBef>
                  <a:spcPct val="0"/>
                </a:spcBef>
                <a:spcAft>
                  <a:spcPct val="0"/>
                </a:spcAft>
              </a:pPr>
              <a:t>0.4</a:t>
            </a:fld>
            <a:endParaRPr lang="en-US">
              <a:latin typeface="+mn-lt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E06F6609-C0E4-87B2-5A87-4084A33FB007}"/>
              </a:ext>
            </a:extLst>
          </p:cNvPr>
          <p:cNvSpPr txBox="1"/>
          <p:nvPr/>
        </p:nvSpPr>
        <p:spPr>
          <a:xfrm>
            <a:off x="401824" y="5220623"/>
            <a:ext cx="960438" cy="50783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 typeface="Segoe UI" panose="020B0502040204020203" pitchFamily="34" charset="0"/>
              <a:buChar char="​"/>
              <a:tabLst/>
              <a:defRPr/>
            </a:pPr>
            <a:r>
              <a:rPr lang="tr-TR" sz="1100" b="1"/>
              <a:t>NII + NFI per client group</a:t>
            </a:r>
            <a:endParaRPr kumimoji="0" lang="en-US" sz="1100" b="1" i="0" u="none" strike="noStrike" kern="1200" cap="none" spc="0" normalizeH="0" baseline="0" noProof="0">
              <a:ln>
                <a:noFill/>
              </a:ln>
              <a:solidFill>
                <a:srgbClr val="191C1E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2910181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8" name="Object 6" hidden="1">
            <a:extLst>
              <a:ext uri="{FF2B5EF4-FFF2-40B4-BE49-F238E27FC236}">
                <a16:creationId xmlns:a16="http://schemas.microsoft.com/office/drawing/2014/main" id="{5523CFF9-78FA-1193-F19B-C65975E71A0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316316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7" imgW="404" imgH="405" progId="TCLayout.ActiveDocument.1">
                  <p:embed/>
                </p:oleObj>
              </mc:Choice>
              <mc:Fallback>
                <p:oleObj name="think-cell Slide" r:id="rId17" imgW="404" imgH="405" progId="TCLayout.ActiveDocument.1">
                  <p:embed/>
                  <p:pic>
                    <p:nvPicPr>
                      <p:cNvPr id="38" name="Object 6" hidden="1">
                        <a:extLst>
                          <a:ext uri="{FF2B5EF4-FFF2-40B4-BE49-F238E27FC236}">
                            <a16:creationId xmlns:a16="http://schemas.microsoft.com/office/drawing/2014/main" id="{5523CFF9-78FA-1193-F19B-C65975E71A0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>
            <a:extLst>
              <a:ext uri="{FF2B5EF4-FFF2-40B4-BE49-F238E27FC236}">
                <a16:creationId xmlns:a16="http://schemas.microsoft.com/office/drawing/2014/main" id="{3A53C427-FF9A-70EC-8705-F0AE1C16F9D0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54736" y="226624"/>
            <a:ext cx="5210608" cy="677108"/>
          </a:xfrm>
        </p:spPr>
        <p:txBody>
          <a:bodyPr vert="horz"/>
          <a:lstStyle/>
          <a:p>
            <a:r>
              <a:rPr lang="tr-TR"/>
              <a:t>UW process is not specialized for commercial segment...</a:t>
            </a:r>
            <a:endParaRPr lang="en-US"/>
          </a:p>
        </p:txBody>
      </p:sp>
      <p:sp>
        <p:nvSpPr>
          <p:cNvPr id="3" name="3. Subtitle">
            <a:extLst>
              <a:ext uri="{FF2B5EF4-FFF2-40B4-BE49-F238E27FC236}">
                <a16:creationId xmlns:a16="http://schemas.microsoft.com/office/drawing/2014/main" id="{2634FED0-8C67-E757-2B8D-D78D50C8D7CF}"/>
              </a:ext>
            </a:extLst>
          </p:cNvPr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1. On-page tracker">
            <a:extLst>
              <a:ext uri="{FF2B5EF4-FFF2-40B4-BE49-F238E27FC236}">
                <a16:creationId xmlns:a16="http://schemas.microsoft.com/office/drawing/2014/main" id="{9E96A28D-9504-5D7D-0AD5-C83C48323A8A}"/>
              </a:ext>
            </a:extLst>
          </p:cNvPr>
          <p:cNvSpPr>
            <a:spLocks noGrp="1"/>
          </p:cNvSpPr>
          <p:nvPr>
            <p:ph type="body" sz="quarter" idx="10"/>
            <p:custDataLst>
              <p:tags r:id="rId4"/>
            </p:custDataLst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FFB2D45-37EF-223F-FBA1-8F395390C104}"/>
              </a:ext>
            </a:extLst>
          </p:cNvPr>
          <p:cNvSpPr txBox="1"/>
          <p:nvPr/>
        </p:nvSpPr>
        <p:spPr>
          <a:xfrm>
            <a:off x="554178" y="1572915"/>
            <a:ext cx="5065775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b="1"/>
              <a:t>Current Credit Decision flow for corporate and commercial</a:t>
            </a:r>
            <a:endParaRPr lang="en-US" b="1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0F0AE5B-77DD-ADB2-E6CB-810B80144C22}"/>
              </a:ext>
            </a:extLst>
          </p:cNvPr>
          <p:cNvSpPr txBox="1"/>
          <p:nvPr/>
        </p:nvSpPr>
        <p:spPr>
          <a:xfrm>
            <a:off x="6426658" y="1572915"/>
            <a:ext cx="5065775" cy="43088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b="1"/>
              <a:t>Recommendations to change for commercial banking track introduction</a:t>
            </a:r>
            <a:endParaRPr lang="en-US" b="1"/>
          </a:p>
        </p:txBody>
      </p:sp>
      <p:sp>
        <p:nvSpPr>
          <p:cNvPr id="50" name="2. Slide Title">
            <a:extLst>
              <a:ext uri="{FF2B5EF4-FFF2-40B4-BE49-F238E27FC236}">
                <a16:creationId xmlns:a16="http://schemas.microsoft.com/office/drawing/2014/main" id="{BB7E1F3E-95D6-4AD3-73CD-9EB1147CBA33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6426657" y="226624"/>
            <a:ext cx="5065776" cy="677108"/>
          </a:xfrm>
          <a:prstGeom prst="rect">
            <a:avLst/>
          </a:prstGeom>
        </p:spPr>
        <p:txBody>
          <a:bodyPr vert="horz" wrap="square" lIns="0" tIns="0" rIns="0" bIns="0" rtlCol="0" anchor="t" anchorCtr="0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ru-RU" sz="2400" b="1" kern="1200" spc="0" baseline="0" dirty="0">
                <a:ln w="6350" cap="flat">
                  <a:noFill/>
                  <a:miter lim="800000"/>
                </a:ln>
                <a:solidFill>
                  <a:srgbClr val="191C1E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tr-TR"/>
              <a:t>...introduction of a specialized UW track to expedite process</a:t>
            </a:r>
            <a:endParaRPr lang="en-US"/>
          </a:p>
        </p:txBody>
      </p:sp>
      <p:sp>
        <p:nvSpPr>
          <p:cNvPr id="58" name="TrackerNumBlue 53">
            <a:extLst>
              <a:ext uri="{FF2B5EF4-FFF2-40B4-BE49-F238E27FC236}">
                <a16:creationId xmlns:a16="http://schemas.microsoft.com/office/drawing/2014/main" id="{69BE4AD0-93DE-D9BB-2D79-EFC422F7B7E0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6426657" y="2247312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59" name="TrackerNumBlue 53">
            <a:extLst>
              <a:ext uri="{FF2B5EF4-FFF2-40B4-BE49-F238E27FC236}">
                <a16:creationId xmlns:a16="http://schemas.microsoft.com/office/drawing/2014/main" id="{1BB9BB01-F17A-10CA-2838-24CFFBD60E00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6421479" y="3722498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>
                <a:solidFill>
                  <a:schemeClr val="tx1"/>
                </a:solidFill>
              </a:rPr>
              <a:t>2</a:t>
            </a:r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60" name="TrackerNumBlue 53">
            <a:extLst>
              <a:ext uri="{FF2B5EF4-FFF2-40B4-BE49-F238E27FC236}">
                <a16:creationId xmlns:a16="http://schemas.microsoft.com/office/drawing/2014/main" id="{8A872497-F53C-7EE7-B0BC-834E9227511C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6421479" y="4842945"/>
            <a:ext cx="279340" cy="27934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>
                <a:solidFill>
                  <a:schemeClr val="tx1"/>
                </a:solidFill>
              </a:rPr>
              <a:t>3</a:t>
            </a:r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40B6B6D-B560-DEE5-33DD-09D905AC713A}"/>
              </a:ext>
            </a:extLst>
          </p:cNvPr>
          <p:cNvSpPr txBox="1"/>
          <p:nvPr/>
        </p:nvSpPr>
        <p:spPr>
          <a:xfrm>
            <a:off x="6904179" y="2242098"/>
            <a:ext cx="4850942" cy="1308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/>
              <a:t>Creating a </a:t>
            </a:r>
            <a:r>
              <a:rPr lang="tr-TR" b="1"/>
              <a:t>tailored document requirements checklist </a:t>
            </a:r>
            <a:r>
              <a:rPr lang="tr-TR"/>
              <a:t>for commercial customers with </a:t>
            </a:r>
          </a:p>
          <a:p>
            <a:r>
              <a:rPr lang="tr-TR"/>
              <a:t>(a) </a:t>
            </a:r>
            <a:r>
              <a:rPr lang="tr-TR" b="1"/>
              <a:t>desirable customer risk profile</a:t>
            </a:r>
          </a:p>
          <a:p>
            <a:r>
              <a:rPr lang="tr-TR"/>
              <a:t>(b) </a:t>
            </a:r>
            <a:r>
              <a:rPr lang="tr-TR" b="1"/>
              <a:t>unstructured products</a:t>
            </a:r>
          </a:p>
          <a:p>
            <a:pPr>
              <a:buNone/>
            </a:pPr>
            <a:r>
              <a:rPr lang="tr-TR"/>
              <a:t>(c) </a:t>
            </a:r>
            <a:r>
              <a:rPr lang="tr-TR" b="1"/>
              <a:t>exposure amount lower than threshold to be set</a:t>
            </a:r>
          </a:p>
        </p:txBody>
      </p:sp>
      <p:cxnSp>
        <p:nvCxnSpPr>
          <p:cNvPr id="62" name="LineBasicStrong 62">
            <a:extLst>
              <a:ext uri="{FF2B5EF4-FFF2-40B4-BE49-F238E27FC236}">
                <a16:creationId xmlns:a16="http://schemas.microsoft.com/office/drawing/2014/main" id="{60258BCE-E678-7C4A-B26C-DD303592325F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>
          <a:xfrm>
            <a:off x="554178" y="2026662"/>
            <a:ext cx="11079022" cy="0"/>
          </a:xfrm>
          <a:prstGeom prst="straightConnector1">
            <a:avLst/>
          </a:prstGeom>
          <a:ln w="12700" cap="sq">
            <a:solidFill>
              <a:schemeClr val="tx1"/>
            </a:solidFill>
            <a:miter lim="800000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5575F38B-1129-05C9-B06F-7784DD74AA80}"/>
              </a:ext>
            </a:extLst>
          </p:cNvPr>
          <p:cNvSpPr txBox="1"/>
          <p:nvPr/>
        </p:nvSpPr>
        <p:spPr>
          <a:xfrm>
            <a:off x="6904179" y="3724450"/>
            <a:ext cx="4850942" cy="86177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 b="1"/>
              <a:t>UW analyses to be re-evaluated </a:t>
            </a:r>
            <a:r>
              <a:rPr lang="tr-TR"/>
              <a:t>and deisgned based on the available financial data and sophistication with more </a:t>
            </a:r>
            <a:r>
              <a:rPr lang="tr-TR" b="1"/>
              <a:t>fit-for-purpose underwriting approach rather than full UW profiling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36940386-C3EA-712C-B686-75646516BD64}"/>
              </a:ext>
            </a:extLst>
          </p:cNvPr>
          <p:cNvSpPr txBox="1"/>
          <p:nvPr/>
        </p:nvSpPr>
        <p:spPr>
          <a:xfrm>
            <a:off x="6904179" y="4842805"/>
            <a:ext cx="4850942" cy="115416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>
            <a:lvl1pPr lvl="0" inden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Segoe UI" panose="020B0502040204020203" pitchFamily="34" charset="0"/>
              <a:buChar char="​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1pPr>
            <a:lvl2pPr marL="230396" lvl="1" indent="-226796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Wingdings" panose="05000000000000000000" pitchFamily="2" charset="2"/>
              <a:buChar char="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2pPr>
            <a:lvl3pPr marL="442793" lvl="2" indent="-215997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10000"/>
              <a:buFont typeface="Arial" panose="020B0604020202020204" pitchFamily="34" charset="0"/>
              <a:buChar char="‒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3pPr>
            <a:lvl4pPr marL="597590" lvl="3" indent="-1511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4pPr>
            <a:lvl5pPr marL="817187" lvl="4" indent="-147598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̶"/>
              <a:defRPr lang="en-US" sz="1400" dirty="0">
                <a:solidFill>
                  <a:srgbClr val="191C1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lvl5pPr>
            <a:lvl6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6pPr>
            <a:lvl7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7pPr>
            <a:lvl8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8pPr>
            <a:lvl9pPr marL="1085850" indent="-17145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▫"/>
              <a:defRPr sz="1600">
                <a:cs typeface="Arial" panose="020B0604020202020204" pitchFamily="34" charset="0"/>
              </a:defRPr>
            </a:lvl9pPr>
          </a:lstStyle>
          <a:p>
            <a:r>
              <a:rPr lang="tr-TR"/>
              <a:t>A new committee layer to be founded based on the commercial credit decisioning level specifically for </a:t>
            </a:r>
            <a:r>
              <a:rPr lang="tr-TR" b="1"/>
              <a:t>commercial banking track UW decisions</a:t>
            </a:r>
          </a:p>
          <a:p>
            <a:r>
              <a:rPr lang="tr-TR" b="1"/>
              <a:t>New level of risk delegation </a:t>
            </a:r>
            <a:r>
              <a:rPr lang="tr-TR"/>
              <a:t>should be considered based on the UW and risk committee guidance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7F4C8243-0B79-2C81-B3AF-1BFCC4447CB1}"/>
              </a:ext>
            </a:extLst>
          </p:cNvPr>
          <p:cNvSpPr>
            <a:spLocks/>
          </p:cNvSpPr>
          <p:nvPr/>
        </p:nvSpPr>
        <p:spPr>
          <a:xfrm>
            <a:off x="649952" y="2112890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3">
              <a:lumMod val="90000"/>
            </a:schemeClr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tx1"/>
                </a:solidFill>
              </a:rPr>
              <a:t>Application</a:t>
            </a:r>
            <a:endParaRPr lang="en-US" sz="1200" err="1">
              <a:solidFill>
                <a:schemeClr val="tx1"/>
              </a:solidFill>
            </a:endParaRP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15BD0139-59E9-4CBF-8137-E305D773426D}"/>
              </a:ext>
            </a:extLst>
          </p:cNvPr>
          <p:cNvSpPr>
            <a:spLocks/>
          </p:cNvSpPr>
          <p:nvPr/>
        </p:nvSpPr>
        <p:spPr>
          <a:xfrm>
            <a:off x="649952" y="2833495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2"/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bg1"/>
                </a:solidFill>
              </a:rPr>
              <a:t>Document Check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67CF285E-421F-C784-1245-4A774DAE67DC}"/>
              </a:ext>
            </a:extLst>
          </p:cNvPr>
          <p:cNvSpPr>
            <a:spLocks/>
          </p:cNvSpPr>
          <p:nvPr/>
        </p:nvSpPr>
        <p:spPr>
          <a:xfrm>
            <a:off x="649952" y="3554100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3">
              <a:lumMod val="90000"/>
            </a:schemeClr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tx1"/>
                </a:solidFill>
              </a:rPr>
              <a:t>Loan workbench analysis</a:t>
            </a:r>
            <a:endParaRPr lang="en-US" sz="1200">
              <a:solidFill>
                <a:schemeClr val="tx1"/>
              </a:solidFill>
            </a:endParaRPr>
          </a:p>
        </p:txBody>
      </p:sp>
      <p:sp>
        <p:nvSpPr>
          <p:cNvPr id="96" name="Rectangle: Rounded Corners 95">
            <a:extLst>
              <a:ext uri="{FF2B5EF4-FFF2-40B4-BE49-F238E27FC236}">
                <a16:creationId xmlns:a16="http://schemas.microsoft.com/office/drawing/2014/main" id="{165CB4FB-7170-A2EB-4F84-E827C8FB8583}"/>
              </a:ext>
            </a:extLst>
          </p:cNvPr>
          <p:cNvSpPr>
            <a:spLocks/>
          </p:cNvSpPr>
          <p:nvPr/>
        </p:nvSpPr>
        <p:spPr>
          <a:xfrm>
            <a:off x="649952" y="4274705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2"/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bg1"/>
                </a:solidFill>
              </a:rPr>
              <a:t>Customer identification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97" name="Rectangle: Rounded Corners 96">
            <a:extLst>
              <a:ext uri="{FF2B5EF4-FFF2-40B4-BE49-F238E27FC236}">
                <a16:creationId xmlns:a16="http://schemas.microsoft.com/office/drawing/2014/main" id="{EFFBCBD2-F85C-FB3B-18B1-26C5EDC15CD7}"/>
              </a:ext>
            </a:extLst>
          </p:cNvPr>
          <p:cNvSpPr>
            <a:spLocks/>
          </p:cNvSpPr>
          <p:nvPr/>
        </p:nvSpPr>
        <p:spPr>
          <a:xfrm>
            <a:off x="649952" y="4995310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2"/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bg1"/>
                </a:solidFill>
              </a:rPr>
              <a:t>Financial Verification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98" name="Rectangle: Rounded Corners 97">
            <a:extLst>
              <a:ext uri="{FF2B5EF4-FFF2-40B4-BE49-F238E27FC236}">
                <a16:creationId xmlns:a16="http://schemas.microsoft.com/office/drawing/2014/main" id="{E6DCE283-0686-3939-9F85-768402030CD7}"/>
              </a:ext>
            </a:extLst>
          </p:cNvPr>
          <p:cNvSpPr>
            <a:spLocks/>
          </p:cNvSpPr>
          <p:nvPr/>
        </p:nvSpPr>
        <p:spPr>
          <a:xfrm>
            <a:off x="649952" y="5715914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2"/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bg1"/>
                </a:solidFill>
              </a:rPr>
              <a:t>Risk Analysis + Stress Test</a:t>
            </a:r>
            <a:endParaRPr lang="en-US" sz="1200">
              <a:solidFill>
                <a:schemeClr val="bg1"/>
              </a:solidFill>
            </a:endParaRPr>
          </a:p>
        </p:txBody>
      </p:sp>
      <p:pic>
        <p:nvPicPr>
          <p:cNvPr id="99" name="Graphic 98">
            <a:extLst>
              <a:ext uri="{FF2B5EF4-FFF2-40B4-BE49-F238E27FC236}">
                <a16:creationId xmlns:a16="http://schemas.microsoft.com/office/drawing/2014/main" id="{3A618A2C-3A18-F10D-3B35-8B44FEA2EE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400000">
            <a:off x="1528050" y="2520363"/>
            <a:ext cx="381470" cy="381470"/>
          </a:xfrm>
          <a:prstGeom prst="rect">
            <a:avLst/>
          </a:prstGeom>
        </p:spPr>
      </p:pic>
      <p:pic>
        <p:nvPicPr>
          <p:cNvPr id="100" name="Graphic 99">
            <a:extLst>
              <a:ext uri="{FF2B5EF4-FFF2-40B4-BE49-F238E27FC236}">
                <a16:creationId xmlns:a16="http://schemas.microsoft.com/office/drawing/2014/main" id="{1195E44F-71B8-C71C-BE09-0811864B272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400000">
            <a:off x="1528050" y="3240968"/>
            <a:ext cx="381470" cy="381470"/>
          </a:xfrm>
          <a:prstGeom prst="rect">
            <a:avLst/>
          </a:prstGeom>
        </p:spPr>
      </p:pic>
      <p:pic>
        <p:nvPicPr>
          <p:cNvPr id="101" name="Graphic 100">
            <a:extLst>
              <a:ext uri="{FF2B5EF4-FFF2-40B4-BE49-F238E27FC236}">
                <a16:creationId xmlns:a16="http://schemas.microsoft.com/office/drawing/2014/main" id="{4ACFD252-12F8-9287-BC64-E0685EB42BF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400000">
            <a:off x="1528050" y="3961573"/>
            <a:ext cx="381470" cy="381470"/>
          </a:xfrm>
          <a:prstGeom prst="rect">
            <a:avLst/>
          </a:prstGeom>
        </p:spPr>
      </p:pic>
      <p:pic>
        <p:nvPicPr>
          <p:cNvPr id="102" name="Graphic 101">
            <a:extLst>
              <a:ext uri="{FF2B5EF4-FFF2-40B4-BE49-F238E27FC236}">
                <a16:creationId xmlns:a16="http://schemas.microsoft.com/office/drawing/2014/main" id="{0CE87249-0BC3-C2FB-712A-710EC8F4E98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400000">
            <a:off x="1528050" y="4682178"/>
            <a:ext cx="381470" cy="381470"/>
          </a:xfrm>
          <a:prstGeom prst="rect">
            <a:avLst/>
          </a:prstGeom>
        </p:spPr>
      </p:pic>
      <p:pic>
        <p:nvPicPr>
          <p:cNvPr id="103" name="Graphic 102">
            <a:extLst>
              <a:ext uri="{FF2B5EF4-FFF2-40B4-BE49-F238E27FC236}">
                <a16:creationId xmlns:a16="http://schemas.microsoft.com/office/drawing/2014/main" id="{4BBA2A90-6C55-2024-36EF-56A6D42FC32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400000">
            <a:off x="1528050" y="5402783"/>
            <a:ext cx="381470" cy="381470"/>
          </a:xfrm>
          <a:prstGeom prst="rect">
            <a:avLst/>
          </a:prstGeom>
        </p:spPr>
      </p:pic>
      <p:pic>
        <p:nvPicPr>
          <p:cNvPr id="104" name="Graphic 103">
            <a:extLst>
              <a:ext uri="{FF2B5EF4-FFF2-40B4-BE49-F238E27FC236}">
                <a16:creationId xmlns:a16="http://schemas.microsoft.com/office/drawing/2014/main" id="{4D36FAEC-74E9-E463-BFCE-8EC144A5F91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927706" y="5763084"/>
            <a:ext cx="381470" cy="381470"/>
          </a:xfrm>
          <a:prstGeom prst="rect">
            <a:avLst/>
          </a:prstGeom>
        </p:spPr>
      </p:pic>
      <p:sp>
        <p:nvSpPr>
          <p:cNvPr id="105" name="Rectangle: Rounded Corners 104">
            <a:extLst>
              <a:ext uri="{FF2B5EF4-FFF2-40B4-BE49-F238E27FC236}">
                <a16:creationId xmlns:a16="http://schemas.microsoft.com/office/drawing/2014/main" id="{D3C7F20A-D1D4-6722-8547-443D87652052}"/>
              </a:ext>
            </a:extLst>
          </p:cNvPr>
          <p:cNvSpPr>
            <a:spLocks/>
          </p:cNvSpPr>
          <p:nvPr/>
        </p:nvSpPr>
        <p:spPr>
          <a:xfrm>
            <a:off x="3449266" y="5715914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2"/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bg1"/>
                </a:solidFill>
              </a:rPr>
              <a:t>Decision Body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106" name="Isosceles Triangle 105">
            <a:extLst>
              <a:ext uri="{FF2B5EF4-FFF2-40B4-BE49-F238E27FC236}">
                <a16:creationId xmlns:a16="http://schemas.microsoft.com/office/drawing/2014/main" id="{F397429C-A24D-9E43-14D1-5E4594396809}"/>
              </a:ext>
            </a:extLst>
          </p:cNvPr>
          <p:cNvSpPr>
            <a:spLocks/>
          </p:cNvSpPr>
          <p:nvPr/>
        </p:nvSpPr>
        <p:spPr>
          <a:xfrm>
            <a:off x="3449266" y="4995310"/>
            <a:ext cx="2137665" cy="475811"/>
          </a:xfrm>
          <a:prstGeom prst="triangle">
            <a:avLst/>
          </a:prstGeom>
          <a:solidFill>
            <a:schemeClr val="bg1">
              <a:lumMod val="85000"/>
            </a:schemeClr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tr-TR" sz="1200" b="1">
                <a:solidFill>
                  <a:schemeClr val="tx1"/>
                </a:solidFill>
              </a:rPr>
              <a:t>Decision</a:t>
            </a:r>
            <a:endParaRPr lang="en-US" sz="1200" b="1" err="1">
              <a:solidFill>
                <a:schemeClr val="tx1"/>
              </a:solidFill>
            </a:endParaRPr>
          </a:p>
        </p:txBody>
      </p:sp>
      <p:sp>
        <p:nvSpPr>
          <p:cNvPr id="107" name="Rectangle: Rounded Corners 106">
            <a:extLst>
              <a:ext uri="{FF2B5EF4-FFF2-40B4-BE49-F238E27FC236}">
                <a16:creationId xmlns:a16="http://schemas.microsoft.com/office/drawing/2014/main" id="{B7D4A5A5-4196-11A4-9040-E8E1F20C67F4}"/>
              </a:ext>
            </a:extLst>
          </p:cNvPr>
          <p:cNvSpPr>
            <a:spLocks/>
          </p:cNvSpPr>
          <p:nvPr/>
        </p:nvSpPr>
        <p:spPr>
          <a:xfrm>
            <a:off x="3449266" y="3554100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3">
              <a:lumMod val="90000"/>
            </a:schemeClr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tx1"/>
                </a:solidFill>
              </a:rPr>
              <a:t>Acceptance</a:t>
            </a:r>
            <a:endParaRPr lang="en-US" sz="1200">
              <a:solidFill>
                <a:schemeClr val="tx1"/>
              </a:solidFill>
            </a:endParaRP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CD37A7CE-5012-55E0-D311-28CB99918B25}"/>
              </a:ext>
            </a:extLst>
          </p:cNvPr>
          <p:cNvSpPr>
            <a:spLocks/>
          </p:cNvSpPr>
          <p:nvPr/>
        </p:nvSpPr>
        <p:spPr>
          <a:xfrm>
            <a:off x="3449266" y="2833495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3">
              <a:lumMod val="90000"/>
            </a:schemeClr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tx1"/>
                </a:solidFill>
              </a:rPr>
              <a:t>Booking</a:t>
            </a:r>
            <a:endParaRPr lang="en-US" sz="1200">
              <a:solidFill>
                <a:schemeClr val="tx1"/>
              </a:solidFill>
            </a:endParaRPr>
          </a:p>
        </p:txBody>
      </p:sp>
      <p:sp>
        <p:nvSpPr>
          <p:cNvPr id="109" name="Rectangle: Rounded Corners 108">
            <a:extLst>
              <a:ext uri="{FF2B5EF4-FFF2-40B4-BE49-F238E27FC236}">
                <a16:creationId xmlns:a16="http://schemas.microsoft.com/office/drawing/2014/main" id="{5DF483A4-045C-D149-9270-EFA865C893D2}"/>
              </a:ext>
            </a:extLst>
          </p:cNvPr>
          <p:cNvSpPr>
            <a:spLocks/>
          </p:cNvSpPr>
          <p:nvPr/>
        </p:nvSpPr>
        <p:spPr>
          <a:xfrm>
            <a:off x="3449266" y="4274705"/>
            <a:ext cx="2137665" cy="475811"/>
          </a:xfrm>
          <a:prstGeom prst="roundRect">
            <a:avLst>
              <a:gd name="adj" fmla="val 7992"/>
            </a:avLst>
          </a:prstGeom>
          <a:solidFill>
            <a:schemeClr val="accent3">
              <a:lumMod val="90000"/>
            </a:schemeClr>
          </a:solidFill>
          <a:ln w="6350" cap="sq">
            <a:solidFill>
              <a:schemeClr val="accent2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tr-TR" sz="1200">
                <a:solidFill>
                  <a:schemeClr val="tx1"/>
                </a:solidFill>
              </a:rPr>
              <a:t>Disbursement</a:t>
            </a:r>
            <a:endParaRPr lang="en-US" sz="1200">
              <a:solidFill>
                <a:schemeClr val="tx1"/>
              </a:solidFill>
            </a:endParaRPr>
          </a:p>
        </p:txBody>
      </p:sp>
      <p:pic>
        <p:nvPicPr>
          <p:cNvPr id="110" name="Graphic 109">
            <a:extLst>
              <a:ext uri="{FF2B5EF4-FFF2-40B4-BE49-F238E27FC236}">
                <a16:creationId xmlns:a16="http://schemas.microsoft.com/office/drawing/2014/main" id="{C4B73BC4-CD54-E206-BAB5-4547DF39F84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6200000">
            <a:off x="4327364" y="3240968"/>
            <a:ext cx="381470" cy="381470"/>
          </a:xfrm>
          <a:prstGeom prst="rect">
            <a:avLst/>
          </a:prstGeom>
        </p:spPr>
      </p:pic>
      <p:pic>
        <p:nvPicPr>
          <p:cNvPr id="111" name="Graphic 110">
            <a:extLst>
              <a:ext uri="{FF2B5EF4-FFF2-40B4-BE49-F238E27FC236}">
                <a16:creationId xmlns:a16="http://schemas.microsoft.com/office/drawing/2014/main" id="{C921F6F9-2144-63AA-C1AB-C39A7A6EB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6200000">
            <a:off x="4327364" y="3961573"/>
            <a:ext cx="381470" cy="381470"/>
          </a:xfrm>
          <a:prstGeom prst="rect">
            <a:avLst/>
          </a:prstGeom>
        </p:spPr>
      </p:pic>
      <p:pic>
        <p:nvPicPr>
          <p:cNvPr id="112" name="Graphic 111">
            <a:extLst>
              <a:ext uri="{FF2B5EF4-FFF2-40B4-BE49-F238E27FC236}">
                <a16:creationId xmlns:a16="http://schemas.microsoft.com/office/drawing/2014/main" id="{CCBB2490-3CB5-F78F-9B46-AC86BDAB5BE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6200000">
            <a:off x="4327364" y="4682178"/>
            <a:ext cx="381470" cy="381470"/>
          </a:xfrm>
          <a:prstGeom prst="rect">
            <a:avLst/>
          </a:prstGeom>
        </p:spPr>
      </p:pic>
      <p:pic>
        <p:nvPicPr>
          <p:cNvPr id="113" name="Graphic 112">
            <a:extLst>
              <a:ext uri="{FF2B5EF4-FFF2-40B4-BE49-F238E27FC236}">
                <a16:creationId xmlns:a16="http://schemas.microsoft.com/office/drawing/2014/main" id="{C4AE9BEC-2BDB-FF2F-1DC5-CE2FFEA026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6200000">
            <a:off x="4327364" y="5402783"/>
            <a:ext cx="381470" cy="381470"/>
          </a:xfrm>
          <a:prstGeom prst="rect">
            <a:avLst/>
          </a:prstGeom>
        </p:spPr>
      </p:pic>
      <p:sp>
        <p:nvSpPr>
          <p:cNvPr id="114" name="TrackerNumBlue 53">
            <a:extLst>
              <a:ext uri="{FF2B5EF4-FFF2-40B4-BE49-F238E27FC236}">
                <a16:creationId xmlns:a16="http://schemas.microsoft.com/office/drawing/2014/main" id="{0B6309E7-D256-F6B4-2331-8285C27F4793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567769" y="2794753"/>
            <a:ext cx="246220" cy="24622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en-US" sz="1400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115" name="TrackerNumBlue 53">
            <a:extLst>
              <a:ext uri="{FF2B5EF4-FFF2-40B4-BE49-F238E27FC236}">
                <a16:creationId xmlns:a16="http://schemas.microsoft.com/office/drawing/2014/main" id="{373FB147-E7EE-A5BD-5C53-4FC79C8C1B05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567769" y="4212954"/>
            <a:ext cx="246220" cy="24622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>
                <a:solidFill>
                  <a:schemeClr val="tx1"/>
                </a:solidFill>
              </a:rPr>
              <a:t>2</a:t>
            </a:r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116" name="TrackerNumBlue 53">
            <a:extLst>
              <a:ext uri="{FF2B5EF4-FFF2-40B4-BE49-F238E27FC236}">
                <a16:creationId xmlns:a16="http://schemas.microsoft.com/office/drawing/2014/main" id="{46478AD5-6FB2-8831-78A6-B95253061155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567769" y="4933559"/>
            <a:ext cx="246220" cy="24622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>
                <a:solidFill>
                  <a:schemeClr val="tx1"/>
                </a:solidFill>
              </a:rPr>
              <a:t>2</a:t>
            </a:r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117" name="TrackerNumBlue 53">
            <a:extLst>
              <a:ext uri="{FF2B5EF4-FFF2-40B4-BE49-F238E27FC236}">
                <a16:creationId xmlns:a16="http://schemas.microsoft.com/office/drawing/2014/main" id="{224DB1AD-280C-5D44-91D3-264C6AD91851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3360137" y="5661143"/>
            <a:ext cx="246220" cy="24622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>
                <a:solidFill>
                  <a:schemeClr val="tx1"/>
                </a:solidFill>
              </a:rPr>
              <a:t>3</a:t>
            </a:r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118" name="TrackerNumBlue 53">
            <a:extLst>
              <a:ext uri="{FF2B5EF4-FFF2-40B4-BE49-F238E27FC236}">
                <a16:creationId xmlns:a16="http://schemas.microsoft.com/office/drawing/2014/main" id="{A7CAE8EF-00D3-DC51-B210-CD2A47AD80B8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567769" y="4995310"/>
            <a:ext cx="246220" cy="24622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>
                <a:solidFill>
                  <a:schemeClr val="tx1"/>
                </a:solidFill>
              </a:rPr>
              <a:t>2</a:t>
            </a:r>
            <a:endParaRPr lang="en-US" sz="1400">
              <a:solidFill>
                <a:schemeClr val="tx1"/>
              </a:solidFill>
            </a:endParaRPr>
          </a:p>
        </p:txBody>
      </p:sp>
      <p:sp>
        <p:nvSpPr>
          <p:cNvPr id="119" name="TrackerNumBlue 53">
            <a:extLst>
              <a:ext uri="{FF2B5EF4-FFF2-40B4-BE49-F238E27FC236}">
                <a16:creationId xmlns:a16="http://schemas.microsoft.com/office/drawing/2014/main" id="{8E69E0CE-BA59-6FC4-2A11-29A1E8FD1735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567769" y="5661143"/>
            <a:ext cx="246220" cy="246220"/>
          </a:xfrm>
          <a:prstGeom prst="ellipse">
            <a:avLst/>
          </a:prstGeom>
          <a:solidFill>
            <a:schemeClr val="accent6"/>
          </a:solidFill>
          <a:ln w="6350" cap="sq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r>
              <a:rPr lang="tr-TR" sz="1400">
                <a:solidFill>
                  <a:schemeClr val="tx1"/>
                </a:solidFill>
              </a:rPr>
              <a:t>2</a:t>
            </a:r>
            <a:endParaRPr lang="en-US" sz="14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953657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c90ee1e1-c015-415f-8aa1-dd21303cc84c"/>
  <p:tag name="NEWVI" val="true"/>
  <p:tag name="TEMPLATELASTEDITTED" val="2019-02-25 12:05 PM"/>
  <p:tag name="TEMPLATECREATED" val="2019-02-27 01:18 PM"/>
  <p:tag name="TEMPLATEVERSION" val="3"/>
  <p:tag name="BLUEONEFOURTHTITLEFONTCOLORFIXED" val="true"/>
  <p:tag name="DARKLAYOUTNAMESCHANGEDTOCONTRAST" val="true"/>
  <p:tag name="THINKCELLUNDODONOTDELETE" val="0"/>
  <p:tag name="TEMPLATELASTEDITED" val="2024-05-30 01:34 PM"/>
  <p:tag name="LINKEDPICTURESLINKREMOVED" val="True"/>
  <p:tag name="THINKCELLPRESENTATIONDONOTDELETE" val="&lt;?xml version=&quot;1.0&quot; encoding=&quot;UTF-16&quot; standalone=&quot;yes&quot;?&gt;&lt;root reqver=&quot;28224&quot;&gt;&lt;version val=&quot;35898&quot;/&gt;&lt;CPresentation id=&quot;1&quot;&gt;&lt;m_precDefaultNumber&gt;&lt;m_bNumberIsYear val=&quot;1&quot;/&gt;&lt;m_chMinusSymbol&gt;-&lt;/m_chMinusSymbol&gt;&lt;m_chDecimalSymbol17909&gt;,&lt;/m_chDecimalSymbol17909&gt;&lt;m_nGroupingDigits17909 val=&quot;3&quot;/&gt;&lt;m_chGroupingSymbol17909&gt;.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0&quot;/&gt;&lt;m_chDecimalSymbol17909&gt;,&lt;/m_chDecimalSymbol17909&gt;&lt;m_nGroupingDigits17909 val=&quot;3&quot;/&gt;&lt;m_chGroupingSymbol17909&gt;.&lt;/m_chGroupingSymbol17909&gt;&lt;m_strSuffix17909&gt;%&lt;/m_strSuffix17909&gt;&lt;m_yearfmt&gt;&lt;begin val=&quot;0&quot;/&gt;&lt;end val=&quot;4&quot;/&gt;&lt;/m_yearfmt&gt;&lt;/m_precDefaultPercent&gt;&lt;m_precDefaultDate&gt;&lt;m_bNumberIsYear val=&quot;0&quot;/&gt;&lt;m_strFormatTime&gt;%d-%1-%Y&lt;/m_strFormatTime&gt;&lt;m_yearfmt&gt;&lt;begin val=&quot;0&quot;/&gt;&lt;end val=&quot;0&quot;/&gt;&lt;/m_yearfmt&gt;&lt;/m_precDefaultDate&gt;&lt;m_precDefaultDay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yearfmt&gt;&lt;begin val=&quot;0&quot;/&gt;&lt;end val=&quot;4&quot;/&gt;&lt;/m_yearfmt&gt;&lt;/m_precDefaultMonth&gt;&lt;m_precDefaultQuarter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0&quot;/&gt;&lt;/m_mruColor&gt;&lt;m_eweekdayFirstOfWeek val=&quot;1&quot;/&gt;&lt;m_eweekdayFirstOfWorkweek val=&quot;2&quot;/&gt;&lt;m_eweekdayFirstOfWeekend val=&quot;7&quot;/&gt;&lt;/CPresentation&gt;&lt;/root&gt;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goWEzLgA0_64VDvMxGGg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ACET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Empty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Quater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3Quater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5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5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4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3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3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2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1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GLE" val="1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9_f.d6YGbJCbK0.Pg2_A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Documenttyp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ubtitl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Titl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.oZbb0sXNdu8BCibsgsUw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vs3CU0mhZ0iF9VK3Gc_gQ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vs3CU0mhZ0iF9VK3Gc_gQ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rcAbB4u0quRffFN3bn3Xw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G_9mniplMrafceMpP.Qwg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RectangleLight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bEQ8aI7AKzsdxigcAG3ZA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RectangleLight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vs1S2qnQw1aA01IUaglg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RectangleLight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UyDlDqWonv3hoAx.p9Rsw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RectangleLight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9xgrPArEB1mEiMOhB5KGA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RectangleLight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9xgrPArEB1mEiMOhB5KGA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RectangleLight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Documenttype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ubtitle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Title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6LXCHiT_BJuusJRRSz9IA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eELpwOYcifelmvnWRJt8w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MSm2R2oVuCIXwK79alfrw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mRxc_RhicEbTUXza48IAA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IFUa2gHH0uXuH9HEdMpw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neznmXLIdTeCINrmT1PHg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HWIlN3WeILBHjZn7ssH9A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PpALy3HIc6PxVIHdbwpVQ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AiKYiGSnEpdU4CMdmuPmw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xjKxf5mDePBYR6Wt_OYoA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bBNttoJCFivYKw7faC6w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SuPcl3QikqNlc2ExAlTXg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1qq37San3DwcNcKq5Njw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NQAeYTiRdknzXLq.jYF4Q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hYONP73yuFTPCOaNfchhw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KGjAXvVAFg8bpAc5guNg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WcVkT7OPFbFWBUlw1E8rg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CZTdYUpeC8roJyTh6_EaA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4PIZ1CRa4V9vjd_oAUZnA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AaD1MY8hb8bE.r288TxKQ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P7a69B86HTIIBDRLAnHQ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zOLTdzu.4E2dNn7PzgEw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4JEbz_GD87RA1D3BrlwDw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RrmCsd0XK1Y4QfYzEf.bw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BeKvMB2Rt2gacK1c92oAA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fmTr_DgZW5tOgY7MySyyQ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5SxfPfwQjZg5BGVqcUsw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v1Juge6qQ49j0byONtJA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tcszztIrn8_l6SdTZ5Q8w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64y9o29KQa92FMPKB3biQ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Wh0EbO20yjef8Zt07PawQ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VC08fkRb9Ftz_55aJlCWQ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6SUDnt30jB9zli_nvt_CQ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023M8IZg2GTlo8vW3rNIA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561jSWZddcFtGPJ7FJ9pw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7ivo.xbWw24z39juv7oaQ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m9CUFmNROE45MKnD8XZJw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5Whi.0ZCN9cGYi2tZ2G6A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XqodjhJhU7ZSi3dGfybWA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KTXx609Z1tTzqb0ilcxyA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aUaW46Gtw1tRl0FC8FDqQ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6f54cT4mS.8P9IZFnLWMw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WnAAovBX.Z87d5rjUmgiw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i6qMNxz0wPjp69M.xP.sQ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MnazE1zVTIM78HUcNtyWQ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24WytAUR1A_i.YuUHxcIQ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bpWGc16Biz1n7ZobYRQQw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KbN7kGCC_KWcmPIF_Uow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bQrIe65exhaVfS57HAXwQ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momFdfhFkmvVJ6ot1fBCg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HANEjca0dyGIWvQ8t1Iyw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HS34PvrRTkKjWHM6TEicg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KAgEpWfrIvqV2BCotErMg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Ukc.xgOhtD6L607l6Vnwg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lHixPdNGbTK1zU0fZGJgA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6.g7TSoC7kNKT5wNs7ExA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5Hvo9dPFMHGw5EViK7MVw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UcMgW.KOcbrQdBwDwmz7A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hiBLOfMVJbFwWY_NveJ0g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ot9J9pzF2SP1RvXEUyzgw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NwRDZlax37NhhYIGzZEJg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xpCj9NF.rCOlS74qLOTRw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2LRyPLg3CcpZJgh_h4Evg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soUFQ5YFKLek_m5sR_E9w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rt0p6WCt0zdopi6q6ZqLg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wm9cpJuMJ4xR_CRn57QhQ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APFFTzJxLIaqWPkMJw2HQ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Qpz8F3Ys5_bH4xvubw7Q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dyLusW3UnBccRm7B_8NsA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83SiVtQx3ddQZkjEDYK0Q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h25M0ZWh6G2_qRW3zpFQg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lMuWBiy9L5uokLvJPWefA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i8X8Rk4hgM9PsRL52Xfaw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NvmLy7JJCBcpfV3C7midg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pJggpCyV4LeM7KokOkjQ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Nq.IUzOiz9sXOGhXIkvQ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5YoCrAna_dHtWf0mRZGAA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eK_Wrtt38dYoqcud8hNlA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hs1EmnqteCgvhLvenTNZQ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AZ5..yL8IjtXvVaA55oJA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j4KvdV0GG_2UItfRTRVrQ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k1UJyNUCIBNi8HRZmoXLg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u0dTCuaM.YybaLle7mCfg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XAY4mABkMNxoamNHADf8A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tY3xMt2pWS2lnCiwqA8sw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p1rV32mygUUnh4KxRZNg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c3BmNykl1Hlatk7W0NoTg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iaITPOp.m.tQnA1u6I4ow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iduEfmN5YGup2ExZaEebg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1xNkV_NSqzyqaBkxMzCrg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5JChn7mFPJMFfDCIjljg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yCvPvJdR6gnkwsTWAsFSA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aQX8J4uAxz2cUmAYowzpw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TzRneba3plYdR4u7KATeQ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F05XApfUsfdXZ2LksEs9g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aTe1P9UVHX2EuO09ake1A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bcChXomwByszHYmkx8LVA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VO9qVU8JawhoIu0lz.IrQ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BZM2cDE1ZVZKC4.DaqDw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jREc6Sn1ZcFwL_.WcPTDw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3ylGIap2UZri9BO0FrULQ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qsnJxHfbsdSpJ95DBTuw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.3DdGLctMKc6Z4T7Sd1EA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X6HFx5FOSZSG_xlZ0DtnA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iQ05STp3m0V0SCSrfmTUA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lNtETkx6uz8hdyF50y4A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Hlt5VXacPuAyfbFGI1lw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Yxb7nskS5VAyfnQ8MTTBQ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MF3rL9RZfuVMMtAhNmAfw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rwVWrt_hp8IdqPiV52.mA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.wasvLzmQGo_TiPehramw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U6YTEsbMIGqOqqRkh6p2A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mTH.lT1pt39g0MoyrUfLQ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AzDiGAidS8PxZRRUKK38g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JxizQyqqNF2OGvGfyDNA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W0qHpHar_DB.3u1Pr3.MA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TiqhdXfQEuGJxQX.2myKw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2dfgFYEwI3cj8zFdEkUGQ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_hRQ1H9D2i_hDuG0MSlJg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1kgXYrs.2tWnWYyXIBTiw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7xoLYwdFKW3FqxVCm6uzQ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Lyl0OhHXbdttXIK1PeRVw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BaOgak65ow.CPznzpN0tQ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etaOy1HVcAE7wWUv60prg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zckCI47w.T7YhoOQWIMgA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EE3JHSW2LvL9TGrdLLMYA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UR5B4K7deUXmk30HUHRgw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5.931164"/>
  <p:tag name="LEFT" val="156.25"/>
  <p:tag name="MTNUMBER" val="0.546772515190194"/>
  <p:tag name="MTTABLE" val="Cell"/>
  <p:tag name="TOP" val="152.8953"/>
  <p:tag name="WIDTH" val="91.25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7"/>
  <p:tag name="2LEVEL" val="3.5"/>
  <p:tag name="3LEVEL" val="1.75"/>
  <p:tag name="4LEVEL" val="0.88"/>
  <p:tag name="5LEVEL" val="0.44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Strong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Strong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30"/>
  <p:tag name="LEFT" val="322"/>
  <p:tag name="MTNUMBER" val="0.06540817568478408"/>
  <p:tag name="MTTABLE" val="Cell"/>
  <p:tag name="POSITION" val="0,1"/>
  <p:tag name="SHAPETYPE" val="TitleRow"/>
  <p:tag name="TOP" val="110"/>
  <p:tag name="WIDTH" val="252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30"/>
  <p:tag name="LEFT" val="45"/>
  <p:tag name="MTNUMBER" val="0.06540817568478408"/>
  <p:tag name="MTTABLE" val="Cell"/>
  <p:tag name="POSITION" val="0,0"/>
  <p:tag name="SHAPETYPE" val="TitleRow"/>
  <p:tag name="TOP" val="110"/>
  <p:tag name="WIDTH" val="252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30"/>
  <p:tag name="LEFT" val="599"/>
  <p:tag name="MTNUMBER" val="0.06540817568478408"/>
  <p:tag name="MTTABLE" val="Cell"/>
  <p:tag name="POSITION" val="0,2"/>
  <p:tag name="SHAPETYPE" val="TitleRow"/>
  <p:tag name="TOP" val="110"/>
  <p:tag name="WIDTH" val="252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TitleDiv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Div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Div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Div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Div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30"/>
  <p:tag name="LEFT" val="45"/>
  <p:tag name="MTNUMBER" val="0.06540817568478408"/>
  <p:tag name="MTTABLE" val="Cell"/>
  <p:tag name="POSITION" val="0,0"/>
  <p:tag name="SHAPETYPE" val="TitleRow"/>
  <p:tag name="TOP" val="110"/>
  <p:tag name="WIDTH" val="252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TitleDiv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5,0"/>
  <p:tag name="SHAPETYPE" val="TitleColumn"/>
  <p:tag name="TOP" val="280"/>
  <p:tag name="WIDTH" val="252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5,1"/>
  <p:tag name="SHAPETYPE" val="Cell"/>
  <p:tag name="TOP" val="280"/>
  <p:tag name="WIDTH" val="252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5,2"/>
  <p:tag name="SHAPETYPE" val="Cell"/>
  <p:tag name="TOP" val="280"/>
  <p:tag name="WIDTH" val="252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4,0"/>
  <p:tag name="SHAPETYPE" val="TitleColumn"/>
  <p:tag name="TOP" val="248"/>
  <p:tag name="WIDTH" val="252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4,1"/>
  <p:tag name="SHAPETYPE" val="Cell"/>
  <p:tag name="TOP" val="248"/>
  <p:tag name="WIDTH" val="252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4,2"/>
  <p:tag name="SHAPETYPE" val="Cell"/>
  <p:tag name="TOP" val="248"/>
  <p:tag name="WIDTH" val="252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3,0"/>
  <p:tag name="SHAPETYPE" val="TitleColumn"/>
  <p:tag name="TOP" val="216"/>
  <p:tag name="WIDTH" val="252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3,1"/>
  <p:tag name="SHAPETYPE" val="Cell"/>
  <p:tag name="TOP" val="216"/>
  <p:tag name="WIDTH" val="252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3,2"/>
  <p:tag name="SHAPETYPE" val="Cell"/>
  <p:tag name="TOP" val="216"/>
  <p:tag name="WIDTH" val="252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2,0"/>
  <p:tag name="SHAPETYPE" val="TitleColumn"/>
  <p:tag name="TOP" val="184"/>
  <p:tag name="WIDTH" val="252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2,1"/>
  <p:tag name="SHAPETYPE" val="Cell"/>
  <p:tag name="TOP" val="184"/>
  <p:tag name="WIDTH" val="252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2,2"/>
  <p:tag name="SHAPETYPE" val="Cell"/>
  <p:tag name="TOP" val="184"/>
  <p:tag name="WIDTH" val="252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1,0"/>
  <p:tag name="SHAPETYPE" val="TitleColumn"/>
  <p:tag name="TOP" val="153"/>
  <p:tag name="WIDTH" val="252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1,1"/>
  <p:tag name="SHAPETYPE" val="Cell"/>
  <p:tag name="TOP" val="153"/>
  <p:tag name="WIDTH" val="252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1,2"/>
  <p:tag name="SHAPETYPE" val="Cell"/>
  <p:tag name="TOP" val="153"/>
  <p:tag name="WIDTH" val="252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LOOKUP" val="2025092222143883221474817202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OJOc0JkJKkEOmi2FqXaA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Jhql9h4qagea6P6EhSkw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X6flSTx0wV7K.d0jLpOvQ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KC0qMZ7ejHNhSd8X9j0zw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xrTqOr2jA_K7Tm4elheGg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p2hzluKOUnG1tDLCMo8NA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ZuUKrRd2okutlohMHH5MQ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M2mH5cj5.pkdrFpifqdvA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W.vLyuvc.nbcyoHk0SDdw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I_IDHR8hyCD8JcU7bBs1g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m.7HYfxhTTgcQqlzSdBwg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wosHPWs7ABB2f34lST.UQ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B1avtzTG9AQAB49b9Rs3Q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rN5up_v0ZlhRja7srVqqA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RWb6Pgk1EZ1IJUnTzti9A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BD.4QRb8lS2km8e6ui4MQ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sSBD2PItYNwHtRhvGjkLA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pY3d6c1FwrUkpYIRLYiCg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UFpco.SB5MVKqFOcA4W7g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6fTu.E9Hlx1eAydDiIeEA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zdvK8TFeGnG.gAXiFsJgA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Fo7uYhli3iXUFJuy7o3dA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rXVyP6VkA88cwPjN5msCQ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1kijiDu9mUmRWITaZ7tkQ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eoG_juBcbPLLc_sdt9Kw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l.3XWBZODLkDdxbYsVWtA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onYy8uhuAy1oMh2ulOJog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GNfi0.NOkWLzQ6zp_ktOQ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943b.2wn0Oq.5NqluD0Vw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rFsSk1zBcrZItZtAvZUEA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Gj0xgWds309ts_oy27IKQ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snf8f0_JtDxUlCpO22ng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D1PK54SUhGkLh1BQ3bXXA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LvxNWCf_fwkpTQb5mfmSA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LGlxn.4wuxh9kyvKgPTTw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NXvbrzRloQH1koa6BK8Tg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NPVRebXK.4jv0VyCWkl2A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QVW3laSfTHVypmqDLWANg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NLc2ooGRLIYY91ClQbRcA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hnWVRcz8EQzOvclXcE3Kg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ykyXVnIrFQ_grkOIUuXTw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rkbAh8Z2VBvL.7BDjDGCA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qF5wMQulWYAXIFO0Q6mog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Ruh9ByGOmfiTMgqy07aw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JbNqHQKNbvEg7DYw.taPA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ZuLec21kc0Mt3X8GwZCiA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maYDOtiRG5Ei39WVlZJOg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6PuGhScEVkdD_wuiq2urA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1ofGlbd.x7TtdyEhbH1JA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OWA3wkdU9nlcTtePOxbA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iKMh3QL7gyBGtGDosYNIw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OClFgAdTzQyarknYsjJeg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_lnCjOGLDtitJzlANBzRg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4_RDVqnyFMkZ.vIX87gwg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7F46yjgF.d._sXkUyfyVA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olZAVJ76e6OHFngyo8BA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Gfn34qa5tdPCIeVhpOOlQ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rSvHYGiV4EykWMc6JWBhA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TSL_E4Umpi_ctF53mTubQ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2dCgUeWRdrvGZYYJe_kXw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JUPV1tz5fYaDuWvtEICg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Lz0pDpDLRdqOSq7PoGmQ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jDTj82OyQ49zAzPeR3gtA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5oi7AKBrgHYESYCcvErOA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uSlCcNM5ASYUR8twZlZ8Q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PkG5W6WHaB4.H_a.amE6g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9NZX_nByTxKJ6rcuvZaJg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BVktsKSq501mWrlWt7xOg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kgZFZ60ZNhpbBQRaekk1w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TYzX86Xk.GtqjArcabk9A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tKylLltUlloQuoKgY9dQ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UzYCQyob6LFmdpcjPOX9w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Vd9ZDZA87gpg8KBTwXzA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uXENocRISq_XffPdvbmZw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  <p:tag name="THINKCELLSHAPEDONOTDELETE" val="pew614VnAw3VubeA1Q4.Yzg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K1Z6BHXXF44ISCiMIEz4Q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rMmFid.aPI0EGHLoU7apg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aWFqEJ9.TOJRdw64h5yg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gH9qTE8Rx2B5dO4p5B1WQ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oXOmSdoZJhrl2odTCv4Iw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r.XuzwOXB0tmp5ZTtr.Dg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Strong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Strong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bnEsTNGwd2AK8dCQTqXxA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gqwbkZ7dmmatQ7mlxlxuA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q8gI5CxigEt761VufwniQ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0fUZuNRWGRMi8LwOkw6fw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0ybJ2aZ0Y8f6RSzbEsDHA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EgZKiY9EMpeweplVSKGg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_YI.lpMwMrgrw9EdVvdNg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8DrD1DSEgDpDO23.zWWaQ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fMCpB3g1OzYuA128ofSvA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1KtuegyiSX_ER2Ztos6ew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._VgSdjN9GBk2ATlUIDQ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xrKOFXwSBwYwLqRZZZg5w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Strong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Strong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Strong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vURgzaydNaMTBb6HTkOWw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OX1eF6J7NyPVCfVNp9xAw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KMAL237iSUY4JbwSHGD4A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bkGVNb7b6GUFBI6V1IYxg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  <p:tag name="THINKCELLSHAPEDONOTDELETE" val="pEk5tvhcgz6YW4XPImupi8w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fxaxhFZcigHspQaA9dnYw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JskUeuJWCRkcRuuCk3gfA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p.Ex6X6BskeJW5B9oHbw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QGpz.ZpqaS9kLhOW.dUA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GKZ04P_oPjNzytDplIxhA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UbxGJAJpV9BouiGV4iN4g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60"/>
  <p:tag name="LEFT" val="341.6667"/>
  <p:tag name="MTNUMBER" val="0.763805943431242"/>
  <p:tag name="MTTABLE" val="Cell"/>
  <p:tag name="TOP" val="190"/>
  <p:tag name="WIDTH" val="276.6667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60"/>
  <p:tag name="LEFT" val="341.6667"/>
  <p:tag name="MTNUMBER" val="0.763805943431242"/>
  <p:tag name="MTTABLE" val="Cell"/>
  <p:tag name="TOP" val="270"/>
  <p:tag name="WIDTH" val="276.6667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60"/>
  <p:tag name="LEFT" val="341.6667"/>
  <p:tag name="MTNUMBER" val="0.763805943431242"/>
  <p:tag name="MTTABLE" val="Cell"/>
  <p:tag name="TOP" val="350"/>
  <p:tag name="WIDTH" val="276.6667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60"/>
  <p:tag name="LEFT" val="341.6667"/>
  <p:tag name="MTNUMBER" val="0.763805943431242"/>
  <p:tag name="MTTABLE" val="Cell"/>
  <p:tag name="TOP" val="430"/>
  <p:tag name="WIDTH" val="276.6667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763805943431242"/>
  <p:tag name="MTTABLE" val="HDiv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763805943431242"/>
  <p:tag name="MTTABLE" val="HDiv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763805943431242"/>
  <p:tag name="MTTABLE" val="HDiv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763805943431242"/>
  <p:tag name="MTTABLE" val="HDiv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60"/>
  <p:tag name="LEFT" val="45"/>
  <p:tag name="MTNUMBER" val="0.763805943431242"/>
  <p:tag name="MTTABLE" val="Cell"/>
  <p:tag name="TOP" val="190"/>
  <p:tag name="WIDTH" val="276.6667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60"/>
  <p:tag name="LEFT" val="45"/>
  <p:tag name="MTNUMBER" val="0.763805943431242"/>
  <p:tag name="MTTABLE" val="Cell"/>
  <p:tag name="TOP" val="270"/>
  <p:tag name="WIDTH" val="276.6667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60"/>
  <p:tag name="LEFT" val="45"/>
  <p:tag name="MTNUMBER" val="0.763805943431242"/>
  <p:tag name="MTTABLE" val="Cell"/>
  <p:tag name="TOP" val="350"/>
  <p:tag name="WIDTH" val="276.6667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60"/>
  <p:tag name="LEFT" val="45"/>
  <p:tag name="MTNUMBER" val="0.763805943431242"/>
  <p:tag name="MTTABLE" val="Cell"/>
  <p:tag name="TOP" val="430"/>
  <p:tag name="WIDTH" val="276.6667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PLORISLIBMETADATA" val="&lt;Metadata&gt;&lt;Field Name=&quot;TemplateCategory&quot; Type=&quot;text&quot;&gt;&lt;Value&gt;Project Planning\Roadmaps &amp;amp; Workplans&lt;/Value&gt;&lt;/Field&gt;&lt;Field Name=&quot;TemplateTagsVisible&quot; Type=&quot;text&quot;&gt;&lt;Value&gt;project roadmap&lt;/Value&gt;&lt;Value&gt;project plan template&lt;/Value&gt;&lt;Value&gt;project timeline&lt;/Value&gt;&lt;Value&gt;project workplan&lt;/Value&gt;&lt;Value&gt;project milestones&lt;/Value&gt;&lt;Value&gt;ROA1916&lt;/Value&gt;&lt;Value&gt;PROROA&lt;/Value&gt;&lt;/Field&gt;&lt;Field Name=&quot;TemplateTagsInvisible&quot; Type=&quot;text&quot;&gt;&lt;Value&gt;9&lt;/Value&gt;&lt;Value&gt;nine&lt;/Value&gt;&lt;Value&gt;phases&lt;/Value&gt;&lt;Value&gt;periods&lt;/Value&gt;&lt;Value&gt;quarters&lt;/Value&gt;&lt;Value&gt;icons&lt;/Value&gt;&lt;Value&gt;key message&lt;/Value&gt;&lt;Value&gt;ROA1916EXTPRO1402&lt;/Value&gt;&lt;/Field&gt;&lt;/Metadata&gt;"/>
  <p:tag name="SLIDELOOKUP" val="202508211134471652978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heckmark"/>
  <p:tag name="SYMBOLNAME" val="Checkmark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OPREFERENCE" val="False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arvintrackercircle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2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38.7750393700787"/>
  <p:tag name="LEFT" val="45"/>
  <p:tag name="MTNUMBER" val="0.24894427597714364"/>
  <p:tag name="MTTABLE" val="Cell"/>
  <p:tag name="POSITION" val="0,0"/>
  <p:tag name="SHAPETYPE" val="TitleRow"/>
  <p:tag name="TOP" val="110"/>
  <p:tag name="WIDTH" val="79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24894427597714364"/>
  <p:tag name="MTTABLE" val="HTitleDiv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77.55"/>
  <p:tag name="LEFT" val="149"/>
  <p:tag name="MTNUMBER" val="0.24894427597714364"/>
  <p:tag name="MTTABLE" val="Cell"/>
  <p:tag name="POSITION" val="1,1"/>
  <p:tag name="SHAPETYPE" val="Cell"/>
  <p:tag name="TOP" val="161"/>
  <p:tag name="WIDTH" val="79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77.55"/>
  <p:tag name="LEFT" val="253"/>
  <p:tag name="MTNUMBER" val="0.24894427597714364"/>
  <p:tag name="MTTABLE" val="Cell"/>
  <p:tag name="POSITION" val="1,2"/>
  <p:tag name="SHAPETYPE" val="Cell"/>
  <p:tag name="TOP" val="161"/>
  <p:tag name="WIDTH" val="79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77.55"/>
  <p:tag name="LEFT" val="357"/>
  <p:tag name="MTNUMBER" val="0.24894427597714364"/>
  <p:tag name="MTTABLE" val="Cell"/>
  <p:tag name="POSITION" val="1,3"/>
  <p:tag name="SHAPETYPE" val="Cell"/>
  <p:tag name="TOP" val="161"/>
  <p:tag name="WIDTH" val="79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77.55"/>
  <p:tag name="LEFT" val="461"/>
  <p:tag name="MTNUMBER" val="0.24894427597714364"/>
  <p:tag name="MTTABLE" val="Cell"/>
  <p:tag name="POSITION" val="1,4"/>
  <p:tag name="SHAPETYPE" val="Cell"/>
  <p:tag name="TOP" val="161"/>
  <p:tag name="WIDTH" val="79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77.55"/>
  <p:tag name="LEFT" val="565"/>
  <p:tag name="MTNUMBER" val="0.24894427597714364"/>
  <p:tag name="MTTABLE" val="Cell"/>
  <p:tag name="POSITION" val="1,5"/>
  <p:tag name="SHAPETYPE" val="Cell"/>
  <p:tag name="TOP" val="161"/>
  <p:tag name="WIDTH" val="79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77.55"/>
  <p:tag name="LEFT" val="669"/>
  <p:tag name="MTNUMBER" val="0.24894427597714364"/>
  <p:tag name="MTTABLE" val="Cell"/>
  <p:tag name="POSITION" val="1,6"/>
  <p:tag name="SHAPETYPE" val="Cell"/>
  <p:tag name="TOP" val="161"/>
  <p:tag name="WIDTH" val="79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77.55"/>
  <p:tag name="LEFT" val="773"/>
  <p:tag name="MTNUMBER" val="0.24894427597714364"/>
  <p:tag name="MTTABLE" val="Cell"/>
  <p:tag name="POSITION" val="1,7"/>
  <p:tag name="SHAPETYPE" val="Cell"/>
  <p:tag name="TOP" val="161"/>
  <p:tag name="WIDTH" val="79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77.55"/>
  <p:tag name="LEFT" val="45"/>
  <p:tag name="MTNUMBER" val="0.24894427597714364"/>
  <p:tag name="MTTABLE" val="Cell"/>
  <p:tag name="POSITION" val="1,0"/>
  <p:tag name="SHAPETYPE" val="TitleColumn"/>
  <p:tag name="TOP" val="161"/>
  <p:tag name="WIDTH" val="79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484.687480314961"/>
  <p:tag name="LEFT" val="45"/>
  <p:tag name="MTNUMBER" val="0.24894427597714364"/>
  <p:tag name="MTTABLE" val="Cell"/>
  <p:tag name="POSITION" val="4,0"/>
  <p:tag name="SHAPETYPE" val="TitleColumn"/>
  <p:tag name="TOP" val="509"/>
  <p:tag name="WIDTH" val="79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24894427597714364"/>
  <p:tag name="MTTABLE" val="HDiv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24894427597714364"/>
  <p:tag name="MTTABLE" val="HDiv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24894427597714364"/>
  <p:tag name="MTTABLE" val="HDiv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96.9374803149606"/>
  <p:tag name="LEFT" val="149"/>
  <p:tag name="MTNUMBER" val="0.24894427597714364"/>
  <p:tag name="MTTABLE" val="Cell"/>
  <p:tag name="POSITION" val="3,1"/>
  <p:tag name="SHAPETYPE" val="Cell"/>
  <p:tag name="TOP" val="400"/>
  <p:tag name="WIDTH" val="79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96.9374803149606"/>
  <p:tag name="LEFT" val="253"/>
  <p:tag name="MTNUMBER" val="0.24894427597714364"/>
  <p:tag name="MTTABLE" val="Cell"/>
  <p:tag name="POSITION" val="3,2"/>
  <p:tag name="SHAPETYPE" val="Cell"/>
  <p:tag name="TOP" val="400"/>
  <p:tag name="WIDTH" val="79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96.9374803149606"/>
  <p:tag name="LEFT" val="357"/>
  <p:tag name="MTNUMBER" val="0.24894427597714364"/>
  <p:tag name="MTTABLE" val="Cell"/>
  <p:tag name="POSITION" val="3,3"/>
  <p:tag name="SHAPETYPE" val="Cell"/>
  <p:tag name="TOP" val="400"/>
  <p:tag name="WIDTH" val="79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96.9374803149606"/>
  <p:tag name="LEFT" val="461"/>
  <p:tag name="MTNUMBER" val="0.24894427597714364"/>
  <p:tag name="MTTABLE" val="Cell"/>
  <p:tag name="POSITION" val="3,4"/>
  <p:tag name="SHAPETYPE" val="Cell"/>
  <p:tag name="TOP" val="400"/>
  <p:tag name="WIDTH" val="79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96.9374803149606"/>
  <p:tag name="LEFT" val="565"/>
  <p:tag name="MTNUMBER" val="0.24894427597714364"/>
  <p:tag name="MTTABLE" val="Cell"/>
  <p:tag name="POSITION" val="3,5"/>
  <p:tag name="SHAPETYPE" val="Cell"/>
  <p:tag name="TOP" val="400"/>
  <p:tag name="WIDTH" val="79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96.9374803149606"/>
  <p:tag name="LEFT" val="669"/>
  <p:tag name="MTNUMBER" val="0.24894427597714364"/>
  <p:tag name="MTTABLE" val="Cell"/>
  <p:tag name="POSITION" val="3,6"/>
  <p:tag name="SHAPETYPE" val="Cell"/>
  <p:tag name="TOP" val="400"/>
  <p:tag name="WIDTH" val="79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96.9374803149606"/>
  <p:tag name="LEFT" val="773"/>
  <p:tag name="MTNUMBER" val="0.24894427597714364"/>
  <p:tag name="MTTABLE" val="Cell"/>
  <p:tag name="POSITION" val="3,7"/>
  <p:tag name="SHAPETYPE" val="Cell"/>
  <p:tag name="TOP" val="400"/>
  <p:tag name="WIDTH" val="79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96.9374803149606"/>
  <p:tag name="LEFT" val="45"/>
  <p:tag name="MTNUMBER" val="0.24894427597714364"/>
  <p:tag name="MTTABLE" val="Cell"/>
  <p:tag name="POSITION" val="3,0"/>
  <p:tag name="SHAPETYPE" val="TitleColumn"/>
  <p:tag name="TOP" val="400"/>
  <p:tag name="WIDTH" val="79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35.712519685039"/>
  <p:tag name="LEFT" val="149"/>
  <p:tag name="MTNUMBER" val="0.24894427597714364"/>
  <p:tag name="MTTABLE" val="Cell"/>
  <p:tag name="POSITION" val="2,1"/>
  <p:tag name="SHAPETYPE" val="Cell"/>
  <p:tag name="TOP" val="251"/>
  <p:tag name="WIDTH" val="79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35.712519685039"/>
  <p:tag name="LEFT" val="253"/>
  <p:tag name="MTNUMBER" val="0.24894427597714364"/>
  <p:tag name="MTTABLE" val="Cell"/>
  <p:tag name="POSITION" val="2,2"/>
  <p:tag name="SHAPETYPE" val="Cell"/>
  <p:tag name="TOP" val="251"/>
  <p:tag name="WIDTH" val="79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35.712519685039"/>
  <p:tag name="LEFT" val="357"/>
  <p:tag name="MTNUMBER" val="0.24894427597714364"/>
  <p:tag name="MTTABLE" val="Cell"/>
  <p:tag name="POSITION" val="2,3"/>
  <p:tag name="SHAPETYPE" val="Cell"/>
  <p:tag name="TOP" val="251"/>
  <p:tag name="WIDTH" val="79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35.712519685039"/>
  <p:tag name="LEFT" val="461"/>
  <p:tag name="MTNUMBER" val="0.24894427597714364"/>
  <p:tag name="MTTABLE" val="Cell"/>
  <p:tag name="POSITION" val="2,4"/>
  <p:tag name="SHAPETYPE" val="Cell"/>
  <p:tag name="TOP" val="251"/>
  <p:tag name="WIDTH" val="79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35.712519685039"/>
  <p:tag name="LEFT" val="565"/>
  <p:tag name="MTNUMBER" val="0.24894427597714364"/>
  <p:tag name="MTTABLE" val="Cell"/>
  <p:tag name="POSITION" val="2,5"/>
  <p:tag name="SHAPETYPE" val="Cell"/>
  <p:tag name="TOP" val="251"/>
  <p:tag name="WIDTH" val="79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35.712519685039"/>
  <p:tag name="LEFT" val="669"/>
  <p:tag name="MTNUMBER" val="0.24894427597714364"/>
  <p:tag name="MTTABLE" val="Cell"/>
  <p:tag name="POSITION" val="2,6"/>
  <p:tag name="SHAPETYPE" val="Cell"/>
  <p:tag name="TOP" val="251"/>
  <p:tag name="WIDTH" val="79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35.712519685039"/>
  <p:tag name="LEFT" val="773"/>
  <p:tag name="MTNUMBER" val="0.24894427597714364"/>
  <p:tag name="MTTABLE" val="Cell"/>
  <p:tag name="POSITION" val="2,7"/>
  <p:tag name="SHAPETYPE" val="Cell"/>
  <p:tag name="TOP" val="251"/>
  <p:tag name="WIDTH" val="79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77.55"/>
  <p:tag name="LEFT" val="45"/>
  <p:tag name="MTNUMBER" val="0.24894427597714364"/>
  <p:tag name="MTTABLE" val="Cell"/>
  <p:tag name="POSITION" val="1,0"/>
  <p:tag name="SHAPETYPE" val="TitleColumn"/>
  <p:tag name="TOP" val="161"/>
  <p:tag name="WIDTH" val="79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QPgXng2GjCvEzc_sgTyA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GcwMJys5.PYKknJFpOCWw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BBvIm7qtRE16v.DlJWVPw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297hH5d.reuxoqe5gZBYw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eT_izMRu6pHZT8LCxkAoQ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u.jh511WPvPS0qFYkdLpA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kBRi8qhuN9IwVDEK486Ag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F0w3dR5pY46rGf7lRIpEg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HS64eyCHNCBmiXI40XoFQ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UisvakrnJRdHuWFkRqKBg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Z35MdJfR5h0NPjbpr2I9A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h4H1XOP4qkfo.SzIGiNg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PlusSignWhite"/>
  <p:tag name="SYMBOLNAME" val="PlusSign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PlusSignWhite"/>
  <p:tag name="SYMBOLNAME" val="PlusSign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PlusSignWhite"/>
  <p:tag name="SYMBOLNAME" val="PlusSign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PlusSignWhite"/>
  <p:tag name="SYMBOLNAME" val="PlusSign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MinusSignWhite"/>
  <p:tag name="SYMBOLNAME" val="MinusSign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vronBlue"/>
  <p:tag name="SYMBOLNAME" val="Chevron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vronBlue"/>
  <p:tag name="SYMBOLNAME" val="Chevron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vronBlue"/>
  <p:tag name="SYMBOLNAME" val="Chevron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vronBlue"/>
  <p:tag name="SYMBOLNAME" val="Chevron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9YGTEIyEJuSdC2A50Dt_Q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0EKk7yu09hRIWvglRowiA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3VooEMjLNFuOxVl49e.Wg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BrxJSUhssIPQnNWepy_Bg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8Kh0lPlXzHOlQGTedcqWA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BNp357Zt7b5JW70u56jaw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9jLHYFUfkm8ZjYBP5qyA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F8rbKIJ0ZHJkfYaD9p7Nw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nU.X3X.ZKr5Knfi1rdPog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xwT_.b4vqmxYZ9b7Vy0Sg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s.UOeEuG5AA68ceoTnhLg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WweE1tpHorAb6.0.ksfhA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LWNGx7DUsfSlQj6ouUQGg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tSTtLRL1MZ7G1G1SqyfwQ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XsrEJ3w3oExKWEef4wTFw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53v1pm6ROXwjdycJu0_GA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9Wo1rlTVdw_Mtgz3j5gYQ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qqFuIModsiOHaC7Esvkpg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JGO27xp9NWi.yG3C49cxw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T.0UQRELLmJGtiRhBY3EQ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5RWKS4b6CSucnh_y2Q2A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AA00fyTiG9ZUtb1BWsbtw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0SNrJQ1sm5dCBX2kkhLEw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AZbSlqBT3FCWPaeYyCKPA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bEKplGx5Y1FlJxodo0mzA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2Sj996i3.rQTgH.KJlyXQ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0QrOolUO3VjUAJB87pSDQ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5X7_xeM7nkD0sIfQlkeDA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8jOPcqyuRmzz8zjmrQ_Lg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_mJ.WAKhElIsDvazwxvEQ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IlJ1r2E6f03W9xj97XPVg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6QEu72cVRemM_N8CS8Gzw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9QzAhVpfn2Wp.5WsCIng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3xjU392jhrItxAhhcT3MA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9JNqyMNJkweP5MRJVChiw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9vJq8XVTCh2Ahi8._U77Q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Xb50gHHEmQtxExeMICsYA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UNsw1wqqAG1.ui7k06tA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JvCpATYKOMTrTiTAJfC4w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fZYg4._Fz5R9ubaZ8SXRQ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wE1xPSYzR58qhpvAJYyA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ld_RD__b.bqdDjeml8aUQ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KeyTakeawayOF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mBLSJt_IwawV6VaOdM7Uw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K7K8iC6usK5JVzpntpnJQ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InvY3dSxmcrpwqVwaatgw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a3nXdl1GiimTBeagnJW.g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rZ5I7D4nytR_FO9e6G6Cw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JtfATYwQtsAr7C7EJCTg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YTwTYhtgtKuWHNT_KfHw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vuhOOcHZaMOIiVzgBTOxg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eh94OkmuQMDOFvWh3k7Q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xofWDsPSIDWm4.7LHzgQ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1VSOuAqxM0GQsC1AtdT4w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jjQfxot4REczc_whIWCw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fEiH3y8Kmi09b_vV4pFQ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kVSNM0Gp6E2tPTpwVBuQw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wBEgzVnYNRTqkGaTpZdA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_Vg7TIP9zyQXvIDb6DoSA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eDnttrXIop0b2JWtsGBg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7H8mqL8NLTd1ztS8dDkvA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iYtXA5vRieOfeFa5tjg3A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hNbvU0gDuMNQpT9U7YwQ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h5DB_6.406PP4MtrcVRHw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MZsDECk3G0t0XPMaLrf5A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KToXCHppL94qKcGqDEUuw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9bjXi9BEba9D7MWIXdqew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qra_DvBYocpU7XtGujHXQ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OczuWDWYS18otzgC53jog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T7ixHEgMhANJE9LApUzPg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BRaktg3vcsVbuW78lRB0w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6xC1TNUP2cIGR7GDGc_NA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U8vholWzGzMtacb4PBrtg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lVwMMU8pND37vL2VBYqw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HnR_w4YFDojLzuIk8F0Kw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dJHHL_JjfRam9TVELOMg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KeyTakeawayOF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skabPIxP_xG_0tUkbLKuQ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e5t2Us.jbgyN6RaWaOFYg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Cf6Sf_AGIW2v21CNc38aw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iunVGkU6EtdK8XzG3YjEw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c944hEqux3T8hA0D0lxww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zC5CZqUtkeoYBBVD.rPXA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SQdt_AzKJuflkAqgv8d9g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MW9TdHmqXhcDxyprjZ2aA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HwUj5s6JwsVdynbhQMAfA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j4DLi49LfQm7MviMXxU1A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LXRCIlFiM_Z5C3HnLTSQw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IJu2CEThyvmYPldJzAyQ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yTq1MGS_0B3yHcCUK1eyg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vgpAPx3hzTJ7hUmxqyxLQ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ZwyaAGCv4uOKIRZlmWTww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qTdmNi4am4YT8JE7L9iWg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r2Ygk4GKqumeZFMJfG9PA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JNLwiN7gdea9FZZTkZCbQ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njt4Kwl_PR.C6LbCfhjmg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YpnFDpX_jSPaFEWhLBJkg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zza7LjFAqY1ARcZ4siVCA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ekk8vrriXM5PaWIBPu27A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eUz3xek.CUORIUykwo.rw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b2ivVvQyzVZW7w8m5JtZw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9FLL_1MEJbBgLvq3X8Y3g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rztCOLNv4.4KfHdnBe0A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OjjcstobTHLZqFJNYNo1A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4j4rWkjLITdaMQvRGhZjQ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s8cme0FFXlH9B5lZhFDLA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ioP1K8lNkJT3e1p5rsgjA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xtzX_FLjxuZPDUv9F6Xxg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lDOjqHu8EFbHAbDFTF5JA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sJbhEWxhxgS4cumuqfKVw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RNWzarDXFAs_NPrIZhmMQ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_S26uMPEOhbBvcYr7bE_g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TdIrvtp2z0HffOc0PTSfg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crqrVBbDBkpa38jdQDKw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dXLxJZ527y3h1CsmmyQ0g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G_zIa1JmoWJPnE9Uzx9iA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5RGAbSDsVX3UNP56AOkGg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x7L_sXzaDet2rP7Math.Q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vWA_xJ2YzfGUQvzY6x9fA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VbZXu0A1VK_UPOb1..IQ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k8l5MEcXfr1U_SiC6aMg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7em8pylJDF3zGw3xz7DgA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4rOmxCpskYadKPm9HZo.w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KGdhXRxCByBlB8lPyD.jA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plCrMXz9xQc7hC3LeEV5A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6HfLtznT0EOtjyeGq.nEA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U3RPy35aBtObiBpEFpYg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sI5aPE78SnmptZpZGvRQ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DUTvPZeDMTSJoCVNxYrng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6AlnCAc3C0z5dlOvgUxQQ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16XrWxVfbXXQrmrqrIuug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ksPVTQxNq5b0pZ39ly0og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90Dl_FNBRPPzUBw9qw0Bg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yjBQ_YFBUSTlHHWd2Cdmw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GCLam5McFrc2R9OIat3bQ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9fwo4IIxVzIBj9Ap0bmEg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6rO2kQRQtlwyVrGMV_sAw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alQcHDxzjEBMjmSN5Q5bA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r_OtO4CUv8kWD_JJuUCrQ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oa.lo4ji5XKCsTc5Ghjfg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2T05OHrpKihOSp5H4J1yw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mdjXEvmKA4JbRmrrqsZNg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TP9jmMoJEBQdYKbN.797A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h1FaDtfcXPgr9aM3idARQ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wyPgYjj1BlyiSGKzKIxkw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TOb.EnHNSp5BPhoiXN0og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UpTOF5oEomkzjrhAJvWA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_JuizqXx3li4NnPWSuiQ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5XzL0w1PiMrrVEzgeuBSQ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i8OL5iyS96edtghY3WvQ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8f5Q2moEhwyiZ.F1fn26g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m4rgoe.E8GWhpH1w.thQ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FGc892152GGjbCm76Xig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zeP6p4ZmbiqqYl3XtMmeQ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LUP5Jcc.Hij8e0dwqUA7g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l7nxeU0Lr945Hc.flnGQ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I0oh0ypiaClXTqkXgXxLw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LK40Iz.BWCdzEIUB7LPRA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gedON7ZPki3k09616uQQ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tOJRBtcjxgYo6BtI5d78w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43b9ZkocM84X0kJ4fqvyQ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efPknGqYVjaY7sofSpxQ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firCg2Dl5G8PrSm4o8dGQ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T5nr7YzattK4ssvQs0wMQ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HWw4Q_6qij9yJGz8NoR8g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fuCuzfUREleBeX40NuUOQ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9iqG7Hcb0hyA23gTLnxfA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dZh8YHX2QtO3_U4S2r4A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c0ngRwqfmLAlsGbZjJtw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8daGNxG4JilYCyp0q14VQ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Q8YJR78pxVhnjkIDjkuIg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IXNCkzyqr.FUO0hE7H9g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LM5ZLCSeR9zlX8Qfd3.w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qjnDeuVlebk9a18pZCv9g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ikd7AwiDSCRzaNMptEU1Q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FpiRZl0g3BTBM9p_eluSA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KymVaQpx8LC9If2gBc_Xw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MinusSignBlue"/>
  <p:tag name="SYMBOLNAME" val="MinusSign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MinusSignBlue"/>
  <p:tag name="SYMBOLNAME" val="MinusSign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MinusSignBlue"/>
  <p:tag name="SYMBOLNAME" val="MinusSign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skabPIxP_xG_0tUkbLKuQ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e5t2Us.jbgyN6RaWaOFYg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Cf6Sf_AGIW2v21CNc38aw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iunVGkU6EtdK8XzG3YjEw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c944hEqux3T8hA0D0lxww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zC5CZqUtkeoYBBVD.rPXA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SQdt_AzKJuflkAqgv8d9g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MW9TdHmqXhcDxyprjZ2aA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HwUj5s6JwsVdynbhQMAfA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j4DLi49LfQm7MviMXxU1A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LXRCIlFiM_Z5C3HnLTSQw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IJu2CEThyvmYPldJzAyQ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yTq1MGS_0B3yHcCUK1eyg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vgpAPx3hzTJ7hUmxqyxLQ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ZwyaAGCv4uOKIRZlmWTww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qTdmNi4am4YT8JE7L9iWg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r2Ygk4GKqumeZFMJfG9PA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JNLwiN7gdea9FZZTkZCbQ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njt4Kwl_PR.C6LbCfhjmg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YpnFDpX_jSPaFEWhLBJkg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zza7LjFAqY1ARcZ4siVCA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ekk8vrriXM5PaWIBPu27A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eUz3xek.CUORIUykwo.rw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9FLL_1MEJbBgLvq3X8Y3g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rztCOLNv4.4KfHdnBe0A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4j4rWkjLITdaMQvRGhZjQ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s8cme0FFXlH9B5lZhFDLA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ioP1K8lNkJT3e1p5rsgjA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xtzX_FLjxuZPDUv9F6Xxg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lDOjqHu8EFbHAbDFTF5JA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RNWzarDXFAs_NPrIZhmMQ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_S26uMPEOhbBvcYr7bE_g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crqrVBbDBkpa38jdQDKw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dXLxJZ527y3h1CsmmyQ0g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G_zIa1JmoWJPnE9Uzx9iA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x7L_sXzaDet2rP7Math.Q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vWA_xJ2YzfGUQvzY6x9fA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k8l5MEcXfr1U_SiC6aMg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7em8pylJDF3zGw3xz7DgA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4rOmxCpskYadKPm9HZo.w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plCrMXz9xQc7hC3LeEV5A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6HfLtznT0EOtjyeGq.nEA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sI5aPE78SnmptZpZGvRQ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DUTvPZeDMTSJoCVNxYrng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6AlnCAc3C0z5dlOvgUxQQ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ksPVTQxNq5b0pZ39ly0og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90Dl_FNBRPPzUBw9qw0Bg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GCLam5McFrc2R9OIat3bQ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9fwo4IIxVzIBj9Ap0bmEg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6rO2kQRQtlwyVrGMV_sAw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r_OtO4CUv8kWD_JJuUCrQ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oa.lo4ji5XKCsTc5Ghjfg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TP9jmMoJEBQdYKbN.797A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h1FaDtfcXPgr9aM3idARQ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wyPgYjj1BlyiSGKzKIxkw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UpTOF5oEomkzjrhAJvWA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_JuizqXx3li4NnPWSuiQ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i8OL5iyS96edtghY3WvQ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8f5Q2moEhwyiZ.F1fn26g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m4rgoe.E8GWhpH1w.thQ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zeP6p4ZmbiqqYl3XtMmeQ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LUP5Jcc.Hij8e0dwqUA7g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I0oh0ypiaClXTqkXgXxLw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LK40Iz.BWCdzEIUB7LPRA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gedON7ZPki3k09616uQQ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43b9ZkocM84X0kJ4fqvyQ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efPknGqYVjaY7sofSpxQ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T5nr7YzattK4ssvQs0wMQ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HWw4Q_6qij9yJGz8NoR8g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fuCuzfUREleBeX40NuUOQ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dZh8YHX2QtO3_U4S2r4A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c0ngRwqfmLAlsGbZjJtw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Q8YJR78pxVhnjkIDjkuIg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IXNCkzyqr.FUO0hE7H9g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LM5ZLCSeR9zlX8Qfd3.w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ikd7AwiDSCRzaNMptEU1Q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FpiRZl0g3BTBM9p_eluSA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MinusSignBlue"/>
  <p:tag name="SYMBOLNAME" val="MinusSign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MinusSignBlue"/>
  <p:tag name="SYMBOLNAME" val="MinusSign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MinusSignBlue"/>
  <p:tag name="SYMBOLNAME" val="MinusSign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skabPIxP_xG_0tUkbLKuQ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e5t2Us.jbgyN6RaWaOFYg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Cf6Sf_AGIW2v21CNc38aw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iunVGkU6EtdK8XzG3YjEw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c944hEqux3T8hA0D0lxww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zC5CZqUtkeoYBBVD.rPXA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SQdt_AzKJuflkAqgv8d9g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MW9TdHmqXhcDxyprjZ2aA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HwUj5s6JwsVdynbhQMAfA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j4DLi49LfQm7MviMXxU1A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LXRCIlFiM_Z5C3HnLTSQw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IJu2CEThyvmYPldJzAyQ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yTq1MGS_0B3yHcCUK1eyg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vgpAPx3hzTJ7hUmxqyxLQ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ZwyaAGCv4uOKIRZlmWTww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qTdmNi4am4YT8JE7L9iWg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r2Ygk4GKqumeZFMJfG9PA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JNLwiN7gdea9FZZTkZCbQ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njt4Kwl_PR.C6LbCfhjmg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YpnFDpX_jSPaFEWhLBJkg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zza7LjFAqY1ARcZ4siVCA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eUz3xek.CUORIUykwo.rw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b2ivVvQyzVZW7w8m5JtZw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rztCOLNv4.4KfHdnBe0A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OjjcstobTHLZqFJNYNo1A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4j4rWkjLITdaMQvRGhZjQ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s8cme0FFXlH9B5lZhFDLA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ioP1K8lNkJT3e1p5rsgjA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lDOjqHu8EFbHAbDFTF5JA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sJbhEWxhxgS4cumuqfKVw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_S26uMPEOhbBvcYr7bE_g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TdIrvtp2z0HffOc0PTSfg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crqrVBbDBkpa38jdQDKw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G_zIa1JmoWJPnE9Uzx9iA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5RGAbSDsVX3UNP56AOkGg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vWA_xJ2YzfGUQvzY6x9fA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VbZXu0A1VK_UPOb1..IQ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sI5aPE78SnmptZpZGvRQ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6AlnCAc3C0z5dlOvgUxQQ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16XrWxVfbXXQrmrqrIuug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90Dl_FNBRPPzUBw9qw0Bg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yjBQ_YFBUSTlHHWd2Cdmw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TP9jmMoJEBQdYKbN.797A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wyPgYjj1BlyiSGKzKIxkw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TOb.EnHNSp5BPhoiXN0og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_JuizqXx3li4NnPWSuiQ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5XzL0w1PiMrrVEzgeuBSQ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i8OL5iyS96edtghY3WvQ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m4rgoe.E8GWhpH1w.thQ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FGc892152GGjbCm76Xig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LUP5Jcc.Hij8e0dwqUA7g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l7nxeU0Lr945Hc.flnGQ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Q8YJR78pxVhnjkIDjkuIg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LM5ZLCSeR9zlX8Qfd3.w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qjnDeuVlebk9a18pZCv9g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FpiRZl0g3BTBM9p_eluSA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KymVaQpx8LC9If2gBc_Xw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MinusSignBlue"/>
  <p:tag name="SYMBOLNAME" val="MinusSign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MinusSignBlue"/>
  <p:tag name="SYMBOLNAME" val="MinusSign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MinusSignBlue"/>
  <p:tag name="SYMBOLNAME" val="MinusSign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zC5CZqUtkeoYBBVD.rPXA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cDhx2H6cL1ZgNFpLwTuHA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RLwY6C9pbFHLwGqYT8B0Q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iN5oSnKN9S.l2DYJwAJSg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v295BLI76zSyZ.5o2i.OA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ZGz0xiv5NSkMsOUj9MASA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yTq1MGS_0B3yHcCUK1eyg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d26znYakDLynwUWl3ZGyg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xkf1DIcltp1bi02.yxhlg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w06K8Xnnat3DkqgAmulnw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pGKr8unu6YTvIzFGIuJ5Q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LuMbFchMtrzOOoQ5IpUGw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8oR2EDRem_0RZwQVYXk1w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wY5p5WqhX0jJMuVB9z2dw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5.YLRDrSxmLnzJP860VbA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mCIpmatP0NrflxyGfPA1A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xlhxHNqL0Hf_y7dv02JBQ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Tl1RN0FQer6klk6dH7gzA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r7G41zgO8gZH1.I5k2aCA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px3_JijLdlGpa1IYRQ5AA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Cm8kBzwUY7of2A5KD0XbA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3bgVjskqXHZj0lxInHq9w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YJynszSqGhDgE.PKA0WA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vq3eTLbDA5FDqByPgqtg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BPjvnvqHccM.38hxqI3WA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xF.usXBIWPz5J9aULNSyw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SAz04fqgSl6ft0hiEfKQ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aE4HpARwbrsRERp886ivg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ZJVLXooDIdYuZcplprzw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9ylw_SqH4IGqHVVcr0Dew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Fz6uwlKAZVVyPPzPIAzaw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aavo21D4M9_g38zso0q8g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iKMh3QL7gyBGtGDosYNIw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OClFgAdTzQyarknYsjJeg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_lnCjOGLDtitJzlANBzRg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4_RDVqnyFMkZ.vIX87gwg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7F46yjgF.d._sXkUyfyVA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buZUcVoy4EIZvBVD91iJQ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oYgIrQj2SHKR.zyEnHC.Q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bM2qSeuMCogyg3VZ9d_uw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olZAVJ76e6OHFngyo8BA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vX_rMkmuz2eh0Mp9cK9w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NKMl3OgHIZRDwk4sdwrCQ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eEVZ2lmJ0r4ZY5w2p.7A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MeEKmKDB25Cc_ci0fTaYA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6qv4_a9N.Wixsdp0OotSA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T0tJHrq5pee8EBy5e_dHg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UYzhmC1GjrQDt1sOCav3A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P_86X1ovZYvS4Kiit2qpg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dj_I5Bi7_mD22oR.0RyRg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ynoTYYP19nRjwmce9.TQ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cwj0zJYc8i6GElg.bwcA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UNIcn7mk3qewWYEvhvtA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glo2YdxZzkAFd.Wp863A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sg3HBOTwOnek8N1HEoEZw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ArwpbPN7DBPj6uoXd2Kyg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FH5Z8IJBLdix9LvkpBg4w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WmecmsTOOdtL7iOts8C7Q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7Zq078TOAZAvZwPQmcx5g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iZA7_1x9Y4CWFmIxgpMMw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A1pBlv.cV56tbovxZLwng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bxgYe5etrEuPvHaVDveXw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6ziylLwxu_1_QRWwFMVkw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97NXCSjzjcY24IkrnVdAw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knbKhRbCJE61s8emVtm.A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20"/>
  <p:tag name="2LEVEL" val="10"/>
  <p:tag name="3LEVEL" val="5"/>
  <p:tag name="4LEVEL" val="2.5"/>
  <p:tag name="5LEVEL" val="1.25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20"/>
  <p:tag name="2LEVEL" val="10"/>
  <p:tag name="3LEVEL" val="5"/>
  <p:tag name="4LEVEL" val="2.5"/>
  <p:tag name="5LEVEL" val="1.25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20"/>
  <p:tag name="2LEVEL" val="10"/>
  <p:tag name="3LEVEL" val="5"/>
  <p:tag name="4LEVEL" val="2.5"/>
  <p:tag name="5LEVEL" val="1.25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BKMP3nuHFCgbvtIZ3PqA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sXFsi8Rbh.VlSF4optW8g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73oUxiWDWORcHxDpd.mOg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pBTgcM3lwkJV_X1YItMTg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id5cBDX5hvkKHHUH5bt4Q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6c7liuTiciTwvW.CCIY4A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5zVh9wENdzz.XOHoPesXg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ftpJBEuQ8L0tS5Vt0C6nQ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7fNgrH0Kc.duW_Fq_zaFQ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K_1L8uwwQdE6P8N5ib.Cg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tM0nQx3XlQgRWehTg7Fg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rWQuEIZmPFgOsoJ1RnjdA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dFQNyCtI7D.Zlg.ub.rQ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oOX8dLOOxE4zMbGAqJh4g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oVneLrROFj3Br.sj.RJng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GrdM1zmdWWXj_YBzPpdJw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B6Pg_u5ZPyroNp6qd8TQ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azGk6fSVUbfgcO2H4U0Sg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EI_oCA37wyxug4gz1B1qw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Y21BpVKy0SzBF1YGuh8Ag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pjZ2C_hPIyayZ3xRF0tg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HIxwL80NocwTS8nceQcAg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flhxFtf_YjKPcW_Fx5AwQ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dpKT6OM9BOcFKUEJXUFqQ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LXv2gqw_JIqgvzDwdaM1Q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7dlmcoPPP2f1ETq7GMe.Q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uAm2rHrsuUrkGzk.xjvHA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KeyTakeawayOF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sX9HlPngScpaMlbJx4Sw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CloEKZ7dOAJKN4.eZAng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KlrH.E_MdmIL5wrZirAyg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rB8_T.v5usg59L_B8Pqcw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MwUhg5OWrhQjEdMNm.SQ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kyIFmTwuDhfGGnMU8ewA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HITbQ3QtgFDQAFF47l7rg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UhyBe8Weilzd2EAWsYngA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67swudNLQBv5AVXw1Huww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kb1sY8Oc_c7roSaYOGjww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VAKVuDMQTbmrYkCeyqQfQ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bPpjligO8QmL5VtZtlqfA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SLWw0qDGiwGQCqkJ2RWg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vFeu52NcoAQmec28OXY7Q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yEiWZG88Ru1SRg4fDrbaQ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JnYS3iQPcm4klsDnED0Og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srPgP8W2__.rPHU7nOEWA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iXLwYuSSioUtnnt9UTtEw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L8q9lnHMF6P.I.HLtFbdw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eEeWf_r73EaHz.NtnjiaA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jfIdNskJ4Wwk3vFK7aTFg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ZWZL3ZVzJ.Qqmn_zgI7Jw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ED5Zs1HRw5jiW5TNmhcvA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7tl3mkp2sLL96Cl.Te7xg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3ez6Ho1jKnNssUnZABBw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AO58eIIw2DgNB9i71ZS7Q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5Omg4lmQDB0QTaQy7wckA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br8zV_qe8fZkoO4CrASwQ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JxgdqORNty6gnmNk1xiGw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1HpFxLygySGdB.VJlDTNw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Z_77rG6UrWkm_z_YJ_fpw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Knk9VarDEDq85M7fCzk5g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9GduzB1zopKClhjF_NXdA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vronBlue"/>
  <p:tag name="SYMBOLNAME" val="Chevron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KeyTakeawayOF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KeyTakeawayOF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yECdNx5g2peTOv8VTLa1A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otfTXvFsi.K9OyvUL94g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oQAB6MbF8JS7f1i06H7iw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6ZY7sw9SLf6mHMDo5lE3w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dzV4wOwBt_ImwVVLp3yog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lAWKnyfcehS5ePR7tw9Sg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nJwUpjx4xbIcaufomgjGQ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GdOAgjTtf3Hb4uo0RKCyQ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.do10EKkLtqvofHssNa5A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GkPIcNf0C_ObtVZ3L8fmg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.CeiRDv1Q97JHORxdd.yA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ljoEdL6Mu0zVydMw61ikw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jMufpNf74S9tPtaYz1BGA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zz1dv3iHuXRZLOG7AZmfA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.TTRid0wNawJpgs7nWWGw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KJcWfWNzwkgiiVAaACRg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InJTyUy9zz_aytXkIGq6Q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w1pNevxvQoT77fQ93VPtQ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ICRn8WgHpuM0LlfcaXW9Q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8gTDb2JxYcbDTmOLcXYxw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3OzIv7QWNAYVZPHnrMIw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K8TKWUCLHTrLrSAnUOh_w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C8gOSwZoFyHTJaBbdUPg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hy2Tmd0wpi_VDXBlkuywA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M_v5As3DAuDbb0ljW60VA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bK1sjp1xYlrl32DuLfSA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imEL_SK9BaVIW8OD74whw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iHpPgSK5jlNRIJX9Cjjjg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5HuoK_hvJ.DtFmLxhMUA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xST3dddFd7rZyAjVKlZOg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ypnQ_YczI8knQbM8Zzmw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mG_TVaJbb1.EuHfd9Cv3w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x0W8emVtb5reBLL5wlKPg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.iu.Gx9ZurwP8J62vNBeA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1EtGjJno8usX9_m7HRK7w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qjwJHnl60myJfERsUMrng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C_XWE0xYru4BFhiM6.WA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qzgwv6JdGuzjHv_fcxGaA"/>
</p:tagLst>
</file>

<file path=ppt/tags/tag1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Bo24Vcyh2a_RuKm.FkYA"/>
</p:tagLst>
</file>

<file path=ppt/tags/tag1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XLFXxq_A9MJkvKf256H_A"/>
</p:tagLst>
</file>

<file path=ppt/tags/tag1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JT.k5WFoKMe4iIMf9rRpQ"/>
</p:tagLst>
</file>

<file path=ppt/tags/tag1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q1vC5ZfSNS1Rf5vh3wJjQ"/>
</p:tagLst>
</file>

<file path=ppt/tags/tag1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VQw1hzP3mJCTzGYApd1vw"/>
</p:tagLst>
</file>

<file path=ppt/tags/tag1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Vbr5tVFsC1_vCiDu80BVg"/>
</p:tagLst>
</file>

<file path=ppt/tags/tag1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_ugOy74ZdcbioCzHhaKZQ"/>
</p:tagLst>
</file>

<file path=ppt/tags/tag1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BOvCPAaU8t3kUPHwHg2RA"/>
</p:tagLst>
</file>

<file path=ppt/tags/tag1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M23ow4VVofcCIdb.doSA"/>
</p:tagLst>
</file>

<file path=ppt/tags/tag1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LOg8INk00yZQqj28.EpIg"/>
</p:tagLst>
</file>

<file path=ppt/tags/tag1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lqJjaQ4DiRQoVW1twD.kg"/>
</p:tagLst>
</file>

<file path=ppt/tags/tag1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ITiGQIMkOK0BYrtgs84jQ"/>
</p:tagLst>
</file>

<file path=ppt/tags/tag1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lIykvCmgty.xZ0eDtNP_A"/>
</p:tagLst>
</file>

<file path=ppt/tags/tag1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Bz6fqFOhQNXK.mNU_GDSA"/>
</p:tagLst>
</file>

<file path=ppt/tags/tag1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Bxz4YzpMQ2gijy6lNbj8A"/>
</p:tagLst>
</file>

<file path=ppt/tags/tag1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IJPB0ujUYeTyLoUe5Wcpg"/>
</p:tagLst>
</file>

<file path=ppt/tags/tag1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O47T2bPvc6j7FCICSo3gg"/>
</p:tagLst>
</file>

<file path=ppt/tags/tag1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dbNXfBXmB6r6aekhLJXSQ"/>
</p:tagLst>
</file>

<file path=ppt/tags/tag1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o_r99me_XCy5zO9ljwM.w"/>
</p:tagLst>
</file>

<file path=ppt/tags/tag1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YczXPMV4K5RNJVq8IUDpw"/>
</p:tagLst>
</file>

<file path=ppt/tags/tag1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b3VBNSFd6bJAVDSIDVxA"/>
</p:tagLst>
</file>

<file path=ppt/tags/tag1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wYFkxkgvjYykQCnn9k0lA"/>
</p:tagLst>
</file>

<file path=ppt/tags/tag1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xNwZJ_czzyK5jdgPLFO0w"/>
</p:tagLst>
</file>

<file path=ppt/tags/tag1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DFCnskrGWCr2k8arvsyog"/>
</p:tagLst>
</file>

<file path=ppt/tags/tag1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zZcLPWhhOmpb076MMr27g"/>
</p:tagLst>
</file>

<file path=ppt/tags/tag1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sXKieNdB7mwgYtOKuvTrw"/>
</p:tagLst>
</file>

<file path=ppt/tags/tag1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X9e4fe0qtm7BiVHMGTHog"/>
</p:tagLst>
</file>

<file path=ppt/tags/tag1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Jvai.oxYvoXzupFzhR4_w"/>
</p:tagLst>
</file>

<file path=ppt/tags/tag1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0GCa59vCc7slVK2q4BpzA"/>
</p:tagLst>
</file>

<file path=ppt/tags/tag1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G1e9p.JTCFEfhWFRKceAA"/>
</p:tagLst>
</file>

<file path=ppt/tags/tag1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5wo5nYCjuPTxpxOwbqu0g"/>
</p:tagLst>
</file>

<file path=ppt/tags/tag1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6W8HK2FNLLfD9rvJglEVg"/>
</p:tagLst>
</file>

<file path=ppt/tags/tag1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RCc5BZbubgOkddmLG5wA"/>
</p:tagLst>
</file>

<file path=ppt/tags/tag1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IqvzGEwPW9eHDMsQu9Qkg"/>
</p:tagLst>
</file>

<file path=ppt/tags/tag1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7BoqFie6xpzytjhuwBi0w"/>
</p:tagLst>
</file>

<file path=ppt/tags/tag1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CZRyZV6eVzrQOGNoz0tfw"/>
</p:tagLst>
</file>

<file path=ppt/tags/tag1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fAfJzZ.XCIRc6Swh.ftgQ"/>
</p:tagLst>
</file>

<file path=ppt/tags/tag1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NSlKzdh3v.N_Behwt4JA"/>
</p:tagLst>
</file>

<file path=ppt/tags/tag1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0brAgEXFGyhD4kB_QJTrQ"/>
</p:tagLst>
</file>

<file path=ppt/tags/tag1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zetQBPl66ww21POEAzGJg"/>
</p:tagLst>
</file>

<file path=ppt/tags/tag1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U90pI6JaOM7JyFtYOjR.g"/>
</p:tagLst>
</file>

<file path=ppt/tags/tag1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XKMpfniHkbQUlAdxVlchA"/>
</p:tagLst>
</file>

<file path=ppt/tags/tag1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AtXKkebxUC2HDoDtHVFsw"/>
</p:tagLst>
</file>

<file path=ppt/tags/tag1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1BB8WmJOyF59armbcLZZw"/>
</p:tagLst>
</file>

<file path=ppt/tags/tag1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r9IBRDJIjeUUBHizlmNNg"/>
</p:tagLst>
</file>

<file path=ppt/tags/tag1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qDzQwwHBoNfVByTGwIvg"/>
</p:tagLst>
</file>

<file path=ppt/tags/tag1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VQ9MtePRmWH4ZxaTr8jrA"/>
</p:tagLst>
</file>

<file path=ppt/tags/tag1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9le191FO_KHj4QrkKHjJw"/>
</p:tagLst>
</file>

<file path=ppt/tags/tag1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c1n6xAsmKEVtBPP6seb3Q"/>
</p:tagLst>
</file>

<file path=ppt/tags/tag1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mqqSdJ6WX6SX28f5Yy7w"/>
</p:tagLst>
</file>

<file path=ppt/tags/tag1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0b0jHQcWhQLNjN_Vj1jrQ"/>
</p:tagLst>
</file>

<file path=ppt/tags/tag1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1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1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1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CZ9k16xrq04mMN6B4rBNw"/>
</p:tagLst>
</file>

<file path=ppt/tags/tag1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vKMd8aDjC3yYWG2KTTsMQ"/>
</p:tagLst>
</file>

<file path=ppt/tags/tag1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0f6F3qJhv_F76uiOeQyg"/>
</p:tagLst>
</file>

<file path=ppt/tags/tag1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j2FSC3RKYCosiIQEUyjSw"/>
</p:tagLst>
</file>

<file path=ppt/tags/tag1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5DsC2tLuA84vkI.GOQKTg"/>
</p:tagLst>
</file>

<file path=ppt/tags/tag1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xEbXcWBr6pXd3fiyrhOMg"/>
</p:tagLst>
</file>

<file path=ppt/tags/tag1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OG2adwY4hXukTcDFO1kag"/>
</p:tagLst>
</file>

<file path=ppt/tags/tag1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kzPPklOpiS5p5inKVYJWQ"/>
</p:tagLst>
</file>

<file path=ppt/tags/tag1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TSFb2q._zk0lPy3MyxU6w"/>
</p:tagLst>
</file>

<file path=ppt/tags/tag1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gcH.J96njCn2it4dwVn1g"/>
</p:tagLst>
</file>

<file path=ppt/tags/tag1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5nMq4TjpIbeJft5ajxdFQ"/>
</p:tagLst>
</file>

<file path=ppt/tags/tag1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0HYNZtTIB5dN_PThoMBlQ"/>
</p:tagLst>
</file>

<file path=ppt/tags/tag1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2R.aIHqYgiF1d.d1KUOQQ"/>
</p:tagLst>
</file>

<file path=ppt/tags/tag1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YhgXTKbIur9WgV2r.0OYA"/>
</p:tagLst>
</file>

<file path=ppt/tags/tag1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ZVn7DKuO09YZNmH028CSA"/>
</p:tagLst>
</file>

<file path=ppt/tags/tag1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T_BVJBqePF94F1HTbi3IQ"/>
</p:tagLst>
</file>

<file path=ppt/tags/tag1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aD71fPXhKgWVzJCzXQgHg"/>
</p:tagLst>
</file>

<file path=ppt/tags/tag1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KuPnO1FXIdEg8ncNPNAIg"/>
</p:tagLst>
</file>

<file path=ppt/tags/tag1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ov11ftsfgANH.2bIOXnA"/>
</p:tagLst>
</file>

<file path=ppt/tags/tag1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Lcb4IX0N5104rR7Lrk56Q"/>
</p:tagLst>
</file>

<file path=ppt/tags/tag1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31C_wKc8YcTsMlmcJE1sw"/>
</p:tagLst>
</file>

<file path=ppt/tags/tag1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VMiaZbwk_vvBMDYXylLaQ"/>
</p:tagLst>
</file>

<file path=ppt/tags/tag1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qmpWD0aAczxgjVrKS0fjg"/>
</p:tagLst>
</file>

<file path=ppt/tags/tag1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A3jU9ZNjPQG6cTgZrGb3w"/>
</p:tagLst>
</file>

<file path=ppt/tags/tag1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2s1LMsGNzrSPGjyJue.jQ"/>
</p:tagLst>
</file>

<file path=ppt/tags/tag1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Bo9t6xtKxou5ms2.ZoWg"/>
</p:tagLst>
</file>

<file path=ppt/tags/tag1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Impact"/>
</p:tagLst>
</file>

<file path=ppt/tags/tag1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M_mGhTeq2cpobDuBJUjww"/>
</p:tagLst>
</file>

<file path=ppt/tags/tag1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KdRxQFu0z2Q.mNShUuR6A"/>
</p:tagLst>
</file>

<file path=ppt/tags/tag1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HeeyWFUxVrctiUmgxksw"/>
</p:tagLst>
</file>

<file path=ppt/tags/tag1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7sXE40NrOSqKa845VWOeA"/>
</p:tagLst>
</file>

<file path=ppt/tags/tag1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hKrM30kngUOehl29FaJQ"/>
</p:tagLst>
</file>

<file path=ppt/tags/tag1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vNkUL_MJTlcWusbu8mPA"/>
</p:tagLst>
</file>

<file path=ppt/tags/tag1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hB3Sfu8XM2DHuJIRFPVw"/>
</p:tagLst>
</file>

<file path=ppt/tags/tag1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3NwEmbxGOQKZrF7mleGjw"/>
</p:tagLst>
</file>

<file path=ppt/tags/tag1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.O9O4kyC5nEBlxcQHnyAw"/>
</p:tagLst>
</file>

<file path=ppt/tags/tag1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9shLjyqqbi1p8a2AI4iNQ"/>
</p:tagLst>
</file>

<file path=ppt/tags/tag1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XLHAiZPtDsfzKjgAS4bVg"/>
</p:tagLst>
</file>

<file path=ppt/tags/tag1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iP_I6R_A4RuKr6L4DcuRA"/>
</p:tagLst>
</file>

<file path=ppt/tags/tag1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WAWf_7UXIzfPpBdOV5Mg"/>
</p:tagLst>
</file>

<file path=ppt/tags/tag1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Mtows.qyqn7yvyehnoAQA"/>
</p:tagLst>
</file>

<file path=ppt/tags/tag1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StEm1VetfCMh4SPLTCxw"/>
</p:tagLst>
</file>

<file path=ppt/tags/tag1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p4sbu5FzBE1agUtD7JixA"/>
</p:tagLst>
</file>

<file path=ppt/tags/tag1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"/>
</p:tagLst>
</file>

<file path=ppt/tags/tag1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1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1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1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GreyLineSeparatorDefaultVertical"/>
</p:tagLst>
</file>

<file path=ppt/tags/tag1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XBlue"/>
  <p:tag name="SYMBOLNAME" val="X"/>
</p:tagLst>
</file>

<file path=ppt/tags/tag1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CheckmarkBlue"/>
  <p:tag name="SYMBOLNAME" val="Checkmark"/>
</p:tagLst>
</file>

<file path=ppt/tags/tag1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1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_DMgJPUhftbQdnC6b0EGA"/>
</p:tagLst>
</file>

<file path=ppt/tags/tag1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9YGTEIyEJuSdC2A50Dt_Q"/>
</p:tagLst>
</file>

<file path=ppt/tags/tag1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1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Default"/>
</p:tagLst>
</file>

<file path=ppt/tags/tag1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1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LOOKUP" val="2025101314500938026015"/>
</p:tagLst>
</file>

<file path=ppt/tags/tag1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e6T5XZRcqdgMesUABD5Q"/>
</p:tagLst>
</file>

<file path=ppt/tags/tag1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LOOKUP" val="2025092222143883221474817202"/>
</p:tagLst>
</file>

<file path=ppt/tags/tag1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LOOKUP" val="202508191104048773312"/>
</p:tagLst>
</file>

<file path=ppt/tags/tag1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1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Impact"/>
</p:tagLst>
</file>

<file path=ppt/tags/tag1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White"/>
  <p:tag name="NAME" val="LineArrowWhite"/>
  <p:tag name="SYMBOLNAME" val="LineArrow"/>
</p:tagLst>
</file>

<file path=ppt/tags/tag1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"/>
</p:tagLst>
</file>

<file path=ppt/tags/tag1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"/>
</p:tagLst>
</file>

<file path=ppt/tags/tag1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Flow"/>
</p:tagLst>
</file>

<file path=ppt/tags/tag1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30"/>
  <p:tag name="LEFT" val="322"/>
  <p:tag name="MTNUMBER" val="0.06540817568478408"/>
  <p:tag name="MTTABLE" val="Cell"/>
  <p:tag name="POSITION" val="0,1"/>
  <p:tag name="SHAPETYPE" val="TitleRow"/>
  <p:tag name="TOP" val="110"/>
  <p:tag name="WIDTH" val="252"/>
</p:tagLst>
</file>

<file path=ppt/tags/tag1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30"/>
  <p:tag name="LEFT" val="45"/>
  <p:tag name="MTNUMBER" val="0.06540817568478408"/>
  <p:tag name="MTTABLE" val="Cell"/>
  <p:tag name="POSITION" val="0,0"/>
  <p:tag name="SHAPETYPE" val="TitleRow"/>
  <p:tag name="TOP" val="110"/>
  <p:tag name="WIDTH" val="252"/>
</p:tagLst>
</file>

<file path=ppt/tags/tag1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30"/>
  <p:tag name="LEFT" val="599"/>
  <p:tag name="MTNUMBER" val="0.06540817568478408"/>
  <p:tag name="MTTABLE" val="Cell"/>
  <p:tag name="POSITION" val="0,2"/>
  <p:tag name="SHAPETYPE" val="TitleRow"/>
  <p:tag name="TOP" val="110"/>
  <p:tag name="WIDTH" val="252"/>
</p:tagLst>
</file>

<file path=ppt/tags/tag1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TitleDiv"/>
</p:tagLst>
</file>

<file path=ppt/tags/tag1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Div"/>
</p:tagLst>
</file>

<file path=ppt/tags/tag1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Div"/>
</p:tagLst>
</file>

<file path=ppt/tags/tag1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Div"/>
</p:tagLst>
</file>

<file path=ppt/tags/tag1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Div"/>
</p:tagLst>
</file>

<file path=ppt/tags/tag1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1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30"/>
  <p:tag name="LEFT" val="45"/>
  <p:tag name="MTNUMBER" val="0.06540817568478408"/>
  <p:tag name="MTTABLE" val="Cell"/>
  <p:tag name="POSITION" val="0,0"/>
  <p:tag name="SHAPETYPE" val="TitleRow"/>
  <p:tag name="TOP" val="110"/>
  <p:tag name="WIDTH" val="252"/>
</p:tagLst>
</file>

<file path=ppt/tags/tag1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TNUMBER" val="0.06540817568478408"/>
  <p:tag name="MTTABLE" val="HTitleDiv"/>
</p:tagLst>
</file>

<file path=ppt/tags/tag1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5,0"/>
  <p:tag name="SHAPETYPE" val="TitleColumn"/>
  <p:tag name="TOP" val="280"/>
  <p:tag name="WIDTH" val="252"/>
</p:tagLst>
</file>

<file path=ppt/tags/tag1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5,1"/>
  <p:tag name="SHAPETYPE" val="Cell"/>
  <p:tag name="TOP" val="280"/>
  <p:tag name="WIDTH" val="252"/>
</p:tagLst>
</file>

<file path=ppt/tags/tag1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5,2"/>
  <p:tag name="SHAPETYPE" val="Cell"/>
  <p:tag name="TOP" val="280"/>
  <p:tag name="WIDTH" val="252"/>
</p:tagLst>
</file>

<file path=ppt/tags/tag1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4,0"/>
  <p:tag name="SHAPETYPE" val="TitleColumn"/>
  <p:tag name="TOP" val="248"/>
  <p:tag name="WIDTH" val="252"/>
</p:tagLst>
</file>

<file path=ppt/tags/tag1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4,1"/>
  <p:tag name="SHAPETYPE" val="Cell"/>
  <p:tag name="TOP" val="248"/>
  <p:tag name="WIDTH" val="252"/>
</p:tagLst>
</file>

<file path=ppt/tags/tag1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4,2"/>
  <p:tag name="SHAPETYPE" val="Cell"/>
  <p:tag name="TOP" val="248"/>
  <p:tag name="WIDTH" val="252"/>
</p:tagLst>
</file>

<file path=ppt/tags/tag1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3,0"/>
  <p:tag name="SHAPETYPE" val="TitleColumn"/>
  <p:tag name="TOP" val="216"/>
  <p:tag name="WIDTH" val="252"/>
</p:tagLst>
</file>

<file path=ppt/tags/tag1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3,1"/>
  <p:tag name="SHAPETYPE" val="Cell"/>
  <p:tag name="TOP" val="216"/>
  <p:tag name="WIDTH" val="252"/>
</p:tagLst>
</file>

<file path=ppt/tags/tag1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3,2"/>
  <p:tag name="SHAPETYPE" val="Cell"/>
  <p:tag name="TOP" val="216"/>
  <p:tag name="WIDTH" val="252"/>
</p:tagLst>
</file>

<file path=ppt/tags/tag1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2,0"/>
  <p:tag name="SHAPETYPE" val="TitleColumn"/>
  <p:tag name="TOP" val="184"/>
  <p:tag name="WIDTH" val="252"/>
</p:tagLst>
</file>

<file path=ppt/tags/tag1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2,1"/>
  <p:tag name="SHAPETYPE" val="Cell"/>
  <p:tag name="TOP" val="184"/>
  <p:tag name="WIDTH" val="252"/>
</p:tagLst>
</file>

<file path=ppt/tags/tag1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2,2"/>
  <p:tag name="SHAPETYPE" val="Cell"/>
  <p:tag name="TOP" val="184"/>
  <p:tag name="WIDTH" val="252"/>
</p:tagLst>
</file>

<file path=ppt/tags/tag1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45"/>
  <p:tag name="MTNUMBER" val="0.06540817568478408"/>
  <p:tag name="MTTABLE" val="Cell"/>
  <p:tag name="POSITION" val="1,0"/>
  <p:tag name="SHAPETYPE" val="TitleColumn"/>
  <p:tag name="TOP" val="153"/>
  <p:tag name="WIDTH" val="252"/>
</p:tagLst>
</file>

<file path=ppt/tags/tag1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322"/>
  <p:tag name="MTNUMBER" val="0.06540817568478408"/>
  <p:tag name="MTTABLE" val="Cell"/>
  <p:tag name="POSITION" val="1,1"/>
  <p:tag name="SHAPETYPE" val="Cell"/>
  <p:tag name="TOP" val="153"/>
  <p:tag name="WIDTH" val="252"/>
</p:tagLst>
</file>

<file path=ppt/tags/tag1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EIGHT" val="19.3874803149606"/>
  <p:tag name="LEFT" val="599"/>
  <p:tag name="MTNUMBER" val="0.06540817568478408"/>
  <p:tag name="MTTABLE" val="Cell"/>
  <p:tag name="POSITION" val="1,2"/>
  <p:tag name="SHAPETYPE" val="Cell"/>
  <p:tag name="TOP" val="153"/>
  <p:tag name="WIDTH" val="252"/>
</p:tagLst>
</file>

<file path=ppt/tags/tag1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1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1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1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1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1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1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1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5. Source"/>
</p:tagLst>
</file>

<file path=ppt/tags/tag1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0"/>
  <p:tag name="2LEVEL" val="0"/>
  <p:tag name="3LEVEL" val="0"/>
  <p:tag name="4LEVEL" val="0"/>
  <p:tag name="5LEVEL" val="0"/>
</p:tagLst>
</file>

<file path=ppt/tags/tag1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0"/>
  <p:tag name="2LEVEL" val="0"/>
  <p:tag name="3LEVEL" val="0"/>
  <p:tag name="4LEVEL" val="0"/>
  <p:tag name="5LEVEL" val="0"/>
</p:tagLst>
</file>

<file path=ppt/tags/tag1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0"/>
  <p:tag name="2LEVEL" val="0"/>
  <p:tag name="3LEVEL" val="0"/>
  <p:tag name="4LEVEL" val="0"/>
  <p:tag name="5LEVEL" val="0"/>
</p:tagLst>
</file>

<file path=ppt/tags/tag1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0"/>
  <p:tag name="2LEVEL" val="0"/>
  <p:tag name="3LEVEL" val="0"/>
  <p:tag name="4LEVEL" val="0"/>
  <p:tag name="5LEVEL" val="0"/>
</p:tagLst>
</file>

<file path=ppt/tags/tag1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0"/>
  <p:tag name="2LEVEL" val="0"/>
  <p:tag name="3LEVEL" val="0"/>
  <p:tag name="4LEVEL" val="0"/>
  <p:tag name="5LEVEL" val="0"/>
</p:tagLst>
</file>

<file path=ppt/tags/tag1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1LEVEL" val="0"/>
  <p:tag name="2LEVEL" val="0"/>
  <p:tag name="3LEVEL" val="0"/>
  <p:tag name="4LEVEL" val="0"/>
  <p:tag name="5LEVEL" val="0"/>
</p:tagLst>
</file>

<file path=ppt/tags/tag1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CustomIcon"/>
</p:tagLst>
</file>

<file path=ppt/tags/tag1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1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1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1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VerticalDefault"/>
</p:tagLst>
</file>

<file path=ppt/tags/tag1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VerticalDefault"/>
</p:tagLst>
</file>

<file path=ppt/tags/tag1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1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LOOKUP" val="202510211805390472767-true"/>
</p:tagLst>
</file>

<file path=ppt/tags/tag1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bCN_MFMRFiU1.nrJSPqoQ"/>
</p:tagLst>
</file>

<file path=ppt/tags/tag1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1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oEJetDOW8xdqjST4eQoCQ"/>
</p:tagLst>
</file>

<file path=ppt/tags/tag1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1cfQyl6HhUOOIRFtqTjkA"/>
</p:tagLst>
</file>

<file path=ppt/tags/tag1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56lP_2cEZgmtEw3zddvRA"/>
</p:tagLst>
</file>

<file path=ppt/tags/tag1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ph5kx.qsKSEic01UR0Pmg"/>
</p:tagLst>
</file>

<file path=ppt/tags/tag1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OnG7au1vg0f6QQOJDjCVg"/>
</p:tagLst>
</file>

<file path=ppt/tags/tag1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eh6OLftAjaQ1AKS.vnmMQ"/>
</p:tagLst>
</file>

<file path=ppt/tags/tag1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xG6U6V.6lOULxVVEJI1pQ"/>
</p:tagLst>
</file>

<file path=ppt/tags/tag1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1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 Number"/>
</p:tagLst>
</file>

<file path=ppt/tags/tag1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lideLogoText"/>
</p:tagLst>
</file>

<file path=ppt/tags/tag1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hmdwIKYi9ja8fNAJilmpA"/>
</p:tagLst>
</file>

<file path=ppt/tags/tag1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Q6RwAhZLwqJxW8LPlQVjQ"/>
</p:tagLst>
</file>

<file path=ppt/tags/tag1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FpTgoid9vel6k8JYP7O2A"/>
</p:tagLst>
</file>

<file path=ppt/tags/tag1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EuKvaqMtwQTsELbYP23Pg"/>
</p:tagLst>
</file>

<file path=ppt/tags/tag1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YNao6vYo75vg5vshXmlRg"/>
</p:tagLst>
</file>

<file path=ppt/tags/tag1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V7V_MS4ZLEveyPl3AKKXA"/>
</p:tagLst>
</file>

<file path=ppt/tags/tag1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r3.XBgsXioSxGmTvbEAyg"/>
</p:tagLst>
</file>

<file path=ppt/tags/tag1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C3uc_4.pghMqwBGrk7rhQ"/>
</p:tagLst>
</file>

<file path=ppt/tags/tag1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oXxkB9GFac6ncWhzRVoXA"/>
</p:tagLst>
</file>

<file path=ppt/tags/tag1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2sFs5mewjhQCXbqBHqgQ"/>
</p:tagLst>
</file>

<file path=ppt/tags/tag1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WOIhZs1E73pBuSXG1517g"/>
</p:tagLst>
</file>

<file path=ppt/tags/tag1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CaOxCZaBwbrSI2xCtbZcw"/>
</p:tagLst>
</file>

<file path=ppt/tags/tag1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.bk8TfEuEDTAf0PGisDcQ"/>
</p:tagLst>
</file>

<file path=ppt/tags/tag1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g_t6bewpdvP5P.5dVnvbw"/>
</p:tagLst>
</file>

<file path=ppt/tags/tag1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xga6jjtfHC9QlYVkTAFXg"/>
</p:tagLst>
</file>

<file path=ppt/tags/tag1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qGBg7rb410OPnR9dpLi6Q"/>
</p:tagLst>
</file>

<file path=ppt/tags/tag1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JWCZ9RKNRfyGv6yenyaIA"/>
</p:tagLst>
</file>

<file path=ppt/tags/tag1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ZbG.FqCR86vwQopCRzgA"/>
</p:tagLst>
</file>

<file path=ppt/tags/tag1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HXJvhO.ajE6TnDeuqJZVg"/>
</p:tagLst>
</file>

<file path=ppt/tags/tag1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JBSWTqR4y01oQY23.t6yQ"/>
</p:tagLst>
</file>

<file path=ppt/tags/tag1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hWFqiEqqoj5cR3PiZVcQA"/>
</p:tagLst>
</file>

<file path=ppt/tags/tag1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FmJ6hpqAeAbLuWVBO8Dw"/>
</p:tagLst>
</file>

<file path=ppt/tags/tag1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hIqvhedjtM.ZavrodGt2g"/>
</p:tagLst>
</file>

<file path=ppt/tags/tag1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lcnV7s5ix05F_HKGIkaWA"/>
</p:tagLst>
</file>

<file path=ppt/tags/tag1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maUdEf7TDWE.6E4PT35nA"/>
</p:tagLst>
</file>

<file path=ppt/tags/tag1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ee4kKVX.23nYumeYedUfA"/>
</p:tagLst>
</file>

<file path=ppt/tags/tag1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mCDOrumDYMJxale5prvFA"/>
</p:tagLst>
</file>

<file path=ppt/tags/tag1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oYPK6cRCjBKsbh_nHHow"/>
</p:tagLst>
</file>

<file path=ppt/tags/tag1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9exnFY.vIeVYrk3l2YDWw"/>
</p:tagLst>
</file>

<file path=ppt/tags/tag1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vRIRwLqzFIgbQP240Z0A"/>
</p:tagLst>
</file>

<file path=ppt/tags/tag1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c8fKybqDA59SY.R68COJA"/>
</p:tagLst>
</file>

<file path=ppt/tags/tag1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objuKKJjb4.LzCpKAxrEQ"/>
</p:tagLst>
</file>

<file path=ppt/tags/tag1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zCNhk0u4vmBYIlZruAqxA"/>
</p:tagLst>
</file>

<file path=ppt/tags/tag1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OUxfs3g8R0g1ar2FBHM9g"/>
</p:tagLst>
</file>

<file path=ppt/tags/tag1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c0O.m1fw9HxEkzXz8afA"/>
</p:tagLst>
</file>

<file path=ppt/tags/tag1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XVvXYiF2EI9Sm7Gs6NoCg"/>
</p:tagLst>
</file>

<file path=ppt/tags/tag1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YwBwqFfT9eGLZhjHEUXEw"/>
</p:tagLst>
</file>

<file path=ppt/tags/tag1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7MDFcbxssy5p1unIoOlg"/>
</p:tagLst>
</file>

<file path=ppt/tags/tag1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Oq.o41hb_OYB69jmMr9.g"/>
</p:tagLst>
</file>

<file path=ppt/tags/tag1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.SVusP00_oMkFsIkbJm2A"/>
</p:tagLst>
</file>

<file path=ppt/tags/tag1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.ylfjHeJQthh_8As4T1g"/>
</p:tagLst>
</file>

<file path=ppt/tags/tag1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ACnnNnq4IZuXbukh8By0w"/>
</p:tagLst>
</file>

<file path=ppt/tags/tag1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F12HK9heqeuxiUh1uP.8Q"/>
</p:tagLst>
</file>

<file path=ppt/tags/tag1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7kX9EXOs_yrueK7JBFfQg"/>
</p:tagLst>
</file>

<file path=ppt/tags/tag1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8XTieqF_wOUKpSXnexDsQ"/>
</p:tagLst>
</file>

<file path=ppt/tags/tag1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aBCipvoag9fD6cP6_7xaA"/>
</p:tagLst>
</file>

<file path=ppt/tags/tag1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KNdsmxTEH0BEDTcWERsOg"/>
</p:tagLst>
</file>

<file path=ppt/tags/tag1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4XhDkFn0lc2gOtd_vXJgA"/>
</p:tagLst>
</file>

<file path=ppt/tags/tag1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7PYLO_twv53vCJwcKtv2g"/>
</p:tagLst>
</file>

<file path=ppt/tags/tag1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85_nSPeBGuYzrmNrUrIQA"/>
</p:tagLst>
</file>

<file path=ppt/tags/tag1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jx2VG6yM2jkze5UZ2fh3Q"/>
</p:tagLst>
</file>

<file path=ppt/tags/tag1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3.lKMWwbJJ644WZuF3JVQ"/>
</p:tagLst>
</file>

<file path=ppt/tags/tag1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1hT9WkqH09I1sCxnU8o3g"/>
</p:tagLst>
</file>

<file path=ppt/tags/tag1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Z8eQokT0xSuDH_gvz98hA"/>
</p:tagLst>
</file>

<file path=ppt/tags/tag1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yqy93UsUy.59jqk_uilVQ"/>
</p:tagLst>
</file>

<file path=ppt/tags/tag1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A_LYeIWliBnvkKB7abUpg"/>
</p:tagLst>
</file>

<file path=ppt/tags/tag1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BvTyJ0w3pCIqNAXWRhodA"/>
</p:tagLst>
</file>

<file path=ppt/tags/tag1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KXxeIfw774f15R4y1Z9jw"/>
</p:tagLst>
</file>

<file path=ppt/tags/tag1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A4VnPUIR8WENS3dDiJZA"/>
</p:tagLst>
</file>

<file path=ppt/tags/tag1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pLdTqnUNzEDKJyVRkZ1lQ"/>
</p:tagLst>
</file>

<file path=ppt/tags/tag1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3_3kZuujHLiylxvr23Tg"/>
</p:tagLst>
</file>

<file path=ppt/tags/tag1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qKuM6uwyldDDjNb8DHsGw"/>
</p:tagLst>
</file>

<file path=ppt/tags/tag1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iLaXhTZt0Tr8QANzu63IQ"/>
</p:tagLst>
</file>

<file path=ppt/tags/tag1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gdZ.NZHwPuDfxSF_o3nAw"/>
</p:tagLst>
</file>

<file path=ppt/tags/tag1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p_eTc9e9loOLTof3wmfWw"/>
</p:tagLst>
</file>

<file path=ppt/tags/tag1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IFU9eGmctCXxys_NdXVMA"/>
</p:tagLst>
</file>

<file path=ppt/tags/tag1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Zkr0EyPpVkhyRqsu_W56A"/>
</p:tagLst>
</file>

<file path=ppt/tags/tag1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3Thv8mN_Z.5GSmhPla_8g"/>
</p:tagLst>
</file>

<file path=ppt/tags/tag1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7hFULbsb_o3a6DaQSg0CA"/>
</p:tagLst>
</file>

<file path=ppt/tags/tag1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We25zPZ_D1NfobkQKNVwg"/>
</p:tagLst>
</file>

<file path=ppt/tags/tag1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ha22E9jGuyNrmUd6_M6QQ"/>
</p:tagLst>
</file>

<file path=ppt/tags/tag1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BPk4o89.8uFAcXRmstSbQ"/>
</p:tagLst>
</file>

<file path=ppt/tags/tag1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XTxvMwjr3AamlDMXumxg"/>
</p:tagLst>
</file>

<file path=ppt/tags/tag1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7eLhG7N4VVZ0F1u.flVwg"/>
</p:tagLst>
</file>

<file path=ppt/tags/tag1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6P8J8BUFmiyYGtS.DDiJA"/>
</p:tagLst>
</file>

<file path=ppt/tags/tag1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_aMP.IZTECrX8TWNHS0yw"/>
</p:tagLst>
</file>

<file path=ppt/tags/tag1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WNpdNcXEq_qofSPGwqwQ"/>
</p:tagLst>
</file>

<file path=ppt/tags/tag1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1GmZt38walOcP1c80HRUQ"/>
</p:tagLst>
</file>

<file path=ppt/tags/tag1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J7A8n82Q6_HBRK5zD27.w"/>
</p:tagLst>
</file>

<file path=ppt/tags/tag1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dIob8tfHGKHRVdNez2IwQ"/>
</p:tagLst>
</file>

<file path=ppt/tags/tag1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JSipWsDJGeqsEJ.BiNbgg"/>
</p:tagLst>
</file>

<file path=ppt/tags/tag1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hrIGw33y9TOlE28p5GR6A"/>
</p:tagLst>
</file>

<file path=ppt/tags/tag1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5AuDq9.2cIYYgL6.wq4w"/>
</p:tagLst>
</file>

<file path=ppt/tags/tag1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A9T4pWdvZTFaxoIJUDtrQ"/>
</p:tagLst>
</file>

<file path=ppt/tags/tag2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JSNvbLk9Hgiales2qM9Q"/>
</p:tagLst>
</file>

<file path=ppt/tags/tag2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yCQ1NKfJggOB7rUC3zgYQ"/>
</p:tagLst>
</file>

<file path=ppt/tags/tag2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K_J9MSOqPOJeIL82U5KzA"/>
</p:tagLst>
</file>

<file path=ppt/tags/tag2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Tcbz5yLxK_P7CxCO6wL0Q"/>
</p:tagLst>
</file>

<file path=ppt/tags/tag2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e3bZR.xK9zSyoLoOC6V9w"/>
</p:tagLst>
</file>

<file path=ppt/tags/tag2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VrNagamtoTavt37Y329Sw"/>
</p:tagLst>
</file>

<file path=ppt/tags/tag2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rdU_WHAScZrJHajpRVWA"/>
</p:tagLst>
</file>

<file path=ppt/tags/tag2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RLPKnq63l1ueOQQmul4FQ"/>
</p:tagLst>
</file>

<file path=ppt/tags/tag2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h3GsMTaukY2E8_.DnU1xw"/>
</p:tagLst>
</file>

<file path=ppt/tags/tag2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Th1gALfafUUHiFhF8eamQ"/>
</p:tagLst>
</file>

<file path=ppt/tags/tag2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mxNwo3Ort4u.2ohUPxXmw"/>
</p:tagLst>
</file>

<file path=ppt/tags/tag2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ETRKjJMrQQ_tG84jPVrMg"/>
</p:tagLst>
</file>

<file path=ppt/tags/tag2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4x91n0lwYJXtRDzXtwXlQ"/>
</p:tagLst>
</file>

<file path=ppt/tags/tag2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lVeGiUfUXUfqwbMnjtm0A"/>
</p:tagLst>
</file>

<file path=ppt/tags/tag2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DES6L1Omv3._bQ2Q9FbA"/>
</p:tagLst>
</file>

<file path=ppt/tags/tag2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hPP4c4WEB1cb64nWJlVEw"/>
</p:tagLst>
</file>

<file path=ppt/tags/tag2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OKuavyu052vT8zhqGRLPQ"/>
</p:tagLst>
</file>

<file path=ppt/tags/tag2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19ZkZwWdo2BNqP2eYYJ7A"/>
</p:tagLst>
</file>

<file path=ppt/tags/tag2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bvg3VQiBEJWXs66aJiJHQ"/>
</p:tagLst>
</file>

<file path=ppt/tags/tag2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uziuUBOpr4HmYttlQyQw"/>
</p:tagLst>
</file>

<file path=ppt/tags/tag2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bSyAVsIaridQt_W1mB5Q"/>
</p:tagLst>
</file>

<file path=ppt/tags/tag2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VhcepMcUK7NxYtnJ34EKg"/>
</p:tagLst>
</file>

<file path=ppt/tags/tag2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u8nVKAiZ.LZYfEGwzRMBA"/>
</p:tagLst>
</file>

<file path=ppt/tags/tag2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y1VFfx6MTGLz5CsyjX8Ww"/>
</p:tagLst>
</file>

<file path=ppt/tags/tag2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ZYblHkbfnR82efexwC1Aw"/>
</p:tagLst>
</file>

<file path=ppt/tags/tag2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z4TBJkWakzU_RjQHv8QBw"/>
</p:tagLst>
</file>

<file path=ppt/tags/tag2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XAwfaEjDNgnXT.8EwR1A"/>
</p:tagLst>
</file>

<file path=ppt/tags/tag2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eCWCHdC83uvdxCm76ijJg"/>
</p:tagLst>
</file>

<file path=ppt/tags/tag2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uQxUAmcmH34EBOgLxHgYA"/>
</p:tagLst>
</file>

<file path=ppt/tags/tag2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.im7Tdhr_YZpKah15bJfw"/>
</p:tagLst>
</file>

<file path=ppt/tags/tag2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FYxijDZnIuY4d4._jdCrQ"/>
</p:tagLst>
</file>

<file path=ppt/tags/tag2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srzdAy4R2qX7tcZ5352BQ"/>
</p:tagLst>
</file>

<file path=ppt/tags/tag2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90klpXutbSzlmvUafeEkw"/>
</p:tagLst>
</file>

<file path=ppt/tags/tag2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kRWuAaGH7pYDhw17vQPg"/>
</p:tagLst>
</file>

<file path=ppt/tags/tag2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jrhcr_TUeeUOXD6513TtQ"/>
</p:tagLst>
</file>

<file path=ppt/tags/tag2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2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2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2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2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2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2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2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4. Footnote"/>
</p:tagLst>
</file>

<file path=ppt/tags/tag2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2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2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2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IRCLESTATUS" val="Blue"/>
  <p:tag name="NAME" val="PlusSignBlue"/>
  <p:tag name="SYMBOLNAME" val="PlusSign"/>
</p:tagLst>
</file>

<file path=ppt/tags/tag2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2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2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Qcm40zln.7gD.5M3Pnaog"/>
</p:tagLst>
</file>

<file path=ppt/tags/tag2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CetoH9wSRvIgQ.w25vKw"/>
</p:tagLst>
</file>

<file path=ppt/tags/tag2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.fVayC_p.wDahpTI_ie0w"/>
</p:tagLst>
</file>

<file path=ppt/tags/tag2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hxQASxzh1Y8hUCFSTM0A"/>
</p:tagLst>
</file>

<file path=ppt/tags/tag2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Mm4VVT.p9RS3IYFbprKpg"/>
</p:tagLst>
</file>

<file path=ppt/tags/tag2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SWq0v_ftlFLrpcTfuyhfA"/>
</p:tagLst>
</file>

<file path=ppt/tags/tag2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aPmO7LM98D29gtI3AsEpw"/>
</p:tagLst>
</file>

<file path=ppt/tags/tag2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MbV72gpGTczpztGm2org"/>
</p:tagLst>
</file>

<file path=ppt/tags/tag2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BGN.gopU60RsUu4pEokWQ"/>
</p:tagLst>
</file>

<file path=ppt/tags/tag2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vEC3z_feoIMxMmViWUuEg"/>
</p:tagLst>
</file>

<file path=ppt/tags/tag2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ePuIcKk.PAYZvWp8H7PEg"/>
</p:tagLst>
</file>

<file path=ppt/tags/tag2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eJniOcSP_ZrISPhwzZCTg"/>
</p:tagLst>
</file>

<file path=ppt/tags/tag2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Igo.3Wlb5NW5edusELbAg"/>
</p:tagLst>
</file>

<file path=ppt/tags/tag2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M4msjZjDHJT6fLbUqa8wg"/>
</p:tagLst>
</file>

<file path=ppt/tags/tag2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8PLjn.mtEUGQ7h9BQk72g"/>
</p:tagLst>
</file>

<file path=ppt/tags/tag2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qYNUKeLET716a77Sr4nzQ"/>
</p:tagLst>
</file>

<file path=ppt/tags/tag2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ie55QtSDsxDydRRf97iyg"/>
</p:tagLst>
</file>

<file path=ppt/tags/tag2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5lurVBHfo.SzHKYXzV8ng"/>
</p:tagLst>
</file>

<file path=ppt/tags/tag2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PJlM2L7X0p9zRRh9gJlLg"/>
</p:tagLst>
</file>

<file path=ppt/tags/tag2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kEEx9Pp8Z96WlR0s0ISQ"/>
</p:tagLst>
</file>

<file path=ppt/tags/tag2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r_j0YzdhfT.4uS6PPhVoQ"/>
</p:tagLst>
</file>

<file path=ppt/tags/tag2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bTIZF1oZ1TV.1x0rkZvtA"/>
</p:tagLst>
</file>

<file path=ppt/tags/tag2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mB6.I.o.fJO2J3xX23l8A"/>
</p:tagLst>
</file>

<file path=ppt/tags/tag2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2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kFUx4eBxpoSS5GTHLqcTQ"/>
</p:tagLst>
</file>

<file path=ppt/tags/tag2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o70lrIdnFGdyMxgEHPPwQ"/>
</p:tagLst>
</file>

<file path=ppt/tags/tag2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LVQUDe7BXpCcWwng3Wc8A"/>
</p:tagLst>
</file>

<file path=ppt/tags/tag2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KDMzx4dJFZCQwLHxVeHwg"/>
</p:tagLst>
</file>

<file path=ppt/tags/tag2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nnpPvy1HsHAM_q2nAzEUA"/>
</p:tagLst>
</file>

<file path=ppt/tags/tag2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WWG4la6R4Txdj2_XDIktQ"/>
</p:tagLst>
</file>

<file path=ppt/tags/tag2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N8JB1FSpdkvGIQfBXRXg"/>
</p:tagLst>
</file>

<file path=ppt/tags/tag2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wAYrc5aVI62hN3LPV789g"/>
</p:tagLst>
</file>

<file path=ppt/tags/tag2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mTbS7.jmeSgpCVx0ycQJA"/>
</p:tagLst>
</file>

<file path=ppt/tags/tag2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dw5oCmbWTWrZbsHGl8crA"/>
</p:tagLst>
</file>

<file path=ppt/tags/tag2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13olj8Ib5pwzskRE6HFDw"/>
</p:tagLst>
</file>

<file path=ppt/tags/tag2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xJOMJYgpedMDdwqwvn3ig"/>
</p:tagLst>
</file>

<file path=ppt/tags/tag2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prygffqSKmTv43hfyVhQQ"/>
</p:tagLst>
</file>

<file path=ppt/tags/tag2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6mNhEog5Ymf5QfUDWUeNg"/>
</p:tagLst>
</file>

<file path=ppt/tags/tag2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p_EFmsyMYWV0_QO72Amg"/>
</p:tagLst>
</file>

<file path=ppt/tags/tag2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w15jY12cbxo_32.wXmiDg"/>
</p:tagLst>
</file>

<file path=ppt/tags/tag2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l1RWLt3hzRTq426v4rpSQ"/>
</p:tagLst>
</file>

<file path=ppt/tags/tag2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hep40eDEBuEW_IiLDoKfA"/>
</p:tagLst>
</file>

<file path=ppt/tags/tag2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_5VG04ygxohlzVOMcjUQg"/>
</p:tagLst>
</file>

<file path=ppt/tags/tag2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Gp3QjXJFGPI9UjWTZhI4w"/>
</p:tagLst>
</file>

<file path=ppt/tags/tag2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GQ1NkYmVl8Zcry2B6f0eg"/>
</p:tagLst>
</file>

<file path=ppt/tags/tag2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b_Eyix9xfxF_9LUyDaT_Q"/>
</p:tagLst>
</file>

<file path=ppt/tags/tag2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zOwngk7NjAKVN4cntkUQ"/>
</p:tagLst>
</file>

<file path=ppt/tags/tag2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meXaFAUZa5mlVQJMFX0kg"/>
</p:tagLst>
</file>

<file path=ppt/tags/tag2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BllzlV50v68dwY2dKpY.g"/>
</p:tagLst>
</file>

<file path=ppt/tags/tag2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Dq85b4nLwbAo0tC5vi.uQ"/>
</p:tagLst>
</file>

<file path=ppt/tags/tag2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EEz.R7.fKyQS34yw36YQA"/>
</p:tagLst>
</file>

<file path=ppt/tags/tag2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cz1HSRSxgJSC5_wkOGDwA"/>
</p:tagLst>
</file>

<file path=ppt/tags/tag2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2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obLJh2eQK99dKWg7Mu1uw"/>
</p:tagLst>
</file>

<file path=ppt/tags/tag2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YrYYZbzjkfi8dr_o5adKQ"/>
</p:tagLst>
</file>

<file path=ppt/tags/tag2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75f.WDkLI.I9_46KTpPwg"/>
</p:tagLst>
</file>

<file path=ppt/tags/tag2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UO1H3KnApma_dgWHUvoLw"/>
</p:tagLst>
</file>

<file path=ppt/tags/tag2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3N6YfkYsalVWNfvt5EeFA"/>
</p:tagLst>
</file>

<file path=ppt/tags/tag2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PnoaLyigO5f7lB9EHhdgw"/>
</p:tagLst>
</file>

<file path=ppt/tags/tag2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AqJZNRcUVDWUoXzknfESA"/>
</p:tagLst>
</file>

<file path=ppt/tags/tag2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CyBTrbkybzypEZXcuok4w"/>
</p:tagLst>
</file>

<file path=ppt/tags/tag2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IWhjAeHVnmTe7iMIx_r3A"/>
</p:tagLst>
</file>

<file path=ppt/tags/tag2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NOIFPJ1tpOwkQyhNcSLg"/>
</p:tagLst>
</file>

<file path=ppt/tags/tag2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XJ3UqA37tLtEsF1pUgC0g"/>
</p:tagLst>
</file>

<file path=ppt/tags/tag2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DTvqXc7uu4clKMLOOciXg"/>
</p:tagLst>
</file>

<file path=ppt/tags/tag2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jbGx1E_4TbLnpzPBkdHNw"/>
</p:tagLst>
</file>

<file path=ppt/tags/tag2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10iMxjrP4qOvbEKIv_hA"/>
</p:tagLst>
</file>

<file path=ppt/tags/tag2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OI7pUYHPh1goWSPJYFGbQ"/>
</p:tagLst>
</file>

<file path=ppt/tags/tag2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B64V9xJkd8TUDv9UcymA"/>
</p:tagLst>
</file>

<file path=ppt/tags/tag2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wyR2HNY7WKINxJTaWqG2A"/>
</p:tagLst>
</file>

<file path=ppt/tags/tag2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tsAD9GR2HgMVKABPVu5w"/>
</p:tagLst>
</file>

<file path=ppt/tags/tag2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xWuyYRgJKRjjpPYw0vZ2w"/>
</p:tagLst>
</file>

<file path=ppt/tags/tag2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4g81wWcYLCb9njDhqVZTQ"/>
</p:tagLst>
</file>

<file path=ppt/tags/tag2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pt243acxmoLk4F7yOZNPg"/>
</p:tagLst>
</file>

<file path=ppt/tags/tag2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RbGCtGQJkVCdBTXkNvY.g"/>
</p:tagLst>
</file>

<file path=ppt/tags/tag2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KQ.Mq8b9CXrIeeRC3p1Q"/>
</p:tagLst>
</file>

<file path=ppt/tags/tag2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pk14bDVUQtDDg.qu4F0Og"/>
</p:tagLst>
</file>

<file path=ppt/tags/tag2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7keIEwCje2W3GNMVfdSw"/>
</p:tagLst>
</file>

<file path=ppt/tags/tag2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ar4faUsxVVvFSMrukQbHg"/>
</p:tagLst>
</file>

<file path=ppt/tags/tag2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2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3. Subtitle"/>
</p:tagLst>
</file>

<file path=ppt/tags/tag2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1. On-page tracker"/>
</p:tagLst>
</file>

<file path=ppt/tags/tag2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2. Slide Title"/>
</p:tagLst>
</file>

<file path=ppt/tags/tag2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LineBasicStrong"/>
</p:tagLst>
</file>

<file path=ppt/tags/tag2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ags/tag2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TrackerNumBlue"/>
</p:tagLst>
</file>

<file path=ppt/theme/theme1.xml><?xml version="1.0" encoding="utf-8"?>
<a:theme xmlns:a="http://schemas.openxmlformats.org/drawingml/2006/main" name="3_White">
  <a:themeElements>
    <a:clrScheme name="Custom 1">
      <a:dk1>
        <a:srgbClr val="111918"/>
      </a:dk1>
      <a:lt1>
        <a:srgbClr val="FFFFFF"/>
      </a:lt1>
      <a:dk2>
        <a:srgbClr val="111918"/>
      </a:dk2>
      <a:lt2>
        <a:srgbClr val="FFFFFF"/>
      </a:lt2>
      <a:accent1>
        <a:srgbClr val="111918"/>
      </a:accent1>
      <a:accent2>
        <a:srgbClr val="1C863F"/>
      </a:accent2>
      <a:accent3>
        <a:srgbClr val="E9F7EE"/>
      </a:accent3>
      <a:accent4>
        <a:srgbClr val="0A5637"/>
      </a:accent4>
      <a:accent5>
        <a:srgbClr val="E4EAEA"/>
      </a:accent5>
      <a:accent6>
        <a:srgbClr val="F7D147"/>
      </a:accent6>
      <a:hlink>
        <a:srgbClr val="309DE3"/>
      </a:hlink>
      <a:folHlink>
        <a:srgbClr val="B4B4B4"/>
      </a:folHlink>
    </a:clrScheme>
    <a:fontScheme name="Custom 4">
      <a:majorFont>
        <a:latin typeface="Georgia"/>
        <a:ea typeface=""/>
        <a:cs typeface=""/>
      </a:majorFont>
      <a:minorFont>
        <a:latin typeface="Tahoma"/>
        <a:ea typeface=""/>
        <a:cs typeface=""/>
      </a:minorFont>
    </a:fontScheme>
    <a:fmtScheme name="Subtle Solids">
      <a:fillStyleLst>
        <a:solidFill>
          <a:schemeClr val="phClr"/>
        </a:solidFill>
        <a:solidFill>
          <a:schemeClr val="phClr">
            <a:tint val="65000"/>
          </a:schemeClr>
        </a:solidFill>
        <a:solidFill>
          <a:schemeClr val="phClr">
            <a:shade val="80000"/>
            <a:satMod val="150000"/>
          </a:schemeClr>
        </a:solidFill>
      </a:fillStyleLst>
      <a:lnStyleLst>
        <a:ln w="9525" cap="flat" cmpd="sng" algn="ctr">
          <a:solidFill>
            <a:schemeClr val="phClr"/>
          </a:solidFill>
          <a:prstDash val="solid"/>
        </a:ln>
        <a:ln w="10795" cap="flat" cmpd="sng" algn="ctr">
          <a:solidFill>
            <a:schemeClr val="phClr"/>
          </a:solidFill>
          <a:prstDash val="solid"/>
        </a:ln>
        <a:ln w="17145" cap="flat" cmpd="sng" algn="ctr">
          <a:solidFill>
            <a:schemeClr val="phClr">
              <a:shade val="95000"/>
              <a:alpha val="50000"/>
              <a:satMod val="150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44450" dist="13970" dir="5400000" algn="ctr" rotWithShape="0">
              <a:srgbClr val="000000">
                <a:alpha val="45000"/>
              </a:srgbClr>
            </a:outerShdw>
          </a:effectLst>
          <a:scene3d>
            <a:camera prst="orthographicFront">
              <a:rot lat="0" lon="0" rev="0"/>
            </a:camera>
            <a:lightRig rig="twoPt" dir="tl"/>
          </a:scene3d>
          <a:sp3d prstMaterial="flat">
            <a:bevelT w="12700" h="25400" prst="coolSlant"/>
          </a:sp3d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 w="6350" cap="sq">
          <a:noFill/>
          <a:miter lim="800000"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600" dirty="0" err="1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 cap="sq">
          <a:solidFill>
            <a:schemeClr val="tx1"/>
          </a:solidFill>
          <a:miter lim="800000"/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ln w="6350">
          <a:noFill/>
          <a:miter lim="800000"/>
        </a:ln>
      </a:spPr>
      <a:bodyPr vert="horz" wrap="square" lIns="0" tIns="0" rIns="0" bIns="0" rtlCol="0">
        <a:noAutofit/>
      </a:bodyPr>
      <a:lstStyle>
        <a:defPPr algn="l">
          <a:spcBef>
            <a:spcPts val="300"/>
          </a:spcBef>
          <a:spcAft>
            <a:spcPts val="300"/>
          </a:spcAft>
          <a:buNone/>
          <a:defRPr sz="1600" dirty="0" smtClean="0"/>
        </a:defPPr>
      </a:lstStyle>
    </a:txDef>
  </a:objectDefaults>
  <a:extraClrSchemeLst>
    <a:extraClrScheme>
      <a:clrScheme name="Pasha Bank">
        <a:dk1>
          <a:srgbClr val="000000"/>
        </a:dk1>
        <a:lt1>
          <a:srgbClr val="FFFFFF"/>
        </a:lt1>
        <a:dk2>
          <a:srgbClr val="191C1E"/>
        </a:dk2>
        <a:lt2>
          <a:srgbClr val="FFFFFF"/>
        </a:lt2>
        <a:accent1>
          <a:srgbClr val="191C1E"/>
        </a:accent1>
        <a:accent2>
          <a:srgbClr val="CAB597"/>
        </a:accent2>
        <a:accent3>
          <a:srgbClr val="E0D4C2"/>
        </a:accent3>
        <a:accent4>
          <a:srgbClr val="4E3227"/>
        </a:accent4>
        <a:accent5>
          <a:srgbClr val="F3EFD7"/>
        </a:accent5>
        <a:accent6>
          <a:srgbClr val="808080"/>
        </a:accent6>
        <a:hlink>
          <a:srgbClr val="4B8FD2"/>
        </a:hlink>
        <a:folHlink>
          <a:srgbClr val="B6869E"/>
        </a:folHlink>
      </a:clrScheme>
    </a:extraClrScheme>
  </a:extraClrSchemeLst>
  <a:custClrLst>
    <a:custClr name="Custom 1">
      <a:srgbClr val="405F5B"/>
    </a:custClr>
    <a:custClr name="Custom 2">
      <a:srgbClr val="74A09B"/>
    </a:custClr>
    <a:custClr name="Custom 3">
      <a:srgbClr val="B9D0CD"/>
    </a:custClr>
  </a:custClrLst>
  <a:extLst>
    <a:ext uri="{05A4C25C-085E-4340-85A3-A5531E510DB2}">
      <thm15:themeFamily xmlns:thm15="http://schemas.microsoft.com/office/thememl/2012/main" name="Паша Банк Премиум_Pasha Bank Premium_NVI_16x9_(2020)_eng.potx" id="{580EA364-9433-4864-8FB8-AF233E5953FF}" vid="{ACA3B730-9EDB-4893-820D-8578A98D4CFA}"/>
    </a:ext>
  </a:extLst>
</a:theme>
</file>

<file path=ppt/theme/theme2.xml><?xml version="1.0" encoding="utf-8"?>
<a:theme xmlns:a="http://schemas.openxmlformats.org/drawingml/2006/main" name="Office Theme">
  <a:themeElements>
    <a:clrScheme name="Custom Scheme">
      <a:dk1>
        <a:srgbClr val="000000"/>
      </a:dk1>
      <a:lt1>
        <a:srgbClr val="FFFFFF"/>
      </a:lt1>
      <a:dk2>
        <a:srgbClr val="051C2C"/>
      </a:dk2>
      <a:lt2>
        <a:srgbClr val="FFFFFF"/>
      </a:lt2>
      <a:accent1>
        <a:srgbClr val="051C2C"/>
      </a:accent1>
      <a:accent2>
        <a:srgbClr val="00A9F4"/>
      </a:accent2>
      <a:accent3>
        <a:srgbClr val="1F40E6"/>
      </a:accent3>
      <a:accent4>
        <a:srgbClr val="AAE6F0"/>
      </a:accent4>
      <a:accent5>
        <a:srgbClr val="3C96B4"/>
      </a:accent5>
      <a:accent6>
        <a:srgbClr val="AFC3FF"/>
      </a:accent6>
      <a:hlink>
        <a:srgbClr val="00A9F4"/>
      </a:hlink>
      <a:folHlink>
        <a:srgbClr val="00A9F4"/>
      </a:folHlink>
    </a:clrScheme>
    <a:fontScheme name="Custom Scheme Fonts">
      <a:majorFont>
        <a:latin typeface="Georgia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Custom Scheme 2">
      <a:dk1>
        <a:srgbClr val="000000"/>
      </a:dk1>
      <a:lt1>
        <a:srgbClr val="FFFFFF"/>
      </a:lt1>
      <a:dk2>
        <a:srgbClr val="051C2C"/>
      </a:dk2>
      <a:lt2>
        <a:srgbClr val="FFFFFF"/>
      </a:lt2>
      <a:accent1>
        <a:srgbClr val="051C2C"/>
      </a:accent1>
      <a:accent2>
        <a:srgbClr val="00A9F4"/>
      </a:accent2>
      <a:accent3>
        <a:srgbClr val="1F40E6"/>
      </a:accent3>
      <a:accent4>
        <a:srgbClr val="AAE6F0"/>
      </a:accent4>
      <a:accent5>
        <a:srgbClr val="3C96B4"/>
      </a:accent5>
      <a:accent6>
        <a:srgbClr val="AFC3FF"/>
      </a:accent6>
      <a:hlink>
        <a:srgbClr val="00A9F4"/>
      </a:hlink>
      <a:folHlink>
        <a:srgbClr val="00A9F4"/>
      </a:folHlink>
    </a:clrScheme>
    <a:fontScheme name="Custom Scheme2 Fonts">
      <a:majorFont>
        <a:latin typeface="Georgia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webextensions/_rels/taskpanes.xml.rels><?xml version="1.0" encoding="UTF-8" standalone="yes"?>
<Relationships xmlns="http://schemas.openxmlformats.org/package/2006/relationships"><Relationship Id="rId2" Type="http://schemas.microsoft.com/office/2011/relationships/webextension" Target="webextension2.xml"/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9">
    <wetp:webextensionref xmlns:r="http://schemas.openxmlformats.org/officeDocument/2006/relationships" r:id="rId1"/>
  </wetp:taskpane>
  <wetp:taskpane dockstate="right" visibility="0" width="350" row="8">
    <wetp:webextensionref xmlns:r="http://schemas.openxmlformats.org/officeDocument/2006/relationships" r:id="rId2"/>
  </wetp:taskpane>
</wetp:taskpanes>
</file>

<file path=ppt/webextensions/webextension1.xml><?xml version="1.0" encoding="utf-8"?>
<we:webextension xmlns:we="http://schemas.microsoft.com/office/webextensions/webextension/2010/11" id="{CCBF6BCB-3EAE-4AAB-9798-D1B7C9A11081}">
  <we:reference id="e74ca2a7-5e50-4ebf-bfa5-bb75c7950374" version="4.0.0.0" store="EXCatalog" storeType="EXCatalog"/>
  <we:alternateReferences/>
  <we:properties>
    <we:property name="srChargeCodeData" value="{&quot;selectedSupportOption&quot;:&quot;SLIDEREQUESTPLUS&quot;,&quot;language&quot;:&quot;English&quot;,&quot;chargeCode&quot;:{&quot;activityCode&quot;:&quot;CE&quot;,&quot;allocation_date&quot;:&quot;2026-04-27T00:30:00.000Z&quot;,&quot;announcements&quot;:null,&quot;chargeCode&quot;:&quot;valid&quot;,&quot;chargeCodeRegistered&quot;:true,&quot;critical&quot;:0,&quot;csProjectId&quot;:1212260532,&quot;eligibleForPlus&quot;:false,&quot;featureFlag&quot;:{&quot;blockRequestsEnabled&quot;:false,&quot;overnightDeliveryEnabled&quot;:false,&quot;searchOfferingEnabled&quot;:false},&quot;forecast_value&quot;:&quot;Usual&quot;,&quot;inScope&quot;:true,&quot;is_mandate&quot;:1,&quot;isBoxDisabled&quot;:false,&quot;isCTEEnabled&quot;:false,&quot;lane&quot;:&quot;Global&quot;,&quot;mandate_date&quot;:&quot;2026-03-16&quot;,&quot;maxStartTime&quot;:480,&quot;message&quot;:&quot;&quot;,&quot;outSourced&quot;:true,&quot;platform&quot;:&quot;GW&quot;,&quot;projectType&quot;:&quot;Client&quot;,&quot;showInternal&quot;:false,&quot;study_end_date&quot;:&quot;2026-09-24&quot;,&quot;subLane&quot;:&quot;&quot;,&quot;teamMembers&quot;:[{&quot;end_date&quot;:&quot;2026-07-03&quot;,&quot;fmno&quot;:344518,&quot;start_date&quot;:&quot;2026-04-13&quot;},{&quot;end_date&quot;:&quot;2026-07-03&quot;,&quot;fmno&quot;:301316,&quot;start_date&quot;:&quot;2026-04-13&quot;},{&quot;end_date&quot;:&quot;2026-07-03&quot;,&quot;fmno&quot;:145759,&quot;start_date&quot;:&quot;2026-04-13&quot;},{&quot;end_date&quot;:&quot;2026-07-08&quot;,&quot;fmno&quot;:325781,&quot;start_date&quot;:&quot;2026-05-05&quot;},{&quot;end_date&quot;:&quot;2026-07-03&quot;,&quot;fmno&quot;:189650,&quot;start_date&quot;:&quot;2026-05-13&quot;},{&quot;end_date&quot;:&quot;2026-07-03&quot;,&quot;fmno&quot;:54340,&quot;start_date&quot;:&quot;2026-06-01&quot;}],&quot;token_admin&quot;:&quot;Lala Guluzade&quot;,&quot;tokenInfo&quot;:{&quot;allocated&quot;:79,&quot;autoNegotiation&quot;:0,&quot;autoNegotiationAvailCount&quot;:0,&quot;available&quot;:79,&quot;buffer&quot;:80,&quot;eligibleForNegotiation&quot;:true,&quot;escalationCount&quot;:0,&quot;forecast_value&quot;:&quot;Usual&quot;,&quot;manualNegotiation&quot;:0,&quot;manualNegotiationAvailCount&quot;:0,&quot;minimumTokenValue&quot;:30,&quot;negotiated&quot;:0,&quot;spent&quot;:0,&quot;study_end_date&quot;:&quot;2026-09-24&quot;,&quot;teamMembers&quot;:[],&quot;token_admin&quot;:null},&quot;userRegistered&quot;:true,&quot;code&quot;:&quot;8778KH01&quot;,&quot;updatedAt&quot;:&quot;2026-06-29T20:31:28.450Z&quot;}}"/>
  </we:properties>
  <we:bindings/>
  <we:snapshot xmlns:r="http://schemas.openxmlformats.org/officeDocument/2006/relationships"/>
</we:webextension>
</file>

<file path=ppt/webextensions/webextension2.xml><?xml version="1.0" encoding="utf-8"?>
<we:webextension xmlns:we="http://schemas.microsoft.com/office/webextensions/webextension/2010/11" id="{2890F29C-EDAF-4284-A2F6-E550E1BB333A}">
  <we:reference id="7888317b-a425-4590-9747-4c188fd7be2e" version="2.40.2.0" store="EXCatalog" storeType="EXCatalog"/>
  <we:alternateReferences/>
  <we:properties/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04527f1d-420b-4ae9-8cfd-f1f820dd9ec6" xsi:nil="true"/>
    <TaxCatchAll xmlns="0be14fa9-6cae-4a6e-8f64-c89653d71d1a" xsi:nil="true"/>
    <_dlc_DocId xmlns="0be14fa9-6cae-4a6e-8f64-c89653d71d1a">DREYFNV3VPE6-1370595577-2945</_dlc_DocId>
    <_dlc_DocIdUrl xmlns="0be14fa9-6cae-4a6e-8f64-c89653d71d1a">
      <Url>https://mckinsey.sharepoint.com/sites/spe-int-hp2fb3s8gbn/_layouts/15/DocIdRedir.aspx?ID=DREYFNV3VPE6-1370595577-2945</Url>
      <Description>DREYFNV3VPE6-1370595577-2945</Description>
    </_dlc_DocIdUrl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BA20A6254070E24794FE1579C5A6C6D3" ma:contentTypeVersion="13" ma:contentTypeDescription="Create a new document." ma:contentTypeScope="" ma:versionID="856520005649c6e1a5be1125adfad44c">
  <xsd:schema xmlns:xsd="http://www.w3.org/2001/XMLSchema" xmlns:xs="http://www.w3.org/2001/XMLSchema" xmlns:p="http://schemas.microsoft.com/office/2006/metadata/properties" xmlns:ns2="0be14fa9-6cae-4a6e-8f64-c89653d71d1a" xmlns:ns3="04527f1d-420b-4ae9-8cfd-f1f820dd9ec6" targetNamespace="http://schemas.microsoft.com/office/2006/metadata/properties" ma:root="true" ma:fieldsID="542299730c12770953427dc040bddabb" ns2:_="" ns3:_="">
    <xsd:import namespace="0be14fa9-6cae-4a6e-8f64-c89653d71d1a"/>
    <xsd:import namespace="04527f1d-420b-4ae9-8cfd-f1f820dd9ec6"/>
    <xsd:element name="properties">
      <xsd:complexType>
        <xsd:sequence>
          <xsd:element name="documentManagement">
            <xsd:complexType>
              <xsd:all>
                <xsd:element ref="ns2:_dlc_DocId" minOccurs="0"/>
                <xsd:element ref="ns2:_dlc_DocIdUrl" minOccurs="0"/>
                <xsd:element ref="ns2:_dlc_DocIdPersistId" minOccurs="0"/>
                <xsd:element ref="ns3:MediaServiceMetadata" minOccurs="0"/>
                <xsd:element ref="ns3:MediaServiceFastMetadata" minOccurs="0"/>
                <xsd:element ref="ns3:MediaServiceSearchProperties" minOccurs="0"/>
                <xsd:element ref="ns3:MediaServiceDateTaken" minOccurs="0"/>
                <xsd:element ref="ns3:MediaServiceGenerationTime" minOccurs="0"/>
                <xsd:element ref="ns3:MediaServiceEventHashCode" minOccurs="0"/>
                <xsd:element ref="ns3:MediaLengthInSeconds" minOccurs="0"/>
                <xsd:element ref="ns3:lcf76f155ced4ddcb4097134ff3c332f" minOccurs="0"/>
                <xsd:element ref="ns2:TaxCatchAll" minOccurs="0"/>
                <xsd:element ref="ns3:MediaServiceOCR" minOccurs="0"/>
                <xsd:element ref="ns3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be14fa9-6cae-4a6e-8f64-c89653d71d1a" elementFormDefault="qualified">
    <xsd:import namespace="http://schemas.microsoft.com/office/2006/documentManagement/types"/>
    <xsd:import namespace="http://schemas.microsoft.com/office/infopath/2007/PartnerControls"/>
    <xsd:element name="_dlc_DocId" ma:index="8" nillable="true" ma:displayName="Document ID Value" ma:description="The value of the document ID assigned to this item." ma:indexed="true" ma:internalName="_dlc_DocId" ma:readOnly="true">
      <xsd:simpleType>
        <xsd:restriction base="dms:Text"/>
      </xsd:simpleType>
    </xsd:element>
    <xsd:element name="_dlc_DocIdUrl" ma:index="9" nillable="true" ma:displayName="Document ID" ma:description="Permanent link to this document." ma:hidden="true" ma:internalName="_dlc_DocIdUrl" ma:readOnly="tru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_dlc_DocIdPersistId" ma:index="10" nillable="true" ma:displayName="Persist ID" ma:description="Keep ID on add." ma:hidden="true" ma:internalName="_dlc_DocIdPersistId" ma:readOnly="true">
      <xsd:simpleType>
        <xsd:restriction base="dms:Boolean"/>
      </xsd:simpleType>
    </xsd:element>
    <xsd:element name="TaxCatchAll" ma:index="20" nillable="true" ma:displayName="Taxonomy Catch All Column" ma:hidden="true" ma:list="{c5f9a80a-5724-4ce0-89cc-e8e2fb0f3bae}" ma:internalName="TaxCatchAll" ma:showField="CatchAllData" ma:web="0be14fa9-6cae-4a6e-8f64-c89653d71d1a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4527f1d-420b-4ae9-8cfd-f1f820dd9ec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3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4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5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6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7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9" nillable="true" ma:displayName="Image Tags_0" ma:hidden="true" ma:internalName="lcf76f155ced4ddcb4097134ff3c332f">
      <xsd:simpleType>
        <xsd:restriction base="dms:Note"/>
      </xsd:simpleType>
    </xsd:element>
    <xsd:element name="MediaServiceOCR" ma:index="2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BillingMetadata" ma:index="22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4.xml><?xml version="1.0" encoding="utf-8"?>
<?mso-contentType ?>
<spe:Receivers xmlns:spe="http://schemas.microsoft.com/sharepoint/events">
  <Receiver>
    <Name>Document ID Generator</Name>
    <Synchronization>Synchronous</Synchronization>
    <Type>10001</Type>
    <SequenceNumber>1000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10002</Type>
    <SequenceNumber>1001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10004</Type>
    <SequenceNumber>1002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10006</Type>
    <SequenceNumber>1003</SequenceNumber>
    <Url/>
    <Assembly>Microsoft.Office.DocumentManagement, Version=16.0.0.0, Culture=neutral, PublicKeyToken=71e9bce111e9429c</Assembly>
    <Class>Microsoft.Office.DocumentManagement.Internal.DocIdHandler</Class>
    <Data/>
    <Filter/>
  </Receiver>
</spe:Receivers>
</file>

<file path=customXml/itemProps1.xml><?xml version="1.0" encoding="utf-8"?>
<ds:datastoreItem xmlns:ds="http://schemas.openxmlformats.org/officeDocument/2006/customXml" ds:itemID="{8B50EE39-9B4D-4C3C-8505-D8D6A5EC6B2C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67DF283F-4B82-4892-8EF9-70B9B3E3286B}">
  <ds:schemaRefs>
    <ds:schemaRef ds:uri="04527f1d-420b-4ae9-8cfd-f1f820dd9ec6"/>
    <ds:schemaRef ds:uri="0be14fa9-6cae-4a6e-8f64-c89653d71d1a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558B1533-9574-49E4-A7A5-0B09E86151A7}">
  <ds:schemaRefs>
    <ds:schemaRef ds:uri="04527f1d-420b-4ae9-8cfd-f1f820dd9ec6"/>
    <ds:schemaRef ds:uri="0be14fa9-6cae-4a6e-8f64-c89653d71d1a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4.xml><?xml version="1.0" encoding="utf-8"?>
<ds:datastoreItem xmlns:ds="http://schemas.openxmlformats.org/officeDocument/2006/customXml" ds:itemID="{1CC9D647-6EE7-40DE-895B-09BBDEB6C294}">
  <ds:schemaRefs>
    <ds:schemaRef ds:uri="http://schemas.microsoft.com/sharepoint/event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blank</Template>
  <TotalTime>0</TotalTime>
  <Words>13212</Words>
  <Application>Microsoft Office PowerPoint</Application>
  <PresentationFormat>Widescreen</PresentationFormat>
  <Paragraphs>2888</Paragraphs>
  <Slides>64</Slides>
  <Notes>39</Notes>
  <HiddenSlides>0</HiddenSlides>
  <MMClips>0</MMClips>
  <ScaleCrop>false</ScaleCrop>
  <HeadingPairs>
    <vt:vector size="8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64</vt:i4>
      </vt:variant>
    </vt:vector>
  </HeadingPairs>
  <TitlesOfParts>
    <vt:vector size="75" baseType="lpstr">
      <vt:lpstr>Aptos</vt:lpstr>
      <vt:lpstr>Aptos Narrow</vt:lpstr>
      <vt:lpstr>Arial</vt:lpstr>
      <vt:lpstr>Calibri</vt:lpstr>
      <vt:lpstr>Century Gothic</vt:lpstr>
      <vt:lpstr>Georgia</vt:lpstr>
      <vt:lpstr>Segoe UI</vt:lpstr>
      <vt:lpstr>Tahoma</vt:lpstr>
      <vt:lpstr>Wingdings</vt:lpstr>
      <vt:lpstr>3_White</vt:lpstr>
      <vt:lpstr>think-cell Slide</vt:lpstr>
      <vt:lpstr> Commercial and SME banking</vt:lpstr>
      <vt:lpstr>PASHA Bank commercial and SME segments have unique challenges and opportunities </vt:lpstr>
      <vt:lpstr>Addressing challenges can help PASHA Bank to reach AZN 121 MN NBI by 2029 </vt:lpstr>
      <vt:lpstr>PASHA Bank commits to follow a holistic strategy in commercial and SME segments to unlock its growth trajectory to 2029</vt:lpstr>
      <vt:lpstr>PASHA Bank’s strategy in commercial and SME banking consists of 6 initiatives and 3 enablers</vt:lpstr>
      <vt:lpstr>PASHA Bank’s commercial &amp; SME banking strategy is expected to bring an additional AZN ~60 MN net banking income</vt:lpstr>
      <vt:lpstr>PASHA Bank’s strategy in commercial and SME banking consists of 6 initiatives and 3 enablers</vt:lpstr>
      <vt:lpstr>B2B ecosystem will allow to unlock SME growth by connecting CIB and SMEs through common ecosystem flows</vt:lpstr>
      <vt:lpstr>Activating B2B ecosystem will unlock new pools of value through targeted acquisition of SME customers</vt:lpstr>
      <vt:lpstr>PASHA Bank’s strategy in commercial and SME banking consists of 6 initiatives and 3 enablers</vt:lpstr>
      <vt:lpstr>PBA can translate cash-flow insights into targeted trade product offers</vt:lpstr>
      <vt:lpstr>For Next-Product-To-Buy, banks use collaborative filtering and propensity models to drive a 10-15% revenue uplift</vt:lpstr>
      <vt:lpstr>Halyk bank built B2B Ecosystem, centered around FMCG trade,  connecting wholesale distributors and grocery stores</vt:lpstr>
      <vt:lpstr>PASHA Bank’s strategy in commercial and SME banking consists of 6 initiatives and 3 enablers</vt:lpstr>
      <vt:lpstr>PBA can drive customer retention through value added services adoption</vt:lpstr>
      <vt:lpstr>PASHA Bank’s strategy in commercial and SME banking consists of 6 initiatives and 3 enablers</vt:lpstr>
      <vt:lpstr>Commercial and Micro demonstrate the largest share of inactive clients</vt:lpstr>
      <vt:lpstr>Targeted dormant clients base: Commercial</vt:lpstr>
      <vt:lpstr>Targeted dormant clients base: Micro  </vt:lpstr>
      <vt:lpstr>Potential initiatives aimed at reactivating the dormant client base</vt:lpstr>
      <vt:lpstr>PASHA Bank’s strategy in commercial and SME banking consists of 6 initiatives and 3 enablers</vt:lpstr>
      <vt:lpstr>The future target corporate credit process is enabled and streamlined by Agentic AI</vt:lpstr>
      <vt:lpstr>We have conducted a preliminary diagnostics of PASHA Bank credit processes for Corporate, Commercial and SME</vt:lpstr>
      <vt:lpstr>Corporate lending process qualitative assessment – we can streamline further the financial and credit analysis including the credit memo </vt:lpstr>
      <vt:lpstr>Credit process for Corporate, Commercial and SMEs – as-is </vt:lpstr>
      <vt:lpstr>Credit process for Corporate, Commercial and SMEs after the processes revamp and introduction of agentic AI – to-be</vt:lpstr>
      <vt:lpstr>PASHA Bank’s strategy in commercial and SME banking consists of 6 initiatives and 3 enablers</vt:lpstr>
      <vt:lpstr>Leading banks create bundles specifically targeted for SMEs needs</vt:lpstr>
      <vt:lpstr>Target pricing model concept includes risk-based component, elasticity and client’s total profitability</vt:lpstr>
      <vt:lpstr>All-in pricing model: organizational principles and typical barriers</vt:lpstr>
      <vt:lpstr>PowerPoint Presentation</vt:lpstr>
      <vt:lpstr>Contents</vt:lpstr>
      <vt:lpstr>SME segment is less profitable and riskier than CIB in current PASHA Bank context</vt:lpstr>
      <vt:lpstr>CIB segment is the main value driver for the bank even though the performance has declined over the years…</vt:lpstr>
      <vt:lpstr>… yet we do not similarly perform in commercial segment</vt:lpstr>
      <vt:lpstr>PowerPoint Presentation</vt:lpstr>
      <vt:lpstr>324k active customers are across 5 major segments based on turnover, with SME having the largest decrease and most dormant customers</vt:lpstr>
      <vt:lpstr>SME loan portfolio aspiration requires ~11% market share in SME loans and c. 23% of total loan portfolio by 2029…</vt:lpstr>
      <vt:lpstr>…and require PASHA Bank to consider two potential strategic routes, one of  which would require a shift of focus to micro</vt:lpstr>
      <vt:lpstr>PASHA Bank has significantly shifted its loan portfolio from micro to small and medium</vt:lpstr>
      <vt:lpstr>Smaller segments struggle to justify their cost base despite economies of scale</vt:lpstr>
      <vt:lpstr>SME growth is leaking through churn, especially where customer relationships are least mature</vt:lpstr>
      <vt:lpstr>Service model limitations are constraining customer activation in Micro subsegment even after excluding Tabaterra</vt:lpstr>
      <vt:lpstr>SME underperformance is additionally driven by low client activation and weak cross-sell</vt:lpstr>
      <vt:lpstr>RM effectiveness varies by segment and RM quality; boost needed in commercial and SME</vt:lpstr>
      <vt:lpstr>There appears to be further utilization opportunity in RMs</vt:lpstr>
      <vt:lpstr>Revenue diversification is most limited in the higher NBI sectors</vt:lpstr>
      <vt:lpstr>Majority of complaints from SME customers are driven by process &amp; technical issues</vt:lpstr>
      <vt:lpstr>Only ABB and PBA provide a comprehensive product offering tailored to SME</vt:lpstr>
      <vt:lpstr>Contents</vt:lpstr>
      <vt:lpstr>These SME banking trends are no longer differentiators in 2026 – their absence is a deal-breaker</vt:lpstr>
      <vt:lpstr>Global and regional banks investing in SME banking extensively</vt:lpstr>
      <vt:lpstr>In order to better serve SMEs, Halyk digitized core banking products, creating first fully digital SME loan in Kazakhstan market</vt:lpstr>
      <vt:lpstr>As competition intensified, Halyk explored new innovative non-core solutions and launched a digital B2B marketplace</vt:lpstr>
      <vt:lpstr>Ecosystem is now expanding the B2C lifestyle offering with Halyk Restaurants</vt:lpstr>
      <vt:lpstr>Banks are using AI and advanced analytics to turn customer, risk and operational data into measurable revenue, control and productivity gains</vt:lpstr>
      <vt:lpstr>For Next-Product-To-Buy, banks use collaborative filtering and propensity models to drive a 10-15% revenue uplift</vt:lpstr>
      <vt:lpstr>For churn reduction analysis, banks trace customer journeys to understand root causes of customer dissatisfaction</vt:lpstr>
      <vt:lpstr>Backup</vt:lpstr>
      <vt:lpstr>RM scorecards for commercial need to be further specialized...</vt:lpstr>
      <vt:lpstr>...and lacking important KPI sets relevant for commercial banking </vt:lpstr>
      <vt:lpstr>Effect from the introduction of AI agents and processes revamp in Underwriting: productivity growth</vt:lpstr>
      <vt:lpstr>Individual RM performance differentiate significantly due to squad level KPI management</vt:lpstr>
      <vt:lpstr>UW process is not specialized for commercial segment...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Lala Guluzade</dc:creator>
  <cp:keywords/>
  <dc:description/>
  <cp:lastModifiedBy>Lala Guluzade</cp:lastModifiedBy>
  <cp:revision>1</cp:revision>
  <cp:lastPrinted>2018-10-30T20:37:12Z</cp:lastPrinted>
  <dcterms:created xsi:type="dcterms:W3CDTF">2026-06-26T09:12:46Z</dcterms:created>
  <dcterms:modified xsi:type="dcterms:W3CDTF">2026-06-30T22:13:44Z</dcterms:modified>
  <cp:category/>
  <cp:contentStatus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NXPowerLiteLastOptimized">
    <vt:lpwstr>1628964</vt:lpwstr>
  </property>
  <property fmtid="{D5CDD505-2E9C-101B-9397-08002B2CF9AE}" pid="3" name="NXPowerLiteSettings">
    <vt:lpwstr>C9000A38044001</vt:lpwstr>
  </property>
  <property fmtid="{D5CDD505-2E9C-101B-9397-08002B2CF9AE}" pid="4" name="NXPowerLiteVersion">
    <vt:lpwstr>D7.1.14</vt:lpwstr>
  </property>
  <property fmtid="{D5CDD505-2E9C-101B-9397-08002B2CF9AE}" pid="5" name="PPT">
    <vt:lpwstr>Hello</vt:lpwstr>
  </property>
  <property fmtid="{D5CDD505-2E9C-101B-9397-08002B2CF9AE}" pid="6" name="TemplateVersion">
    <vt:lpwstr>4</vt:lpwstr>
  </property>
  <property fmtid="{D5CDD505-2E9C-101B-9397-08002B2CF9AE}" pid="7" name="TemplateLastEdited">
    <vt:lpwstr>2024-05-30 01:34 PM</vt:lpwstr>
  </property>
  <property fmtid="{D5CDD505-2E9C-101B-9397-08002B2CF9AE}" pid="8" name="TemplateCreated">
    <vt:lpwstr>2019-02-27 01:18 PM</vt:lpwstr>
  </property>
  <property fmtid="{D5CDD505-2E9C-101B-9397-08002B2CF9AE}" pid="9" name="ContentTypeId">
    <vt:lpwstr>0x010100BA20A6254070E24794FE1579C5A6C6D3</vt:lpwstr>
  </property>
  <property fmtid="{D5CDD505-2E9C-101B-9397-08002B2CF9AE}" pid="10" name="MSIP_Label_83303d7c-e5a3-4cc8-90eb-69bfd7570ac4_Removed">
    <vt:lpwstr>False</vt:lpwstr>
  </property>
  <property fmtid="{D5CDD505-2E9C-101B-9397-08002B2CF9AE}" pid="11" name="MSIP_Label_83303d7c-e5a3-4cc8-90eb-69bfd7570ac4_ActionId">
    <vt:lpwstr>c86547a9-d1be-491f-a15a-87e1b45c884a</vt:lpwstr>
  </property>
  <property fmtid="{D5CDD505-2E9C-101B-9397-08002B2CF9AE}" pid="12" name="MSIP_Label_83303d7c-e5a3-4cc8-90eb-69bfd7570ac4_Name">
    <vt:lpwstr>Client \ Client Confidential</vt:lpwstr>
  </property>
  <property fmtid="{D5CDD505-2E9C-101B-9397-08002B2CF9AE}" pid="13" name="MSIP_Label_83303d7c-e5a3-4cc8-90eb-69bfd7570ac4_SetDate">
    <vt:lpwstr>2026-06-26T17:09:41Z</vt:lpwstr>
  </property>
  <property fmtid="{D5CDD505-2E9C-101B-9397-08002B2CF9AE}" pid="14" name="MSIP_Label_83303d7c-e5a3-4cc8-90eb-69bfd7570ac4_SiteId">
    <vt:lpwstr>cc8936bc-9382-4fff-87cb-6f55999549e7</vt:lpwstr>
  </property>
  <property fmtid="{D5CDD505-2E9C-101B-9397-08002B2CF9AE}" pid="15" name="MSIP_Label_83303d7c-e5a3-4cc8-90eb-69bfd7570ac4_Enabled">
    <vt:lpwstr>True</vt:lpwstr>
  </property>
  <property fmtid="{D5CDD505-2E9C-101B-9397-08002B2CF9AE}" pid="16" name="_dlc_DocIdItemGuid">
    <vt:lpwstr>c2f4908c-3f96-4756-baac-9b9186b07c25</vt:lpwstr>
  </property>
  <property fmtid="{D5CDD505-2E9C-101B-9397-08002B2CF9AE}" pid="17" name="MSIP_Label_83303d7c-e5a3-4cc8-90eb-69bfd7570ac4_Parent">
    <vt:lpwstr>41a75552-f860-45e1-90d5-c0b4fc08c5e4</vt:lpwstr>
  </property>
  <property fmtid="{D5CDD505-2E9C-101B-9397-08002B2CF9AE}" pid="18" name="MSIP_Label_83303d7c-e5a3-4cc8-90eb-69bfd7570ac4_Extended_MSFT_Method">
    <vt:lpwstr>Standard</vt:lpwstr>
  </property>
  <property fmtid="{D5CDD505-2E9C-101B-9397-08002B2CF9AE}" pid="19" name="MSIP_Label_41a75552-f860-45e1-90d5-c0b4fc08c5e4_Enabled">
    <vt:lpwstr>True</vt:lpwstr>
  </property>
  <property fmtid="{D5CDD505-2E9C-101B-9397-08002B2CF9AE}" pid="20" name="MSIP_Label_41a75552-f860-45e1-90d5-c0b4fc08c5e4_SiteId">
    <vt:lpwstr>cc8936bc-9382-4fff-87cb-6f55999549e7</vt:lpwstr>
  </property>
  <property fmtid="{D5CDD505-2E9C-101B-9397-08002B2CF9AE}" pid="21" name="MSIP_Label_41a75552-f860-45e1-90d5-c0b4fc08c5e4_SetDate">
    <vt:lpwstr>2026-06-26T17:09:41Z</vt:lpwstr>
  </property>
  <property fmtid="{D5CDD505-2E9C-101B-9397-08002B2CF9AE}" pid="22" name="MSIP_Label_41a75552-f860-45e1-90d5-c0b4fc08c5e4_Name">
    <vt:lpwstr>Client</vt:lpwstr>
  </property>
  <property fmtid="{D5CDD505-2E9C-101B-9397-08002B2CF9AE}" pid="23" name="MSIP_Label_41a75552-f860-45e1-90d5-c0b4fc08c5e4_ActionId">
    <vt:lpwstr>75538332-da3d-4ae2-969e-44a83e5535f4</vt:lpwstr>
  </property>
  <property fmtid="{D5CDD505-2E9C-101B-9397-08002B2CF9AE}" pid="24" name="MSIP_Label_41a75552-f860-45e1-90d5-c0b4fc08c5e4_Extended_MSFT_Method">
    <vt:lpwstr>Standard</vt:lpwstr>
  </property>
  <property fmtid="{D5CDD505-2E9C-101B-9397-08002B2CF9AE}" pid="25" name="Sensitivity">
    <vt:lpwstr>Client \ Client Confidential Client</vt:lpwstr>
  </property>
</Properties>
</file>